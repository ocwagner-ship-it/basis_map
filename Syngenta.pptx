
<file path=[Content_Types].xml><?xml version="1.0" encoding="utf-8"?>
<Types xmlns="http://schemas.openxmlformats.org/package/2006/content-types">
  <Default Extension="emf" ContentType="image/x-emf"/>
  <Default Extension="fntdata" ContentType="application/x-fontdata"/>
  <Default Extension="jpeg" ContentType="image/jpeg"/>
  <Default Extension="jpeg&amp;w=1536&amp;q=75"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drawings/drawing1.xml" ContentType="application/vnd.openxmlformats-officedocument.drawingml.chartshapes+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2.xml" ContentType="application/vnd.openxmlformats-officedocument.drawingml.chartshapes+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xml" ContentType="application/vnd.openxmlformats-officedocument.presentationml.notesSlide+xml"/>
  <Override PartName="/ppt/charts/chartEx1.xml" ContentType="application/vnd.ms-office.chartex+xml"/>
  <Override PartName="/ppt/charts/style7.xml" ContentType="application/vnd.ms-office.chartstyle+xml"/>
  <Override PartName="/ppt/charts/colors7.xml" ContentType="application/vnd.ms-office.chartcolorstyle+xml"/>
  <Override PartName="/ppt/theme/themeOverride1.xml" ContentType="application/vnd.openxmlformats-officedocument.themeOverride+xml"/>
  <Override PartName="/ppt/charts/chart7.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7.xml" ContentType="application/vnd.openxmlformats-officedocument.presentationml.notesSlide+xml"/>
  <Override PartName="/ppt/charts/chart8.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8.xml" ContentType="application/vnd.openxmlformats-officedocument.presentationml.notesSlide+xml"/>
  <Override PartName="/ppt/charts/chart9.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9.xml" ContentType="application/vnd.openxmlformats-officedocument.presentationml.notesSlide+xml"/>
  <Override PartName="/ppt/charts/chart10.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0.xml" ContentType="application/vnd.openxmlformats-officedocument.presentationml.notesSlide+xml"/>
  <Override PartName="/ppt/charts/chartEx2.xml" ContentType="application/vnd.ms-office.chartex+xml"/>
  <Override PartName="/ppt/charts/style12.xml" ContentType="application/vnd.ms-office.chartstyle+xml"/>
  <Override PartName="/ppt/charts/colors12.xml" ContentType="application/vnd.ms-office.chartcolorstyle+xml"/>
  <Override PartName="/ppt/theme/themeOverride2.xml" ContentType="application/vnd.openxmlformats-officedocument.themeOverride+xml"/>
  <Override PartName="/ppt/charts/chart11.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1.xml" ContentType="application/vnd.openxmlformats-officedocument.presentationml.notesSlide+xml"/>
  <Override PartName="/ppt/charts/chart12.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3.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2.xml" ContentType="application/vnd.openxmlformats-officedocument.presentationml.notesSlide+xml"/>
  <Override PartName="/ppt/charts/chart14.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13.xml" ContentType="application/vnd.openxmlformats-officedocument.presentationml.notesSlide+xml"/>
  <Override PartName="/ppt/charts/chart15.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14.xml" ContentType="application/vnd.openxmlformats-officedocument.presentationml.notesSlide+xml"/>
  <Override PartName="/ppt/charts/chart16.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7.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15.xml" ContentType="application/vnd.openxmlformats-officedocument.presentationml.notesSlide+xml"/>
  <Override PartName="/ppt/charts/chart18.xml" ContentType="application/vnd.openxmlformats-officedocument.drawingml.chart+xml"/>
  <Override PartName="/ppt/charts/style20.xml" ContentType="application/vnd.ms-office.chartstyle+xml"/>
  <Override PartName="/ppt/charts/colors20.xml" ContentType="application/vnd.ms-office.chartcolorstyle+xml"/>
  <Override PartName="/ppt/charts/chart19.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0.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1.xml" ContentType="application/vnd.openxmlformats-officedocument.drawingml.chart+xml"/>
  <Override PartName="/ppt/charts/style23.xml" ContentType="application/vnd.ms-office.chartstyle+xml"/>
  <Override PartName="/ppt/charts/colors23.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6"/>
  </p:sldMasterIdLst>
  <p:notesMasterIdLst>
    <p:notesMasterId r:id="rId25"/>
  </p:notesMasterIdLst>
  <p:handoutMasterIdLst>
    <p:handoutMasterId r:id="rId26"/>
  </p:handoutMasterIdLst>
  <p:sldIdLst>
    <p:sldId id="389" r:id="rId7"/>
    <p:sldId id="368" r:id="rId8"/>
    <p:sldId id="458" r:id="rId9"/>
    <p:sldId id="459" r:id="rId10"/>
    <p:sldId id="451" r:id="rId11"/>
    <p:sldId id="452" r:id="rId12"/>
    <p:sldId id="433" r:id="rId13"/>
    <p:sldId id="461" r:id="rId14"/>
    <p:sldId id="466" r:id="rId15"/>
    <p:sldId id="446" r:id="rId16"/>
    <p:sldId id="462" r:id="rId17"/>
    <p:sldId id="463" r:id="rId18"/>
    <p:sldId id="438" r:id="rId19"/>
    <p:sldId id="435" r:id="rId20"/>
    <p:sldId id="366" r:id="rId21"/>
    <p:sldId id="464" r:id="rId22"/>
    <p:sldId id="465" r:id="rId23"/>
    <p:sldId id="467" r:id="rId24"/>
  </p:sldIdLst>
  <p:sldSz cx="12192000" cy="6858000"/>
  <p:notesSz cx="6858000" cy="9144000"/>
  <p:embeddedFontLst>
    <p:embeddedFont>
      <p:font typeface="Myriad for Rabobank" panose="020B0604020202020204" charset="0"/>
      <p:regular r:id="rId27"/>
      <p:bold r:id="rId28"/>
      <p:italic r:id="rId29"/>
      <p:boldItalic r:id="rId30"/>
    </p:embeddedFont>
    <p:embeddedFont>
      <p:font typeface="Myriad for Rabobank Bd" panose="020B0604020202020204" charset="0"/>
      <p:bold r:id="rId31"/>
    </p:embeddedFont>
    <p:embeddedFont>
      <p:font typeface="Myriad for Rabobank Bd It" panose="020B0604020202020204" charset="0"/>
      <p:regular r:id="rId32"/>
      <p:bold r:id="rId33"/>
      <p:boldItalic r:id="rId34"/>
    </p:embeddedFont>
    <p:embeddedFont>
      <p:font typeface="Myriad for Rabobank Blk" panose="020B0604020202020204" charset="0"/>
      <p:bold r:id="rId35"/>
    </p:embeddedFont>
    <p:embeddedFont>
      <p:font typeface="Myriad for Rabobank Blk It" panose="020B0903030403090204" charset="0"/>
      <p:bold r:id="rId36"/>
      <p:boldItalic r:id="rId37"/>
    </p:embeddedFont>
    <p:embeddedFont>
      <p:font typeface="Myriad for Rabobank It" panose="020B0604020202020204" charset="0"/>
      <p:regular r:id="rId38"/>
      <p:italic r:id="rId39"/>
    </p:embeddedFont>
    <p:embeddedFont>
      <p:font typeface="Myriad for Rabobank Lt" panose="020B0604020202020204" charset="0"/>
      <p:regular r:id="rId40"/>
    </p:embeddedFont>
    <p:embeddedFont>
      <p:font typeface="Myriad for Rabobank Lt It" panose="020B0403030403090204" charset="0"/>
      <p:regular r:id="rId41"/>
      <p:italic r:id="rId42"/>
    </p:embeddedFont>
    <p:embeddedFont>
      <p:font typeface="Myriad for Rabobank SBd" panose="020B0604020202020204" charset="0"/>
      <p:regular r:id="rId43"/>
      <p:bold r:id="rId44"/>
    </p:embeddedFont>
    <p:embeddedFont>
      <p:font typeface="Myriad for Rabobank SBd It" panose="020B0604020202020204" charset="0"/>
      <p:regular r:id="rId45"/>
      <p:bold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FAA"/>
    <a:srgbClr val="34AD6C"/>
    <a:srgbClr val="FFFFFF"/>
    <a:srgbClr val="E6E6E6"/>
    <a:srgbClr val="003EBC"/>
    <a:srgbClr val="D8D9DA"/>
    <a:srgbClr val="F3F2F1"/>
    <a:srgbClr val="EFEFEF"/>
    <a:srgbClr val="000060"/>
    <a:srgbClr val="0000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ABBC78-4F98-4035-8BD6-C2B9AB35223A}" v="63" dt="2026-09-24T11:26:12.5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816" autoAdjust="0"/>
    <p:restoredTop sz="94353" autoAdjust="0"/>
  </p:normalViewPr>
  <p:slideViewPr>
    <p:cSldViewPr snapToGrid="0">
      <p:cViewPr>
        <p:scale>
          <a:sx n="66" d="100"/>
          <a:sy n="66" d="100"/>
        </p:scale>
        <p:origin x="687" y="120"/>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handoutMaster" Target="handoutMasters/handoutMaster1.xml"/><Relationship Id="rId39" Type="http://schemas.openxmlformats.org/officeDocument/2006/relationships/font" Target="fonts/font13.fntdata"/><Relationship Id="rId21" Type="http://schemas.openxmlformats.org/officeDocument/2006/relationships/slide" Target="slides/slide15.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font" Target="fonts/font3.fntdata"/><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font" Target="fonts/font19.fntdata"/><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2.fntdata"/><Relationship Id="rId36" Type="http://schemas.openxmlformats.org/officeDocument/2006/relationships/font" Target="fonts/font10.fntdata"/><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viewProps" Target="viewProps.xml"/><Relationship Id="rId8" Type="http://schemas.openxmlformats.org/officeDocument/2006/relationships/slide" Target="slides/slide2.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font" Target="fonts/font20.fntdata"/><Relationship Id="rId20" Type="http://schemas.openxmlformats.org/officeDocument/2006/relationships/slide" Target="slides/slide14.xml"/><Relationship Id="rId41" Type="http://schemas.openxmlformats.org/officeDocument/2006/relationships/font" Target="fonts/font15.fntdata"/><Relationship Id="rId1" Type="http://schemas.openxmlformats.org/officeDocument/2006/relationships/customXml" Target="../customXml/item1.xml"/><Relationship Id="rId6"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957930577e6e4bc8/Desktop/Presentations/GME%20Minnesota/GME%20dig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957930577e6e4bc8/Desktop/Presentations/GME%20Minnesota/GME%20dig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957930577e6e4bc8/Desktop/Ad%20Hoc/Crop%20yield%20forecast/corn%20yield%20model.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2.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957930577e6e4bc8/Desktop/Ad%20Hoc/Crop%20yield%20forecast/corn%20yield%20model.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957930577e6e4bc8/Desktop/Presentations/syngenta/syngenta%20diagrams.xlsx" TargetMode="External"/><Relationship Id="rId2" Type="http://schemas.microsoft.com/office/2011/relationships/chartColorStyle" Target="colors8.xml"/><Relationship Id="rId1" Type="http://schemas.microsoft.com/office/2011/relationships/chartStyle" Target="style8.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957930577e6e4bc8/Desktop/Presentations/syngenta/syngenta%20diagrams.xlsx" TargetMode="External"/><Relationship Id="rId2" Type="http://schemas.microsoft.com/office/2011/relationships/chartColorStyle" Target="colors9.xml"/><Relationship Id="rId1" Type="http://schemas.microsoft.com/office/2011/relationships/chartStyle" Target="style9.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957930577e6e4bc8/Desktop/Presentations/syngenta/syngenta%20diagrams.xlsx" TargetMode="External"/><Relationship Id="rId2" Type="http://schemas.microsoft.com/office/2011/relationships/chartColorStyle" Target="colors10.xml"/><Relationship Id="rId1" Type="http://schemas.microsoft.com/office/2011/relationships/chartStyle" Target="style10.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957930577e6e4bc8/Desktop/Presentations/Conservis/La%20Nina.xlsx" TargetMode="External"/><Relationship Id="rId2" Type="http://schemas.microsoft.com/office/2011/relationships/chartColorStyle" Target="colors11.xml"/><Relationship Id="rId1" Type="http://schemas.microsoft.com/office/2011/relationships/chartStyle" Target="style11.xml"/></Relationships>
</file>

<file path=ppt/charts/_rels/chart11.xml.rels><?xml version="1.0" encoding="UTF-8" standalone="yes"?>
<Relationships xmlns="http://schemas.openxmlformats.org/package/2006/relationships"><Relationship Id="rId3" Type="http://schemas.openxmlformats.org/officeDocument/2006/relationships/oleObject" Target="https://d.docs.live.net/957930577e6e4bc8/Desktop/NA%20Ag%20Review/October%202025/ABR%20soy%20digs.xlsx" TargetMode="External"/><Relationship Id="rId2" Type="http://schemas.microsoft.com/office/2011/relationships/chartColorStyle" Target="colors13.xml"/><Relationship Id="rId1" Type="http://schemas.microsoft.com/office/2011/relationships/chartStyle" Target="style13.xml"/></Relationships>
</file>

<file path=ppt/charts/_rels/chart12.xml.rels><?xml version="1.0" encoding="UTF-8" standalone="yes"?>
<Relationships xmlns="http://schemas.openxmlformats.org/package/2006/relationships"><Relationship Id="rId3" Type="http://schemas.openxmlformats.org/officeDocument/2006/relationships/oleObject" Target="https://d.docs.live.net/957930577e6e4bc8/Desktop/Presentations/syngenta/syngenta%20diagrams.xlsx" TargetMode="External"/><Relationship Id="rId2" Type="http://schemas.microsoft.com/office/2011/relationships/chartColorStyle" Target="colors14.xml"/><Relationship Id="rId1" Type="http://schemas.microsoft.com/office/2011/relationships/chartStyle" Target="style14.xml"/></Relationships>
</file>

<file path=ppt/charts/_rels/chart13.xml.rels><?xml version="1.0" encoding="UTF-8" standalone="yes"?>
<Relationships xmlns="http://schemas.openxmlformats.org/package/2006/relationships"><Relationship Id="rId3" Type="http://schemas.openxmlformats.org/officeDocument/2006/relationships/oleObject" Target="https://d.docs.live.net/957930577e6e4bc8/Desktop/Presentations/syngenta/syngenta%20diagrams.xlsx" TargetMode="External"/><Relationship Id="rId2" Type="http://schemas.microsoft.com/office/2011/relationships/chartColorStyle" Target="colors15.xml"/><Relationship Id="rId1" Type="http://schemas.microsoft.com/office/2011/relationships/chartStyle" Target="style15.xml"/></Relationships>
</file>

<file path=ppt/charts/_rels/chart14.xml.rels><?xml version="1.0" encoding="UTF-8" standalone="yes"?>
<Relationships xmlns="http://schemas.openxmlformats.org/package/2006/relationships"><Relationship Id="rId3" Type="http://schemas.openxmlformats.org/officeDocument/2006/relationships/oleObject" Target="https://d.docs.live.net/957930577e6e4bc8/Desktop/Presentations/soy%20supply%20curve%202026/MODEL.xlsx" TargetMode="External"/><Relationship Id="rId2" Type="http://schemas.microsoft.com/office/2011/relationships/chartColorStyle" Target="colors16.xml"/><Relationship Id="rId1" Type="http://schemas.microsoft.com/office/2011/relationships/chartStyle" Target="style16.xml"/></Relationships>
</file>

<file path=ppt/charts/_rels/chart15.xml.rels><?xml version="1.0" encoding="UTF-8" standalone="yes"?>
<Relationships xmlns="http://schemas.openxmlformats.org/package/2006/relationships"><Relationship Id="rId3" Type="http://schemas.openxmlformats.org/officeDocument/2006/relationships/oleObject" Target="https://d.docs.live.net/957930577e6e4bc8/Desktop/Presentations/soy%20supply%20curve%202026/MODEL.xlsx" TargetMode="External"/><Relationship Id="rId2" Type="http://schemas.microsoft.com/office/2011/relationships/chartColorStyle" Target="colors17.xml"/><Relationship Id="rId1" Type="http://schemas.microsoft.com/office/2011/relationships/chartStyle" Target="style17.xml"/></Relationships>
</file>

<file path=ppt/charts/_rels/chart16.xml.rels><?xml version="1.0" encoding="UTF-8" standalone="yes"?>
<Relationships xmlns="http://schemas.openxmlformats.org/package/2006/relationships"><Relationship Id="rId3" Type="http://schemas.openxmlformats.org/officeDocument/2006/relationships/oleObject" Target="https://d.docs.live.net/957930577e6e4bc8/Desktop/Presentations/Harvest%20yadayada/2025/revenues.xlsx" TargetMode="External"/><Relationship Id="rId2" Type="http://schemas.microsoft.com/office/2011/relationships/chartColorStyle" Target="colors18.xml"/><Relationship Id="rId1" Type="http://schemas.microsoft.com/office/2011/relationships/chartStyle" Target="style18.xml"/></Relationships>
</file>

<file path=ppt/charts/_rels/chart17.xml.rels><?xml version="1.0" encoding="UTF-8" standalone="yes"?>
<Relationships xmlns="http://schemas.openxmlformats.org/package/2006/relationships"><Relationship Id="rId3" Type="http://schemas.openxmlformats.org/officeDocument/2006/relationships/oleObject" Target="https://d.docs.live.net/957930577e6e4bc8/Desktop/Presentations/Harvest%20yadayada/2025/revenues.xlsx" TargetMode="External"/><Relationship Id="rId2" Type="http://schemas.microsoft.com/office/2011/relationships/chartColorStyle" Target="colors19.xml"/><Relationship Id="rId1" Type="http://schemas.microsoft.com/office/2011/relationships/chartStyle" Target="style19.xml"/></Relationships>
</file>

<file path=ppt/charts/_rels/chart18.xml.rels><?xml version="1.0" encoding="UTF-8" standalone="yes"?>
<Relationships xmlns="http://schemas.openxmlformats.org/package/2006/relationships"><Relationship Id="rId3" Type="http://schemas.openxmlformats.org/officeDocument/2006/relationships/oleObject" Target="https://d.docs.live.net/957930577e6e4bc8/Desktop/Presentations/Big%20beautiful%20bill/farm%20safety%20net%20spending.xlsx" TargetMode="External"/><Relationship Id="rId2" Type="http://schemas.microsoft.com/office/2011/relationships/chartColorStyle" Target="colors20.xml"/><Relationship Id="rId1" Type="http://schemas.microsoft.com/office/2011/relationships/chartStyle" Target="style20.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21.xml"/><Relationship Id="rId1" Type="http://schemas.microsoft.com/office/2011/relationships/chartStyle" Target="style21.xml"/></Relationships>
</file>

<file path=ppt/charts/_rels/chart20.xml.rels><?xml version="1.0" encoding="UTF-8" standalone="yes"?>
<Relationships xmlns="http://schemas.openxmlformats.org/package/2006/relationships"><Relationship Id="rId3" Type="http://schemas.openxmlformats.org/officeDocument/2006/relationships/oleObject" Target="https://d.docs.live.net/957930577e6e4bc8/Desktop/Presentations/syngenta/syngenta%20diagrams.xlsx" TargetMode="External"/><Relationship Id="rId2" Type="http://schemas.microsoft.com/office/2011/relationships/chartColorStyle" Target="colors22.xml"/><Relationship Id="rId1" Type="http://schemas.microsoft.com/office/2011/relationships/chartStyle" Target="style22.xml"/></Relationships>
</file>

<file path=ppt/charts/_rels/chart21.xml.rels><?xml version="1.0" encoding="UTF-8" standalone="yes"?>
<Relationships xmlns="http://schemas.openxmlformats.org/package/2006/relationships"><Relationship Id="rId3" Type="http://schemas.openxmlformats.org/officeDocument/2006/relationships/oleObject" Target="https://d.docs.live.net/957930577e6e4bc8/Desktop/Presentations/syngenta/syngenta%20diagrams.xlsx" TargetMode="External"/><Relationship Id="rId2" Type="http://schemas.microsoft.com/office/2011/relationships/chartColorStyle" Target="colors23.xml"/><Relationship Id="rId1" Type="http://schemas.microsoft.com/office/2011/relationships/chartStyle" Target="style23.xml"/></Relationships>
</file>

<file path=ppt/charts/_rels/chartEx1.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https://d.docs.live.net/957930577e6e4bc8/Desktop/Presentations/Farm%20Health/paradigm%20shift/Brazil%20advantages.xlsx" TargetMode="External"/><Relationship Id="rId4" Type="http://schemas.openxmlformats.org/officeDocument/2006/relationships/themeOverride" Target="../theme/themeOverride1.xml"/></Relationships>
</file>

<file path=ppt/charts/_rels/chartEx2.xml.rels><?xml version="1.0" encoding="UTF-8" standalone="yes"?>
<Relationships xmlns="http://schemas.openxmlformats.org/package/2006/relationships"><Relationship Id="rId3" Type="http://schemas.microsoft.com/office/2011/relationships/chartColorStyle" Target="colors12.xml"/><Relationship Id="rId2" Type="http://schemas.microsoft.com/office/2011/relationships/chartStyle" Target="style12.xml"/><Relationship Id="rId1" Type="http://schemas.openxmlformats.org/officeDocument/2006/relationships/oleObject" Target="https://d.docs.live.net/957930577e6e4bc8/Desktop/SAFs/E15.xlsx" TargetMode="External"/><Relationship Id="rId4"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'soy stock diagram'!$C$7</c:f>
              <c:strCache>
                <c:ptCount val="1"/>
                <c:pt idx="0">
                  <c:v>Off-farm</c:v>
                </c:pt>
              </c:strCache>
            </c:strRef>
          </c:tx>
          <c:spPr>
            <a:solidFill>
              <a:schemeClr val="accent3"/>
            </a:solidFill>
            <a:ln>
              <a:noFill/>
            </a:ln>
            <a:effectLst/>
          </c:spPr>
          <c:invertIfNegative val="0"/>
          <c:cat>
            <c:numRef>
              <c:f>'soy stock diagram'!$D$6:$AD$6</c:f>
              <c:numCache>
                <c:formatCode>General</c:formatCode>
                <c:ptCount val="2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numCache>
            </c:numRef>
          </c:cat>
          <c:val>
            <c:numRef>
              <c:f>'soy stock diagram'!$D$7:$AD$7</c:f>
              <c:numCache>
                <c:formatCode>General</c:formatCode>
                <c:ptCount val="27"/>
                <c:pt idx="0">
                  <c:v>404425000</c:v>
                </c:pt>
                <c:pt idx="1">
                  <c:v>343180000</c:v>
                </c:pt>
                <c:pt idx="2">
                  <c:v>383721000</c:v>
                </c:pt>
                <c:pt idx="3">
                  <c:v>329862000</c:v>
                </c:pt>
                <c:pt idx="4">
                  <c:v>300604000</c:v>
                </c:pt>
                <c:pt idx="5">
                  <c:v>343174000</c:v>
                </c:pt>
                <c:pt idx="6">
                  <c:v>495199000</c:v>
                </c:pt>
                <c:pt idx="7">
                  <c:v>592185000</c:v>
                </c:pt>
                <c:pt idx="8">
                  <c:v>449543000</c:v>
                </c:pt>
                <c:pt idx="9">
                  <c:v>369859000</c:v>
                </c:pt>
                <c:pt idx="10">
                  <c:v>338523000</c:v>
                </c:pt>
                <c:pt idx="11">
                  <c:v>401583000</c:v>
                </c:pt>
                <c:pt idx="12">
                  <c:v>488465000</c:v>
                </c:pt>
                <c:pt idx="13">
                  <c:v>263564000</c:v>
                </c:pt>
                <c:pt idx="14">
                  <c:v>295945000</c:v>
                </c:pt>
                <c:pt idx="15">
                  <c:v>380768000</c:v>
                </c:pt>
                <c:pt idx="16">
                  <c:v>590481000</c:v>
                </c:pt>
                <c:pt idx="17">
                  <c:v>633356000</c:v>
                </c:pt>
                <c:pt idx="18">
                  <c:v>842329000</c:v>
                </c:pt>
                <c:pt idx="19">
                  <c:v>1053080000</c:v>
                </c:pt>
                <c:pt idx="20">
                  <c:v>748394000</c:v>
                </c:pt>
                <c:pt idx="21">
                  <c:v>549140000</c:v>
                </c:pt>
                <c:pt idx="22">
                  <c:v>636125000</c:v>
                </c:pt>
                <c:pt idx="23">
                  <c:v>473588000</c:v>
                </c:pt>
                <c:pt idx="24">
                  <c:v>504050000</c:v>
                </c:pt>
                <c:pt idx="25">
                  <c:v>595939000</c:v>
                </c:pt>
                <c:pt idx="26">
                  <c:v>694122000</c:v>
                </c:pt>
              </c:numCache>
            </c:numRef>
          </c:val>
          <c:extLst>
            <c:ext xmlns:c16="http://schemas.microsoft.com/office/drawing/2014/chart" uri="{C3380CC4-5D6E-409C-BE32-E72D297353CC}">
              <c16:uniqueId val="{00000000-2B40-4485-B07F-9B8DCD4EA024}"/>
            </c:ext>
          </c:extLst>
        </c:ser>
        <c:ser>
          <c:idx val="1"/>
          <c:order val="1"/>
          <c:tx>
            <c:strRef>
              <c:f>'soy stock diagram'!$C$8</c:f>
              <c:strCache>
                <c:ptCount val="1"/>
                <c:pt idx="0">
                  <c:v>On-farm</c:v>
                </c:pt>
              </c:strCache>
            </c:strRef>
          </c:tx>
          <c:spPr>
            <a:solidFill>
              <a:schemeClr val="accent2"/>
            </a:solidFill>
            <a:ln>
              <a:noFill/>
            </a:ln>
            <a:effectLst/>
          </c:spPr>
          <c:invertIfNegative val="0"/>
          <c:cat>
            <c:numRef>
              <c:f>'soy stock diagram'!$D$6:$AD$6</c:f>
              <c:numCache>
                <c:formatCode>General</c:formatCode>
                <c:ptCount val="2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numCache>
            </c:numRef>
          </c:cat>
          <c:val>
            <c:numRef>
              <c:f>'soy stock diagram'!$D$8:$AD$8</c:f>
              <c:numCache>
                <c:formatCode>General</c:formatCode>
                <c:ptCount val="27"/>
                <c:pt idx="0">
                  <c:v>370000000</c:v>
                </c:pt>
                <c:pt idx="1">
                  <c:v>365000000</c:v>
                </c:pt>
                <c:pt idx="2">
                  <c:v>301200000</c:v>
                </c:pt>
                <c:pt idx="3">
                  <c:v>272500000</c:v>
                </c:pt>
                <c:pt idx="4">
                  <c:v>110000000</c:v>
                </c:pt>
                <c:pt idx="5">
                  <c:v>356100000</c:v>
                </c:pt>
                <c:pt idx="6">
                  <c:v>495500000</c:v>
                </c:pt>
                <c:pt idx="7">
                  <c:v>500000000</c:v>
                </c:pt>
                <c:pt idx="8">
                  <c:v>226600000</c:v>
                </c:pt>
                <c:pt idx="9">
                  <c:v>226300000</c:v>
                </c:pt>
                <c:pt idx="10">
                  <c:v>232600000</c:v>
                </c:pt>
                <c:pt idx="11">
                  <c:v>217700000</c:v>
                </c:pt>
                <c:pt idx="12">
                  <c:v>179000000</c:v>
                </c:pt>
                <c:pt idx="13">
                  <c:v>171100000</c:v>
                </c:pt>
                <c:pt idx="14">
                  <c:v>109100000</c:v>
                </c:pt>
                <c:pt idx="15">
                  <c:v>246300000</c:v>
                </c:pt>
                <c:pt idx="16">
                  <c:v>281300000</c:v>
                </c:pt>
                <c:pt idx="17">
                  <c:v>332500000</c:v>
                </c:pt>
                <c:pt idx="18">
                  <c:v>377000000</c:v>
                </c:pt>
                <c:pt idx="19">
                  <c:v>730000000</c:v>
                </c:pt>
                <c:pt idx="20">
                  <c:v>633000000</c:v>
                </c:pt>
                <c:pt idx="21">
                  <c:v>219900000</c:v>
                </c:pt>
                <c:pt idx="22">
                  <c:v>331400000</c:v>
                </c:pt>
                <c:pt idx="23">
                  <c:v>322800000</c:v>
                </c:pt>
                <c:pt idx="24">
                  <c:v>466000000</c:v>
                </c:pt>
                <c:pt idx="25">
                  <c:v>411700000</c:v>
                </c:pt>
                <c:pt idx="26">
                  <c:v>367000000</c:v>
                </c:pt>
              </c:numCache>
            </c:numRef>
          </c:val>
          <c:extLst>
            <c:ext xmlns:c16="http://schemas.microsoft.com/office/drawing/2014/chart" uri="{C3380CC4-5D6E-409C-BE32-E72D297353CC}">
              <c16:uniqueId val="{00000001-2B40-4485-B07F-9B8DCD4EA024}"/>
            </c:ext>
          </c:extLst>
        </c:ser>
        <c:dLbls>
          <c:showLegendKey val="0"/>
          <c:showVal val="0"/>
          <c:showCatName val="0"/>
          <c:showSerName val="0"/>
          <c:showPercent val="0"/>
          <c:showBubbleSize val="0"/>
        </c:dLbls>
        <c:gapWidth val="150"/>
        <c:overlap val="100"/>
        <c:axId val="589493839"/>
        <c:axId val="589492879"/>
      </c:barChart>
      <c:catAx>
        <c:axId val="5894938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589492879"/>
        <c:crosses val="autoZero"/>
        <c:auto val="1"/>
        <c:lblAlgn val="ctr"/>
        <c:lblOffset val="100"/>
        <c:noMultiLvlLbl val="0"/>
      </c:catAx>
      <c:valAx>
        <c:axId val="589492879"/>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589493839"/>
        <c:crosses val="autoZero"/>
        <c:crossBetween val="between"/>
        <c:dispUnits>
          <c:builtInUnit val="billions"/>
          <c:dispUnitsLbl>
            <c:layout>
              <c:manualLayout>
                <c:xMode val="edge"/>
                <c:yMode val="edge"/>
                <c:x val="4.2496676391824709E-2"/>
                <c:y val="0.27314814814814814"/>
              </c:manualLayout>
            </c:layout>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dirty="0"/>
                    <a:t>Billion</a:t>
                  </a:r>
                  <a:r>
                    <a:rPr lang="en-US" baseline="0" dirty="0"/>
                    <a:t> bushels</a:t>
                  </a:r>
                  <a:endParaRPr lang="en-US" dirty="0"/>
                </a:p>
              </c:rich>
            </c:tx>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200" b="1"/>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'corn stock diagram'!$C$7</c:f>
              <c:strCache>
                <c:ptCount val="1"/>
                <c:pt idx="0">
                  <c:v>Off-farm</c:v>
                </c:pt>
              </c:strCache>
            </c:strRef>
          </c:tx>
          <c:spPr>
            <a:solidFill>
              <a:schemeClr val="accent3"/>
            </a:solidFill>
            <a:ln>
              <a:noFill/>
            </a:ln>
            <a:effectLst/>
          </c:spPr>
          <c:invertIfNegative val="0"/>
          <c:cat>
            <c:numRef>
              <c:f>'corn stock diagram'!$D$6:$AD$6</c:f>
              <c:numCache>
                <c:formatCode>General</c:formatCode>
                <c:ptCount val="2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numCache>
            </c:numRef>
          </c:cat>
          <c:val>
            <c:numRef>
              <c:f>'corn stock diagram'!$D$7:$AD$7</c:f>
              <c:numCache>
                <c:formatCode>General</c:formatCode>
                <c:ptCount val="27"/>
                <c:pt idx="0">
                  <c:v>1556138000</c:v>
                </c:pt>
                <c:pt idx="1">
                  <c:v>1693158000</c:v>
                </c:pt>
                <c:pt idx="2">
                  <c:v>1576290000</c:v>
                </c:pt>
                <c:pt idx="3">
                  <c:v>1364718000</c:v>
                </c:pt>
                <c:pt idx="4">
                  <c:v>1430140000</c:v>
                </c:pt>
                <c:pt idx="5">
                  <c:v>1858513000</c:v>
                </c:pt>
                <c:pt idx="6">
                  <c:v>2011199000</c:v>
                </c:pt>
                <c:pt idx="7">
                  <c:v>1706843000</c:v>
                </c:pt>
                <c:pt idx="8">
                  <c:v>2057117000</c:v>
                </c:pt>
                <c:pt idx="9">
                  <c:v>2056027000</c:v>
                </c:pt>
                <c:pt idx="10">
                  <c:v>2178671000</c:v>
                </c:pt>
                <c:pt idx="11">
                  <c:v>1988832000</c:v>
                </c:pt>
                <c:pt idx="12">
                  <c:v>1666204000</c:v>
                </c:pt>
                <c:pt idx="13">
                  <c:v>1506144000</c:v>
                </c:pt>
                <c:pt idx="14">
                  <c:v>1988516000</c:v>
                </c:pt>
                <c:pt idx="15">
                  <c:v>2177988000</c:v>
                </c:pt>
                <c:pt idx="16">
                  <c:v>2239679000</c:v>
                </c:pt>
                <c:pt idx="17">
                  <c:v>2387682000</c:v>
                </c:pt>
                <c:pt idx="18">
                  <c:v>2554704000</c:v>
                </c:pt>
                <c:pt idx="19">
                  <c:v>2338635000</c:v>
                </c:pt>
                <c:pt idx="20">
                  <c:v>2276190000</c:v>
                </c:pt>
                <c:pt idx="21">
                  <c:v>2367581000</c:v>
                </c:pt>
                <c:pt idx="22">
                  <c:v>2228268000</c:v>
                </c:pt>
                <c:pt idx="23">
                  <c:v>1886509000</c:v>
                </c:pt>
                <c:pt idx="24">
                  <c:v>1971048000</c:v>
                </c:pt>
                <c:pt idx="25">
                  <c:v>2086894000</c:v>
                </c:pt>
                <c:pt idx="26">
                  <c:v>2335728000</c:v>
                </c:pt>
              </c:numCache>
            </c:numRef>
          </c:val>
          <c:extLst>
            <c:ext xmlns:c16="http://schemas.microsoft.com/office/drawing/2014/chart" uri="{C3380CC4-5D6E-409C-BE32-E72D297353CC}">
              <c16:uniqueId val="{00000000-A169-4F3F-82E8-7739D350B97C}"/>
            </c:ext>
          </c:extLst>
        </c:ser>
        <c:ser>
          <c:idx val="1"/>
          <c:order val="1"/>
          <c:tx>
            <c:strRef>
              <c:f>'corn stock diagram'!$C$8</c:f>
              <c:strCache>
                <c:ptCount val="1"/>
                <c:pt idx="0">
                  <c:v>On-farm</c:v>
                </c:pt>
              </c:strCache>
            </c:strRef>
          </c:tx>
          <c:spPr>
            <a:solidFill>
              <a:schemeClr val="accent2"/>
            </a:solidFill>
            <a:ln>
              <a:noFill/>
            </a:ln>
            <a:effectLst/>
          </c:spPr>
          <c:invertIfNegative val="0"/>
          <c:cat>
            <c:numRef>
              <c:f>'corn stock diagram'!$D$6:$AD$6</c:f>
              <c:numCache>
                <c:formatCode>General</c:formatCode>
                <c:ptCount val="2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numCache>
            </c:numRef>
          </c:cat>
          <c:val>
            <c:numRef>
              <c:f>'corn stock diagram'!$D$8:$AD$8</c:f>
              <c:numCache>
                <c:formatCode>General</c:formatCode>
                <c:ptCount val="27"/>
                <c:pt idx="0">
                  <c:v>2029800000</c:v>
                </c:pt>
                <c:pt idx="1">
                  <c:v>2230800000</c:v>
                </c:pt>
                <c:pt idx="2">
                  <c:v>2020600000</c:v>
                </c:pt>
                <c:pt idx="3">
                  <c:v>1620200000</c:v>
                </c:pt>
                <c:pt idx="4">
                  <c:v>1540000000</c:v>
                </c:pt>
                <c:pt idx="5">
                  <c:v>2462300000</c:v>
                </c:pt>
                <c:pt idx="6">
                  <c:v>2350500000</c:v>
                </c:pt>
                <c:pt idx="7">
                  <c:v>1826600000</c:v>
                </c:pt>
                <c:pt idx="8">
                  <c:v>1970900000</c:v>
                </c:pt>
                <c:pt idx="9">
                  <c:v>2205400000</c:v>
                </c:pt>
                <c:pt idx="10">
                  <c:v>2131400000</c:v>
                </c:pt>
                <c:pt idx="11">
                  <c:v>1681500000</c:v>
                </c:pt>
                <c:pt idx="12">
                  <c:v>1482000000</c:v>
                </c:pt>
                <c:pt idx="13">
                  <c:v>1260100000</c:v>
                </c:pt>
                <c:pt idx="14">
                  <c:v>1863200000</c:v>
                </c:pt>
                <c:pt idx="15">
                  <c:v>2275000000</c:v>
                </c:pt>
                <c:pt idx="16">
                  <c:v>2471400000</c:v>
                </c:pt>
                <c:pt idx="17">
                  <c:v>2841400000</c:v>
                </c:pt>
                <c:pt idx="18">
                  <c:v>2750100000</c:v>
                </c:pt>
                <c:pt idx="19">
                  <c:v>3024900000</c:v>
                </c:pt>
                <c:pt idx="20">
                  <c:v>2961000000</c:v>
                </c:pt>
                <c:pt idx="21">
                  <c:v>1743600000</c:v>
                </c:pt>
                <c:pt idx="22">
                  <c:v>2120700000</c:v>
                </c:pt>
                <c:pt idx="23">
                  <c:v>2216800000</c:v>
                </c:pt>
                <c:pt idx="24">
                  <c:v>3026000000</c:v>
                </c:pt>
                <c:pt idx="25">
                  <c:v>2556000000</c:v>
                </c:pt>
                <c:pt idx="26">
                  <c:v>2959100000</c:v>
                </c:pt>
              </c:numCache>
            </c:numRef>
          </c:val>
          <c:extLst>
            <c:ext xmlns:c16="http://schemas.microsoft.com/office/drawing/2014/chart" uri="{C3380CC4-5D6E-409C-BE32-E72D297353CC}">
              <c16:uniqueId val="{00000001-A169-4F3F-82E8-7739D350B97C}"/>
            </c:ext>
          </c:extLst>
        </c:ser>
        <c:dLbls>
          <c:showLegendKey val="0"/>
          <c:showVal val="0"/>
          <c:showCatName val="0"/>
          <c:showSerName val="0"/>
          <c:showPercent val="0"/>
          <c:showBubbleSize val="0"/>
        </c:dLbls>
        <c:gapWidth val="150"/>
        <c:overlap val="100"/>
        <c:axId val="1872821647"/>
        <c:axId val="1872818287"/>
      </c:barChart>
      <c:catAx>
        <c:axId val="1872821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872818287"/>
        <c:crosses val="autoZero"/>
        <c:auto val="1"/>
        <c:lblAlgn val="ctr"/>
        <c:lblOffset val="100"/>
        <c:noMultiLvlLbl val="0"/>
      </c:catAx>
      <c:valAx>
        <c:axId val="187281828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872821647"/>
        <c:crosses val="autoZero"/>
        <c:crossBetween val="between"/>
        <c:dispUnits>
          <c:builtInUnit val="billions"/>
          <c:dispUnitsLbl>
            <c:layout>
              <c:manualLayout>
                <c:xMode val="edge"/>
                <c:yMode val="edge"/>
                <c:x val="2.7672955974842768E-2"/>
                <c:y val="0.21759259259259259"/>
              </c:manualLayout>
            </c:layout>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Billion bushels</a:t>
                  </a:r>
                </a:p>
              </c:rich>
            </c:tx>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200" b="1"/>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131888643528388"/>
          <c:y val="6.92109351488088E-2"/>
          <c:w val="0.78694030582974239"/>
          <c:h val="0.75325361557192583"/>
        </c:manualLayout>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Pt>
            <c:idx val="33"/>
            <c:marker>
              <c:symbol val="circle"/>
              <c:size val="5"/>
              <c:spPr>
                <a:solidFill>
                  <a:schemeClr val="accent1"/>
                </a:solidFill>
                <a:ln w="9525">
                  <a:solidFill>
                    <a:schemeClr val="accent1"/>
                  </a:solidFill>
                </a:ln>
                <a:effectLst/>
              </c:spPr>
            </c:marker>
            <c:bubble3D val="0"/>
            <c:extLst>
              <c:ext xmlns:c16="http://schemas.microsoft.com/office/drawing/2014/chart" uri="{C3380CC4-5D6E-409C-BE32-E72D297353CC}">
                <c16:uniqueId val="{00000000-E32C-477A-8B11-DA93EC6E3599}"/>
              </c:ext>
            </c:extLst>
          </c:dPt>
          <c:dPt>
            <c:idx val="36"/>
            <c:marker>
              <c:symbol val="circle"/>
              <c:size val="5"/>
              <c:spPr>
                <a:solidFill>
                  <a:schemeClr val="accent3"/>
                </a:solidFill>
                <a:ln w="9525">
                  <a:solidFill>
                    <a:schemeClr val="accent1"/>
                  </a:solidFill>
                </a:ln>
                <a:effectLst/>
              </c:spPr>
            </c:marker>
            <c:bubble3D val="0"/>
            <c:extLst>
              <c:ext xmlns:c16="http://schemas.microsoft.com/office/drawing/2014/chart" uri="{C3380CC4-5D6E-409C-BE32-E72D297353CC}">
                <c16:uniqueId val="{00000001-E32C-477A-8B11-DA93EC6E3599}"/>
              </c:ext>
            </c:extLst>
          </c:dPt>
          <c:xVal>
            <c:numRef>
              <c:f>'Week 38'!$C$4:$AM$4</c:f>
              <c:numCache>
                <c:formatCode>0.0%</c:formatCode>
                <c:ptCount val="37"/>
                <c:pt idx="0">
                  <c:v>1.0133198154104295</c:v>
                </c:pt>
                <c:pt idx="1">
                  <c:v>1.0007417074292777</c:v>
                </c:pt>
                <c:pt idx="2">
                  <c:v>1.0836503073157786</c:v>
                </c:pt>
                <c:pt idx="3">
                  <c:v>0.92559920561414522</c:v>
                </c:pt>
                <c:pt idx="4">
                  <c:v>1.1582585278276478</c:v>
                </c:pt>
                <c:pt idx="5">
                  <c:v>0.97335802694867746</c:v>
                </c:pt>
                <c:pt idx="6">
                  <c:v>1.0220421073440753</c:v>
                </c:pt>
                <c:pt idx="7">
                  <c:v>1.0425606319886964</c:v>
                </c:pt>
                <c:pt idx="8">
                  <c:v>1.0281521726839988</c:v>
                </c:pt>
                <c:pt idx="9">
                  <c:v>0.95417474103918598</c:v>
                </c:pt>
                <c:pt idx="10">
                  <c:v>0.97992209807060415</c:v>
                </c:pt>
                <c:pt idx="11">
                  <c:v>1.0049861165019534</c:v>
                </c:pt>
                <c:pt idx="12">
                  <c:v>0.95175081433224595</c:v>
                </c:pt>
                <c:pt idx="13">
                  <c:v>0.83808609707536375</c:v>
                </c:pt>
                <c:pt idx="14">
                  <c:v>1.0299668485212345</c:v>
                </c:pt>
                <c:pt idx="15">
                  <c:v>1.0386773510937446</c:v>
                </c:pt>
                <c:pt idx="16">
                  <c:v>1.0209917834998019</c:v>
                </c:pt>
                <c:pt idx="17">
                  <c:v>0.98023416306941269</c:v>
                </c:pt>
                <c:pt idx="18">
                  <c:v>0.92188920292266785</c:v>
                </c:pt>
                <c:pt idx="19">
                  <c:v>1.0094838480130559</c:v>
                </c:pt>
                <c:pt idx="20">
                  <c:v>0.986181696506505</c:v>
                </c:pt>
                <c:pt idx="21">
                  <c:v>0.94102028932719339</c:v>
                </c:pt>
                <c:pt idx="22">
                  <c:v>0.8858319003699634</c:v>
                </c:pt>
                <c:pt idx="23">
                  <c:v>0.96326075707518866</c:v>
                </c:pt>
                <c:pt idx="24">
                  <c:v>1.028114727533681</c:v>
                </c:pt>
                <c:pt idx="25">
                  <c:v>1.0273102463209789</c:v>
                </c:pt>
                <c:pt idx="26">
                  <c:v>1.0984860489227133</c:v>
                </c:pt>
                <c:pt idx="27">
                  <c:v>1.0320342462839784</c:v>
                </c:pt>
                <c:pt idx="28">
                  <c:v>1.0477791361043203</c:v>
                </c:pt>
                <c:pt idx="29">
                  <c:v>0.97100290299611225</c:v>
                </c:pt>
                <c:pt idx="30">
                  <c:v>1.0336777119272356</c:v>
                </c:pt>
                <c:pt idx="31">
                  <c:v>1.0368766395754614</c:v>
                </c:pt>
                <c:pt idx="32">
                  <c:v>0.98443616108955156</c:v>
                </c:pt>
                <c:pt idx="33">
                  <c:v>0.9939682466316917</c:v>
                </c:pt>
                <c:pt idx="34">
                  <c:v>0.98580697485806856</c:v>
                </c:pt>
                <c:pt idx="35">
                  <c:v>1.0217968200684999</c:v>
                </c:pt>
                <c:pt idx="36">
                  <c:v>1.011513462355381</c:v>
                </c:pt>
              </c:numCache>
            </c:numRef>
          </c:xVal>
          <c:yVal>
            <c:numRef>
              <c:f>'Week 38'!$C$39:$AM$39</c:f>
              <c:numCache>
                <c:formatCode>0.0%</c:formatCode>
                <c:ptCount val="37"/>
                <c:pt idx="0">
                  <c:v>0.51</c:v>
                </c:pt>
                <c:pt idx="1">
                  <c:v>0.45999999999999996</c:v>
                </c:pt>
                <c:pt idx="2">
                  <c:v>0.73</c:v>
                </c:pt>
                <c:pt idx="3">
                  <c:v>0.45999999999999996</c:v>
                </c:pt>
                <c:pt idx="4">
                  <c:v>0.78</c:v>
                </c:pt>
                <c:pt idx="5">
                  <c:v>0.47000000000000003</c:v>
                </c:pt>
                <c:pt idx="6">
                  <c:v>0.55000000000000004</c:v>
                </c:pt>
                <c:pt idx="7">
                  <c:v>0.59</c:v>
                </c:pt>
                <c:pt idx="8">
                  <c:v>0.59</c:v>
                </c:pt>
                <c:pt idx="9">
                  <c:v>0.43999999999999995</c:v>
                </c:pt>
                <c:pt idx="10">
                  <c:v>0.52</c:v>
                </c:pt>
                <c:pt idx="11">
                  <c:v>0.53</c:v>
                </c:pt>
                <c:pt idx="12">
                  <c:v>0.44</c:v>
                </c:pt>
                <c:pt idx="13">
                  <c:v>0.4</c:v>
                </c:pt>
                <c:pt idx="14">
                  <c:v>0.64</c:v>
                </c:pt>
                <c:pt idx="15">
                  <c:v>0.55000000000000004</c:v>
                </c:pt>
                <c:pt idx="16">
                  <c:v>0.62</c:v>
                </c:pt>
                <c:pt idx="17">
                  <c:v>0.58000000000000007</c:v>
                </c:pt>
                <c:pt idx="18">
                  <c:v>0.57000000000000006</c:v>
                </c:pt>
                <c:pt idx="19">
                  <c:v>0.67</c:v>
                </c:pt>
                <c:pt idx="20">
                  <c:v>0.63</c:v>
                </c:pt>
                <c:pt idx="21">
                  <c:v>0</c:v>
                </c:pt>
                <c:pt idx="22">
                  <c:v>0</c:v>
                </c:pt>
                <c:pt idx="23">
                  <c:v>0</c:v>
                </c:pt>
                <c:pt idx="24">
                  <c:v>0</c:v>
                </c:pt>
                <c:pt idx="25">
                  <c:v>0.63</c:v>
                </c:pt>
                <c:pt idx="26">
                  <c:v>0.73</c:v>
                </c:pt>
                <c:pt idx="27">
                  <c:v>0.6</c:v>
                </c:pt>
                <c:pt idx="28">
                  <c:v>0.67999999999999994</c:v>
                </c:pt>
                <c:pt idx="29">
                  <c:v>0.54</c:v>
                </c:pt>
                <c:pt idx="30">
                  <c:v>0.63</c:v>
                </c:pt>
                <c:pt idx="31">
                  <c:v>0.57999999999999996</c:v>
                </c:pt>
                <c:pt idx="32">
                  <c:v>0.55000000000000004</c:v>
                </c:pt>
                <c:pt idx="33">
                  <c:v>0.5</c:v>
                </c:pt>
                <c:pt idx="34">
                  <c:v>0.64</c:v>
                </c:pt>
                <c:pt idx="35">
                  <c:v>0.61</c:v>
                </c:pt>
                <c:pt idx="36">
                  <c:v>0.58000000000000007</c:v>
                </c:pt>
              </c:numCache>
            </c:numRef>
          </c:yVal>
          <c:smooth val="0"/>
          <c:extLst>
            <c:ext xmlns:c16="http://schemas.microsoft.com/office/drawing/2014/chart" uri="{C3380CC4-5D6E-409C-BE32-E72D297353CC}">
              <c16:uniqueId val="{00000002-E32C-477A-8B11-DA93EC6E3599}"/>
            </c:ext>
          </c:extLst>
        </c:ser>
        <c:dLbls>
          <c:showLegendKey val="0"/>
          <c:showVal val="0"/>
          <c:showCatName val="0"/>
          <c:showSerName val="0"/>
          <c:showPercent val="0"/>
          <c:showBubbleSize val="0"/>
        </c:dLbls>
        <c:axId val="1157869328"/>
        <c:axId val="1102235072"/>
      </c:scatterChart>
      <c:valAx>
        <c:axId val="1157869328"/>
        <c:scaling>
          <c:orientation val="minMax"/>
          <c:max val="1.2"/>
          <c:min val="0.8"/>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t>Deviation from trend yield</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102235072"/>
        <c:crosses val="autoZero"/>
        <c:crossBetween val="midCat"/>
      </c:valAx>
      <c:valAx>
        <c:axId val="1102235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t>% rated good/excellent</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15786932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400" b="1"/>
      </a:pPr>
      <a:endParaRPr lang="en-US"/>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Accuracy!$B$4</c:f>
              <c:strCache>
                <c:ptCount val="1"/>
                <c:pt idx="0">
                  <c:v>National Yield</c:v>
                </c:pt>
              </c:strCache>
            </c:strRef>
          </c:tx>
          <c:spPr>
            <a:ln w="28575" cap="rnd">
              <a:solidFill>
                <a:schemeClr val="accent1"/>
              </a:solidFill>
              <a:round/>
            </a:ln>
            <a:effectLst/>
          </c:spPr>
          <c:marker>
            <c:symbol val="none"/>
          </c:marker>
          <c:cat>
            <c:strRef>
              <c:f>Accuracy!$C$3:$W$3</c:f>
              <c:strCache>
                <c:ptCount val="21"/>
                <c:pt idx="0">
                  <c:v>Week 22</c:v>
                </c:pt>
                <c:pt idx="1">
                  <c:v>Week 23</c:v>
                </c:pt>
                <c:pt idx="2">
                  <c:v>Week 24</c:v>
                </c:pt>
                <c:pt idx="3">
                  <c:v>Week 25</c:v>
                </c:pt>
                <c:pt idx="4">
                  <c:v>Week 26</c:v>
                </c:pt>
                <c:pt idx="5">
                  <c:v>Week 27</c:v>
                </c:pt>
                <c:pt idx="6">
                  <c:v>Week 28</c:v>
                </c:pt>
                <c:pt idx="7">
                  <c:v>Week 29</c:v>
                </c:pt>
                <c:pt idx="8">
                  <c:v>Week 30</c:v>
                </c:pt>
                <c:pt idx="9">
                  <c:v>Week 31</c:v>
                </c:pt>
                <c:pt idx="10">
                  <c:v>Week 32</c:v>
                </c:pt>
                <c:pt idx="11">
                  <c:v>Week 33</c:v>
                </c:pt>
                <c:pt idx="12">
                  <c:v>Week 34</c:v>
                </c:pt>
                <c:pt idx="13">
                  <c:v>Week 35</c:v>
                </c:pt>
                <c:pt idx="14">
                  <c:v>Week 36</c:v>
                </c:pt>
                <c:pt idx="15">
                  <c:v>Week 37</c:v>
                </c:pt>
                <c:pt idx="16">
                  <c:v>Week 38</c:v>
                </c:pt>
                <c:pt idx="17">
                  <c:v>Week 39</c:v>
                </c:pt>
                <c:pt idx="18">
                  <c:v>Week 40</c:v>
                </c:pt>
                <c:pt idx="19">
                  <c:v>Week 41</c:v>
                </c:pt>
                <c:pt idx="20">
                  <c:v>Week 42</c:v>
                </c:pt>
              </c:strCache>
            </c:strRef>
          </c:cat>
          <c:val>
            <c:numRef>
              <c:f>Accuracy!$C$4:$W$4</c:f>
              <c:numCache>
                <c:formatCode>0.00</c:formatCode>
                <c:ptCount val="21"/>
                <c:pt idx="0">
                  <c:v>1.8859483377095011E-2</c:v>
                </c:pt>
                <c:pt idx="1">
                  <c:v>0.16778438191383535</c:v>
                </c:pt>
                <c:pt idx="2">
                  <c:v>2.8881737170838105E-2</c:v>
                </c:pt>
                <c:pt idx="3">
                  <c:v>4.2249347491507022E-2</c:v>
                </c:pt>
                <c:pt idx="4">
                  <c:v>5.089201040736082E-2</c:v>
                </c:pt>
                <c:pt idx="5">
                  <c:v>7.8330057231361466E-2</c:v>
                </c:pt>
                <c:pt idx="6">
                  <c:v>0.15589471900040064</c:v>
                </c:pt>
                <c:pt idx="7">
                  <c:v>0.2037017957592705</c:v>
                </c:pt>
                <c:pt idx="8">
                  <c:v>0.28000270373025121</c:v>
                </c:pt>
                <c:pt idx="9">
                  <c:v>0.27547253023346857</c:v>
                </c:pt>
                <c:pt idx="10">
                  <c:v>0.28661769151219157</c:v>
                </c:pt>
                <c:pt idx="11">
                  <c:v>0.20406657470145023</c:v>
                </c:pt>
                <c:pt idx="12">
                  <c:v>0.21929941115066437</c:v>
                </c:pt>
                <c:pt idx="13">
                  <c:v>0.26975476540807242</c:v>
                </c:pt>
                <c:pt idx="14">
                  <c:v>0.29184634410012344</c:v>
                </c:pt>
                <c:pt idx="15">
                  <c:v>0.30579131777376822</c:v>
                </c:pt>
                <c:pt idx="16">
                  <c:v>0.31700800862967138</c:v>
                </c:pt>
                <c:pt idx="17">
                  <c:v>0.34086278647086116</c:v>
                </c:pt>
                <c:pt idx="18">
                  <c:v>0.68045461045717082</c:v>
                </c:pt>
                <c:pt idx="19">
                  <c:v>0.86076337278411419</c:v>
                </c:pt>
                <c:pt idx="20">
                  <c:v>0.78705500880858514</c:v>
                </c:pt>
              </c:numCache>
            </c:numRef>
          </c:val>
          <c:smooth val="0"/>
          <c:extLst>
            <c:ext xmlns:c16="http://schemas.microsoft.com/office/drawing/2014/chart" uri="{C3380CC4-5D6E-409C-BE32-E72D297353CC}">
              <c16:uniqueId val="{00000000-3D94-4AAE-8CB5-AE10AEAC4A43}"/>
            </c:ext>
          </c:extLst>
        </c:ser>
        <c:dLbls>
          <c:showLegendKey val="0"/>
          <c:showVal val="0"/>
          <c:showCatName val="0"/>
          <c:showSerName val="0"/>
          <c:showPercent val="0"/>
          <c:showBubbleSize val="0"/>
        </c:dLbls>
        <c:smooth val="0"/>
        <c:axId val="1455143712"/>
        <c:axId val="884402400"/>
      </c:lineChart>
      <c:catAx>
        <c:axId val="14551437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884402400"/>
        <c:crosses val="autoZero"/>
        <c:auto val="1"/>
        <c:lblAlgn val="ctr"/>
        <c:lblOffset val="100"/>
        <c:noMultiLvlLbl val="0"/>
      </c:catAx>
      <c:valAx>
        <c:axId val="88440240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t>R squared</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4551437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400" b="1"/>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39225292400313"/>
          <c:y val="4.8005158512797318E-2"/>
          <c:w val="0.78433663790377506"/>
          <c:h val="0.74074201394830719"/>
        </c:manualLayout>
      </c:layout>
      <c:scatterChart>
        <c:scatterStyle val="lineMarker"/>
        <c:varyColors val="0"/>
        <c:ser>
          <c:idx val="0"/>
          <c:order val="0"/>
          <c:spPr>
            <a:ln w="25400" cap="rnd">
              <a:noFill/>
              <a:round/>
            </a:ln>
            <a:effectLst/>
          </c:spPr>
          <c:marker>
            <c:symbol val="circle"/>
            <c:size val="5"/>
            <c:spPr>
              <a:solidFill>
                <a:schemeClr val="accent1"/>
              </a:solidFill>
              <a:ln w="9525">
                <a:solidFill>
                  <a:schemeClr val="accent1"/>
                </a:solidFill>
              </a:ln>
              <a:effectLst/>
            </c:spPr>
          </c:marker>
          <c:dPt>
            <c:idx val="33"/>
            <c:marker>
              <c:symbol val="circle"/>
              <c:size val="5"/>
              <c:spPr>
                <a:solidFill>
                  <a:schemeClr val="accent3"/>
                </a:solidFill>
                <a:ln w="9525">
                  <a:solidFill>
                    <a:schemeClr val="accent1"/>
                  </a:solidFill>
                </a:ln>
                <a:effectLst/>
              </c:spPr>
            </c:marker>
            <c:bubble3D val="0"/>
            <c:extLst>
              <c:ext xmlns:c16="http://schemas.microsoft.com/office/drawing/2014/chart" uri="{C3380CC4-5D6E-409C-BE32-E72D297353CC}">
                <c16:uniqueId val="{00000000-516D-40BC-8477-F68E6D299D17}"/>
              </c:ext>
            </c:extLst>
          </c:dPt>
          <c:xVal>
            <c:numRef>
              <c:f>'Week 29'!$C$4:$AJ$4</c:f>
              <c:numCache>
                <c:formatCode>0.0%</c:formatCode>
                <c:ptCount val="34"/>
                <c:pt idx="0">
                  <c:v>1.0286124095418039</c:v>
                </c:pt>
                <c:pt idx="1">
                  <c:v>0.92682256175514299</c:v>
                </c:pt>
                <c:pt idx="2">
                  <c:v>1.1036942034791064</c:v>
                </c:pt>
                <c:pt idx="3">
                  <c:v>0.83143357486656366</c:v>
                </c:pt>
                <c:pt idx="4">
                  <c:v>1.126033735567892</c:v>
                </c:pt>
                <c:pt idx="5">
                  <c:v>0.90758115372424708</c:v>
                </c:pt>
                <c:pt idx="6">
                  <c:v>1.0005630553593936</c:v>
                </c:pt>
                <c:pt idx="7">
                  <c:v>0.98217614099487793</c:v>
                </c:pt>
                <c:pt idx="8">
                  <c:v>1.0261887846346098</c:v>
                </c:pt>
                <c:pt idx="9">
                  <c:v>1.0064627073177521</c:v>
                </c:pt>
                <c:pt idx="10">
                  <c:v>1.01473830661584</c:v>
                </c:pt>
                <c:pt idx="11">
                  <c:v>1.0096256350228401</c:v>
                </c:pt>
                <c:pt idx="12">
                  <c:v>0.93119922358664065</c:v>
                </c:pt>
                <c:pt idx="13">
                  <c:v>1.0097710809231588</c:v>
                </c:pt>
                <c:pt idx="14">
                  <c:v>1.1225900075367152</c:v>
                </c:pt>
                <c:pt idx="15">
                  <c:v>1.0216517299543417</c:v>
                </c:pt>
                <c:pt idx="16">
                  <c:v>1.0161080478285127</c:v>
                </c:pt>
                <c:pt idx="17">
                  <c:v>1.0134011549635271</c:v>
                </c:pt>
                <c:pt idx="18">
                  <c:v>1.0174017431022571</c:v>
                </c:pt>
                <c:pt idx="19">
                  <c:v>1.0769824292517394</c:v>
                </c:pt>
                <c:pt idx="20">
                  <c:v>0.98693878539177804</c:v>
                </c:pt>
                <c:pt idx="21">
                  <c:v>0.9374782025543541</c:v>
                </c:pt>
                <c:pt idx="22">
                  <c:v>0.7763568927444936</c:v>
                </c:pt>
                <c:pt idx="23">
                  <c:v>0.98485107786323811</c:v>
                </c:pt>
                <c:pt idx="24">
                  <c:v>1.0522903777807058</c:v>
                </c:pt>
                <c:pt idx="25">
                  <c:v>1.0238733797651971</c:v>
                </c:pt>
                <c:pt idx="26">
                  <c:v>1.0489998819279971</c:v>
                </c:pt>
                <c:pt idx="27">
                  <c:v>1.04859993435177</c:v>
                </c:pt>
                <c:pt idx="28">
                  <c:v>1.0352973669385157</c:v>
                </c:pt>
                <c:pt idx="29">
                  <c:v>0.97182227341567096</c:v>
                </c:pt>
                <c:pt idx="30">
                  <c:v>0.98320742287585294</c:v>
                </c:pt>
                <c:pt idx="31">
                  <c:v>1.0022791203983012</c:v>
                </c:pt>
                <c:pt idx="32">
                  <c:v>0.97268743081865849</c:v>
                </c:pt>
                <c:pt idx="33">
                  <c:v>0.98368965582462975</c:v>
                </c:pt>
              </c:numCache>
            </c:numRef>
          </c:xVal>
          <c:yVal>
            <c:numRef>
              <c:f>'Week 29'!$C$49:$AJ$49</c:f>
              <c:numCache>
                <c:formatCode>0.0%</c:formatCode>
                <c:ptCount val="34"/>
                <c:pt idx="0">
                  <c:v>0.74</c:v>
                </c:pt>
                <c:pt idx="1">
                  <c:v>0.57999999999999996</c:v>
                </c:pt>
                <c:pt idx="2">
                  <c:v>0.75</c:v>
                </c:pt>
                <c:pt idx="3">
                  <c:v>0.49</c:v>
                </c:pt>
                <c:pt idx="4">
                  <c:v>0.8600000000000001</c:v>
                </c:pt>
                <c:pt idx="5">
                  <c:v>0.6</c:v>
                </c:pt>
                <c:pt idx="6">
                  <c:v>0.61</c:v>
                </c:pt>
                <c:pt idx="7">
                  <c:v>0.67999999999999994</c:v>
                </c:pt>
                <c:pt idx="8">
                  <c:v>0.65999999999999992</c:v>
                </c:pt>
                <c:pt idx="9">
                  <c:v>0.7</c:v>
                </c:pt>
                <c:pt idx="10">
                  <c:v>0.75</c:v>
                </c:pt>
                <c:pt idx="11">
                  <c:v>0.59000000000000008</c:v>
                </c:pt>
                <c:pt idx="12">
                  <c:v>0.42</c:v>
                </c:pt>
                <c:pt idx="13">
                  <c:v>0.72</c:v>
                </c:pt>
                <c:pt idx="14">
                  <c:v>0.76</c:v>
                </c:pt>
                <c:pt idx="15">
                  <c:v>0.53</c:v>
                </c:pt>
                <c:pt idx="16">
                  <c:v>0.59</c:v>
                </c:pt>
                <c:pt idx="17">
                  <c:v>0.62</c:v>
                </c:pt>
                <c:pt idx="18">
                  <c:v>0.65</c:v>
                </c:pt>
                <c:pt idx="19">
                  <c:v>0.71</c:v>
                </c:pt>
                <c:pt idx="20">
                  <c:v>0.72</c:v>
                </c:pt>
                <c:pt idx="21">
                  <c:v>0.62</c:v>
                </c:pt>
                <c:pt idx="22">
                  <c:v>0.26</c:v>
                </c:pt>
                <c:pt idx="23">
                  <c:v>0.63</c:v>
                </c:pt>
                <c:pt idx="24">
                  <c:v>0.76</c:v>
                </c:pt>
                <c:pt idx="25">
                  <c:v>0.69000000000000006</c:v>
                </c:pt>
                <c:pt idx="26">
                  <c:v>0.76</c:v>
                </c:pt>
                <c:pt idx="27">
                  <c:v>0.62</c:v>
                </c:pt>
                <c:pt idx="28">
                  <c:v>0.72</c:v>
                </c:pt>
                <c:pt idx="29">
                  <c:v>0.56999999999999995</c:v>
                </c:pt>
                <c:pt idx="30">
                  <c:v>0.69000000000000006</c:v>
                </c:pt>
                <c:pt idx="31">
                  <c:v>0.64</c:v>
                </c:pt>
                <c:pt idx="32">
                  <c:v>0.61</c:v>
                </c:pt>
                <c:pt idx="33">
                  <c:v>0.57000000000000006</c:v>
                </c:pt>
              </c:numCache>
            </c:numRef>
          </c:yVal>
          <c:smooth val="0"/>
          <c:extLst>
            <c:ext xmlns:c16="http://schemas.microsoft.com/office/drawing/2014/chart" uri="{C3380CC4-5D6E-409C-BE32-E72D297353CC}">
              <c16:uniqueId val="{00000001-516D-40BC-8477-F68E6D299D17}"/>
            </c:ext>
          </c:extLst>
        </c:ser>
        <c:ser>
          <c:idx val="1"/>
          <c:order val="1"/>
          <c:spPr>
            <a:ln w="25400" cap="rnd">
              <a:noFill/>
              <a:round/>
            </a:ln>
            <a:effectLst/>
          </c:spPr>
          <c:marker>
            <c:symbol val="circle"/>
            <c:size val="6"/>
            <c:spPr>
              <a:solidFill>
                <a:schemeClr val="accent1"/>
              </a:solidFill>
              <a:ln w="9525">
                <a:solidFill>
                  <a:schemeClr val="accent1"/>
                </a:solidFill>
              </a:ln>
              <a:effectLst/>
            </c:spPr>
          </c:marker>
          <c:xVal>
            <c:numRef>
              <c:f>'Week 29'!$AM$4</c:f>
              <c:numCache>
                <c:formatCode>0.0%</c:formatCode>
                <c:ptCount val="1"/>
                <c:pt idx="0">
                  <c:v>1.01138532742632</c:v>
                </c:pt>
              </c:numCache>
            </c:numRef>
          </c:xVal>
          <c:yVal>
            <c:numRef>
              <c:f>'Week 29'!$AL$49</c:f>
              <c:numCache>
                <c:formatCode>0.0%</c:formatCode>
                <c:ptCount val="1"/>
                <c:pt idx="0">
                  <c:v>0.74</c:v>
                </c:pt>
              </c:numCache>
            </c:numRef>
          </c:yVal>
          <c:smooth val="0"/>
          <c:extLst>
            <c:ext xmlns:c16="http://schemas.microsoft.com/office/drawing/2014/chart" uri="{C3380CC4-5D6E-409C-BE32-E72D297353CC}">
              <c16:uniqueId val="{00000002-516D-40BC-8477-F68E6D299D17}"/>
            </c:ext>
          </c:extLst>
        </c:ser>
        <c:dLbls>
          <c:showLegendKey val="0"/>
          <c:showVal val="0"/>
          <c:showCatName val="0"/>
          <c:showSerName val="0"/>
          <c:showPercent val="0"/>
          <c:showBubbleSize val="0"/>
        </c:dLbls>
        <c:axId val="1157869328"/>
        <c:axId val="1102235072"/>
      </c:scatterChart>
      <c:valAx>
        <c:axId val="1157869328"/>
        <c:scaling>
          <c:orientation val="minMax"/>
          <c:max val="1.2"/>
          <c:min val="0.8"/>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t>Deviation from trend yield</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102235072"/>
        <c:crosses val="autoZero"/>
        <c:crossBetween val="midCat"/>
      </c:valAx>
      <c:valAx>
        <c:axId val="110223507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t>% rated good/excellent</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15786932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400" b="1"/>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spPr>
            <a:ln w="28575" cap="rnd">
              <a:solidFill>
                <a:schemeClr val="accent1"/>
              </a:solidFill>
              <a:round/>
            </a:ln>
            <a:effectLst/>
          </c:spPr>
          <c:marker>
            <c:symbol val="none"/>
          </c:marker>
          <c:trendline>
            <c:spPr>
              <a:ln w="19050" cap="rnd">
                <a:solidFill>
                  <a:schemeClr val="accent1"/>
                </a:solidFill>
                <a:prstDash val="sysDot"/>
              </a:ln>
              <a:effectLst/>
            </c:spPr>
            <c:trendlineType val="linear"/>
            <c:dispRSqr val="1"/>
            <c:dispEq val="0"/>
            <c:trendlineLbl>
              <c:layout>
                <c:manualLayout>
                  <c:x val="-2.6514654418197725E-2"/>
                  <c:y val="-6.4749562554680659E-2"/>
                </c:manualLayout>
              </c:layout>
              <c:numFmt formatCode="General" sourceLinked="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rendlineLbl>
          </c:trendline>
          <c:cat>
            <c:numRef>
              <c:f>'Trend Yield'!$C$4:$AL$4</c:f>
              <c:numCache>
                <c:formatCode>General</c:formatCode>
                <c:ptCount val="36"/>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pt idx="28">
                  <c:v>2018</c:v>
                </c:pt>
                <c:pt idx="29">
                  <c:v>2019</c:v>
                </c:pt>
                <c:pt idx="30">
                  <c:v>2020</c:v>
                </c:pt>
                <c:pt idx="31">
                  <c:v>2021</c:v>
                </c:pt>
                <c:pt idx="32">
                  <c:v>2022</c:v>
                </c:pt>
                <c:pt idx="33">
                  <c:v>2023</c:v>
                </c:pt>
                <c:pt idx="34">
                  <c:v>2024</c:v>
                </c:pt>
                <c:pt idx="35">
                  <c:v>2025</c:v>
                </c:pt>
              </c:numCache>
            </c:numRef>
          </c:cat>
          <c:val>
            <c:numRef>
              <c:f>'Trend Yield'!$C$5:$AL$5</c:f>
              <c:numCache>
                <c:formatCode>General</c:formatCode>
                <c:ptCount val="36"/>
                <c:pt idx="0">
                  <c:v>118.5</c:v>
                </c:pt>
                <c:pt idx="1">
                  <c:v>108.6</c:v>
                </c:pt>
                <c:pt idx="2">
                  <c:v>131.5</c:v>
                </c:pt>
                <c:pt idx="3">
                  <c:v>100.7</c:v>
                </c:pt>
                <c:pt idx="4">
                  <c:v>138.6</c:v>
                </c:pt>
                <c:pt idx="5">
                  <c:v>113.5</c:v>
                </c:pt>
                <c:pt idx="6">
                  <c:v>127.1</c:v>
                </c:pt>
                <c:pt idx="7">
                  <c:v>126.7</c:v>
                </c:pt>
                <c:pt idx="8">
                  <c:v>134.4</c:v>
                </c:pt>
                <c:pt idx="9">
                  <c:v>133.80000000000001</c:v>
                </c:pt>
                <c:pt idx="10">
                  <c:v>136.9</c:v>
                </c:pt>
                <c:pt idx="11">
                  <c:v>138.19999999999999</c:v>
                </c:pt>
                <c:pt idx="12">
                  <c:v>129.30000000000001</c:v>
                </c:pt>
                <c:pt idx="13">
                  <c:v>142.19999999999999</c:v>
                </c:pt>
                <c:pt idx="14">
                  <c:v>160.30000000000001</c:v>
                </c:pt>
                <c:pt idx="15">
                  <c:v>147.9</c:v>
                </c:pt>
                <c:pt idx="16">
                  <c:v>149.1</c:v>
                </c:pt>
                <c:pt idx="17">
                  <c:v>150.69999999999999</c:v>
                </c:pt>
                <c:pt idx="18">
                  <c:v>153.30000000000001</c:v>
                </c:pt>
                <c:pt idx="19">
                  <c:v>164.4</c:v>
                </c:pt>
                <c:pt idx="20">
                  <c:v>152.6</c:v>
                </c:pt>
                <c:pt idx="21">
                  <c:v>146.80000000000001</c:v>
                </c:pt>
                <c:pt idx="22">
                  <c:v>123.1</c:v>
                </c:pt>
                <c:pt idx="23">
                  <c:v>158.1</c:v>
                </c:pt>
                <c:pt idx="24">
                  <c:v>171</c:v>
                </c:pt>
                <c:pt idx="25">
                  <c:v>168.4</c:v>
                </c:pt>
                <c:pt idx="26">
                  <c:v>174.6</c:v>
                </c:pt>
                <c:pt idx="27">
                  <c:v>176.6</c:v>
                </c:pt>
                <c:pt idx="28">
                  <c:v>176.4</c:v>
                </c:pt>
                <c:pt idx="29">
                  <c:v>167.5</c:v>
                </c:pt>
                <c:pt idx="30">
                  <c:v>171.4</c:v>
                </c:pt>
                <c:pt idx="31">
                  <c:v>176.7</c:v>
                </c:pt>
                <c:pt idx="32">
                  <c:v>173.4</c:v>
                </c:pt>
                <c:pt idx="33">
                  <c:v>177.3</c:v>
                </c:pt>
                <c:pt idx="34">
                  <c:v>179.3</c:v>
                </c:pt>
                <c:pt idx="35">
                  <c:v>186.5</c:v>
                </c:pt>
              </c:numCache>
            </c:numRef>
          </c:val>
          <c:smooth val="0"/>
          <c:extLst>
            <c:ext xmlns:c16="http://schemas.microsoft.com/office/drawing/2014/chart" uri="{C3380CC4-5D6E-409C-BE32-E72D297353CC}">
              <c16:uniqueId val="{00000001-EA06-4DDC-A7A0-5F49EADF5428}"/>
            </c:ext>
          </c:extLst>
        </c:ser>
        <c:dLbls>
          <c:showLegendKey val="0"/>
          <c:showVal val="0"/>
          <c:showCatName val="0"/>
          <c:showSerName val="0"/>
          <c:showPercent val="0"/>
          <c:showBubbleSize val="0"/>
        </c:dLbls>
        <c:smooth val="0"/>
        <c:axId val="1101523824"/>
        <c:axId val="884334720"/>
      </c:lineChart>
      <c:catAx>
        <c:axId val="1101523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884334720"/>
        <c:crosses val="autoZero"/>
        <c:auto val="1"/>
        <c:lblAlgn val="ctr"/>
        <c:lblOffset val="100"/>
        <c:noMultiLvlLbl val="0"/>
      </c:catAx>
      <c:valAx>
        <c:axId val="88433472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t>bu/acre</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1015238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400" b="1"/>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'BZ corn and beans'!$C$11</c:f>
              <c:strCache>
                <c:ptCount val="1"/>
                <c:pt idx="0">
                  <c:v>Corn area</c:v>
                </c:pt>
              </c:strCache>
            </c:strRef>
          </c:tx>
          <c:spPr>
            <a:solidFill>
              <a:schemeClr val="accent1"/>
            </a:solidFill>
            <a:ln>
              <a:noFill/>
            </a:ln>
            <a:effectLst/>
          </c:spPr>
          <c:invertIfNegative val="0"/>
          <c:cat>
            <c:numRef>
              <c:f>'BZ corn and beans'!$D$10:$AD$10</c:f>
              <c:numCache>
                <c:formatCode>General</c:formatCode>
                <c:ptCount val="2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numCache>
            </c:numRef>
          </c:cat>
          <c:val>
            <c:numRef>
              <c:f>'BZ corn and beans'!$D$11:$AD$11</c:f>
              <c:numCache>
                <c:formatCode>General</c:formatCode>
                <c:ptCount val="27"/>
                <c:pt idx="0">
                  <c:v>29057.280000000002</c:v>
                </c:pt>
                <c:pt idx="1">
                  <c:v>26492.480000000003</c:v>
                </c:pt>
                <c:pt idx="2">
                  <c:v>29021.440000000002</c:v>
                </c:pt>
                <c:pt idx="3">
                  <c:v>27865.600000000002</c:v>
                </c:pt>
                <c:pt idx="4">
                  <c:v>25896.640000000003</c:v>
                </c:pt>
                <c:pt idx="5">
                  <c:v>28896.000000000004</c:v>
                </c:pt>
                <c:pt idx="6">
                  <c:v>31360.000000000004</c:v>
                </c:pt>
                <c:pt idx="7">
                  <c:v>32928</c:v>
                </c:pt>
                <c:pt idx="8">
                  <c:v>31584.000000000004</c:v>
                </c:pt>
                <c:pt idx="9">
                  <c:v>28952.000000000004</c:v>
                </c:pt>
                <c:pt idx="10">
                  <c:v>30912.000000000004</c:v>
                </c:pt>
                <c:pt idx="11">
                  <c:v>34048</c:v>
                </c:pt>
                <c:pt idx="12">
                  <c:v>35392</c:v>
                </c:pt>
                <c:pt idx="13">
                  <c:v>35392</c:v>
                </c:pt>
                <c:pt idx="14">
                  <c:v>35280</c:v>
                </c:pt>
                <c:pt idx="15">
                  <c:v>35840</c:v>
                </c:pt>
                <c:pt idx="16">
                  <c:v>39424.000000000007</c:v>
                </c:pt>
                <c:pt idx="17">
                  <c:v>37184</c:v>
                </c:pt>
                <c:pt idx="18">
                  <c:v>39200.000000000007</c:v>
                </c:pt>
                <c:pt idx="19">
                  <c:v>41440.000000000007</c:v>
                </c:pt>
                <c:pt idx="20">
                  <c:v>44576.000000000007</c:v>
                </c:pt>
                <c:pt idx="21">
                  <c:v>48832.000000000007</c:v>
                </c:pt>
                <c:pt idx="22">
                  <c:v>50176.000000000007</c:v>
                </c:pt>
                <c:pt idx="23">
                  <c:v>48496.000000000007</c:v>
                </c:pt>
                <c:pt idx="24">
                  <c:v>49952.000000000007</c:v>
                </c:pt>
                <c:pt idx="25">
                  <c:v>51072.000000000007</c:v>
                </c:pt>
                <c:pt idx="26">
                  <c:v>51968.000000000007</c:v>
                </c:pt>
              </c:numCache>
            </c:numRef>
          </c:val>
          <c:extLst>
            <c:ext xmlns:c16="http://schemas.microsoft.com/office/drawing/2014/chart" uri="{C3380CC4-5D6E-409C-BE32-E72D297353CC}">
              <c16:uniqueId val="{00000000-44AD-4C50-A71B-709B7225DCFA}"/>
            </c:ext>
          </c:extLst>
        </c:ser>
        <c:ser>
          <c:idx val="1"/>
          <c:order val="1"/>
          <c:tx>
            <c:strRef>
              <c:f>'BZ corn and beans'!$C$12</c:f>
              <c:strCache>
                <c:ptCount val="1"/>
                <c:pt idx="0">
                  <c:v>Soy area</c:v>
                </c:pt>
              </c:strCache>
            </c:strRef>
          </c:tx>
          <c:spPr>
            <a:solidFill>
              <a:schemeClr val="accent2"/>
            </a:solidFill>
            <a:ln>
              <a:noFill/>
            </a:ln>
            <a:effectLst/>
          </c:spPr>
          <c:invertIfNegative val="0"/>
          <c:cat>
            <c:numRef>
              <c:f>'BZ corn and beans'!$D$10:$AD$10</c:f>
              <c:numCache>
                <c:formatCode>General</c:formatCode>
                <c:ptCount val="2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numCache>
            </c:numRef>
          </c:cat>
          <c:val>
            <c:numRef>
              <c:f>'BZ corn and beans'!$D$12:$AD$12</c:f>
              <c:numCache>
                <c:formatCode>General</c:formatCode>
                <c:ptCount val="27"/>
                <c:pt idx="0">
                  <c:v>31212.160000000003</c:v>
                </c:pt>
                <c:pt idx="1">
                  <c:v>36624</c:v>
                </c:pt>
                <c:pt idx="2">
                  <c:v>41323.520000000004</c:v>
                </c:pt>
                <c:pt idx="3">
                  <c:v>48204.800000000003</c:v>
                </c:pt>
                <c:pt idx="4">
                  <c:v>51334.080000000002</c:v>
                </c:pt>
                <c:pt idx="5">
                  <c:v>49792.960000000006</c:v>
                </c:pt>
                <c:pt idx="6">
                  <c:v>46368.000000000007</c:v>
                </c:pt>
                <c:pt idx="7">
                  <c:v>47712.000000000007</c:v>
                </c:pt>
                <c:pt idx="8">
                  <c:v>48608.000000000007</c:v>
                </c:pt>
                <c:pt idx="9">
                  <c:v>52640.000000000007</c:v>
                </c:pt>
                <c:pt idx="10">
                  <c:v>54208.000000000007</c:v>
                </c:pt>
                <c:pt idx="11">
                  <c:v>56000.000000000007</c:v>
                </c:pt>
                <c:pt idx="12">
                  <c:v>62048.000000000007</c:v>
                </c:pt>
                <c:pt idx="13">
                  <c:v>67424</c:v>
                </c:pt>
                <c:pt idx="14">
                  <c:v>71904</c:v>
                </c:pt>
                <c:pt idx="15">
                  <c:v>74592</c:v>
                </c:pt>
                <c:pt idx="16">
                  <c:v>75936</c:v>
                </c:pt>
                <c:pt idx="17">
                  <c:v>78736.000000000015</c:v>
                </c:pt>
                <c:pt idx="18">
                  <c:v>80416.000000000015</c:v>
                </c:pt>
                <c:pt idx="19">
                  <c:v>83776.000000000015</c:v>
                </c:pt>
                <c:pt idx="20">
                  <c:v>89152.000000000015</c:v>
                </c:pt>
                <c:pt idx="21">
                  <c:v>93632.000000000015</c:v>
                </c:pt>
                <c:pt idx="22">
                  <c:v>99904.000000000015</c:v>
                </c:pt>
                <c:pt idx="23">
                  <c:v>103376.00000000001</c:v>
                </c:pt>
                <c:pt idx="24">
                  <c:v>106176.00000000001</c:v>
                </c:pt>
                <c:pt idx="25">
                  <c:v>108640.00000000001</c:v>
                </c:pt>
                <c:pt idx="26">
                  <c:v>109760.00000000001</c:v>
                </c:pt>
              </c:numCache>
            </c:numRef>
          </c:val>
          <c:extLst>
            <c:ext xmlns:c16="http://schemas.microsoft.com/office/drawing/2014/chart" uri="{C3380CC4-5D6E-409C-BE32-E72D297353CC}">
              <c16:uniqueId val="{00000001-44AD-4C50-A71B-709B7225DCFA}"/>
            </c:ext>
          </c:extLst>
        </c:ser>
        <c:dLbls>
          <c:showLegendKey val="0"/>
          <c:showVal val="0"/>
          <c:showCatName val="0"/>
          <c:showSerName val="0"/>
          <c:showPercent val="0"/>
          <c:showBubbleSize val="0"/>
        </c:dLbls>
        <c:gapWidth val="219"/>
        <c:overlap val="-27"/>
        <c:axId val="1448744639"/>
        <c:axId val="1410579407"/>
      </c:barChart>
      <c:lineChart>
        <c:grouping val="standard"/>
        <c:varyColors val="0"/>
        <c:ser>
          <c:idx val="2"/>
          <c:order val="2"/>
          <c:tx>
            <c:strRef>
              <c:f>'BZ corn and beans'!$C$13</c:f>
              <c:strCache>
                <c:ptCount val="1"/>
                <c:pt idx="0">
                  <c:v>Corn export share</c:v>
                </c:pt>
              </c:strCache>
            </c:strRef>
          </c:tx>
          <c:spPr>
            <a:ln w="28575" cap="rnd">
              <a:solidFill>
                <a:schemeClr val="accent3"/>
              </a:solidFill>
              <a:round/>
            </a:ln>
            <a:effectLst/>
          </c:spPr>
          <c:marker>
            <c:symbol val="none"/>
          </c:marker>
          <c:cat>
            <c:numRef>
              <c:f>'BZ corn and beans'!$D$10:$AD$10</c:f>
              <c:numCache>
                <c:formatCode>General</c:formatCode>
                <c:ptCount val="27"/>
                <c:pt idx="0">
                  <c:v>2000</c:v>
                </c:pt>
                <c:pt idx="1">
                  <c:v>2001</c:v>
                </c:pt>
                <c:pt idx="2">
                  <c:v>2002</c:v>
                </c:pt>
                <c:pt idx="3">
                  <c:v>2003</c:v>
                </c:pt>
                <c:pt idx="4">
                  <c:v>2004</c:v>
                </c:pt>
                <c:pt idx="5">
                  <c:v>2005</c:v>
                </c:pt>
                <c:pt idx="6">
                  <c:v>2006</c:v>
                </c:pt>
                <c:pt idx="7">
                  <c:v>2007</c:v>
                </c:pt>
                <c:pt idx="8">
                  <c:v>2008</c:v>
                </c:pt>
                <c:pt idx="9">
                  <c:v>2009</c:v>
                </c:pt>
                <c:pt idx="10">
                  <c:v>2010</c:v>
                </c:pt>
                <c:pt idx="11">
                  <c:v>2011</c:v>
                </c:pt>
                <c:pt idx="12">
                  <c:v>2012</c:v>
                </c:pt>
                <c:pt idx="13">
                  <c:v>2013</c:v>
                </c:pt>
                <c:pt idx="14">
                  <c:v>2014</c:v>
                </c:pt>
                <c:pt idx="15">
                  <c:v>2015</c:v>
                </c:pt>
                <c:pt idx="16">
                  <c:v>2016</c:v>
                </c:pt>
                <c:pt idx="17">
                  <c:v>2017</c:v>
                </c:pt>
                <c:pt idx="18">
                  <c:v>2018</c:v>
                </c:pt>
                <c:pt idx="19">
                  <c:v>2019</c:v>
                </c:pt>
                <c:pt idx="20">
                  <c:v>2020</c:v>
                </c:pt>
                <c:pt idx="21">
                  <c:v>2021</c:v>
                </c:pt>
                <c:pt idx="22">
                  <c:v>2022</c:v>
                </c:pt>
                <c:pt idx="23">
                  <c:v>2023</c:v>
                </c:pt>
                <c:pt idx="24">
                  <c:v>2024</c:v>
                </c:pt>
                <c:pt idx="25">
                  <c:v>2025</c:v>
                </c:pt>
                <c:pt idx="26">
                  <c:v>2026</c:v>
                </c:pt>
              </c:numCache>
            </c:numRef>
          </c:cat>
          <c:val>
            <c:numRef>
              <c:f>'BZ corn and beans'!$D$13:$AD$13</c:f>
              <c:numCache>
                <c:formatCode>General</c:formatCode>
                <c:ptCount val="27"/>
                <c:pt idx="0">
                  <c:v>0.15073671032357472</c:v>
                </c:pt>
                <c:pt idx="1">
                  <c:v>5.7857525140136895E-2</c:v>
                </c:pt>
                <c:pt idx="2">
                  <c:v>0.10393258426966293</c:v>
                </c:pt>
                <c:pt idx="3">
                  <c:v>0.10573809523809524</c:v>
                </c:pt>
                <c:pt idx="4">
                  <c:v>1.9457142857142857E-2</c:v>
                </c:pt>
                <c:pt idx="5">
                  <c:v>0.1084652278177458</c:v>
                </c:pt>
                <c:pt idx="6">
                  <c:v>0.21247058823529411</c:v>
                </c:pt>
                <c:pt idx="7">
                  <c:v>0.13295221843003413</c:v>
                </c:pt>
                <c:pt idx="8">
                  <c:v>0.13992156862745098</c:v>
                </c:pt>
                <c:pt idx="9">
                  <c:v>0.20675579322638146</c:v>
                </c:pt>
                <c:pt idx="10">
                  <c:v>0.14641114982578396</c:v>
                </c:pt>
                <c:pt idx="11">
                  <c:v>0.33338356164383559</c:v>
                </c:pt>
                <c:pt idx="12">
                  <c:v>0.30611042944785277</c:v>
                </c:pt>
                <c:pt idx="13">
                  <c:v>0.26208749999999997</c:v>
                </c:pt>
                <c:pt idx="14">
                  <c:v>0.40542352941176468</c:v>
                </c:pt>
                <c:pt idx="15">
                  <c:v>0.2088955223880597</c:v>
                </c:pt>
                <c:pt idx="16">
                  <c:v>0.32085279187817262</c:v>
                </c:pt>
                <c:pt idx="17">
                  <c:v>0.29414634146341462</c:v>
                </c:pt>
                <c:pt idx="18">
                  <c:v>0.39270297029702972</c:v>
                </c:pt>
                <c:pt idx="19">
                  <c:v>0.34449999999999997</c:v>
                </c:pt>
                <c:pt idx="20">
                  <c:v>0.23960919540229886</c:v>
                </c:pt>
                <c:pt idx="21">
                  <c:v>0.41537068965517243</c:v>
                </c:pt>
                <c:pt idx="22">
                  <c:v>0.39559124087591241</c:v>
                </c:pt>
                <c:pt idx="23">
                  <c:v>0.32134453781512606</c:v>
                </c:pt>
                <c:pt idx="24">
                  <c:v>0.3089044117647059</c:v>
                </c:pt>
                <c:pt idx="25">
                  <c:v>0.28368794326241137</c:v>
                </c:pt>
                <c:pt idx="26">
                  <c:v>0.30935251798561153</c:v>
                </c:pt>
              </c:numCache>
            </c:numRef>
          </c:val>
          <c:smooth val="0"/>
          <c:extLst>
            <c:ext xmlns:c16="http://schemas.microsoft.com/office/drawing/2014/chart" uri="{C3380CC4-5D6E-409C-BE32-E72D297353CC}">
              <c16:uniqueId val="{00000002-44AD-4C50-A71B-709B7225DCFA}"/>
            </c:ext>
          </c:extLst>
        </c:ser>
        <c:dLbls>
          <c:showLegendKey val="0"/>
          <c:showVal val="0"/>
          <c:showCatName val="0"/>
          <c:showSerName val="0"/>
          <c:showPercent val="0"/>
          <c:showBubbleSize val="0"/>
        </c:dLbls>
        <c:marker val="1"/>
        <c:smooth val="0"/>
        <c:axId val="1534813871"/>
        <c:axId val="1410397487"/>
      </c:lineChart>
      <c:catAx>
        <c:axId val="14487446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0579407"/>
        <c:crosses val="autoZero"/>
        <c:auto val="1"/>
        <c:lblAlgn val="ctr"/>
        <c:lblOffset val="100"/>
        <c:noMultiLvlLbl val="0"/>
      </c:catAx>
      <c:valAx>
        <c:axId val="14105794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48744639"/>
        <c:crosses val="autoZero"/>
        <c:crossBetween val="between"/>
        <c:dispUnits>
          <c:builtInUnit val="thousands"/>
          <c:dispUnitsLbl>
            <c:layout>
              <c:manualLayout>
                <c:xMode val="edge"/>
                <c:yMode val="edge"/>
                <c:x val="3.0555555555555555E-2"/>
                <c:y val="0.3152314814814815"/>
              </c:manualLayout>
            </c:layout>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Million</a:t>
                  </a:r>
                  <a:r>
                    <a:rPr lang="en-US" baseline="0"/>
                    <a:t> acres</a:t>
                  </a:r>
                  <a:endParaRPr lang="en-US"/>
                </a:p>
              </c:rich>
            </c:tx>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valAx>
        <c:axId val="1410397487"/>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Share</a:t>
                </a:r>
                <a:r>
                  <a:rPr lang="en-US" baseline="0"/>
                  <a:t> of corn exported</a:t>
                </a: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34813871"/>
        <c:crosses val="max"/>
        <c:crossBetween val="between"/>
      </c:valAx>
      <c:catAx>
        <c:axId val="1534813871"/>
        <c:scaling>
          <c:orientation val="minMax"/>
        </c:scaling>
        <c:delete val="1"/>
        <c:axPos val="b"/>
        <c:numFmt formatCode="General" sourceLinked="1"/>
        <c:majorTickMark val="out"/>
        <c:minorTickMark val="none"/>
        <c:tickLblPos val="nextTo"/>
        <c:crossAx val="141039748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'french corn condition'!$D$8</c:f>
              <c:strCache>
                <c:ptCount val="1"/>
                <c:pt idx="0">
                  <c:v>Very bad</c:v>
                </c:pt>
              </c:strCache>
            </c:strRef>
          </c:tx>
          <c:spPr>
            <a:solidFill>
              <a:schemeClr val="accent1"/>
            </a:solidFill>
            <a:ln>
              <a:noFill/>
            </a:ln>
            <a:effectLst/>
          </c:spPr>
          <c:invertIfNegative val="0"/>
          <c:cat>
            <c:strRef>
              <c:f>'french corn condition'!$C$9:$C$24</c:f>
              <c:strCache>
                <c:ptCount val="16"/>
                <c:pt idx="0">
                  <c:v>Week 22</c:v>
                </c:pt>
                <c:pt idx="1">
                  <c:v>Week 23</c:v>
                </c:pt>
                <c:pt idx="2">
                  <c:v>Week 24</c:v>
                </c:pt>
                <c:pt idx="3">
                  <c:v>Week 25</c:v>
                </c:pt>
                <c:pt idx="4">
                  <c:v>Week 26</c:v>
                </c:pt>
                <c:pt idx="5">
                  <c:v>Week 27</c:v>
                </c:pt>
                <c:pt idx="6">
                  <c:v>Week 28</c:v>
                </c:pt>
                <c:pt idx="7">
                  <c:v>Week 29</c:v>
                </c:pt>
                <c:pt idx="8">
                  <c:v>Week 30</c:v>
                </c:pt>
                <c:pt idx="9">
                  <c:v>Week 31</c:v>
                </c:pt>
                <c:pt idx="10">
                  <c:v>Week 32</c:v>
                </c:pt>
                <c:pt idx="11">
                  <c:v>Week 33</c:v>
                </c:pt>
                <c:pt idx="12">
                  <c:v>Week 34</c:v>
                </c:pt>
                <c:pt idx="13">
                  <c:v>Week 35</c:v>
                </c:pt>
                <c:pt idx="14">
                  <c:v>Week 36</c:v>
                </c:pt>
                <c:pt idx="15">
                  <c:v>Week 37</c:v>
                </c:pt>
              </c:strCache>
            </c:strRef>
          </c:cat>
          <c:val>
            <c:numRef>
              <c:f>'french corn condition'!$D$9:$D$24</c:f>
              <c:numCache>
                <c:formatCode>General</c:formatCode>
                <c:ptCount val="16"/>
                <c:pt idx="0">
                  <c:v>0</c:v>
                </c:pt>
                <c:pt idx="1">
                  <c:v>0</c:v>
                </c:pt>
                <c:pt idx="2">
                  <c:v>1</c:v>
                </c:pt>
                <c:pt idx="3">
                  <c:v>1</c:v>
                </c:pt>
                <c:pt idx="4">
                  <c:v>3</c:v>
                </c:pt>
                <c:pt idx="5">
                  <c:v>8</c:v>
                </c:pt>
                <c:pt idx="6">
                  <c:v>11</c:v>
                </c:pt>
                <c:pt idx="7">
                  <c:v>12</c:v>
                </c:pt>
                <c:pt idx="8">
                  <c:v>14</c:v>
                </c:pt>
                <c:pt idx="9">
                  <c:v>15</c:v>
                </c:pt>
                <c:pt idx="10">
                  <c:v>16</c:v>
                </c:pt>
                <c:pt idx="11">
                  <c:v>17</c:v>
                </c:pt>
                <c:pt idx="12">
                  <c:v>17</c:v>
                </c:pt>
                <c:pt idx="13">
                  <c:v>17</c:v>
                </c:pt>
                <c:pt idx="14">
                  <c:v>18</c:v>
                </c:pt>
                <c:pt idx="15">
                  <c:v>19</c:v>
                </c:pt>
              </c:numCache>
            </c:numRef>
          </c:val>
          <c:extLst>
            <c:ext xmlns:c16="http://schemas.microsoft.com/office/drawing/2014/chart" uri="{C3380CC4-5D6E-409C-BE32-E72D297353CC}">
              <c16:uniqueId val="{00000000-1137-4852-8084-12387F9068FC}"/>
            </c:ext>
          </c:extLst>
        </c:ser>
        <c:ser>
          <c:idx val="1"/>
          <c:order val="1"/>
          <c:tx>
            <c:strRef>
              <c:f>'french corn condition'!$E$8</c:f>
              <c:strCache>
                <c:ptCount val="1"/>
                <c:pt idx="0">
                  <c:v>Bad</c:v>
                </c:pt>
              </c:strCache>
            </c:strRef>
          </c:tx>
          <c:spPr>
            <a:solidFill>
              <a:schemeClr val="accent2"/>
            </a:solidFill>
            <a:ln>
              <a:noFill/>
            </a:ln>
            <a:effectLst/>
          </c:spPr>
          <c:invertIfNegative val="0"/>
          <c:cat>
            <c:strRef>
              <c:f>'french corn condition'!$C$9:$C$24</c:f>
              <c:strCache>
                <c:ptCount val="16"/>
                <c:pt idx="0">
                  <c:v>Week 22</c:v>
                </c:pt>
                <c:pt idx="1">
                  <c:v>Week 23</c:v>
                </c:pt>
                <c:pt idx="2">
                  <c:v>Week 24</c:v>
                </c:pt>
                <c:pt idx="3">
                  <c:v>Week 25</c:v>
                </c:pt>
                <c:pt idx="4">
                  <c:v>Week 26</c:v>
                </c:pt>
                <c:pt idx="5">
                  <c:v>Week 27</c:v>
                </c:pt>
                <c:pt idx="6">
                  <c:v>Week 28</c:v>
                </c:pt>
                <c:pt idx="7">
                  <c:v>Week 29</c:v>
                </c:pt>
                <c:pt idx="8">
                  <c:v>Week 30</c:v>
                </c:pt>
                <c:pt idx="9">
                  <c:v>Week 31</c:v>
                </c:pt>
                <c:pt idx="10">
                  <c:v>Week 32</c:v>
                </c:pt>
                <c:pt idx="11">
                  <c:v>Week 33</c:v>
                </c:pt>
                <c:pt idx="12">
                  <c:v>Week 34</c:v>
                </c:pt>
                <c:pt idx="13">
                  <c:v>Week 35</c:v>
                </c:pt>
                <c:pt idx="14">
                  <c:v>Week 36</c:v>
                </c:pt>
                <c:pt idx="15">
                  <c:v>Week 37</c:v>
                </c:pt>
              </c:strCache>
            </c:strRef>
          </c:cat>
          <c:val>
            <c:numRef>
              <c:f>'french corn condition'!$E$9:$E$24</c:f>
              <c:numCache>
                <c:formatCode>General</c:formatCode>
                <c:ptCount val="16"/>
                <c:pt idx="0">
                  <c:v>3</c:v>
                </c:pt>
                <c:pt idx="1">
                  <c:v>3</c:v>
                </c:pt>
                <c:pt idx="2">
                  <c:v>3</c:v>
                </c:pt>
                <c:pt idx="3">
                  <c:v>6</c:v>
                </c:pt>
                <c:pt idx="4">
                  <c:v>15</c:v>
                </c:pt>
                <c:pt idx="5">
                  <c:v>18</c:v>
                </c:pt>
                <c:pt idx="6">
                  <c:v>21</c:v>
                </c:pt>
                <c:pt idx="7">
                  <c:v>22</c:v>
                </c:pt>
                <c:pt idx="8">
                  <c:v>25</c:v>
                </c:pt>
                <c:pt idx="9">
                  <c:v>27</c:v>
                </c:pt>
                <c:pt idx="10">
                  <c:v>27</c:v>
                </c:pt>
                <c:pt idx="11">
                  <c:v>27</c:v>
                </c:pt>
                <c:pt idx="12">
                  <c:v>28</c:v>
                </c:pt>
                <c:pt idx="13">
                  <c:v>29</c:v>
                </c:pt>
                <c:pt idx="14">
                  <c:v>30</c:v>
                </c:pt>
                <c:pt idx="15">
                  <c:v>30</c:v>
                </c:pt>
              </c:numCache>
            </c:numRef>
          </c:val>
          <c:extLst>
            <c:ext xmlns:c16="http://schemas.microsoft.com/office/drawing/2014/chart" uri="{C3380CC4-5D6E-409C-BE32-E72D297353CC}">
              <c16:uniqueId val="{00000001-1137-4852-8084-12387F9068FC}"/>
            </c:ext>
          </c:extLst>
        </c:ser>
        <c:ser>
          <c:idx val="2"/>
          <c:order val="2"/>
          <c:tx>
            <c:strRef>
              <c:f>'french corn condition'!$F$8</c:f>
              <c:strCache>
                <c:ptCount val="1"/>
                <c:pt idx="0">
                  <c:v>Quite good</c:v>
                </c:pt>
              </c:strCache>
            </c:strRef>
          </c:tx>
          <c:spPr>
            <a:solidFill>
              <a:schemeClr val="accent3"/>
            </a:solidFill>
            <a:ln>
              <a:noFill/>
            </a:ln>
            <a:effectLst/>
          </c:spPr>
          <c:invertIfNegative val="0"/>
          <c:cat>
            <c:strRef>
              <c:f>'french corn condition'!$C$9:$C$24</c:f>
              <c:strCache>
                <c:ptCount val="16"/>
                <c:pt idx="0">
                  <c:v>Week 22</c:v>
                </c:pt>
                <c:pt idx="1">
                  <c:v>Week 23</c:v>
                </c:pt>
                <c:pt idx="2">
                  <c:v>Week 24</c:v>
                </c:pt>
                <c:pt idx="3">
                  <c:v>Week 25</c:v>
                </c:pt>
                <c:pt idx="4">
                  <c:v>Week 26</c:v>
                </c:pt>
                <c:pt idx="5">
                  <c:v>Week 27</c:v>
                </c:pt>
                <c:pt idx="6">
                  <c:v>Week 28</c:v>
                </c:pt>
                <c:pt idx="7">
                  <c:v>Week 29</c:v>
                </c:pt>
                <c:pt idx="8">
                  <c:v>Week 30</c:v>
                </c:pt>
                <c:pt idx="9">
                  <c:v>Week 31</c:v>
                </c:pt>
                <c:pt idx="10">
                  <c:v>Week 32</c:v>
                </c:pt>
                <c:pt idx="11">
                  <c:v>Week 33</c:v>
                </c:pt>
                <c:pt idx="12">
                  <c:v>Week 34</c:v>
                </c:pt>
                <c:pt idx="13">
                  <c:v>Week 35</c:v>
                </c:pt>
                <c:pt idx="14">
                  <c:v>Week 36</c:v>
                </c:pt>
                <c:pt idx="15">
                  <c:v>Week 37</c:v>
                </c:pt>
              </c:strCache>
            </c:strRef>
          </c:cat>
          <c:val>
            <c:numRef>
              <c:f>'french corn condition'!$F$9:$F$24</c:f>
              <c:numCache>
                <c:formatCode>General</c:formatCode>
                <c:ptCount val="16"/>
                <c:pt idx="0">
                  <c:v>13</c:v>
                </c:pt>
                <c:pt idx="1">
                  <c:v>11</c:v>
                </c:pt>
                <c:pt idx="2">
                  <c:v>13</c:v>
                </c:pt>
                <c:pt idx="3">
                  <c:v>16</c:v>
                </c:pt>
                <c:pt idx="4">
                  <c:v>25</c:v>
                </c:pt>
                <c:pt idx="5">
                  <c:v>27</c:v>
                </c:pt>
                <c:pt idx="6">
                  <c:v>28</c:v>
                </c:pt>
                <c:pt idx="7">
                  <c:v>28</c:v>
                </c:pt>
                <c:pt idx="8">
                  <c:v>27</c:v>
                </c:pt>
                <c:pt idx="9">
                  <c:v>28</c:v>
                </c:pt>
                <c:pt idx="10">
                  <c:v>28</c:v>
                </c:pt>
                <c:pt idx="11">
                  <c:v>28</c:v>
                </c:pt>
                <c:pt idx="12">
                  <c:v>27</c:v>
                </c:pt>
                <c:pt idx="13">
                  <c:v>27</c:v>
                </c:pt>
                <c:pt idx="14">
                  <c:v>27</c:v>
                </c:pt>
                <c:pt idx="15">
                  <c:v>28</c:v>
                </c:pt>
              </c:numCache>
            </c:numRef>
          </c:val>
          <c:extLst>
            <c:ext xmlns:c16="http://schemas.microsoft.com/office/drawing/2014/chart" uri="{C3380CC4-5D6E-409C-BE32-E72D297353CC}">
              <c16:uniqueId val="{00000002-1137-4852-8084-12387F9068FC}"/>
            </c:ext>
          </c:extLst>
        </c:ser>
        <c:ser>
          <c:idx val="3"/>
          <c:order val="3"/>
          <c:tx>
            <c:strRef>
              <c:f>'french corn condition'!$G$8</c:f>
              <c:strCache>
                <c:ptCount val="1"/>
                <c:pt idx="0">
                  <c:v>Good</c:v>
                </c:pt>
              </c:strCache>
            </c:strRef>
          </c:tx>
          <c:spPr>
            <a:solidFill>
              <a:schemeClr val="accent4"/>
            </a:solidFill>
            <a:ln>
              <a:noFill/>
            </a:ln>
            <a:effectLst/>
          </c:spPr>
          <c:invertIfNegative val="0"/>
          <c:cat>
            <c:strRef>
              <c:f>'french corn condition'!$C$9:$C$24</c:f>
              <c:strCache>
                <c:ptCount val="16"/>
                <c:pt idx="0">
                  <c:v>Week 22</c:v>
                </c:pt>
                <c:pt idx="1">
                  <c:v>Week 23</c:v>
                </c:pt>
                <c:pt idx="2">
                  <c:v>Week 24</c:v>
                </c:pt>
                <c:pt idx="3">
                  <c:v>Week 25</c:v>
                </c:pt>
                <c:pt idx="4">
                  <c:v>Week 26</c:v>
                </c:pt>
                <c:pt idx="5">
                  <c:v>Week 27</c:v>
                </c:pt>
                <c:pt idx="6">
                  <c:v>Week 28</c:v>
                </c:pt>
                <c:pt idx="7">
                  <c:v>Week 29</c:v>
                </c:pt>
                <c:pt idx="8">
                  <c:v>Week 30</c:v>
                </c:pt>
                <c:pt idx="9">
                  <c:v>Week 31</c:v>
                </c:pt>
                <c:pt idx="10">
                  <c:v>Week 32</c:v>
                </c:pt>
                <c:pt idx="11">
                  <c:v>Week 33</c:v>
                </c:pt>
                <c:pt idx="12">
                  <c:v>Week 34</c:v>
                </c:pt>
                <c:pt idx="13">
                  <c:v>Week 35</c:v>
                </c:pt>
                <c:pt idx="14">
                  <c:v>Week 36</c:v>
                </c:pt>
                <c:pt idx="15">
                  <c:v>Week 37</c:v>
                </c:pt>
              </c:strCache>
            </c:strRef>
          </c:cat>
          <c:val>
            <c:numRef>
              <c:f>'french corn condition'!$G$9:$G$24</c:f>
              <c:numCache>
                <c:formatCode>General</c:formatCode>
                <c:ptCount val="16"/>
                <c:pt idx="0">
                  <c:v>80</c:v>
                </c:pt>
                <c:pt idx="1">
                  <c:v>81</c:v>
                </c:pt>
                <c:pt idx="2">
                  <c:v>79</c:v>
                </c:pt>
                <c:pt idx="3">
                  <c:v>73</c:v>
                </c:pt>
                <c:pt idx="4">
                  <c:v>55</c:v>
                </c:pt>
                <c:pt idx="5">
                  <c:v>46</c:v>
                </c:pt>
                <c:pt idx="6">
                  <c:v>39</c:v>
                </c:pt>
                <c:pt idx="7">
                  <c:v>37</c:v>
                </c:pt>
                <c:pt idx="8">
                  <c:v>33</c:v>
                </c:pt>
                <c:pt idx="9">
                  <c:v>30</c:v>
                </c:pt>
                <c:pt idx="10">
                  <c:v>28</c:v>
                </c:pt>
                <c:pt idx="11">
                  <c:v>28</c:v>
                </c:pt>
                <c:pt idx="12">
                  <c:v>27</c:v>
                </c:pt>
                <c:pt idx="13">
                  <c:v>26</c:v>
                </c:pt>
                <c:pt idx="14">
                  <c:v>25</c:v>
                </c:pt>
                <c:pt idx="15">
                  <c:v>22</c:v>
                </c:pt>
              </c:numCache>
            </c:numRef>
          </c:val>
          <c:extLst>
            <c:ext xmlns:c16="http://schemas.microsoft.com/office/drawing/2014/chart" uri="{C3380CC4-5D6E-409C-BE32-E72D297353CC}">
              <c16:uniqueId val="{00000003-1137-4852-8084-12387F9068FC}"/>
            </c:ext>
          </c:extLst>
        </c:ser>
        <c:ser>
          <c:idx val="4"/>
          <c:order val="4"/>
          <c:tx>
            <c:strRef>
              <c:f>'french corn condition'!$H$8</c:f>
              <c:strCache>
                <c:ptCount val="1"/>
                <c:pt idx="0">
                  <c:v>Very good</c:v>
                </c:pt>
              </c:strCache>
            </c:strRef>
          </c:tx>
          <c:spPr>
            <a:solidFill>
              <a:schemeClr val="accent5"/>
            </a:solidFill>
            <a:ln>
              <a:noFill/>
            </a:ln>
            <a:effectLst/>
          </c:spPr>
          <c:invertIfNegative val="0"/>
          <c:cat>
            <c:strRef>
              <c:f>'french corn condition'!$C$9:$C$24</c:f>
              <c:strCache>
                <c:ptCount val="16"/>
                <c:pt idx="0">
                  <c:v>Week 22</c:v>
                </c:pt>
                <c:pt idx="1">
                  <c:v>Week 23</c:v>
                </c:pt>
                <c:pt idx="2">
                  <c:v>Week 24</c:v>
                </c:pt>
                <c:pt idx="3">
                  <c:v>Week 25</c:v>
                </c:pt>
                <c:pt idx="4">
                  <c:v>Week 26</c:v>
                </c:pt>
                <c:pt idx="5">
                  <c:v>Week 27</c:v>
                </c:pt>
                <c:pt idx="6">
                  <c:v>Week 28</c:v>
                </c:pt>
                <c:pt idx="7">
                  <c:v>Week 29</c:v>
                </c:pt>
                <c:pt idx="8">
                  <c:v>Week 30</c:v>
                </c:pt>
                <c:pt idx="9">
                  <c:v>Week 31</c:v>
                </c:pt>
                <c:pt idx="10">
                  <c:v>Week 32</c:v>
                </c:pt>
                <c:pt idx="11">
                  <c:v>Week 33</c:v>
                </c:pt>
                <c:pt idx="12">
                  <c:v>Week 34</c:v>
                </c:pt>
                <c:pt idx="13">
                  <c:v>Week 35</c:v>
                </c:pt>
                <c:pt idx="14">
                  <c:v>Week 36</c:v>
                </c:pt>
                <c:pt idx="15">
                  <c:v>Week 37</c:v>
                </c:pt>
              </c:strCache>
            </c:strRef>
          </c:cat>
          <c:val>
            <c:numRef>
              <c:f>'french corn condition'!$H$9:$H$24</c:f>
              <c:numCache>
                <c:formatCode>General</c:formatCode>
                <c:ptCount val="16"/>
                <c:pt idx="0">
                  <c:v>4</c:v>
                </c:pt>
                <c:pt idx="1">
                  <c:v>5</c:v>
                </c:pt>
                <c:pt idx="2">
                  <c:v>5</c:v>
                </c:pt>
                <c:pt idx="3">
                  <c:v>3</c:v>
                </c:pt>
                <c:pt idx="4">
                  <c:v>2</c:v>
                </c:pt>
                <c:pt idx="5">
                  <c:v>1</c:v>
                </c:pt>
                <c:pt idx="6">
                  <c:v>1</c:v>
                </c:pt>
                <c:pt idx="7">
                  <c:v>1</c:v>
                </c:pt>
                <c:pt idx="8">
                  <c:v>1</c:v>
                </c:pt>
                <c:pt idx="9">
                  <c:v>1</c:v>
                </c:pt>
                <c:pt idx="10">
                  <c:v>1</c:v>
                </c:pt>
                <c:pt idx="11">
                  <c:v>1</c:v>
                </c:pt>
                <c:pt idx="12">
                  <c:v>1</c:v>
                </c:pt>
                <c:pt idx="13">
                  <c:v>1</c:v>
                </c:pt>
                <c:pt idx="14">
                  <c:v>1</c:v>
                </c:pt>
                <c:pt idx="15">
                  <c:v>1</c:v>
                </c:pt>
              </c:numCache>
            </c:numRef>
          </c:val>
          <c:extLst>
            <c:ext xmlns:c16="http://schemas.microsoft.com/office/drawing/2014/chart" uri="{C3380CC4-5D6E-409C-BE32-E72D297353CC}">
              <c16:uniqueId val="{00000004-1137-4852-8084-12387F9068FC}"/>
            </c:ext>
          </c:extLst>
        </c:ser>
        <c:dLbls>
          <c:showLegendKey val="0"/>
          <c:showVal val="0"/>
          <c:showCatName val="0"/>
          <c:showSerName val="0"/>
          <c:showPercent val="0"/>
          <c:showBubbleSize val="0"/>
        </c:dLbls>
        <c:gapWidth val="150"/>
        <c:overlap val="100"/>
        <c:axId val="1450488783"/>
        <c:axId val="1410563567"/>
      </c:barChart>
      <c:catAx>
        <c:axId val="14504887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10563567"/>
        <c:crosses val="autoZero"/>
        <c:auto val="1"/>
        <c:lblAlgn val="ctr"/>
        <c:lblOffset val="100"/>
        <c:noMultiLvlLbl val="0"/>
      </c:catAx>
      <c:valAx>
        <c:axId val="141056356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Share of crop</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5048878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Sheet3!$O$7</c:f>
              <c:strCache>
                <c:ptCount val="1"/>
                <c:pt idx="0">
                  <c:v>Russia</c:v>
                </c:pt>
              </c:strCache>
            </c:strRef>
          </c:tx>
          <c:spPr>
            <a:solidFill>
              <a:schemeClr val="accent3"/>
            </a:solidFill>
            <a:ln>
              <a:noFill/>
            </a:ln>
            <a:effectLst/>
          </c:spPr>
          <c:invertIfNegative val="0"/>
          <c:cat>
            <c:numRef>
              <c:f>Sheet3!$P$6:$T$6</c:f>
              <c:numCache>
                <c:formatCode>General</c:formatCode>
                <c:ptCount val="5"/>
                <c:pt idx="0">
                  <c:v>2022</c:v>
                </c:pt>
                <c:pt idx="1">
                  <c:v>2023</c:v>
                </c:pt>
                <c:pt idx="2">
                  <c:v>2024</c:v>
                </c:pt>
                <c:pt idx="3">
                  <c:v>2025</c:v>
                </c:pt>
                <c:pt idx="4">
                  <c:v>2026</c:v>
                </c:pt>
              </c:numCache>
            </c:numRef>
          </c:cat>
          <c:val>
            <c:numRef>
              <c:f>Sheet3!$P$7:$T$7</c:f>
              <c:numCache>
                <c:formatCode>#,##0</c:formatCode>
                <c:ptCount val="5"/>
                <c:pt idx="0">
                  <c:v>49000</c:v>
                </c:pt>
                <c:pt idx="1">
                  <c:v>55500</c:v>
                </c:pt>
                <c:pt idx="2">
                  <c:v>43000</c:v>
                </c:pt>
                <c:pt idx="3">
                  <c:v>48000</c:v>
                </c:pt>
                <c:pt idx="4">
                  <c:v>43000</c:v>
                </c:pt>
              </c:numCache>
            </c:numRef>
          </c:val>
          <c:extLst>
            <c:ext xmlns:c16="http://schemas.microsoft.com/office/drawing/2014/chart" uri="{C3380CC4-5D6E-409C-BE32-E72D297353CC}">
              <c16:uniqueId val="{00000000-A8A5-497E-B47D-11E187331EEC}"/>
            </c:ext>
          </c:extLst>
        </c:ser>
        <c:ser>
          <c:idx val="1"/>
          <c:order val="1"/>
          <c:tx>
            <c:strRef>
              <c:f>Sheet3!$O$8</c:f>
              <c:strCache>
                <c:ptCount val="1"/>
                <c:pt idx="0">
                  <c:v>Ukraine</c:v>
                </c:pt>
              </c:strCache>
            </c:strRef>
          </c:tx>
          <c:spPr>
            <a:solidFill>
              <a:schemeClr val="accent2"/>
            </a:solidFill>
            <a:ln>
              <a:noFill/>
            </a:ln>
            <a:effectLst/>
          </c:spPr>
          <c:invertIfNegative val="0"/>
          <c:cat>
            <c:numRef>
              <c:f>Sheet3!$P$6:$T$6</c:f>
              <c:numCache>
                <c:formatCode>General</c:formatCode>
                <c:ptCount val="5"/>
                <c:pt idx="0">
                  <c:v>2022</c:v>
                </c:pt>
                <c:pt idx="1">
                  <c:v>2023</c:v>
                </c:pt>
                <c:pt idx="2">
                  <c:v>2024</c:v>
                </c:pt>
                <c:pt idx="3">
                  <c:v>2025</c:v>
                </c:pt>
                <c:pt idx="4">
                  <c:v>2026</c:v>
                </c:pt>
              </c:numCache>
            </c:numRef>
          </c:cat>
          <c:val>
            <c:numRef>
              <c:f>Sheet3!$P$8:$T$8</c:f>
              <c:numCache>
                <c:formatCode>#,##0</c:formatCode>
                <c:ptCount val="5"/>
                <c:pt idx="0">
                  <c:v>17122</c:v>
                </c:pt>
                <c:pt idx="1">
                  <c:v>18577</c:v>
                </c:pt>
                <c:pt idx="2">
                  <c:v>15751</c:v>
                </c:pt>
                <c:pt idx="3">
                  <c:v>14104</c:v>
                </c:pt>
                <c:pt idx="4">
                  <c:v>12500</c:v>
                </c:pt>
              </c:numCache>
            </c:numRef>
          </c:val>
          <c:extLst>
            <c:ext xmlns:c16="http://schemas.microsoft.com/office/drawing/2014/chart" uri="{C3380CC4-5D6E-409C-BE32-E72D297353CC}">
              <c16:uniqueId val="{00000001-A8A5-497E-B47D-11E187331EEC}"/>
            </c:ext>
          </c:extLst>
        </c:ser>
        <c:dLbls>
          <c:showLegendKey val="0"/>
          <c:showVal val="0"/>
          <c:showCatName val="0"/>
          <c:showSerName val="0"/>
          <c:showPercent val="0"/>
          <c:showBubbleSize val="0"/>
        </c:dLbls>
        <c:gapWidth val="150"/>
        <c:overlap val="100"/>
        <c:axId val="1534623631"/>
        <c:axId val="1410540047"/>
      </c:barChart>
      <c:catAx>
        <c:axId val="15346236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410540047"/>
        <c:crosses val="autoZero"/>
        <c:auto val="1"/>
        <c:lblAlgn val="ctr"/>
        <c:lblOffset val="100"/>
        <c:noMultiLvlLbl val="0"/>
      </c:catAx>
      <c:valAx>
        <c:axId val="141054004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534623631"/>
        <c:crosses val="autoZero"/>
        <c:crossBetween val="between"/>
        <c:dispUnits>
          <c:builtInUnit val="thousands"/>
          <c:dispUnitsLbl>
            <c:layout>
              <c:manualLayout>
                <c:xMode val="edge"/>
                <c:yMode val="edge"/>
                <c:x val="2.2222222222222223E-2"/>
                <c:y val="0.31018518518518517"/>
              </c:manualLayout>
            </c:layout>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MMT</a:t>
                  </a:r>
                </a:p>
              </c:rich>
            </c:tx>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200" b="1"/>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156714785651792"/>
          <c:y val="5.0925925925925923E-2"/>
          <c:w val="0.82787729658792653"/>
          <c:h val="0.62785761154774433"/>
        </c:manualLayout>
      </c:layout>
      <c:barChart>
        <c:barDir val="col"/>
        <c:grouping val="percentStacked"/>
        <c:varyColors val="0"/>
        <c:ser>
          <c:idx val="0"/>
          <c:order val="0"/>
          <c:tx>
            <c:strRef>
              <c:f>Sheet1!$H$14</c:f>
              <c:strCache>
                <c:ptCount val="1"/>
                <c:pt idx="0">
                  <c:v>Neutral</c:v>
                </c:pt>
              </c:strCache>
            </c:strRef>
          </c:tx>
          <c:spPr>
            <a:solidFill>
              <a:schemeClr val="bg1">
                <a:lumMod val="85000"/>
              </a:schemeClr>
            </a:solidFill>
            <a:ln>
              <a:noFill/>
            </a:ln>
            <a:effectLst/>
          </c:spPr>
          <c:invertIfNegative val="0"/>
          <c:cat>
            <c:strRef>
              <c:f>Sheet1!$C$15:$C$23</c:f>
              <c:strCache>
                <c:ptCount val="9"/>
                <c:pt idx="0">
                  <c:v>May/Jun</c:v>
                </c:pt>
                <c:pt idx="1">
                  <c:v>Jun/Jul</c:v>
                </c:pt>
                <c:pt idx="2">
                  <c:v>Jul/Aug</c:v>
                </c:pt>
                <c:pt idx="3">
                  <c:v>Aug/Sep</c:v>
                </c:pt>
                <c:pt idx="4">
                  <c:v>Sep/Oct</c:v>
                </c:pt>
                <c:pt idx="5">
                  <c:v>Oct/Nov</c:v>
                </c:pt>
                <c:pt idx="6">
                  <c:v>Nov/Dec</c:v>
                </c:pt>
                <c:pt idx="7">
                  <c:v>Dec/Jan</c:v>
                </c:pt>
                <c:pt idx="8">
                  <c:v>Jan/Feb</c:v>
                </c:pt>
              </c:strCache>
            </c:strRef>
          </c:cat>
          <c:val>
            <c:numRef>
              <c:f>Sheet1!$H$15:$H$23</c:f>
              <c:numCache>
                <c:formatCode>General</c:formatCode>
                <c:ptCount val="9"/>
                <c:pt idx="0">
                  <c:v>84</c:v>
                </c:pt>
                <c:pt idx="1">
                  <c:v>18</c:v>
                </c:pt>
                <c:pt idx="2">
                  <c:v>8</c:v>
                </c:pt>
                <c:pt idx="3">
                  <c:v>4</c:v>
                </c:pt>
                <c:pt idx="4">
                  <c:v>2</c:v>
                </c:pt>
                <c:pt idx="5">
                  <c:v>2</c:v>
                </c:pt>
                <c:pt idx="6">
                  <c:v>2</c:v>
                </c:pt>
                <c:pt idx="7">
                  <c:v>2</c:v>
                </c:pt>
                <c:pt idx="8">
                  <c:v>4</c:v>
                </c:pt>
              </c:numCache>
            </c:numRef>
          </c:val>
          <c:extLst>
            <c:ext xmlns:c16="http://schemas.microsoft.com/office/drawing/2014/chart" uri="{C3380CC4-5D6E-409C-BE32-E72D297353CC}">
              <c16:uniqueId val="{00000000-BB70-4BA0-BF27-B0C3A461CE8D}"/>
            </c:ext>
          </c:extLst>
        </c:ser>
        <c:ser>
          <c:idx val="1"/>
          <c:order val="1"/>
          <c:tx>
            <c:strRef>
              <c:f>Sheet1!$I$14</c:f>
              <c:strCache>
                <c:ptCount val="1"/>
                <c:pt idx="0">
                  <c:v>Weak El Nino</c:v>
                </c:pt>
              </c:strCache>
            </c:strRef>
          </c:tx>
          <c:spPr>
            <a:solidFill>
              <a:schemeClr val="accent1">
                <a:lumMod val="20000"/>
                <a:lumOff val="80000"/>
              </a:schemeClr>
            </a:solidFill>
            <a:ln>
              <a:noFill/>
            </a:ln>
            <a:effectLst/>
          </c:spPr>
          <c:invertIfNegative val="0"/>
          <c:cat>
            <c:strRef>
              <c:f>Sheet1!$C$15:$C$23</c:f>
              <c:strCache>
                <c:ptCount val="9"/>
                <c:pt idx="0">
                  <c:v>May/Jun</c:v>
                </c:pt>
                <c:pt idx="1">
                  <c:v>Jun/Jul</c:v>
                </c:pt>
                <c:pt idx="2">
                  <c:v>Jul/Aug</c:v>
                </c:pt>
                <c:pt idx="3">
                  <c:v>Aug/Sep</c:v>
                </c:pt>
                <c:pt idx="4">
                  <c:v>Sep/Oct</c:v>
                </c:pt>
                <c:pt idx="5">
                  <c:v>Oct/Nov</c:v>
                </c:pt>
                <c:pt idx="6">
                  <c:v>Nov/Dec</c:v>
                </c:pt>
                <c:pt idx="7">
                  <c:v>Dec/Jan</c:v>
                </c:pt>
                <c:pt idx="8">
                  <c:v>Jan/Feb</c:v>
                </c:pt>
              </c:strCache>
            </c:strRef>
          </c:cat>
          <c:val>
            <c:numRef>
              <c:f>Sheet1!$I$15:$I$23</c:f>
              <c:numCache>
                <c:formatCode>General</c:formatCode>
                <c:ptCount val="9"/>
                <c:pt idx="0">
                  <c:v>16</c:v>
                </c:pt>
                <c:pt idx="1">
                  <c:v>72</c:v>
                </c:pt>
                <c:pt idx="2">
                  <c:v>52</c:v>
                </c:pt>
                <c:pt idx="3">
                  <c:v>30</c:v>
                </c:pt>
                <c:pt idx="4">
                  <c:v>17</c:v>
                </c:pt>
                <c:pt idx="5">
                  <c:v>11</c:v>
                </c:pt>
                <c:pt idx="6">
                  <c:v>9</c:v>
                </c:pt>
                <c:pt idx="7">
                  <c:v>9</c:v>
                </c:pt>
                <c:pt idx="8">
                  <c:v>11</c:v>
                </c:pt>
              </c:numCache>
            </c:numRef>
          </c:val>
          <c:extLst>
            <c:ext xmlns:c16="http://schemas.microsoft.com/office/drawing/2014/chart" uri="{C3380CC4-5D6E-409C-BE32-E72D297353CC}">
              <c16:uniqueId val="{00000001-BB70-4BA0-BF27-B0C3A461CE8D}"/>
            </c:ext>
          </c:extLst>
        </c:ser>
        <c:ser>
          <c:idx val="2"/>
          <c:order val="2"/>
          <c:tx>
            <c:strRef>
              <c:f>Sheet1!$J$14</c:f>
              <c:strCache>
                <c:ptCount val="1"/>
                <c:pt idx="0">
                  <c:v>Moderate El Nino</c:v>
                </c:pt>
              </c:strCache>
            </c:strRef>
          </c:tx>
          <c:spPr>
            <a:solidFill>
              <a:schemeClr val="accent1">
                <a:lumMod val="40000"/>
                <a:lumOff val="60000"/>
              </a:schemeClr>
            </a:solidFill>
            <a:ln>
              <a:noFill/>
            </a:ln>
            <a:effectLst/>
          </c:spPr>
          <c:invertIfNegative val="0"/>
          <c:cat>
            <c:strRef>
              <c:f>Sheet1!$C$15:$C$23</c:f>
              <c:strCache>
                <c:ptCount val="9"/>
                <c:pt idx="0">
                  <c:v>May/Jun</c:v>
                </c:pt>
                <c:pt idx="1">
                  <c:v>Jun/Jul</c:v>
                </c:pt>
                <c:pt idx="2">
                  <c:v>Jul/Aug</c:v>
                </c:pt>
                <c:pt idx="3">
                  <c:v>Aug/Sep</c:v>
                </c:pt>
                <c:pt idx="4">
                  <c:v>Sep/Oct</c:v>
                </c:pt>
                <c:pt idx="5">
                  <c:v>Oct/Nov</c:v>
                </c:pt>
                <c:pt idx="6">
                  <c:v>Nov/Dec</c:v>
                </c:pt>
                <c:pt idx="7">
                  <c:v>Dec/Jan</c:v>
                </c:pt>
                <c:pt idx="8">
                  <c:v>Jan/Feb</c:v>
                </c:pt>
              </c:strCache>
            </c:strRef>
          </c:cat>
          <c:val>
            <c:numRef>
              <c:f>Sheet1!$J$15:$J$23</c:f>
              <c:numCache>
                <c:formatCode>General</c:formatCode>
                <c:ptCount val="9"/>
                <c:pt idx="0">
                  <c:v>0</c:v>
                </c:pt>
                <c:pt idx="1">
                  <c:v>10</c:v>
                </c:pt>
                <c:pt idx="2">
                  <c:v>37</c:v>
                </c:pt>
                <c:pt idx="3">
                  <c:v>48</c:v>
                </c:pt>
                <c:pt idx="4">
                  <c:v>41</c:v>
                </c:pt>
                <c:pt idx="5">
                  <c:v>30</c:v>
                </c:pt>
                <c:pt idx="6">
                  <c:v>24</c:v>
                </c:pt>
                <c:pt idx="7">
                  <c:v>22</c:v>
                </c:pt>
                <c:pt idx="8">
                  <c:v>25</c:v>
                </c:pt>
              </c:numCache>
            </c:numRef>
          </c:val>
          <c:extLst>
            <c:ext xmlns:c16="http://schemas.microsoft.com/office/drawing/2014/chart" uri="{C3380CC4-5D6E-409C-BE32-E72D297353CC}">
              <c16:uniqueId val="{00000002-BB70-4BA0-BF27-B0C3A461CE8D}"/>
            </c:ext>
          </c:extLst>
        </c:ser>
        <c:ser>
          <c:idx val="3"/>
          <c:order val="3"/>
          <c:tx>
            <c:strRef>
              <c:f>Sheet1!$K$14</c:f>
              <c:strCache>
                <c:ptCount val="1"/>
                <c:pt idx="0">
                  <c:v>Strong El Nino</c:v>
                </c:pt>
              </c:strCache>
            </c:strRef>
          </c:tx>
          <c:spPr>
            <a:solidFill>
              <a:schemeClr val="accent1">
                <a:lumMod val="60000"/>
                <a:lumOff val="40000"/>
              </a:schemeClr>
            </a:solidFill>
            <a:ln>
              <a:noFill/>
            </a:ln>
            <a:effectLst/>
          </c:spPr>
          <c:invertIfNegative val="0"/>
          <c:cat>
            <c:strRef>
              <c:f>Sheet1!$C$15:$C$23</c:f>
              <c:strCache>
                <c:ptCount val="9"/>
                <c:pt idx="0">
                  <c:v>May/Jun</c:v>
                </c:pt>
                <c:pt idx="1">
                  <c:v>Jun/Jul</c:v>
                </c:pt>
                <c:pt idx="2">
                  <c:v>Jul/Aug</c:v>
                </c:pt>
                <c:pt idx="3">
                  <c:v>Aug/Sep</c:v>
                </c:pt>
                <c:pt idx="4">
                  <c:v>Sep/Oct</c:v>
                </c:pt>
                <c:pt idx="5">
                  <c:v>Oct/Nov</c:v>
                </c:pt>
                <c:pt idx="6">
                  <c:v>Nov/Dec</c:v>
                </c:pt>
                <c:pt idx="7">
                  <c:v>Dec/Jan</c:v>
                </c:pt>
                <c:pt idx="8">
                  <c:v>Jan/Feb</c:v>
                </c:pt>
              </c:strCache>
            </c:strRef>
          </c:cat>
          <c:val>
            <c:numRef>
              <c:f>Sheet1!$K$15:$K$23</c:f>
              <c:numCache>
                <c:formatCode>General</c:formatCode>
                <c:ptCount val="9"/>
                <c:pt idx="0">
                  <c:v>0</c:v>
                </c:pt>
                <c:pt idx="1">
                  <c:v>0</c:v>
                </c:pt>
                <c:pt idx="2">
                  <c:v>3</c:v>
                </c:pt>
                <c:pt idx="3">
                  <c:v>17</c:v>
                </c:pt>
                <c:pt idx="4">
                  <c:v>31</c:v>
                </c:pt>
                <c:pt idx="5">
                  <c:v>35</c:v>
                </c:pt>
                <c:pt idx="6">
                  <c:v>32</c:v>
                </c:pt>
                <c:pt idx="7">
                  <c:v>30</c:v>
                </c:pt>
                <c:pt idx="8">
                  <c:v>29</c:v>
                </c:pt>
              </c:numCache>
            </c:numRef>
          </c:val>
          <c:extLst>
            <c:ext xmlns:c16="http://schemas.microsoft.com/office/drawing/2014/chart" uri="{C3380CC4-5D6E-409C-BE32-E72D297353CC}">
              <c16:uniqueId val="{00000003-BB70-4BA0-BF27-B0C3A461CE8D}"/>
            </c:ext>
          </c:extLst>
        </c:ser>
        <c:ser>
          <c:idx val="4"/>
          <c:order val="4"/>
          <c:tx>
            <c:strRef>
              <c:f>Sheet1!$L$14</c:f>
              <c:strCache>
                <c:ptCount val="1"/>
                <c:pt idx="0">
                  <c:v>Very strong El Nino</c:v>
                </c:pt>
              </c:strCache>
            </c:strRef>
          </c:tx>
          <c:spPr>
            <a:solidFill>
              <a:schemeClr val="accent1">
                <a:lumMod val="75000"/>
              </a:schemeClr>
            </a:solidFill>
            <a:ln>
              <a:noFill/>
            </a:ln>
            <a:effectLst/>
          </c:spPr>
          <c:invertIfNegative val="0"/>
          <c:cat>
            <c:strRef>
              <c:f>Sheet1!$C$15:$C$23</c:f>
              <c:strCache>
                <c:ptCount val="9"/>
                <c:pt idx="0">
                  <c:v>May/Jun</c:v>
                </c:pt>
                <c:pt idx="1">
                  <c:v>Jun/Jul</c:v>
                </c:pt>
                <c:pt idx="2">
                  <c:v>Jul/Aug</c:v>
                </c:pt>
                <c:pt idx="3">
                  <c:v>Aug/Sep</c:v>
                </c:pt>
                <c:pt idx="4">
                  <c:v>Sep/Oct</c:v>
                </c:pt>
                <c:pt idx="5">
                  <c:v>Oct/Nov</c:v>
                </c:pt>
                <c:pt idx="6">
                  <c:v>Nov/Dec</c:v>
                </c:pt>
                <c:pt idx="7">
                  <c:v>Dec/Jan</c:v>
                </c:pt>
                <c:pt idx="8">
                  <c:v>Jan/Feb</c:v>
                </c:pt>
              </c:strCache>
            </c:strRef>
          </c:cat>
          <c:val>
            <c:numRef>
              <c:f>Sheet1!$L$15:$L$23</c:f>
              <c:numCache>
                <c:formatCode>General</c:formatCode>
                <c:ptCount val="9"/>
                <c:pt idx="0">
                  <c:v>0</c:v>
                </c:pt>
                <c:pt idx="1">
                  <c:v>0</c:v>
                </c:pt>
                <c:pt idx="2">
                  <c:v>0</c:v>
                </c:pt>
                <c:pt idx="3">
                  <c:v>1</c:v>
                </c:pt>
                <c:pt idx="4">
                  <c:v>9</c:v>
                </c:pt>
                <c:pt idx="5">
                  <c:v>22</c:v>
                </c:pt>
                <c:pt idx="6">
                  <c:v>33</c:v>
                </c:pt>
                <c:pt idx="7">
                  <c:v>37</c:v>
                </c:pt>
                <c:pt idx="8">
                  <c:v>31</c:v>
                </c:pt>
              </c:numCache>
            </c:numRef>
          </c:val>
          <c:extLst>
            <c:ext xmlns:c16="http://schemas.microsoft.com/office/drawing/2014/chart" uri="{C3380CC4-5D6E-409C-BE32-E72D297353CC}">
              <c16:uniqueId val="{00000004-BB70-4BA0-BF27-B0C3A461CE8D}"/>
            </c:ext>
          </c:extLst>
        </c:ser>
        <c:dLbls>
          <c:showLegendKey val="0"/>
          <c:showVal val="0"/>
          <c:showCatName val="0"/>
          <c:showSerName val="0"/>
          <c:showPercent val="0"/>
          <c:showBubbleSize val="0"/>
        </c:dLbls>
        <c:gapWidth val="219"/>
        <c:overlap val="100"/>
        <c:axId val="929638272"/>
        <c:axId val="907940336"/>
      </c:barChart>
      <c:catAx>
        <c:axId val="9296382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907940336"/>
        <c:crosses val="autoZero"/>
        <c:auto val="1"/>
        <c:lblAlgn val="ctr"/>
        <c:lblOffset val="100"/>
        <c:noMultiLvlLbl val="0"/>
      </c:catAx>
      <c:valAx>
        <c:axId val="9079403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Percent chance</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929638272"/>
        <c:crosses val="autoZero"/>
        <c:crossBetween val="between"/>
      </c:valAx>
      <c:spPr>
        <a:noFill/>
        <a:ln>
          <a:noFill/>
        </a:ln>
        <a:effectLst/>
      </c:spPr>
    </c:plotArea>
    <c:legend>
      <c:legendPos val="b"/>
      <c:layout>
        <c:manualLayout>
          <c:xMode val="edge"/>
          <c:yMode val="edge"/>
          <c:x val="2.8387795275590554E-2"/>
          <c:y val="0.85398154552947181"/>
          <c:w val="0.96822440944881916"/>
          <c:h val="0.11824080946745884"/>
        </c:manualLayout>
      </c:layout>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200" b="1"/>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'diesel plus rin dig'!$E$2</c:f>
              <c:strCache>
                <c:ptCount val="1"/>
                <c:pt idx="0">
                  <c:v>Diesel</c:v>
                </c:pt>
              </c:strCache>
            </c:strRef>
          </c:tx>
          <c:spPr>
            <a:solidFill>
              <a:schemeClr val="accent1"/>
            </a:solidFill>
            <a:ln>
              <a:noFill/>
            </a:ln>
            <a:effectLst/>
          </c:spPr>
          <c:cat>
            <c:numRef>
              <c:f>'diesel plus rin dig'!$D$3:$D$124</c:f>
              <c:numCache>
                <c:formatCode>m/d/yyyy</c:formatCode>
                <c:ptCount val="122"/>
                <c:pt idx="0">
                  <c:v>45298</c:v>
                </c:pt>
                <c:pt idx="1">
                  <c:v>45305</c:v>
                </c:pt>
                <c:pt idx="2">
                  <c:v>45312</c:v>
                </c:pt>
                <c:pt idx="3">
                  <c:v>45319</c:v>
                </c:pt>
                <c:pt idx="4">
                  <c:v>45326</c:v>
                </c:pt>
                <c:pt idx="5">
                  <c:v>45333</c:v>
                </c:pt>
                <c:pt idx="6">
                  <c:v>45340</c:v>
                </c:pt>
                <c:pt idx="7">
                  <c:v>45347</c:v>
                </c:pt>
                <c:pt idx="8">
                  <c:v>45354</c:v>
                </c:pt>
                <c:pt idx="9">
                  <c:v>45361</c:v>
                </c:pt>
                <c:pt idx="10">
                  <c:v>45368</c:v>
                </c:pt>
                <c:pt idx="11">
                  <c:v>45375</c:v>
                </c:pt>
                <c:pt idx="12">
                  <c:v>45382</c:v>
                </c:pt>
                <c:pt idx="13">
                  <c:v>45389</c:v>
                </c:pt>
                <c:pt idx="14">
                  <c:v>45396</c:v>
                </c:pt>
                <c:pt idx="15">
                  <c:v>45403</c:v>
                </c:pt>
                <c:pt idx="16">
                  <c:v>45410</c:v>
                </c:pt>
                <c:pt idx="17">
                  <c:v>45417</c:v>
                </c:pt>
                <c:pt idx="18">
                  <c:v>45424</c:v>
                </c:pt>
                <c:pt idx="19">
                  <c:v>45431</c:v>
                </c:pt>
                <c:pt idx="20">
                  <c:v>45438</c:v>
                </c:pt>
                <c:pt idx="21">
                  <c:v>45445</c:v>
                </c:pt>
                <c:pt idx="22">
                  <c:v>45452</c:v>
                </c:pt>
                <c:pt idx="23">
                  <c:v>45459</c:v>
                </c:pt>
                <c:pt idx="24">
                  <c:v>45466</c:v>
                </c:pt>
                <c:pt idx="25">
                  <c:v>45473</c:v>
                </c:pt>
                <c:pt idx="26">
                  <c:v>45480</c:v>
                </c:pt>
                <c:pt idx="27">
                  <c:v>45487</c:v>
                </c:pt>
                <c:pt idx="28">
                  <c:v>45494</c:v>
                </c:pt>
                <c:pt idx="29">
                  <c:v>45501</c:v>
                </c:pt>
                <c:pt idx="30">
                  <c:v>45508</c:v>
                </c:pt>
                <c:pt idx="31">
                  <c:v>45515</c:v>
                </c:pt>
                <c:pt idx="32">
                  <c:v>45522</c:v>
                </c:pt>
                <c:pt idx="33">
                  <c:v>45529</c:v>
                </c:pt>
                <c:pt idx="34">
                  <c:v>45536</c:v>
                </c:pt>
                <c:pt idx="35">
                  <c:v>45543</c:v>
                </c:pt>
                <c:pt idx="36">
                  <c:v>45550</c:v>
                </c:pt>
                <c:pt idx="37">
                  <c:v>45557</c:v>
                </c:pt>
                <c:pt idx="38">
                  <c:v>45564</c:v>
                </c:pt>
                <c:pt idx="39">
                  <c:v>45571</c:v>
                </c:pt>
                <c:pt idx="40">
                  <c:v>45578</c:v>
                </c:pt>
                <c:pt idx="41">
                  <c:v>45585</c:v>
                </c:pt>
                <c:pt idx="42">
                  <c:v>45592</c:v>
                </c:pt>
                <c:pt idx="43">
                  <c:v>45599</c:v>
                </c:pt>
                <c:pt idx="44">
                  <c:v>45606</c:v>
                </c:pt>
                <c:pt idx="45">
                  <c:v>45613</c:v>
                </c:pt>
                <c:pt idx="46">
                  <c:v>45620</c:v>
                </c:pt>
                <c:pt idx="47">
                  <c:v>45627</c:v>
                </c:pt>
                <c:pt idx="48">
                  <c:v>45634</c:v>
                </c:pt>
                <c:pt idx="49">
                  <c:v>45641</c:v>
                </c:pt>
                <c:pt idx="50">
                  <c:v>45648</c:v>
                </c:pt>
                <c:pt idx="51">
                  <c:v>45655</c:v>
                </c:pt>
                <c:pt idx="52">
                  <c:v>45662</c:v>
                </c:pt>
                <c:pt idx="53">
                  <c:v>45669</c:v>
                </c:pt>
                <c:pt idx="54">
                  <c:v>45676</c:v>
                </c:pt>
                <c:pt idx="55">
                  <c:v>45683</c:v>
                </c:pt>
                <c:pt idx="56">
                  <c:v>45690</c:v>
                </c:pt>
                <c:pt idx="57">
                  <c:v>45697</c:v>
                </c:pt>
                <c:pt idx="58">
                  <c:v>45704</c:v>
                </c:pt>
                <c:pt idx="59">
                  <c:v>45711</c:v>
                </c:pt>
                <c:pt idx="60">
                  <c:v>45718</c:v>
                </c:pt>
                <c:pt idx="61">
                  <c:v>45725</c:v>
                </c:pt>
                <c:pt idx="62">
                  <c:v>45732</c:v>
                </c:pt>
                <c:pt idx="63">
                  <c:v>45739</c:v>
                </c:pt>
                <c:pt idx="64">
                  <c:v>45746</c:v>
                </c:pt>
                <c:pt idx="65">
                  <c:v>45753</c:v>
                </c:pt>
                <c:pt idx="66">
                  <c:v>45760</c:v>
                </c:pt>
                <c:pt idx="67">
                  <c:v>45767</c:v>
                </c:pt>
                <c:pt idx="68">
                  <c:v>45774</c:v>
                </c:pt>
                <c:pt idx="69">
                  <c:v>45781</c:v>
                </c:pt>
                <c:pt idx="70">
                  <c:v>45788</c:v>
                </c:pt>
                <c:pt idx="71">
                  <c:v>45795</c:v>
                </c:pt>
                <c:pt idx="72">
                  <c:v>45802</c:v>
                </c:pt>
                <c:pt idx="73">
                  <c:v>45809</c:v>
                </c:pt>
                <c:pt idx="74">
                  <c:v>45816</c:v>
                </c:pt>
                <c:pt idx="75">
                  <c:v>45823</c:v>
                </c:pt>
                <c:pt idx="76">
                  <c:v>45830</c:v>
                </c:pt>
                <c:pt idx="77">
                  <c:v>45837</c:v>
                </c:pt>
                <c:pt idx="78">
                  <c:v>45844</c:v>
                </c:pt>
                <c:pt idx="79">
                  <c:v>45851</c:v>
                </c:pt>
                <c:pt idx="80">
                  <c:v>45858</c:v>
                </c:pt>
                <c:pt idx="81">
                  <c:v>45865</c:v>
                </c:pt>
                <c:pt idx="82">
                  <c:v>45872</c:v>
                </c:pt>
                <c:pt idx="83">
                  <c:v>45879</c:v>
                </c:pt>
                <c:pt idx="84">
                  <c:v>45886</c:v>
                </c:pt>
                <c:pt idx="85">
                  <c:v>45893</c:v>
                </c:pt>
                <c:pt idx="86">
                  <c:v>45900</c:v>
                </c:pt>
                <c:pt idx="87">
                  <c:v>45907</c:v>
                </c:pt>
                <c:pt idx="88">
                  <c:v>45914</c:v>
                </c:pt>
                <c:pt idx="89">
                  <c:v>45921</c:v>
                </c:pt>
                <c:pt idx="90">
                  <c:v>45928</c:v>
                </c:pt>
                <c:pt idx="91">
                  <c:v>45935</c:v>
                </c:pt>
                <c:pt idx="92">
                  <c:v>45942</c:v>
                </c:pt>
                <c:pt idx="93">
                  <c:v>45949</c:v>
                </c:pt>
                <c:pt idx="94">
                  <c:v>45956</c:v>
                </c:pt>
                <c:pt idx="95">
                  <c:v>45963</c:v>
                </c:pt>
                <c:pt idx="96">
                  <c:v>45970</c:v>
                </c:pt>
                <c:pt idx="97">
                  <c:v>45977</c:v>
                </c:pt>
                <c:pt idx="98">
                  <c:v>45984</c:v>
                </c:pt>
                <c:pt idx="99">
                  <c:v>45991</c:v>
                </c:pt>
                <c:pt idx="100">
                  <c:v>45998</c:v>
                </c:pt>
                <c:pt idx="101">
                  <c:v>46005</c:v>
                </c:pt>
                <c:pt idx="102">
                  <c:v>46012</c:v>
                </c:pt>
                <c:pt idx="103">
                  <c:v>46019</c:v>
                </c:pt>
                <c:pt idx="104">
                  <c:v>46026</c:v>
                </c:pt>
                <c:pt idx="105">
                  <c:v>46033</c:v>
                </c:pt>
                <c:pt idx="106">
                  <c:v>46040</c:v>
                </c:pt>
                <c:pt idx="107">
                  <c:v>46047</c:v>
                </c:pt>
                <c:pt idx="108">
                  <c:v>46054</c:v>
                </c:pt>
                <c:pt idx="109">
                  <c:v>46061</c:v>
                </c:pt>
                <c:pt idx="110">
                  <c:v>46068</c:v>
                </c:pt>
                <c:pt idx="111">
                  <c:v>46075</c:v>
                </c:pt>
                <c:pt idx="112">
                  <c:v>46082</c:v>
                </c:pt>
                <c:pt idx="113">
                  <c:v>46089</c:v>
                </c:pt>
                <c:pt idx="114">
                  <c:v>46096</c:v>
                </c:pt>
                <c:pt idx="115">
                  <c:v>46103</c:v>
                </c:pt>
                <c:pt idx="116">
                  <c:v>46110</c:v>
                </c:pt>
                <c:pt idx="117">
                  <c:v>46117</c:v>
                </c:pt>
                <c:pt idx="118">
                  <c:v>46124</c:v>
                </c:pt>
                <c:pt idx="119">
                  <c:v>46131</c:v>
                </c:pt>
                <c:pt idx="120">
                  <c:v>46138</c:v>
                </c:pt>
                <c:pt idx="121">
                  <c:v>46145</c:v>
                </c:pt>
              </c:numCache>
            </c:numRef>
          </c:cat>
          <c:val>
            <c:numRef>
              <c:f>'diesel plus rin dig'!$E$3:$E$124</c:f>
              <c:numCache>
                <c:formatCode>General</c:formatCode>
                <c:ptCount val="122"/>
                <c:pt idx="0">
                  <c:v>2.6692999999999998</c:v>
                </c:pt>
                <c:pt idx="1">
                  <c:v>2.6621000000000001</c:v>
                </c:pt>
                <c:pt idx="2">
                  <c:v>2.8433999999999999</c:v>
                </c:pt>
                <c:pt idx="3">
                  <c:v>2.66</c:v>
                </c:pt>
                <c:pt idx="4">
                  <c:v>2.8713000000000002</c:v>
                </c:pt>
                <c:pt idx="5">
                  <c:v>2.8066</c:v>
                </c:pt>
                <c:pt idx="6">
                  <c:v>2.6897000000000002</c:v>
                </c:pt>
                <c:pt idx="7">
                  <c:v>2.7042000000000002</c:v>
                </c:pt>
                <c:pt idx="8">
                  <c:v>2.6408999999999998</c:v>
                </c:pt>
                <c:pt idx="9">
                  <c:v>2.7269999999999999</c:v>
                </c:pt>
                <c:pt idx="10">
                  <c:v>2.6534</c:v>
                </c:pt>
                <c:pt idx="11">
                  <c:v>2.6156000000000001</c:v>
                </c:pt>
                <c:pt idx="12">
                  <c:v>2.7730000000000001</c:v>
                </c:pt>
                <c:pt idx="13">
                  <c:v>2.6850999999999998</c:v>
                </c:pt>
                <c:pt idx="14">
                  <c:v>2.5413000000000001</c:v>
                </c:pt>
                <c:pt idx="15">
                  <c:v>2.5482</c:v>
                </c:pt>
                <c:pt idx="16">
                  <c:v>2.4434</c:v>
                </c:pt>
                <c:pt idx="17">
                  <c:v>2.4498000000000002</c:v>
                </c:pt>
                <c:pt idx="18">
                  <c:v>2.4863</c:v>
                </c:pt>
                <c:pt idx="19">
                  <c:v>2.4136000000000002</c:v>
                </c:pt>
                <c:pt idx="20">
                  <c:v>2.3635999999999999</c:v>
                </c:pt>
                <c:pt idx="21">
                  <c:v>2.3683999999999998</c:v>
                </c:pt>
                <c:pt idx="22">
                  <c:v>2.4706000000000001</c:v>
                </c:pt>
                <c:pt idx="23">
                  <c:v>2.4914999999999998</c:v>
                </c:pt>
                <c:pt idx="24">
                  <c:v>2.5169000000000001</c:v>
                </c:pt>
                <c:pt idx="25">
                  <c:v>2.6023999999999998</c:v>
                </c:pt>
                <c:pt idx="26">
                  <c:v>2.5095999999999998</c:v>
                </c:pt>
                <c:pt idx="27">
                  <c:v>2.4190999999999998</c:v>
                </c:pt>
                <c:pt idx="28">
                  <c:v>2.4197000000000002</c:v>
                </c:pt>
                <c:pt idx="29">
                  <c:v>2.3184999999999998</c:v>
                </c:pt>
                <c:pt idx="30">
                  <c:v>2.3609</c:v>
                </c:pt>
                <c:pt idx="31">
                  <c:v>2.3287</c:v>
                </c:pt>
                <c:pt idx="32">
                  <c:v>2.2997000000000001</c:v>
                </c:pt>
                <c:pt idx="33">
                  <c:v>2.2515000000000001</c:v>
                </c:pt>
                <c:pt idx="34">
                  <c:v>2.1150000000000002</c:v>
                </c:pt>
                <c:pt idx="35">
                  <c:v>2.0842999999999998</c:v>
                </c:pt>
                <c:pt idx="36">
                  <c:v>2.1615000000000002</c:v>
                </c:pt>
                <c:pt idx="37">
                  <c:v>2.1326999999999998</c:v>
                </c:pt>
                <c:pt idx="38">
                  <c:v>2.3127</c:v>
                </c:pt>
                <c:pt idx="39">
                  <c:v>2.3439000000000001</c:v>
                </c:pt>
                <c:pt idx="40">
                  <c:v>2.1522000000000001</c:v>
                </c:pt>
                <c:pt idx="41">
                  <c:v>2.2381000000000002</c:v>
                </c:pt>
                <c:pt idx="42">
                  <c:v>2.2342</c:v>
                </c:pt>
                <c:pt idx="43">
                  <c:v>2.25</c:v>
                </c:pt>
                <c:pt idx="44">
                  <c:v>2.1709000000000001</c:v>
                </c:pt>
                <c:pt idx="45">
                  <c:v>2.2749000000000001</c:v>
                </c:pt>
                <c:pt idx="46">
                  <c:v>2.1930000000000001</c:v>
                </c:pt>
                <c:pt idx="47">
                  <c:v>2.1326000000000001</c:v>
                </c:pt>
                <c:pt idx="48">
                  <c:v>2.2736000000000001</c:v>
                </c:pt>
                <c:pt idx="49">
                  <c:v>2.2364000000000002</c:v>
                </c:pt>
                <c:pt idx="50">
                  <c:v>2.2498999999999998</c:v>
                </c:pt>
                <c:pt idx="51">
                  <c:v>2.3477999999999999</c:v>
                </c:pt>
                <c:pt idx="52">
                  <c:v>2.4759000000000002</c:v>
                </c:pt>
                <c:pt idx="53">
                  <c:v>2.621</c:v>
                </c:pt>
                <c:pt idx="54">
                  <c:v>2.5162</c:v>
                </c:pt>
                <c:pt idx="55">
                  <c:v>2.4845000000000002</c:v>
                </c:pt>
                <c:pt idx="56">
                  <c:v>2.3675999999999999</c:v>
                </c:pt>
                <c:pt idx="57">
                  <c:v>2.4618000000000002</c:v>
                </c:pt>
                <c:pt idx="58">
                  <c:v>2.4323000000000001</c:v>
                </c:pt>
                <c:pt idx="59">
                  <c:v>2.3549000000000002</c:v>
                </c:pt>
                <c:pt idx="60">
                  <c:v>2.2160000000000002</c:v>
                </c:pt>
                <c:pt idx="61">
                  <c:v>2.1665999999999999</c:v>
                </c:pt>
                <c:pt idx="62">
                  <c:v>2.2496</c:v>
                </c:pt>
                <c:pt idx="63">
                  <c:v>2.2608999999999999</c:v>
                </c:pt>
                <c:pt idx="64">
                  <c:v>2.0442</c:v>
                </c:pt>
                <c:pt idx="65">
                  <c:v>2.0653000000000001</c:v>
                </c:pt>
                <c:pt idx="66">
                  <c:v>2.1522999999999999</c:v>
                </c:pt>
                <c:pt idx="67">
                  <c:v>2.1673</c:v>
                </c:pt>
                <c:pt idx="68">
                  <c:v>1.9782999999999999</c:v>
                </c:pt>
                <c:pt idx="69">
                  <c:v>2.0371999999999999</c:v>
                </c:pt>
                <c:pt idx="70">
                  <c:v>2.1406000000000001</c:v>
                </c:pt>
                <c:pt idx="71">
                  <c:v>2.1048</c:v>
                </c:pt>
                <c:pt idx="72">
                  <c:v>2.0171999999999999</c:v>
                </c:pt>
                <c:pt idx="73">
                  <c:v>2.1112000000000002</c:v>
                </c:pt>
                <c:pt idx="74">
                  <c:v>2.3586999999999998</c:v>
                </c:pt>
                <c:pt idx="75">
                  <c:v>2.5417999999999998</c:v>
                </c:pt>
                <c:pt idx="76">
                  <c:v>2.3071999999999999</c:v>
                </c:pt>
                <c:pt idx="77">
                  <c:v>2.3313000000000001</c:v>
                </c:pt>
                <c:pt idx="78">
                  <c:v>2.4474</c:v>
                </c:pt>
                <c:pt idx="79">
                  <c:v>2.4529999999999998</c:v>
                </c:pt>
                <c:pt idx="80">
                  <c:v>2.4062000000000001</c:v>
                </c:pt>
                <c:pt idx="81">
                  <c:v>2.2959000000000001</c:v>
                </c:pt>
                <c:pt idx="82">
                  <c:v>2.2793000000000001</c:v>
                </c:pt>
                <c:pt idx="83">
                  <c:v>2.2250000000000001</c:v>
                </c:pt>
                <c:pt idx="84">
                  <c:v>2.3081</c:v>
                </c:pt>
                <c:pt idx="85">
                  <c:v>2.2667000000000002</c:v>
                </c:pt>
                <c:pt idx="86">
                  <c:v>2.2869999999999999</c:v>
                </c:pt>
                <c:pt idx="87">
                  <c:v>2.29</c:v>
                </c:pt>
                <c:pt idx="88">
                  <c:v>2.2989000000000002</c:v>
                </c:pt>
                <c:pt idx="89">
                  <c:v>2.4289000000000001</c:v>
                </c:pt>
                <c:pt idx="90">
                  <c:v>2.2363</c:v>
                </c:pt>
                <c:pt idx="91">
                  <c:v>2.2044000000000001</c:v>
                </c:pt>
                <c:pt idx="92">
                  <c:v>2.1800000000000002</c:v>
                </c:pt>
                <c:pt idx="93">
                  <c:v>2.4030999999999998</c:v>
                </c:pt>
                <c:pt idx="94">
                  <c:v>2.4312</c:v>
                </c:pt>
                <c:pt idx="95">
                  <c:v>2.4300000000000002</c:v>
                </c:pt>
                <c:pt idx="96">
                  <c:v>2.5310999999999999</c:v>
                </c:pt>
                <c:pt idx="97">
                  <c:v>2.4563999999999999</c:v>
                </c:pt>
                <c:pt idx="98">
                  <c:v>2.3330000000000002</c:v>
                </c:pt>
                <c:pt idx="99">
                  <c:v>2.3628999999999998</c:v>
                </c:pt>
                <c:pt idx="100">
                  <c:v>2.198</c:v>
                </c:pt>
                <c:pt idx="101">
                  <c:v>2.1219000000000001</c:v>
                </c:pt>
                <c:pt idx="102">
                  <c:v>2.1070000000000002</c:v>
                </c:pt>
                <c:pt idx="103">
                  <c:v>2.1151</c:v>
                </c:pt>
                <c:pt idx="104">
                  <c:v>2.1349999999999998</c:v>
                </c:pt>
                <c:pt idx="105">
                  <c:v>2.2376</c:v>
                </c:pt>
                <c:pt idx="106">
                  <c:v>2.4285000000000001</c:v>
                </c:pt>
                <c:pt idx="107">
                  <c:v>2.7355999999999998</c:v>
                </c:pt>
                <c:pt idx="108">
                  <c:v>2.4133</c:v>
                </c:pt>
                <c:pt idx="109">
                  <c:v>2.3879000000000001</c:v>
                </c:pt>
                <c:pt idx="110">
                  <c:v>2.5857999999999999</c:v>
                </c:pt>
                <c:pt idx="111">
                  <c:v>2.6709000000000001</c:v>
                </c:pt>
                <c:pt idx="112">
                  <c:v>3.6223999999999998</c:v>
                </c:pt>
                <c:pt idx="113">
                  <c:v>4.0147000000000004</c:v>
                </c:pt>
                <c:pt idx="114">
                  <c:v>4.6083999999999996</c:v>
                </c:pt>
                <c:pt idx="115">
                  <c:v>4.4954999999999998</c:v>
                </c:pt>
                <c:pt idx="116">
                  <c:v>4.3611000000000004</c:v>
                </c:pt>
                <c:pt idx="117">
                  <c:v>3.7616000000000001</c:v>
                </c:pt>
                <c:pt idx="118">
                  <c:v>3.3974000000000002</c:v>
                </c:pt>
                <c:pt idx="119">
                  <c:v>3.8874</c:v>
                </c:pt>
                <c:pt idx="120">
                  <c:v>3.9464000000000001</c:v>
                </c:pt>
                <c:pt idx="121">
                  <c:v>3.8990999999999998</c:v>
                </c:pt>
              </c:numCache>
            </c:numRef>
          </c:val>
          <c:extLst>
            <c:ext xmlns:c16="http://schemas.microsoft.com/office/drawing/2014/chart" uri="{C3380CC4-5D6E-409C-BE32-E72D297353CC}">
              <c16:uniqueId val="{00000000-424C-4234-BF82-16FD383D1EA4}"/>
            </c:ext>
          </c:extLst>
        </c:ser>
        <c:ser>
          <c:idx val="1"/>
          <c:order val="1"/>
          <c:tx>
            <c:strRef>
              <c:f>'diesel plus rin dig'!$F$2</c:f>
              <c:strCache>
                <c:ptCount val="1"/>
                <c:pt idx="0">
                  <c:v>Q-RIN</c:v>
                </c:pt>
              </c:strCache>
            </c:strRef>
          </c:tx>
          <c:spPr>
            <a:solidFill>
              <a:schemeClr val="accent2"/>
            </a:solidFill>
            <a:ln>
              <a:noFill/>
            </a:ln>
            <a:effectLst/>
          </c:spPr>
          <c:cat>
            <c:numRef>
              <c:f>'diesel plus rin dig'!$D$3:$D$124</c:f>
              <c:numCache>
                <c:formatCode>m/d/yyyy</c:formatCode>
                <c:ptCount val="122"/>
                <c:pt idx="0">
                  <c:v>45298</c:v>
                </c:pt>
                <c:pt idx="1">
                  <c:v>45305</c:v>
                </c:pt>
                <c:pt idx="2">
                  <c:v>45312</c:v>
                </c:pt>
                <c:pt idx="3">
                  <c:v>45319</c:v>
                </c:pt>
                <c:pt idx="4">
                  <c:v>45326</c:v>
                </c:pt>
                <c:pt idx="5">
                  <c:v>45333</c:v>
                </c:pt>
                <c:pt idx="6">
                  <c:v>45340</c:v>
                </c:pt>
                <c:pt idx="7">
                  <c:v>45347</c:v>
                </c:pt>
                <c:pt idx="8">
                  <c:v>45354</c:v>
                </c:pt>
                <c:pt idx="9">
                  <c:v>45361</c:v>
                </c:pt>
                <c:pt idx="10">
                  <c:v>45368</c:v>
                </c:pt>
                <c:pt idx="11">
                  <c:v>45375</c:v>
                </c:pt>
                <c:pt idx="12">
                  <c:v>45382</c:v>
                </c:pt>
                <c:pt idx="13">
                  <c:v>45389</c:v>
                </c:pt>
                <c:pt idx="14">
                  <c:v>45396</c:v>
                </c:pt>
                <c:pt idx="15">
                  <c:v>45403</c:v>
                </c:pt>
                <c:pt idx="16">
                  <c:v>45410</c:v>
                </c:pt>
                <c:pt idx="17">
                  <c:v>45417</c:v>
                </c:pt>
                <c:pt idx="18">
                  <c:v>45424</c:v>
                </c:pt>
                <c:pt idx="19">
                  <c:v>45431</c:v>
                </c:pt>
                <c:pt idx="20">
                  <c:v>45438</c:v>
                </c:pt>
                <c:pt idx="21">
                  <c:v>45445</c:v>
                </c:pt>
                <c:pt idx="22">
                  <c:v>45452</c:v>
                </c:pt>
                <c:pt idx="23">
                  <c:v>45459</c:v>
                </c:pt>
                <c:pt idx="24">
                  <c:v>45466</c:v>
                </c:pt>
                <c:pt idx="25">
                  <c:v>45473</c:v>
                </c:pt>
                <c:pt idx="26">
                  <c:v>45480</c:v>
                </c:pt>
                <c:pt idx="27">
                  <c:v>45487</c:v>
                </c:pt>
                <c:pt idx="28">
                  <c:v>45494</c:v>
                </c:pt>
                <c:pt idx="29">
                  <c:v>45501</c:v>
                </c:pt>
                <c:pt idx="30">
                  <c:v>45508</c:v>
                </c:pt>
                <c:pt idx="31">
                  <c:v>45515</c:v>
                </c:pt>
                <c:pt idx="32">
                  <c:v>45522</c:v>
                </c:pt>
                <c:pt idx="33">
                  <c:v>45529</c:v>
                </c:pt>
                <c:pt idx="34">
                  <c:v>45536</c:v>
                </c:pt>
                <c:pt idx="35">
                  <c:v>45543</c:v>
                </c:pt>
                <c:pt idx="36">
                  <c:v>45550</c:v>
                </c:pt>
                <c:pt idx="37">
                  <c:v>45557</c:v>
                </c:pt>
                <c:pt idx="38">
                  <c:v>45564</c:v>
                </c:pt>
                <c:pt idx="39">
                  <c:v>45571</c:v>
                </c:pt>
                <c:pt idx="40">
                  <c:v>45578</c:v>
                </c:pt>
                <c:pt idx="41">
                  <c:v>45585</c:v>
                </c:pt>
                <c:pt idx="42">
                  <c:v>45592</c:v>
                </c:pt>
                <c:pt idx="43">
                  <c:v>45599</c:v>
                </c:pt>
                <c:pt idx="44">
                  <c:v>45606</c:v>
                </c:pt>
                <c:pt idx="45">
                  <c:v>45613</c:v>
                </c:pt>
                <c:pt idx="46">
                  <c:v>45620</c:v>
                </c:pt>
                <c:pt idx="47">
                  <c:v>45627</c:v>
                </c:pt>
                <c:pt idx="48">
                  <c:v>45634</c:v>
                </c:pt>
                <c:pt idx="49">
                  <c:v>45641</c:v>
                </c:pt>
                <c:pt idx="50">
                  <c:v>45648</c:v>
                </c:pt>
                <c:pt idx="51">
                  <c:v>45655</c:v>
                </c:pt>
                <c:pt idx="52">
                  <c:v>45662</c:v>
                </c:pt>
                <c:pt idx="53">
                  <c:v>45669</c:v>
                </c:pt>
                <c:pt idx="54">
                  <c:v>45676</c:v>
                </c:pt>
                <c:pt idx="55">
                  <c:v>45683</c:v>
                </c:pt>
                <c:pt idx="56">
                  <c:v>45690</c:v>
                </c:pt>
                <c:pt idx="57">
                  <c:v>45697</c:v>
                </c:pt>
                <c:pt idx="58">
                  <c:v>45704</c:v>
                </c:pt>
                <c:pt idx="59">
                  <c:v>45711</c:v>
                </c:pt>
                <c:pt idx="60">
                  <c:v>45718</c:v>
                </c:pt>
                <c:pt idx="61">
                  <c:v>45725</c:v>
                </c:pt>
                <c:pt idx="62">
                  <c:v>45732</c:v>
                </c:pt>
                <c:pt idx="63">
                  <c:v>45739</c:v>
                </c:pt>
                <c:pt idx="64">
                  <c:v>45746</c:v>
                </c:pt>
                <c:pt idx="65">
                  <c:v>45753</c:v>
                </c:pt>
                <c:pt idx="66">
                  <c:v>45760</c:v>
                </c:pt>
                <c:pt idx="67">
                  <c:v>45767</c:v>
                </c:pt>
                <c:pt idx="68">
                  <c:v>45774</c:v>
                </c:pt>
                <c:pt idx="69">
                  <c:v>45781</c:v>
                </c:pt>
                <c:pt idx="70">
                  <c:v>45788</c:v>
                </c:pt>
                <c:pt idx="71">
                  <c:v>45795</c:v>
                </c:pt>
                <c:pt idx="72">
                  <c:v>45802</c:v>
                </c:pt>
                <c:pt idx="73">
                  <c:v>45809</c:v>
                </c:pt>
                <c:pt idx="74">
                  <c:v>45816</c:v>
                </c:pt>
                <c:pt idx="75">
                  <c:v>45823</c:v>
                </c:pt>
                <c:pt idx="76">
                  <c:v>45830</c:v>
                </c:pt>
                <c:pt idx="77">
                  <c:v>45837</c:v>
                </c:pt>
                <c:pt idx="78">
                  <c:v>45844</c:v>
                </c:pt>
                <c:pt idx="79">
                  <c:v>45851</c:v>
                </c:pt>
                <c:pt idx="80">
                  <c:v>45858</c:v>
                </c:pt>
                <c:pt idx="81">
                  <c:v>45865</c:v>
                </c:pt>
                <c:pt idx="82">
                  <c:v>45872</c:v>
                </c:pt>
                <c:pt idx="83">
                  <c:v>45879</c:v>
                </c:pt>
                <c:pt idx="84">
                  <c:v>45886</c:v>
                </c:pt>
                <c:pt idx="85">
                  <c:v>45893</c:v>
                </c:pt>
                <c:pt idx="86">
                  <c:v>45900</c:v>
                </c:pt>
                <c:pt idx="87">
                  <c:v>45907</c:v>
                </c:pt>
                <c:pt idx="88">
                  <c:v>45914</c:v>
                </c:pt>
                <c:pt idx="89">
                  <c:v>45921</c:v>
                </c:pt>
                <c:pt idx="90">
                  <c:v>45928</c:v>
                </c:pt>
                <c:pt idx="91">
                  <c:v>45935</c:v>
                </c:pt>
                <c:pt idx="92">
                  <c:v>45942</c:v>
                </c:pt>
                <c:pt idx="93">
                  <c:v>45949</c:v>
                </c:pt>
                <c:pt idx="94">
                  <c:v>45956</c:v>
                </c:pt>
                <c:pt idx="95">
                  <c:v>45963</c:v>
                </c:pt>
                <c:pt idx="96">
                  <c:v>45970</c:v>
                </c:pt>
                <c:pt idx="97">
                  <c:v>45977</c:v>
                </c:pt>
                <c:pt idx="98">
                  <c:v>45984</c:v>
                </c:pt>
                <c:pt idx="99">
                  <c:v>45991</c:v>
                </c:pt>
                <c:pt idx="100">
                  <c:v>45998</c:v>
                </c:pt>
                <c:pt idx="101">
                  <c:v>46005</c:v>
                </c:pt>
                <c:pt idx="102">
                  <c:v>46012</c:v>
                </c:pt>
                <c:pt idx="103">
                  <c:v>46019</c:v>
                </c:pt>
                <c:pt idx="104">
                  <c:v>46026</c:v>
                </c:pt>
                <c:pt idx="105">
                  <c:v>46033</c:v>
                </c:pt>
                <c:pt idx="106">
                  <c:v>46040</c:v>
                </c:pt>
                <c:pt idx="107">
                  <c:v>46047</c:v>
                </c:pt>
                <c:pt idx="108">
                  <c:v>46054</c:v>
                </c:pt>
                <c:pt idx="109">
                  <c:v>46061</c:v>
                </c:pt>
                <c:pt idx="110">
                  <c:v>46068</c:v>
                </c:pt>
                <c:pt idx="111">
                  <c:v>46075</c:v>
                </c:pt>
                <c:pt idx="112">
                  <c:v>46082</c:v>
                </c:pt>
                <c:pt idx="113">
                  <c:v>46089</c:v>
                </c:pt>
                <c:pt idx="114">
                  <c:v>46096</c:v>
                </c:pt>
                <c:pt idx="115">
                  <c:v>46103</c:v>
                </c:pt>
                <c:pt idx="116">
                  <c:v>46110</c:v>
                </c:pt>
                <c:pt idx="117">
                  <c:v>46117</c:v>
                </c:pt>
                <c:pt idx="118">
                  <c:v>46124</c:v>
                </c:pt>
                <c:pt idx="119">
                  <c:v>46131</c:v>
                </c:pt>
                <c:pt idx="120">
                  <c:v>46138</c:v>
                </c:pt>
                <c:pt idx="121">
                  <c:v>46145</c:v>
                </c:pt>
              </c:numCache>
            </c:numRef>
          </c:cat>
          <c:val>
            <c:numRef>
              <c:f>'diesel plus rin dig'!$F$3:$F$124</c:f>
              <c:numCache>
                <c:formatCode>"$"#,##0.00_);[Red]\("$"#,##0.00\)</c:formatCode>
                <c:ptCount val="122"/>
                <c:pt idx="0">
                  <c:v>1.31</c:v>
                </c:pt>
                <c:pt idx="1">
                  <c:v>1.3649999999999998</c:v>
                </c:pt>
                <c:pt idx="2">
                  <c:v>1.4624999999999999</c:v>
                </c:pt>
                <c:pt idx="3">
                  <c:v>1.4775</c:v>
                </c:pt>
                <c:pt idx="4">
                  <c:v>1.355</c:v>
                </c:pt>
                <c:pt idx="5">
                  <c:v>1.08</c:v>
                </c:pt>
                <c:pt idx="6">
                  <c:v>1.3425</c:v>
                </c:pt>
                <c:pt idx="7">
                  <c:v>1.3275000000000001</c:v>
                </c:pt>
                <c:pt idx="8">
                  <c:v>0.93500000000000005</c:v>
                </c:pt>
                <c:pt idx="9">
                  <c:v>1.0575000000000001</c:v>
                </c:pt>
                <c:pt idx="10">
                  <c:v>0.89000000000000012</c:v>
                </c:pt>
                <c:pt idx="11">
                  <c:v>1.08</c:v>
                </c:pt>
                <c:pt idx="12">
                  <c:v>1.0649999999999999</c:v>
                </c:pt>
                <c:pt idx="13">
                  <c:v>1.0349999999999999</c:v>
                </c:pt>
                <c:pt idx="14">
                  <c:v>1.6875</c:v>
                </c:pt>
                <c:pt idx="15">
                  <c:v>0.89999999999999991</c:v>
                </c:pt>
                <c:pt idx="16">
                  <c:v>0.92249999999999999</c:v>
                </c:pt>
                <c:pt idx="17">
                  <c:v>0.72750000000000004</c:v>
                </c:pt>
                <c:pt idx="18">
                  <c:v>1.5525000000000002</c:v>
                </c:pt>
                <c:pt idx="19">
                  <c:v>0.84749999999999992</c:v>
                </c:pt>
                <c:pt idx="20">
                  <c:v>0.89249999999999996</c:v>
                </c:pt>
                <c:pt idx="21">
                  <c:v>0.83249999999999991</c:v>
                </c:pt>
                <c:pt idx="22">
                  <c:v>0.76500000000000001</c:v>
                </c:pt>
                <c:pt idx="23">
                  <c:v>1.1400000000000001</c:v>
                </c:pt>
                <c:pt idx="24">
                  <c:v>0.91500000000000004</c:v>
                </c:pt>
                <c:pt idx="25">
                  <c:v>0.96</c:v>
                </c:pt>
                <c:pt idx="26">
                  <c:v>0.98999999999999988</c:v>
                </c:pt>
                <c:pt idx="27">
                  <c:v>0.82500000000000007</c:v>
                </c:pt>
                <c:pt idx="28">
                  <c:v>0.9375</c:v>
                </c:pt>
                <c:pt idx="29">
                  <c:v>2.34</c:v>
                </c:pt>
                <c:pt idx="30">
                  <c:v>0.97500000000000009</c:v>
                </c:pt>
                <c:pt idx="31">
                  <c:v>1.0499999999999998</c:v>
                </c:pt>
                <c:pt idx="32">
                  <c:v>0.82500000000000007</c:v>
                </c:pt>
                <c:pt idx="33">
                  <c:v>0.88500000000000001</c:v>
                </c:pt>
                <c:pt idx="34">
                  <c:v>0.88500000000000001</c:v>
                </c:pt>
                <c:pt idx="35">
                  <c:v>0.86999999999999988</c:v>
                </c:pt>
                <c:pt idx="36">
                  <c:v>0.84000000000000008</c:v>
                </c:pt>
                <c:pt idx="37">
                  <c:v>0.85499999999999998</c:v>
                </c:pt>
                <c:pt idx="38">
                  <c:v>0.95250000000000001</c:v>
                </c:pt>
                <c:pt idx="39">
                  <c:v>1.0049999999999999</c:v>
                </c:pt>
                <c:pt idx="40">
                  <c:v>0.94500000000000006</c:v>
                </c:pt>
                <c:pt idx="41">
                  <c:v>0.94500000000000006</c:v>
                </c:pt>
                <c:pt idx="42">
                  <c:v>0.91500000000000004</c:v>
                </c:pt>
                <c:pt idx="43">
                  <c:v>1.0499999999999998</c:v>
                </c:pt>
                <c:pt idx="44">
                  <c:v>1.095</c:v>
                </c:pt>
                <c:pt idx="45">
                  <c:v>0.88500000000000001</c:v>
                </c:pt>
                <c:pt idx="46">
                  <c:v>0.89999999999999991</c:v>
                </c:pt>
                <c:pt idx="47">
                  <c:v>0.90749999999999997</c:v>
                </c:pt>
                <c:pt idx="48">
                  <c:v>0.99</c:v>
                </c:pt>
                <c:pt idx="49">
                  <c:v>0.99</c:v>
                </c:pt>
                <c:pt idx="50">
                  <c:v>1.0349999999999999</c:v>
                </c:pt>
                <c:pt idx="51">
                  <c:v>0.90749999999999997</c:v>
                </c:pt>
                <c:pt idx="52">
                  <c:v>0.94500000000000006</c:v>
                </c:pt>
                <c:pt idx="53">
                  <c:v>0.97500000000000009</c:v>
                </c:pt>
                <c:pt idx="54">
                  <c:v>0.98</c:v>
                </c:pt>
                <c:pt idx="55">
                  <c:v>1.0349999999999999</c:v>
                </c:pt>
                <c:pt idx="56">
                  <c:v>1.0649999999999999</c:v>
                </c:pt>
                <c:pt idx="57">
                  <c:v>1.0349999999999999</c:v>
                </c:pt>
                <c:pt idx="58">
                  <c:v>1.2750000000000001</c:v>
                </c:pt>
                <c:pt idx="59">
                  <c:v>1.0449999999999999</c:v>
                </c:pt>
                <c:pt idx="60">
                  <c:v>1.1200000000000001</c:v>
                </c:pt>
                <c:pt idx="61">
                  <c:v>1.125</c:v>
                </c:pt>
                <c:pt idx="62">
                  <c:v>1.17</c:v>
                </c:pt>
                <c:pt idx="63">
                  <c:v>0.99750000000000005</c:v>
                </c:pt>
                <c:pt idx="64">
                  <c:v>1.2374999999999998</c:v>
                </c:pt>
                <c:pt idx="65">
                  <c:v>1.365</c:v>
                </c:pt>
                <c:pt idx="66">
                  <c:v>1.2374999999999998</c:v>
                </c:pt>
                <c:pt idx="67">
                  <c:v>1.0349999999999999</c:v>
                </c:pt>
                <c:pt idx="68">
                  <c:v>1.29</c:v>
                </c:pt>
                <c:pt idx="69">
                  <c:v>1.53</c:v>
                </c:pt>
                <c:pt idx="70">
                  <c:v>1.5500000000000003</c:v>
                </c:pt>
                <c:pt idx="71">
                  <c:v>1.45</c:v>
                </c:pt>
                <c:pt idx="72">
                  <c:v>1.56</c:v>
                </c:pt>
                <c:pt idx="73">
                  <c:v>1.3125</c:v>
                </c:pt>
                <c:pt idx="74">
                  <c:v>1.4925000000000002</c:v>
                </c:pt>
                <c:pt idx="75">
                  <c:v>1.5974999999999999</c:v>
                </c:pt>
                <c:pt idx="76">
                  <c:v>1.3275000000000001</c:v>
                </c:pt>
                <c:pt idx="77">
                  <c:v>1.4025000000000001</c:v>
                </c:pt>
                <c:pt idx="78">
                  <c:v>1.5750000000000002</c:v>
                </c:pt>
                <c:pt idx="79">
                  <c:v>1.605</c:v>
                </c:pt>
                <c:pt idx="80">
                  <c:v>1.59</c:v>
                </c:pt>
                <c:pt idx="81">
                  <c:v>1.6125000000000003</c:v>
                </c:pt>
                <c:pt idx="82">
                  <c:v>1.7249999999999999</c:v>
                </c:pt>
                <c:pt idx="83">
                  <c:v>1.5</c:v>
                </c:pt>
                <c:pt idx="84">
                  <c:v>1.62</c:v>
                </c:pt>
                <c:pt idx="85">
                  <c:v>1.6649999999999998</c:v>
                </c:pt>
                <c:pt idx="86">
                  <c:v>1.6425000000000001</c:v>
                </c:pt>
                <c:pt idx="87">
                  <c:v>1.5674999999999999</c:v>
                </c:pt>
                <c:pt idx="88">
                  <c:v>1.5649999999999999</c:v>
                </c:pt>
                <c:pt idx="89">
                  <c:v>1.47</c:v>
                </c:pt>
                <c:pt idx="90">
                  <c:v>1.4350000000000001</c:v>
                </c:pt>
                <c:pt idx="91">
                  <c:v>1.5049999999999999</c:v>
                </c:pt>
                <c:pt idx="92">
                  <c:v>1.58</c:v>
                </c:pt>
                <c:pt idx="93">
                  <c:v>1.395</c:v>
                </c:pt>
                <c:pt idx="94">
                  <c:v>1.425</c:v>
                </c:pt>
                <c:pt idx="95">
                  <c:v>1.5075000000000003</c:v>
                </c:pt>
                <c:pt idx="96">
                  <c:v>1.4775</c:v>
                </c:pt>
                <c:pt idx="97">
                  <c:v>1.53</c:v>
                </c:pt>
                <c:pt idx="98">
                  <c:v>1.5825000000000002</c:v>
                </c:pt>
                <c:pt idx="99">
                  <c:v>1.5525000000000002</c:v>
                </c:pt>
                <c:pt idx="100">
                  <c:v>1.59</c:v>
                </c:pt>
                <c:pt idx="101">
                  <c:v>1.5150000000000001</c:v>
                </c:pt>
                <c:pt idx="102">
                  <c:v>1.5225000000000002</c:v>
                </c:pt>
                <c:pt idx="103">
                  <c:v>1.5750000000000002</c:v>
                </c:pt>
                <c:pt idx="104">
                  <c:v>1.5525000000000002</c:v>
                </c:pt>
                <c:pt idx="105">
                  <c:v>1.6274999999999999</c:v>
                </c:pt>
                <c:pt idx="106">
                  <c:v>1.6549999999999998</c:v>
                </c:pt>
                <c:pt idx="107">
                  <c:v>1.7249999999999999</c:v>
                </c:pt>
                <c:pt idx="108">
                  <c:v>1.8149999999999999</c:v>
                </c:pt>
                <c:pt idx="109">
                  <c:v>1.8650000000000002</c:v>
                </c:pt>
                <c:pt idx="110">
                  <c:v>1.9499999999999997</c:v>
                </c:pt>
                <c:pt idx="111">
                  <c:v>1.7400000000000002</c:v>
                </c:pt>
                <c:pt idx="112">
                  <c:v>1.835</c:v>
                </c:pt>
                <c:pt idx="113">
                  <c:v>1.905</c:v>
                </c:pt>
                <c:pt idx="114">
                  <c:v>2.0699999999999998</c:v>
                </c:pt>
                <c:pt idx="115">
                  <c:v>1.9124999999999999</c:v>
                </c:pt>
                <c:pt idx="116">
                  <c:v>1.73</c:v>
                </c:pt>
                <c:pt idx="117">
                  <c:v>1.76</c:v>
                </c:pt>
                <c:pt idx="118">
                  <c:v>1.8</c:v>
                </c:pt>
                <c:pt idx="119">
                  <c:v>1.85</c:v>
                </c:pt>
                <c:pt idx="120">
                  <c:v>1.89</c:v>
                </c:pt>
                <c:pt idx="121">
                  <c:v>2.0299999999999998</c:v>
                </c:pt>
              </c:numCache>
            </c:numRef>
          </c:val>
          <c:extLst>
            <c:ext xmlns:c16="http://schemas.microsoft.com/office/drawing/2014/chart" uri="{C3380CC4-5D6E-409C-BE32-E72D297353CC}">
              <c16:uniqueId val="{00000001-424C-4234-BF82-16FD383D1EA4}"/>
            </c:ext>
          </c:extLst>
        </c:ser>
        <c:ser>
          <c:idx val="3"/>
          <c:order val="2"/>
          <c:tx>
            <c:strRef>
              <c:f>'diesel plus rin dig'!$G$2</c:f>
              <c:strCache>
                <c:ptCount val="1"/>
                <c:pt idx="0">
                  <c:v>Tax credit</c:v>
                </c:pt>
              </c:strCache>
            </c:strRef>
          </c:tx>
          <c:spPr>
            <a:solidFill>
              <a:schemeClr val="accent4"/>
            </a:solidFill>
            <a:ln>
              <a:noFill/>
            </a:ln>
            <a:effectLst/>
          </c:spPr>
          <c:cat>
            <c:numRef>
              <c:f>'diesel plus rin dig'!$D$3:$D$124</c:f>
              <c:numCache>
                <c:formatCode>m/d/yyyy</c:formatCode>
                <c:ptCount val="122"/>
                <c:pt idx="0">
                  <c:v>45298</c:v>
                </c:pt>
                <c:pt idx="1">
                  <c:v>45305</c:v>
                </c:pt>
                <c:pt idx="2">
                  <c:v>45312</c:v>
                </c:pt>
                <c:pt idx="3">
                  <c:v>45319</c:v>
                </c:pt>
                <c:pt idx="4">
                  <c:v>45326</c:v>
                </c:pt>
                <c:pt idx="5">
                  <c:v>45333</c:v>
                </c:pt>
                <c:pt idx="6">
                  <c:v>45340</c:v>
                </c:pt>
                <c:pt idx="7">
                  <c:v>45347</c:v>
                </c:pt>
                <c:pt idx="8">
                  <c:v>45354</c:v>
                </c:pt>
                <c:pt idx="9">
                  <c:v>45361</c:v>
                </c:pt>
                <c:pt idx="10">
                  <c:v>45368</c:v>
                </c:pt>
                <c:pt idx="11">
                  <c:v>45375</c:v>
                </c:pt>
                <c:pt idx="12">
                  <c:v>45382</c:v>
                </c:pt>
                <c:pt idx="13">
                  <c:v>45389</c:v>
                </c:pt>
                <c:pt idx="14">
                  <c:v>45396</c:v>
                </c:pt>
                <c:pt idx="15">
                  <c:v>45403</c:v>
                </c:pt>
                <c:pt idx="16">
                  <c:v>45410</c:v>
                </c:pt>
                <c:pt idx="17">
                  <c:v>45417</c:v>
                </c:pt>
                <c:pt idx="18">
                  <c:v>45424</c:v>
                </c:pt>
                <c:pt idx="19">
                  <c:v>45431</c:v>
                </c:pt>
                <c:pt idx="20">
                  <c:v>45438</c:v>
                </c:pt>
                <c:pt idx="21">
                  <c:v>45445</c:v>
                </c:pt>
                <c:pt idx="22">
                  <c:v>45452</c:v>
                </c:pt>
                <c:pt idx="23">
                  <c:v>45459</c:v>
                </c:pt>
                <c:pt idx="24">
                  <c:v>45466</c:v>
                </c:pt>
                <c:pt idx="25">
                  <c:v>45473</c:v>
                </c:pt>
                <c:pt idx="26">
                  <c:v>45480</c:v>
                </c:pt>
                <c:pt idx="27">
                  <c:v>45487</c:v>
                </c:pt>
                <c:pt idx="28">
                  <c:v>45494</c:v>
                </c:pt>
                <c:pt idx="29">
                  <c:v>45501</c:v>
                </c:pt>
                <c:pt idx="30">
                  <c:v>45508</c:v>
                </c:pt>
                <c:pt idx="31">
                  <c:v>45515</c:v>
                </c:pt>
                <c:pt idx="32">
                  <c:v>45522</c:v>
                </c:pt>
                <c:pt idx="33">
                  <c:v>45529</c:v>
                </c:pt>
                <c:pt idx="34">
                  <c:v>45536</c:v>
                </c:pt>
                <c:pt idx="35">
                  <c:v>45543</c:v>
                </c:pt>
                <c:pt idx="36">
                  <c:v>45550</c:v>
                </c:pt>
                <c:pt idx="37">
                  <c:v>45557</c:v>
                </c:pt>
                <c:pt idx="38">
                  <c:v>45564</c:v>
                </c:pt>
                <c:pt idx="39">
                  <c:v>45571</c:v>
                </c:pt>
                <c:pt idx="40">
                  <c:v>45578</c:v>
                </c:pt>
                <c:pt idx="41">
                  <c:v>45585</c:v>
                </c:pt>
                <c:pt idx="42">
                  <c:v>45592</c:v>
                </c:pt>
                <c:pt idx="43">
                  <c:v>45599</c:v>
                </c:pt>
                <c:pt idx="44">
                  <c:v>45606</c:v>
                </c:pt>
                <c:pt idx="45">
                  <c:v>45613</c:v>
                </c:pt>
                <c:pt idx="46">
                  <c:v>45620</c:v>
                </c:pt>
                <c:pt idx="47">
                  <c:v>45627</c:v>
                </c:pt>
                <c:pt idx="48">
                  <c:v>45634</c:v>
                </c:pt>
                <c:pt idx="49">
                  <c:v>45641</c:v>
                </c:pt>
                <c:pt idx="50">
                  <c:v>45648</c:v>
                </c:pt>
                <c:pt idx="51">
                  <c:v>45655</c:v>
                </c:pt>
                <c:pt idx="52">
                  <c:v>45662</c:v>
                </c:pt>
                <c:pt idx="53">
                  <c:v>45669</c:v>
                </c:pt>
                <c:pt idx="54">
                  <c:v>45676</c:v>
                </c:pt>
                <c:pt idx="55">
                  <c:v>45683</c:v>
                </c:pt>
                <c:pt idx="56">
                  <c:v>45690</c:v>
                </c:pt>
                <c:pt idx="57">
                  <c:v>45697</c:v>
                </c:pt>
                <c:pt idx="58">
                  <c:v>45704</c:v>
                </c:pt>
                <c:pt idx="59">
                  <c:v>45711</c:v>
                </c:pt>
                <c:pt idx="60">
                  <c:v>45718</c:v>
                </c:pt>
                <c:pt idx="61">
                  <c:v>45725</c:v>
                </c:pt>
                <c:pt idx="62">
                  <c:v>45732</c:v>
                </c:pt>
                <c:pt idx="63">
                  <c:v>45739</c:v>
                </c:pt>
                <c:pt idx="64">
                  <c:v>45746</c:v>
                </c:pt>
                <c:pt idx="65">
                  <c:v>45753</c:v>
                </c:pt>
                <c:pt idx="66">
                  <c:v>45760</c:v>
                </c:pt>
                <c:pt idx="67">
                  <c:v>45767</c:v>
                </c:pt>
                <c:pt idx="68">
                  <c:v>45774</c:v>
                </c:pt>
                <c:pt idx="69">
                  <c:v>45781</c:v>
                </c:pt>
                <c:pt idx="70">
                  <c:v>45788</c:v>
                </c:pt>
                <c:pt idx="71">
                  <c:v>45795</c:v>
                </c:pt>
                <c:pt idx="72">
                  <c:v>45802</c:v>
                </c:pt>
                <c:pt idx="73">
                  <c:v>45809</c:v>
                </c:pt>
                <c:pt idx="74">
                  <c:v>45816</c:v>
                </c:pt>
                <c:pt idx="75">
                  <c:v>45823</c:v>
                </c:pt>
                <c:pt idx="76">
                  <c:v>45830</c:v>
                </c:pt>
                <c:pt idx="77">
                  <c:v>45837</c:v>
                </c:pt>
                <c:pt idx="78">
                  <c:v>45844</c:v>
                </c:pt>
                <c:pt idx="79">
                  <c:v>45851</c:v>
                </c:pt>
                <c:pt idx="80">
                  <c:v>45858</c:v>
                </c:pt>
                <c:pt idx="81">
                  <c:v>45865</c:v>
                </c:pt>
                <c:pt idx="82">
                  <c:v>45872</c:v>
                </c:pt>
                <c:pt idx="83">
                  <c:v>45879</c:v>
                </c:pt>
                <c:pt idx="84">
                  <c:v>45886</c:v>
                </c:pt>
                <c:pt idx="85">
                  <c:v>45893</c:v>
                </c:pt>
                <c:pt idx="86">
                  <c:v>45900</c:v>
                </c:pt>
                <c:pt idx="87">
                  <c:v>45907</c:v>
                </c:pt>
                <c:pt idx="88">
                  <c:v>45914</c:v>
                </c:pt>
                <c:pt idx="89">
                  <c:v>45921</c:v>
                </c:pt>
                <c:pt idx="90">
                  <c:v>45928</c:v>
                </c:pt>
                <c:pt idx="91">
                  <c:v>45935</c:v>
                </c:pt>
                <c:pt idx="92">
                  <c:v>45942</c:v>
                </c:pt>
                <c:pt idx="93">
                  <c:v>45949</c:v>
                </c:pt>
                <c:pt idx="94">
                  <c:v>45956</c:v>
                </c:pt>
                <c:pt idx="95">
                  <c:v>45963</c:v>
                </c:pt>
                <c:pt idx="96">
                  <c:v>45970</c:v>
                </c:pt>
                <c:pt idx="97">
                  <c:v>45977</c:v>
                </c:pt>
                <c:pt idx="98">
                  <c:v>45984</c:v>
                </c:pt>
                <c:pt idx="99">
                  <c:v>45991</c:v>
                </c:pt>
                <c:pt idx="100">
                  <c:v>45998</c:v>
                </c:pt>
                <c:pt idx="101">
                  <c:v>46005</c:v>
                </c:pt>
                <c:pt idx="102">
                  <c:v>46012</c:v>
                </c:pt>
                <c:pt idx="103">
                  <c:v>46019</c:v>
                </c:pt>
                <c:pt idx="104">
                  <c:v>46026</c:v>
                </c:pt>
                <c:pt idx="105">
                  <c:v>46033</c:v>
                </c:pt>
                <c:pt idx="106">
                  <c:v>46040</c:v>
                </c:pt>
                <c:pt idx="107">
                  <c:v>46047</c:v>
                </c:pt>
                <c:pt idx="108">
                  <c:v>46054</c:v>
                </c:pt>
                <c:pt idx="109">
                  <c:v>46061</c:v>
                </c:pt>
                <c:pt idx="110">
                  <c:v>46068</c:v>
                </c:pt>
                <c:pt idx="111">
                  <c:v>46075</c:v>
                </c:pt>
                <c:pt idx="112">
                  <c:v>46082</c:v>
                </c:pt>
                <c:pt idx="113">
                  <c:v>46089</c:v>
                </c:pt>
                <c:pt idx="114">
                  <c:v>46096</c:v>
                </c:pt>
                <c:pt idx="115">
                  <c:v>46103</c:v>
                </c:pt>
                <c:pt idx="116">
                  <c:v>46110</c:v>
                </c:pt>
                <c:pt idx="117">
                  <c:v>46117</c:v>
                </c:pt>
                <c:pt idx="118">
                  <c:v>46124</c:v>
                </c:pt>
                <c:pt idx="119">
                  <c:v>46131</c:v>
                </c:pt>
                <c:pt idx="120">
                  <c:v>46138</c:v>
                </c:pt>
                <c:pt idx="121">
                  <c:v>46145</c:v>
                </c:pt>
              </c:numCache>
            </c:numRef>
          </c:cat>
          <c:val>
            <c:numRef>
              <c:f>'diesel plus rin dig'!$G$3:$G$124</c:f>
              <c:numCache>
                <c:formatCode>"$"#,##0.00_);[Red]\("$"#,##0.00\)</c:formatCode>
                <c:ptCount val="122"/>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0.2</c:v>
                </c:pt>
                <c:pt idx="53">
                  <c:v>0.2</c:v>
                </c:pt>
                <c:pt idx="54">
                  <c:v>0.2</c:v>
                </c:pt>
                <c:pt idx="55">
                  <c:v>0.2</c:v>
                </c:pt>
                <c:pt idx="56">
                  <c:v>0.2</c:v>
                </c:pt>
                <c:pt idx="57">
                  <c:v>0.2</c:v>
                </c:pt>
                <c:pt idx="58">
                  <c:v>0.2</c:v>
                </c:pt>
                <c:pt idx="59">
                  <c:v>0.2</c:v>
                </c:pt>
                <c:pt idx="60">
                  <c:v>0.2</c:v>
                </c:pt>
                <c:pt idx="61">
                  <c:v>0.2</c:v>
                </c:pt>
                <c:pt idx="62">
                  <c:v>0.2</c:v>
                </c:pt>
                <c:pt idx="63">
                  <c:v>0.2</c:v>
                </c:pt>
                <c:pt idx="64">
                  <c:v>0.2</c:v>
                </c:pt>
                <c:pt idx="65">
                  <c:v>0.2</c:v>
                </c:pt>
                <c:pt idx="66">
                  <c:v>0.2</c:v>
                </c:pt>
                <c:pt idx="67">
                  <c:v>0.2</c:v>
                </c:pt>
                <c:pt idx="68">
                  <c:v>0.2</c:v>
                </c:pt>
                <c:pt idx="69">
                  <c:v>0.2</c:v>
                </c:pt>
                <c:pt idx="70">
                  <c:v>0.2</c:v>
                </c:pt>
                <c:pt idx="71">
                  <c:v>0.2</c:v>
                </c:pt>
                <c:pt idx="72">
                  <c:v>0.2</c:v>
                </c:pt>
                <c:pt idx="73">
                  <c:v>0.2</c:v>
                </c:pt>
                <c:pt idx="74">
                  <c:v>0.2</c:v>
                </c:pt>
                <c:pt idx="75">
                  <c:v>0.2</c:v>
                </c:pt>
                <c:pt idx="76">
                  <c:v>0.2</c:v>
                </c:pt>
                <c:pt idx="77">
                  <c:v>0.2</c:v>
                </c:pt>
                <c:pt idx="78">
                  <c:v>0.2</c:v>
                </c:pt>
                <c:pt idx="79">
                  <c:v>0.2</c:v>
                </c:pt>
                <c:pt idx="80">
                  <c:v>0.2</c:v>
                </c:pt>
                <c:pt idx="81">
                  <c:v>0.2</c:v>
                </c:pt>
                <c:pt idx="82">
                  <c:v>0.2</c:v>
                </c:pt>
                <c:pt idx="83">
                  <c:v>0.2</c:v>
                </c:pt>
                <c:pt idx="84">
                  <c:v>0.2</c:v>
                </c:pt>
                <c:pt idx="85">
                  <c:v>0.2</c:v>
                </c:pt>
                <c:pt idx="86">
                  <c:v>0.2</c:v>
                </c:pt>
                <c:pt idx="87">
                  <c:v>0.2</c:v>
                </c:pt>
                <c:pt idx="88">
                  <c:v>0.2</c:v>
                </c:pt>
                <c:pt idx="89">
                  <c:v>0.2</c:v>
                </c:pt>
                <c:pt idx="90">
                  <c:v>0.2</c:v>
                </c:pt>
                <c:pt idx="91">
                  <c:v>0.2</c:v>
                </c:pt>
                <c:pt idx="92">
                  <c:v>0.2</c:v>
                </c:pt>
                <c:pt idx="93">
                  <c:v>0.2</c:v>
                </c:pt>
                <c:pt idx="94">
                  <c:v>0.2</c:v>
                </c:pt>
                <c:pt idx="95">
                  <c:v>0.2</c:v>
                </c:pt>
                <c:pt idx="96">
                  <c:v>0.2</c:v>
                </c:pt>
                <c:pt idx="97">
                  <c:v>0.2</c:v>
                </c:pt>
                <c:pt idx="98">
                  <c:v>0.2</c:v>
                </c:pt>
                <c:pt idx="99">
                  <c:v>0.2</c:v>
                </c:pt>
                <c:pt idx="100">
                  <c:v>0.2</c:v>
                </c:pt>
                <c:pt idx="101">
                  <c:v>0.2</c:v>
                </c:pt>
                <c:pt idx="102">
                  <c:v>0.2</c:v>
                </c:pt>
                <c:pt idx="103">
                  <c:v>0.2</c:v>
                </c:pt>
                <c:pt idx="104">
                  <c:v>0.58660000000000001</c:v>
                </c:pt>
                <c:pt idx="105">
                  <c:v>0.58660000000000001</c:v>
                </c:pt>
                <c:pt idx="106">
                  <c:v>0.58660000000000001</c:v>
                </c:pt>
                <c:pt idx="107">
                  <c:v>0.58660000000000001</c:v>
                </c:pt>
                <c:pt idx="108">
                  <c:v>0.58660000000000001</c:v>
                </c:pt>
                <c:pt idx="109">
                  <c:v>0.58660000000000001</c:v>
                </c:pt>
                <c:pt idx="110">
                  <c:v>0.58660000000000001</c:v>
                </c:pt>
                <c:pt idx="111">
                  <c:v>0.58660000000000001</c:v>
                </c:pt>
                <c:pt idx="112">
                  <c:v>0.58660000000000001</c:v>
                </c:pt>
                <c:pt idx="113">
                  <c:v>0.58660000000000001</c:v>
                </c:pt>
                <c:pt idx="114">
                  <c:v>0.58660000000000001</c:v>
                </c:pt>
                <c:pt idx="115">
                  <c:v>0.58660000000000001</c:v>
                </c:pt>
                <c:pt idx="116">
                  <c:v>0.58660000000000001</c:v>
                </c:pt>
                <c:pt idx="117">
                  <c:v>0.58660000000000001</c:v>
                </c:pt>
                <c:pt idx="118">
                  <c:v>0.58660000000000001</c:v>
                </c:pt>
                <c:pt idx="119">
                  <c:v>0.58660000000000001</c:v>
                </c:pt>
                <c:pt idx="120">
                  <c:v>0.58660000000000001</c:v>
                </c:pt>
                <c:pt idx="121">
                  <c:v>0.58660000000000001</c:v>
                </c:pt>
              </c:numCache>
            </c:numRef>
          </c:val>
          <c:extLst>
            <c:ext xmlns:c16="http://schemas.microsoft.com/office/drawing/2014/chart" uri="{C3380CC4-5D6E-409C-BE32-E72D297353CC}">
              <c16:uniqueId val="{00000002-424C-4234-BF82-16FD383D1EA4}"/>
            </c:ext>
          </c:extLst>
        </c:ser>
        <c:ser>
          <c:idx val="4"/>
          <c:order val="4"/>
          <c:tx>
            <c:strRef>
              <c:f>'diesel plus rin dig'!$H$2</c:f>
              <c:strCache>
                <c:ptCount val="1"/>
                <c:pt idx="0">
                  <c:v>LCFS</c:v>
                </c:pt>
              </c:strCache>
            </c:strRef>
          </c:tx>
          <c:spPr>
            <a:pattFill prst="wdUpDiag">
              <a:fgClr>
                <a:schemeClr val="accent1"/>
              </a:fgClr>
              <a:bgClr>
                <a:schemeClr val="bg1"/>
              </a:bgClr>
            </a:pattFill>
            <a:ln>
              <a:noFill/>
            </a:ln>
            <a:effectLst/>
          </c:spPr>
          <c:cat>
            <c:numRef>
              <c:f>'diesel plus rin dig'!$D$3:$D$124</c:f>
              <c:numCache>
                <c:formatCode>m/d/yyyy</c:formatCode>
                <c:ptCount val="122"/>
                <c:pt idx="0">
                  <c:v>45298</c:v>
                </c:pt>
                <c:pt idx="1">
                  <c:v>45305</c:v>
                </c:pt>
                <c:pt idx="2">
                  <c:v>45312</c:v>
                </c:pt>
                <c:pt idx="3">
                  <c:v>45319</c:v>
                </c:pt>
                <c:pt idx="4">
                  <c:v>45326</c:v>
                </c:pt>
                <c:pt idx="5">
                  <c:v>45333</c:v>
                </c:pt>
                <c:pt idx="6">
                  <c:v>45340</c:v>
                </c:pt>
                <c:pt idx="7">
                  <c:v>45347</c:v>
                </c:pt>
                <c:pt idx="8">
                  <c:v>45354</c:v>
                </c:pt>
                <c:pt idx="9">
                  <c:v>45361</c:v>
                </c:pt>
                <c:pt idx="10">
                  <c:v>45368</c:v>
                </c:pt>
                <c:pt idx="11">
                  <c:v>45375</c:v>
                </c:pt>
                <c:pt idx="12">
                  <c:v>45382</c:v>
                </c:pt>
                <c:pt idx="13">
                  <c:v>45389</c:v>
                </c:pt>
                <c:pt idx="14">
                  <c:v>45396</c:v>
                </c:pt>
                <c:pt idx="15">
                  <c:v>45403</c:v>
                </c:pt>
                <c:pt idx="16">
                  <c:v>45410</c:v>
                </c:pt>
                <c:pt idx="17">
                  <c:v>45417</c:v>
                </c:pt>
                <c:pt idx="18">
                  <c:v>45424</c:v>
                </c:pt>
                <c:pt idx="19">
                  <c:v>45431</c:v>
                </c:pt>
                <c:pt idx="20">
                  <c:v>45438</c:v>
                </c:pt>
                <c:pt idx="21">
                  <c:v>45445</c:v>
                </c:pt>
                <c:pt idx="22">
                  <c:v>45452</c:v>
                </c:pt>
                <c:pt idx="23">
                  <c:v>45459</c:v>
                </c:pt>
                <c:pt idx="24">
                  <c:v>45466</c:v>
                </c:pt>
                <c:pt idx="25">
                  <c:v>45473</c:v>
                </c:pt>
                <c:pt idx="26">
                  <c:v>45480</c:v>
                </c:pt>
                <c:pt idx="27">
                  <c:v>45487</c:v>
                </c:pt>
                <c:pt idx="28">
                  <c:v>45494</c:v>
                </c:pt>
                <c:pt idx="29">
                  <c:v>45501</c:v>
                </c:pt>
                <c:pt idx="30">
                  <c:v>45508</c:v>
                </c:pt>
                <c:pt idx="31">
                  <c:v>45515</c:v>
                </c:pt>
                <c:pt idx="32">
                  <c:v>45522</c:v>
                </c:pt>
                <c:pt idx="33">
                  <c:v>45529</c:v>
                </c:pt>
                <c:pt idx="34">
                  <c:v>45536</c:v>
                </c:pt>
                <c:pt idx="35">
                  <c:v>45543</c:v>
                </c:pt>
                <c:pt idx="36">
                  <c:v>45550</c:v>
                </c:pt>
                <c:pt idx="37">
                  <c:v>45557</c:v>
                </c:pt>
                <c:pt idx="38">
                  <c:v>45564</c:v>
                </c:pt>
                <c:pt idx="39">
                  <c:v>45571</c:v>
                </c:pt>
                <c:pt idx="40">
                  <c:v>45578</c:v>
                </c:pt>
                <c:pt idx="41">
                  <c:v>45585</c:v>
                </c:pt>
                <c:pt idx="42">
                  <c:v>45592</c:v>
                </c:pt>
                <c:pt idx="43">
                  <c:v>45599</c:v>
                </c:pt>
                <c:pt idx="44">
                  <c:v>45606</c:v>
                </c:pt>
                <c:pt idx="45">
                  <c:v>45613</c:v>
                </c:pt>
                <c:pt idx="46">
                  <c:v>45620</c:v>
                </c:pt>
                <c:pt idx="47">
                  <c:v>45627</c:v>
                </c:pt>
                <c:pt idx="48">
                  <c:v>45634</c:v>
                </c:pt>
                <c:pt idx="49">
                  <c:v>45641</c:v>
                </c:pt>
                <c:pt idx="50">
                  <c:v>45648</c:v>
                </c:pt>
                <c:pt idx="51">
                  <c:v>45655</c:v>
                </c:pt>
                <c:pt idx="52">
                  <c:v>45662</c:v>
                </c:pt>
                <c:pt idx="53">
                  <c:v>45669</c:v>
                </c:pt>
                <c:pt idx="54">
                  <c:v>45676</c:v>
                </c:pt>
                <c:pt idx="55">
                  <c:v>45683</c:v>
                </c:pt>
                <c:pt idx="56">
                  <c:v>45690</c:v>
                </c:pt>
                <c:pt idx="57">
                  <c:v>45697</c:v>
                </c:pt>
                <c:pt idx="58">
                  <c:v>45704</c:v>
                </c:pt>
                <c:pt idx="59">
                  <c:v>45711</c:v>
                </c:pt>
                <c:pt idx="60">
                  <c:v>45718</c:v>
                </c:pt>
                <c:pt idx="61">
                  <c:v>45725</c:v>
                </c:pt>
                <c:pt idx="62">
                  <c:v>45732</c:v>
                </c:pt>
                <c:pt idx="63">
                  <c:v>45739</c:v>
                </c:pt>
                <c:pt idx="64">
                  <c:v>45746</c:v>
                </c:pt>
                <c:pt idx="65">
                  <c:v>45753</c:v>
                </c:pt>
                <c:pt idx="66">
                  <c:v>45760</c:v>
                </c:pt>
                <c:pt idx="67">
                  <c:v>45767</c:v>
                </c:pt>
                <c:pt idx="68">
                  <c:v>45774</c:v>
                </c:pt>
                <c:pt idx="69">
                  <c:v>45781</c:v>
                </c:pt>
                <c:pt idx="70">
                  <c:v>45788</c:v>
                </c:pt>
                <c:pt idx="71">
                  <c:v>45795</c:v>
                </c:pt>
                <c:pt idx="72">
                  <c:v>45802</c:v>
                </c:pt>
                <c:pt idx="73">
                  <c:v>45809</c:v>
                </c:pt>
                <c:pt idx="74">
                  <c:v>45816</c:v>
                </c:pt>
                <c:pt idx="75">
                  <c:v>45823</c:v>
                </c:pt>
                <c:pt idx="76">
                  <c:v>45830</c:v>
                </c:pt>
                <c:pt idx="77">
                  <c:v>45837</c:v>
                </c:pt>
                <c:pt idx="78">
                  <c:v>45844</c:v>
                </c:pt>
                <c:pt idx="79">
                  <c:v>45851</c:v>
                </c:pt>
                <c:pt idx="80">
                  <c:v>45858</c:v>
                </c:pt>
                <c:pt idx="81">
                  <c:v>45865</c:v>
                </c:pt>
                <c:pt idx="82">
                  <c:v>45872</c:v>
                </c:pt>
                <c:pt idx="83">
                  <c:v>45879</c:v>
                </c:pt>
                <c:pt idx="84">
                  <c:v>45886</c:v>
                </c:pt>
                <c:pt idx="85">
                  <c:v>45893</c:v>
                </c:pt>
                <c:pt idx="86">
                  <c:v>45900</c:v>
                </c:pt>
                <c:pt idx="87">
                  <c:v>45907</c:v>
                </c:pt>
                <c:pt idx="88">
                  <c:v>45914</c:v>
                </c:pt>
                <c:pt idx="89">
                  <c:v>45921</c:v>
                </c:pt>
                <c:pt idx="90">
                  <c:v>45928</c:v>
                </c:pt>
                <c:pt idx="91">
                  <c:v>45935</c:v>
                </c:pt>
                <c:pt idx="92">
                  <c:v>45942</c:v>
                </c:pt>
                <c:pt idx="93">
                  <c:v>45949</c:v>
                </c:pt>
                <c:pt idx="94">
                  <c:v>45956</c:v>
                </c:pt>
                <c:pt idx="95">
                  <c:v>45963</c:v>
                </c:pt>
                <c:pt idx="96">
                  <c:v>45970</c:v>
                </c:pt>
                <c:pt idx="97">
                  <c:v>45977</c:v>
                </c:pt>
                <c:pt idx="98">
                  <c:v>45984</c:v>
                </c:pt>
                <c:pt idx="99">
                  <c:v>45991</c:v>
                </c:pt>
                <c:pt idx="100">
                  <c:v>45998</c:v>
                </c:pt>
                <c:pt idx="101">
                  <c:v>46005</c:v>
                </c:pt>
                <c:pt idx="102">
                  <c:v>46012</c:v>
                </c:pt>
                <c:pt idx="103">
                  <c:v>46019</c:v>
                </c:pt>
                <c:pt idx="104">
                  <c:v>46026</c:v>
                </c:pt>
                <c:pt idx="105">
                  <c:v>46033</c:v>
                </c:pt>
                <c:pt idx="106">
                  <c:v>46040</c:v>
                </c:pt>
                <c:pt idx="107">
                  <c:v>46047</c:v>
                </c:pt>
                <c:pt idx="108">
                  <c:v>46054</c:v>
                </c:pt>
                <c:pt idx="109">
                  <c:v>46061</c:v>
                </c:pt>
                <c:pt idx="110">
                  <c:v>46068</c:v>
                </c:pt>
                <c:pt idx="111">
                  <c:v>46075</c:v>
                </c:pt>
                <c:pt idx="112">
                  <c:v>46082</c:v>
                </c:pt>
                <c:pt idx="113">
                  <c:v>46089</c:v>
                </c:pt>
                <c:pt idx="114">
                  <c:v>46096</c:v>
                </c:pt>
                <c:pt idx="115">
                  <c:v>46103</c:v>
                </c:pt>
                <c:pt idx="116">
                  <c:v>46110</c:v>
                </c:pt>
                <c:pt idx="117">
                  <c:v>46117</c:v>
                </c:pt>
                <c:pt idx="118">
                  <c:v>46124</c:v>
                </c:pt>
                <c:pt idx="119">
                  <c:v>46131</c:v>
                </c:pt>
                <c:pt idx="120">
                  <c:v>46138</c:v>
                </c:pt>
                <c:pt idx="121">
                  <c:v>46145</c:v>
                </c:pt>
              </c:numCache>
            </c:numRef>
          </c:cat>
          <c:val>
            <c:numRef>
              <c:f>'diesel plus rin dig'!$H$3:$H$124</c:f>
              <c:numCache>
                <c:formatCode>"$"#,##0.00_);[Red]\("$"#,##0.00\)</c:formatCode>
                <c:ptCount val="122"/>
                <c:pt idx="0">
                  <c:v>0.52688809170000006</c:v>
                </c:pt>
                <c:pt idx="1">
                  <c:v>0.52688809170000006</c:v>
                </c:pt>
                <c:pt idx="2">
                  <c:v>0.52688809170000006</c:v>
                </c:pt>
                <c:pt idx="3">
                  <c:v>0.52688809170000006</c:v>
                </c:pt>
                <c:pt idx="4">
                  <c:v>0.47343567660000008</c:v>
                </c:pt>
                <c:pt idx="5">
                  <c:v>0.47343567660000008</c:v>
                </c:pt>
                <c:pt idx="6">
                  <c:v>0.47343567660000008</c:v>
                </c:pt>
                <c:pt idx="7">
                  <c:v>0.47343567660000008</c:v>
                </c:pt>
                <c:pt idx="8">
                  <c:v>0.50397991380000007</c:v>
                </c:pt>
                <c:pt idx="9">
                  <c:v>0.50397991380000007</c:v>
                </c:pt>
                <c:pt idx="10">
                  <c:v>0.50397991380000007</c:v>
                </c:pt>
                <c:pt idx="11">
                  <c:v>0.50397991380000007</c:v>
                </c:pt>
                <c:pt idx="12">
                  <c:v>0.50397991380000007</c:v>
                </c:pt>
                <c:pt idx="13">
                  <c:v>0.55339827860000013</c:v>
                </c:pt>
                <c:pt idx="14">
                  <c:v>0.55339827860000013</c:v>
                </c:pt>
                <c:pt idx="15">
                  <c:v>0.55339827860000013</c:v>
                </c:pt>
                <c:pt idx="16">
                  <c:v>0.55339827860000013</c:v>
                </c:pt>
                <c:pt idx="17">
                  <c:v>0.46254184480000005</c:v>
                </c:pt>
                <c:pt idx="18">
                  <c:v>0.46254184480000005</c:v>
                </c:pt>
                <c:pt idx="19">
                  <c:v>0.46254184480000005</c:v>
                </c:pt>
                <c:pt idx="20">
                  <c:v>0.46254184480000005</c:v>
                </c:pt>
                <c:pt idx="21">
                  <c:v>0.42124346580000005</c:v>
                </c:pt>
                <c:pt idx="22">
                  <c:v>0.42124346580000005</c:v>
                </c:pt>
                <c:pt idx="23">
                  <c:v>0.42124346580000005</c:v>
                </c:pt>
                <c:pt idx="24">
                  <c:v>0.42124346580000005</c:v>
                </c:pt>
                <c:pt idx="25">
                  <c:v>0.42124346580000005</c:v>
                </c:pt>
                <c:pt idx="26">
                  <c:v>0.45513461459999999</c:v>
                </c:pt>
                <c:pt idx="27">
                  <c:v>0.45513461459999999</c:v>
                </c:pt>
                <c:pt idx="28">
                  <c:v>0.45513461459999999</c:v>
                </c:pt>
                <c:pt idx="29">
                  <c:v>0.45513461459999999</c:v>
                </c:pt>
                <c:pt idx="30">
                  <c:v>0.43118016120000002</c:v>
                </c:pt>
                <c:pt idx="31">
                  <c:v>0.43118016120000002</c:v>
                </c:pt>
                <c:pt idx="32">
                  <c:v>0.43118016120000002</c:v>
                </c:pt>
                <c:pt idx="33">
                  <c:v>0.43118016120000002</c:v>
                </c:pt>
                <c:pt idx="34">
                  <c:v>0.47908906800000001</c:v>
                </c:pt>
                <c:pt idx="35">
                  <c:v>0.47908906800000001</c:v>
                </c:pt>
                <c:pt idx="36">
                  <c:v>0.47908906800000001</c:v>
                </c:pt>
                <c:pt idx="37">
                  <c:v>0.47908906800000001</c:v>
                </c:pt>
                <c:pt idx="38">
                  <c:v>0.47908906800000001</c:v>
                </c:pt>
                <c:pt idx="39">
                  <c:v>0.44723081860000002</c:v>
                </c:pt>
                <c:pt idx="40">
                  <c:v>0.44723081860000002</c:v>
                </c:pt>
                <c:pt idx="41">
                  <c:v>0.44723081860000002</c:v>
                </c:pt>
                <c:pt idx="42">
                  <c:v>0.44723081860000002</c:v>
                </c:pt>
                <c:pt idx="43">
                  <c:v>0.50493802100000007</c:v>
                </c:pt>
                <c:pt idx="44">
                  <c:v>0.50493802100000007</c:v>
                </c:pt>
                <c:pt idx="45">
                  <c:v>0.50493802100000007</c:v>
                </c:pt>
                <c:pt idx="46">
                  <c:v>0.50493802100000007</c:v>
                </c:pt>
                <c:pt idx="47">
                  <c:v>0.50493802100000007</c:v>
                </c:pt>
                <c:pt idx="48">
                  <c:v>0.50493802100000007</c:v>
                </c:pt>
                <c:pt idx="49">
                  <c:v>0.50493802100000007</c:v>
                </c:pt>
                <c:pt idx="50">
                  <c:v>0.50493802100000007</c:v>
                </c:pt>
                <c:pt idx="51">
                  <c:v>0.50493802100000007</c:v>
                </c:pt>
                <c:pt idx="52">
                  <c:v>0.47511165099999991</c:v>
                </c:pt>
                <c:pt idx="53">
                  <c:v>0.47511165099999991</c:v>
                </c:pt>
                <c:pt idx="54">
                  <c:v>0.47511165099999991</c:v>
                </c:pt>
                <c:pt idx="55">
                  <c:v>0.47511165099999991</c:v>
                </c:pt>
                <c:pt idx="56">
                  <c:v>0.47511165099999991</c:v>
                </c:pt>
                <c:pt idx="57">
                  <c:v>0.47511165099999991</c:v>
                </c:pt>
                <c:pt idx="58">
                  <c:v>0.47511165099999991</c:v>
                </c:pt>
                <c:pt idx="59">
                  <c:v>0.47511165099999991</c:v>
                </c:pt>
                <c:pt idx="60">
                  <c:v>0.41402586729999991</c:v>
                </c:pt>
                <c:pt idx="61">
                  <c:v>0.41402586729999991</c:v>
                </c:pt>
                <c:pt idx="62">
                  <c:v>0.41402586729999991</c:v>
                </c:pt>
                <c:pt idx="63">
                  <c:v>0.41402586729999991</c:v>
                </c:pt>
                <c:pt idx="64">
                  <c:v>0.41402586729999991</c:v>
                </c:pt>
                <c:pt idx="65">
                  <c:v>0.45645941119999994</c:v>
                </c:pt>
                <c:pt idx="66">
                  <c:v>0.45645941119999994</c:v>
                </c:pt>
                <c:pt idx="67">
                  <c:v>0.45645941119999994</c:v>
                </c:pt>
                <c:pt idx="68">
                  <c:v>0.45645941119999994</c:v>
                </c:pt>
                <c:pt idx="69">
                  <c:v>0.41366634139999997</c:v>
                </c:pt>
                <c:pt idx="70">
                  <c:v>0.41366634139999997</c:v>
                </c:pt>
                <c:pt idx="71">
                  <c:v>0.41366634139999997</c:v>
                </c:pt>
                <c:pt idx="72">
                  <c:v>0.41366634139999997</c:v>
                </c:pt>
                <c:pt idx="73">
                  <c:v>0.34947673669999996</c:v>
                </c:pt>
                <c:pt idx="74">
                  <c:v>0.34947673669999996</c:v>
                </c:pt>
                <c:pt idx="75">
                  <c:v>0.34947673669999996</c:v>
                </c:pt>
                <c:pt idx="76">
                  <c:v>0.34947673669999996</c:v>
                </c:pt>
                <c:pt idx="77">
                  <c:v>0.34947673669999996</c:v>
                </c:pt>
                <c:pt idx="78">
                  <c:v>0.37509028039999992</c:v>
                </c:pt>
                <c:pt idx="79">
                  <c:v>0.37509028039999992</c:v>
                </c:pt>
                <c:pt idx="80">
                  <c:v>0.37509028039999992</c:v>
                </c:pt>
                <c:pt idx="81">
                  <c:v>0.37509028039999992</c:v>
                </c:pt>
                <c:pt idx="82">
                  <c:v>0.37509028039999992</c:v>
                </c:pt>
                <c:pt idx="83">
                  <c:v>0.37509028039999992</c:v>
                </c:pt>
                <c:pt idx="84">
                  <c:v>0.37509028039999992</c:v>
                </c:pt>
                <c:pt idx="85">
                  <c:v>0.37509028039999992</c:v>
                </c:pt>
                <c:pt idx="86">
                  <c:v>0.37509028039999992</c:v>
                </c:pt>
                <c:pt idx="87">
                  <c:v>0.36862320659999992</c:v>
                </c:pt>
                <c:pt idx="88">
                  <c:v>0.36862320659999992</c:v>
                </c:pt>
                <c:pt idx="89">
                  <c:v>0.36862320659999992</c:v>
                </c:pt>
                <c:pt idx="90">
                  <c:v>0.36862320659999992</c:v>
                </c:pt>
                <c:pt idx="91">
                  <c:v>0.37509028039999992</c:v>
                </c:pt>
                <c:pt idx="92">
                  <c:v>0.37509028039999992</c:v>
                </c:pt>
                <c:pt idx="93">
                  <c:v>0.37509028039999992</c:v>
                </c:pt>
                <c:pt idx="94">
                  <c:v>0.37509028039999992</c:v>
                </c:pt>
                <c:pt idx="95">
                  <c:v>0.36215613279999992</c:v>
                </c:pt>
                <c:pt idx="96">
                  <c:v>0.36215613279999992</c:v>
                </c:pt>
                <c:pt idx="97">
                  <c:v>0.36215613279999992</c:v>
                </c:pt>
                <c:pt idx="98">
                  <c:v>0.36215613279999992</c:v>
                </c:pt>
                <c:pt idx="99">
                  <c:v>0.36215613279999992</c:v>
                </c:pt>
                <c:pt idx="100">
                  <c:v>0.35568905899999992</c:v>
                </c:pt>
                <c:pt idx="101">
                  <c:v>0.35568905899999992</c:v>
                </c:pt>
                <c:pt idx="102">
                  <c:v>0.35568905899999992</c:v>
                </c:pt>
                <c:pt idx="103">
                  <c:v>0.35568905899999992</c:v>
                </c:pt>
                <c:pt idx="104">
                  <c:v>0.37785849599999999</c:v>
                </c:pt>
                <c:pt idx="105">
                  <c:v>0.37785849599999999</c:v>
                </c:pt>
                <c:pt idx="106">
                  <c:v>0.37785849599999999</c:v>
                </c:pt>
                <c:pt idx="107">
                  <c:v>0.37785849599999999</c:v>
                </c:pt>
                <c:pt idx="108">
                  <c:v>0.42194198719999998</c:v>
                </c:pt>
                <c:pt idx="109">
                  <c:v>0.42194198719999998</c:v>
                </c:pt>
                <c:pt idx="110">
                  <c:v>0.42194198719999998</c:v>
                </c:pt>
                <c:pt idx="111">
                  <c:v>0.42194198719999998</c:v>
                </c:pt>
                <c:pt idx="112">
                  <c:v>0.41564434559999996</c:v>
                </c:pt>
                <c:pt idx="113">
                  <c:v>0.41564434559999996</c:v>
                </c:pt>
                <c:pt idx="114">
                  <c:v>0.41564434559999996</c:v>
                </c:pt>
                <c:pt idx="115">
                  <c:v>0.41564434559999996</c:v>
                </c:pt>
                <c:pt idx="116">
                  <c:v>0.41564434559999996</c:v>
                </c:pt>
                <c:pt idx="117">
                  <c:v>0.41564434559999996</c:v>
                </c:pt>
                <c:pt idx="118">
                  <c:v>0.41564434559999996</c:v>
                </c:pt>
                <c:pt idx="119">
                  <c:v>0.41564434559999996</c:v>
                </c:pt>
                <c:pt idx="120">
                  <c:v>0.41564434559999996</c:v>
                </c:pt>
                <c:pt idx="121">
                  <c:v>0.41564434559999996</c:v>
                </c:pt>
              </c:numCache>
            </c:numRef>
          </c:val>
          <c:extLst>
            <c:ext xmlns:c16="http://schemas.microsoft.com/office/drawing/2014/chart" uri="{C3380CC4-5D6E-409C-BE32-E72D297353CC}">
              <c16:uniqueId val="{00000003-424C-4234-BF82-16FD383D1EA4}"/>
            </c:ext>
          </c:extLst>
        </c:ser>
        <c:dLbls>
          <c:showLegendKey val="0"/>
          <c:showVal val="0"/>
          <c:showCatName val="0"/>
          <c:showSerName val="0"/>
          <c:showPercent val="0"/>
          <c:showBubbleSize val="0"/>
        </c:dLbls>
        <c:axId val="2070365711"/>
        <c:axId val="2070366671"/>
      </c:areaChart>
      <c:lineChart>
        <c:grouping val="standard"/>
        <c:varyColors val="0"/>
        <c:ser>
          <c:idx val="2"/>
          <c:order val="3"/>
          <c:tx>
            <c:strRef>
              <c:f>'diesel plus rin dig'!$I$2</c:f>
              <c:strCache>
                <c:ptCount val="1"/>
                <c:pt idx="0">
                  <c:v>Biodiesel var. cost</c:v>
                </c:pt>
              </c:strCache>
            </c:strRef>
          </c:tx>
          <c:spPr>
            <a:ln w="28575" cap="rnd">
              <a:solidFill>
                <a:schemeClr val="accent3"/>
              </a:solidFill>
              <a:round/>
            </a:ln>
            <a:effectLst/>
          </c:spPr>
          <c:marker>
            <c:symbol val="none"/>
          </c:marker>
          <c:cat>
            <c:numRef>
              <c:f>'diesel plus rin dig'!$D$3:$D$124</c:f>
              <c:numCache>
                <c:formatCode>m/d/yyyy</c:formatCode>
                <c:ptCount val="122"/>
                <c:pt idx="0">
                  <c:v>45298</c:v>
                </c:pt>
                <c:pt idx="1">
                  <c:v>45305</c:v>
                </c:pt>
                <c:pt idx="2">
                  <c:v>45312</c:v>
                </c:pt>
                <c:pt idx="3">
                  <c:v>45319</c:v>
                </c:pt>
                <c:pt idx="4">
                  <c:v>45326</c:v>
                </c:pt>
                <c:pt idx="5">
                  <c:v>45333</c:v>
                </c:pt>
                <c:pt idx="6">
                  <c:v>45340</c:v>
                </c:pt>
                <c:pt idx="7">
                  <c:v>45347</c:v>
                </c:pt>
                <c:pt idx="8">
                  <c:v>45354</c:v>
                </c:pt>
                <c:pt idx="9">
                  <c:v>45361</c:v>
                </c:pt>
                <c:pt idx="10">
                  <c:v>45368</c:v>
                </c:pt>
                <c:pt idx="11">
                  <c:v>45375</c:v>
                </c:pt>
                <c:pt idx="12">
                  <c:v>45382</c:v>
                </c:pt>
                <c:pt idx="13">
                  <c:v>45389</c:v>
                </c:pt>
                <c:pt idx="14">
                  <c:v>45396</c:v>
                </c:pt>
                <c:pt idx="15">
                  <c:v>45403</c:v>
                </c:pt>
                <c:pt idx="16">
                  <c:v>45410</c:v>
                </c:pt>
                <c:pt idx="17">
                  <c:v>45417</c:v>
                </c:pt>
                <c:pt idx="18">
                  <c:v>45424</c:v>
                </c:pt>
                <c:pt idx="19">
                  <c:v>45431</c:v>
                </c:pt>
                <c:pt idx="20">
                  <c:v>45438</c:v>
                </c:pt>
                <c:pt idx="21">
                  <c:v>45445</c:v>
                </c:pt>
                <c:pt idx="22">
                  <c:v>45452</c:v>
                </c:pt>
                <c:pt idx="23">
                  <c:v>45459</c:v>
                </c:pt>
                <c:pt idx="24">
                  <c:v>45466</c:v>
                </c:pt>
                <c:pt idx="25">
                  <c:v>45473</c:v>
                </c:pt>
                <c:pt idx="26">
                  <c:v>45480</c:v>
                </c:pt>
                <c:pt idx="27">
                  <c:v>45487</c:v>
                </c:pt>
                <c:pt idx="28">
                  <c:v>45494</c:v>
                </c:pt>
                <c:pt idx="29">
                  <c:v>45501</c:v>
                </c:pt>
                <c:pt idx="30">
                  <c:v>45508</c:v>
                </c:pt>
                <c:pt idx="31">
                  <c:v>45515</c:v>
                </c:pt>
                <c:pt idx="32">
                  <c:v>45522</c:v>
                </c:pt>
                <c:pt idx="33">
                  <c:v>45529</c:v>
                </c:pt>
                <c:pt idx="34">
                  <c:v>45536</c:v>
                </c:pt>
                <c:pt idx="35">
                  <c:v>45543</c:v>
                </c:pt>
                <c:pt idx="36">
                  <c:v>45550</c:v>
                </c:pt>
                <c:pt idx="37">
                  <c:v>45557</c:v>
                </c:pt>
                <c:pt idx="38">
                  <c:v>45564</c:v>
                </c:pt>
                <c:pt idx="39">
                  <c:v>45571</c:v>
                </c:pt>
                <c:pt idx="40">
                  <c:v>45578</c:v>
                </c:pt>
                <c:pt idx="41">
                  <c:v>45585</c:v>
                </c:pt>
                <c:pt idx="42">
                  <c:v>45592</c:v>
                </c:pt>
                <c:pt idx="43">
                  <c:v>45599</c:v>
                </c:pt>
                <c:pt idx="44">
                  <c:v>45606</c:v>
                </c:pt>
                <c:pt idx="45">
                  <c:v>45613</c:v>
                </c:pt>
                <c:pt idx="46">
                  <c:v>45620</c:v>
                </c:pt>
                <c:pt idx="47">
                  <c:v>45627</c:v>
                </c:pt>
                <c:pt idx="48">
                  <c:v>45634</c:v>
                </c:pt>
                <c:pt idx="49">
                  <c:v>45641</c:v>
                </c:pt>
                <c:pt idx="50">
                  <c:v>45648</c:v>
                </c:pt>
                <c:pt idx="51">
                  <c:v>45655</c:v>
                </c:pt>
                <c:pt idx="52">
                  <c:v>45662</c:v>
                </c:pt>
                <c:pt idx="53">
                  <c:v>45669</c:v>
                </c:pt>
                <c:pt idx="54">
                  <c:v>45676</c:v>
                </c:pt>
                <c:pt idx="55">
                  <c:v>45683</c:v>
                </c:pt>
                <c:pt idx="56">
                  <c:v>45690</c:v>
                </c:pt>
                <c:pt idx="57">
                  <c:v>45697</c:v>
                </c:pt>
                <c:pt idx="58">
                  <c:v>45704</c:v>
                </c:pt>
                <c:pt idx="59">
                  <c:v>45711</c:v>
                </c:pt>
                <c:pt idx="60">
                  <c:v>45718</c:v>
                </c:pt>
                <c:pt idx="61">
                  <c:v>45725</c:v>
                </c:pt>
                <c:pt idx="62">
                  <c:v>45732</c:v>
                </c:pt>
                <c:pt idx="63">
                  <c:v>45739</c:v>
                </c:pt>
                <c:pt idx="64">
                  <c:v>45746</c:v>
                </c:pt>
                <c:pt idx="65">
                  <c:v>45753</c:v>
                </c:pt>
                <c:pt idx="66">
                  <c:v>45760</c:v>
                </c:pt>
                <c:pt idx="67">
                  <c:v>45767</c:v>
                </c:pt>
                <c:pt idx="68">
                  <c:v>45774</c:v>
                </c:pt>
                <c:pt idx="69">
                  <c:v>45781</c:v>
                </c:pt>
                <c:pt idx="70">
                  <c:v>45788</c:v>
                </c:pt>
                <c:pt idx="71">
                  <c:v>45795</c:v>
                </c:pt>
                <c:pt idx="72">
                  <c:v>45802</c:v>
                </c:pt>
                <c:pt idx="73">
                  <c:v>45809</c:v>
                </c:pt>
                <c:pt idx="74">
                  <c:v>45816</c:v>
                </c:pt>
                <c:pt idx="75">
                  <c:v>45823</c:v>
                </c:pt>
                <c:pt idx="76">
                  <c:v>45830</c:v>
                </c:pt>
                <c:pt idx="77">
                  <c:v>45837</c:v>
                </c:pt>
                <c:pt idx="78">
                  <c:v>45844</c:v>
                </c:pt>
                <c:pt idx="79">
                  <c:v>45851</c:v>
                </c:pt>
                <c:pt idx="80">
                  <c:v>45858</c:v>
                </c:pt>
                <c:pt idx="81">
                  <c:v>45865</c:v>
                </c:pt>
                <c:pt idx="82">
                  <c:v>45872</c:v>
                </c:pt>
                <c:pt idx="83">
                  <c:v>45879</c:v>
                </c:pt>
                <c:pt idx="84">
                  <c:v>45886</c:v>
                </c:pt>
                <c:pt idx="85">
                  <c:v>45893</c:v>
                </c:pt>
                <c:pt idx="86">
                  <c:v>45900</c:v>
                </c:pt>
                <c:pt idx="87">
                  <c:v>45907</c:v>
                </c:pt>
                <c:pt idx="88">
                  <c:v>45914</c:v>
                </c:pt>
                <c:pt idx="89">
                  <c:v>45921</c:v>
                </c:pt>
                <c:pt idx="90">
                  <c:v>45928</c:v>
                </c:pt>
                <c:pt idx="91">
                  <c:v>45935</c:v>
                </c:pt>
                <c:pt idx="92">
                  <c:v>45942</c:v>
                </c:pt>
                <c:pt idx="93">
                  <c:v>45949</c:v>
                </c:pt>
                <c:pt idx="94">
                  <c:v>45956</c:v>
                </c:pt>
                <c:pt idx="95">
                  <c:v>45963</c:v>
                </c:pt>
                <c:pt idx="96">
                  <c:v>45970</c:v>
                </c:pt>
                <c:pt idx="97">
                  <c:v>45977</c:v>
                </c:pt>
                <c:pt idx="98">
                  <c:v>45984</c:v>
                </c:pt>
                <c:pt idx="99">
                  <c:v>45991</c:v>
                </c:pt>
                <c:pt idx="100">
                  <c:v>45998</c:v>
                </c:pt>
                <c:pt idx="101">
                  <c:v>46005</c:v>
                </c:pt>
                <c:pt idx="102">
                  <c:v>46012</c:v>
                </c:pt>
                <c:pt idx="103">
                  <c:v>46019</c:v>
                </c:pt>
                <c:pt idx="104">
                  <c:v>46026</c:v>
                </c:pt>
                <c:pt idx="105">
                  <c:v>46033</c:v>
                </c:pt>
                <c:pt idx="106">
                  <c:v>46040</c:v>
                </c:pt>
                <c:pt idx="107">
                  <c:v>46047</c:v>
                </c:pt>
                <c:pt idx="108">
                  <c:v>46054</c:v>
                </c:pt>
                <c:pt idx="109">
                  <c:v>46061</c:v>
                </c:pt>
                <c:pt idx="110">
                  <c:v>46068</c:v>
                </c:pt>
                <c:pt idx="111">
                  <c:v>46075</c:v>
                </c:pt>
                <c:pt idx="112">
                  <c:v>46082</c:v>
                </c:pt>
                <c:pt idx="113">
                  <c:v>46089</c:v>
                </c:pt>
                <c:pt idx="114">
                  <c:v>46096</c:v>
                </c:pt>
                <c:pt idx="115">
                  <c:v>46103</c:v>
                </c:pt>
                <c:pt idx="116">
                  <c:v>46110</c:v>
                </c:pt>
                <c:pt idx="117">
                  <c:v>46117</c:v>
                </c:pt>
                <c:pt idx="118">
                  <c:v>46124</c:v>
                </c:pt>
                <c:pt idx="119">
                  <c:v>46131</c:v>
                </c:pt>
                <c:pt idx="120">
                  <c:v>46138</c:v>
                </c:pt>
                <c:pt idx="121">
                  <c:v>46145</c:v>
                </c:pt>
              </c:numCache>
            </c:numRef>
          </c:cat>
          <c:val>
            <c:numRef>
              <c:f>'diesel plus rin dig'!$I$3:$I$124</c:f>
              <c:numCache>
                <c:formatCode>General</c:formatCode>
                <c:ptCount val="122"/>
                <c:pt idx="0">
                  <c:v>4.2999977999999999</c:v>
                </c:pt>
                <c:pt idx="1">
                  <c:v>4.1973978000000001</c:v>
                </c:pt>
                <c:pt idx="2">
                  <c:v>4.1787777999999998</c:v>
                </c:pt>
                <c:pt idx="3">
                  <c:v>3.9754778000000002</c:v>
                </c:pt>
                <c:pt idx="4">
                  <c:v>4.2057577999999998</c:v>
                </c:pt>
                <c:pt idx="5">
                  <c:v>4.0408378000000003</c:v>
                </c:pt>
                <c:pt idx="6">
                  <c:v>3.9215178000000002</c:v>
                </c:pt>
                <c:pt idx="7">
                  <c:v>4.0184439999999997</c:v>
                </c:pt>
                <c:pt idx="8">
                  <c:v>4.0940640000000004</c:v>
                </c:pt>
                <c:pt idx="9">
                  <c:v>4.3437239999999999</c:v>
                </c:pt>
                <c:pt idx="10">
                  <c:v>4.2084440000000001</c:v>
                </c:pt>
                <c:pt idx="11">
                  <c:v>4.1940039999999996</c:v>
                </c:pt>
                <c:pt idx="12">
                  <c:v>4.2734304999999999</c:v>
                </c:pt>
                <c:pt idx="13">
                  <c:v>4.0454305000000002</c:v>
                </c:pt>
                <c:pt idx="14">
                  <c:v>3.9306705000000002</c:v>
                </c:pt>
                <c:pt idx="15">
                  <c:v>3.9534704999999999</c:v>
                </c:pt>
                <c:pt idx="16">
                  <c:v>3.7672247000000003</c:v>
                </c:pt>
                <c:pt idx="17">
                  <c:v>3.9207447000000002</c:v>
                </c:pt>
                <c:pt idx="18">
                  <c:v>3.9838247</c:v>
                </c:pt>
                <c:pt idx="19">
                  <c:v>3.9595047000000001</c:v>
                </c:pt>
                <c:pt idx="20">
                  <c:v>4.0028246999999997</c:v>
                </c:pt>
                <c:pt idx="21">
                  <c:v>3.8650878</c:v>
                </c:pt>
                <c:pt idx="22">
                  <c:v>3.8688878</c:v>
                </c:pt>
                <c:pt idx="23">
                  <c:v>3.8886477999999998</c:v>
                </c:pt>
                <c:pt idx="24">
                  <c:v>3.8871278</c:v>
                </c:pt>
                <c:pt idx="25">
                  <c:v>3.8930309000000003</c:v>
                </c:pt>
                <c:pt idx="26">
                  <c:v>4.1005108999999997</c:v>
                </c:pt>
                <c:pt idx="27">
                  <c:v>4.0936709000000002</c:v>
                </c:pt>
                <c:pt idx="28">
                  <c:v>3.9112708999999999</c:v>
                </c:pt>
                <c:pt idx="29">
                  <c:v>3.7674867999999999</c:v>
                </c:pt>
                <c:pt idx="30">
                  <c:v>3.8225867999999998</c:v>
                </c:pt>
                <c:pt idx="31">
                  <c:v>3.6173867999999998</c:v>
                </c:pt>
                <c:pt idx="32">
                  <c:v>3.6933867999999999</c:v>
                </c:pt>
                <c:pt idx="33">
                  <c:v>3.8203068</c:v>
                </c:pt>
                <c:pt idx="34">
                  <c:v>3.7673622999999998</c:v>
                </c:pt>
                <c:pt idx="35">
                  <c:v>3.6526022999999999</c:v>
                </c:pt>
                <c:pt idx="36">
                  <c:v>3.7620422999999996</c:v>
                </c:pt>
                <c:pt idx="37">
                  <c:v>3.8312022999999997</c:v>
                </c:pt>
                <c:pt idx="38">
                  <c:v>3.9659580999999999</c:v>
                </c:pt>
                <c:pt idx="39">
                  <c:v>3.8633581000000001</c:v>
                </c:pt>
                <c:pt idx="40">
                  <c:v>3.7744381000000002</c:v>
                </c:pt>
                <c:pt idx="41">
                  <c:v>3.9066781000000002</c:v>
                </c:pt>
                <c:pt idx="42">
                  <c:v>3.9655585000000002</c:v>
                </c:pt>
                <c:pt idx="43">
                  <c:v>4.2072384999999999</c:v>
                </c:pt>
                <c:pt idx="44">
                  <c:v>3.9123584999999999</c:v>
                </c:pt>
                <c:pt idx="45">
                  <c:v>3.7025984999999997</c:v>
                </c:pt>
                <c:pt idx="46">
                  <c:v>3.7025984999999997</c:v>
                </c:pt>
                <c:pt idx="47">
                  <c:v>3.7363987999999999</c:v>
                </c:pt>
                <c:pt idx="48">
                  <c:v>3.7637588000000002</c:v>
                </c:pt>
                <c:pt idx="49">
                  <c:v>3.5349987999999999</c:v>
                </c:pt>
                <c:pt idx="50">
                  <c:v>3.5349987999999999</c:v>
                </c:pt>
                <c:pt idx="51">
                  <c:v>3.5349987999999999</c:v>
                </c:pt>
                <c:pt idx="52">
                  <c:v>3.7264861000000002</c:v>
                </c:pt>
                <c:pt idx="53">
                  <c:v>3.9370061000000001</c:v>
                </c:pt>
                <c:pt idx="54">
                  <c:v>3.9142060999999999</c:v>
                </c:pt>
                <c:pt idx="55">
                  <c:v>3.9130661</c:v>
                </c:pt>
                <c:pt idx="56">
                  <c:v>3.9472661000000002</c:v>
                </c:pt>
                <c:pt idx="57">
                  <c:v>4.0080660999999997</c:v>
                </c:pt>
                <c:pt idx="58">
                  <c:v>4.0544260999999997</c:v>
                </c:pt>
                <c:pt idx="59">
                  <c:v>3.8298461000000001</c:v>
                </c:pt>
                <c:pt idx="60">
                  <c:v>3.7766461000000002</c:v>
                </c:pt>
                <c:pt idx="61">
                  <c:v>3.6375660999999999</c:v>
                </c:pt>
                <c:pt idx="62">
                  <c:v>3.7420661000000002</c:v>
                </c:pt>
                <c:pt idx="63">
                  <c:v>3.9286460999999999</c:v>
                </c:pt>
                <c:pt idx="64">
                  <c:v>3.9769060999999999</c:v>
                </c:pt>
                <c:pt idx="65">
                  <c:v>4.0939461000000001</c:v>
                </c:pt>
                <c:pt idx="66">
                  <c:v>4.1334660999999997</c:v>
                </c:pt>
                <c:pt idx="67">
                  <c:v>4.3135861000000002</c:v>
                </c:pt>
                <c:pt idx="68">
                  <c:v>4.2930988000000001</c:v>
                </c:pt>
                <c:pt idx="69">
                  <c:v>4.2680188000000001</c:v>
                </c:pt>
                <c:pt idx="70">
                  <c:v>4.2805587999999997</c:v>
                </c:pt>
                <c:pt idx="71">
                  <c:v>4.2835988</c:v>
                </c:pt>
                <c:pt idx="72">
                  <c:v>4.2174788000000003</c:v>
                </c:pt>
                <c:pt idx="73">
                  <c:v>4.0664878</c:v>
                </c:pt>
                <c:pt idx="74">
                  <c:v>4.1394478000000001</c:v>
                </c:pt>
                <c:pt idx="75">
                  <c:v>4.6581478000000001</c:v>
                </c:pt>
                <c:pt idx="76">
                  <c:v>4.5008277999999997</c:v>
                </c:pt>
                <c:pt idx="77">
                  <c:v>4.6758309000000002</c:v>
                </c:pt>
                <c:pt idx="78">
                  <c:v>4.6758309000000002</c:v>
                </c:pt>
                <c:pt idx="79">
                  <c:v>4.7427109000000005</c:v>
                </c:pt>
                <c:pt idx="80">
                  <c:v>4.8852109000000006</c:v>
                </c:pt>
                <c:pt idx="81">
                  <c:v>4.7922878000000004</c:v>
                </c:pt>
                <c:pt idx="82">
                  <c:v>4.6285078000000004</c:v>
                </c:pt>
                <c:pt idx="83">
                  <c:v>4.5027278000000006</c:v>
                </c:pt>
                <c:pt idx="84">
                  <c:v>4.5027278000000006</c:v>
                </c:pt>
                <c:pt idx="85">
                  <c:v>4.4806878000000001</c:v>
                </c:pt>
                <c:pt idx="86">
                  <c:v>4.4472477999999995</c:v>
                </c:pt>
                <c:pt idx="87">
                  <c:v>4.3955678000000002</c:v>
                </c:pt>
                <c:pt idx="88">
                  <c:v>4.3157677999999997</c:v>
                </c:pt>
                <c:pt idx="89">
                  <c:v>4.3157677999999997</c:v>
                </c:pt>
                <c:pt idx="90">
                  <c:v>4.2982616</c:v>
                </c:pt>
                <c:pt idx="91">
                  <c:v>4.3286616000000002</c:v>
                </c:pt>
                <c:pt idx="92">
                  <c:v>4.3404416000000001</c:v>
                </c:pt>
                <c:pt idx="93">
                  <c:v>4.3423416000000001</c:v>
                </c:pt>
                <c:pt idx="94">
                  <c:v>4.2477216000000002</c:v>
                </c:pt>
                <c:pt idx="95">
                  <c:v>4.2249216000000001</c:v>
                </c:pt>
                <c:pt idx="96">
                  <c:v>4.2876215999999996</c:v>
                </c:pt>
                <c:pt idx="97">
                  <c:v>4.3187815999999994</c:v>
                </c:pt>
                <c:pt idx="98">
                  <c:v>4.3818616000000006</c:v>
                </c:pt>
                <c:pt idx="99">
                  <c:v>4.3818616000000006</c:v>
                </c:pt>
                <c:pt idx="100">
                  <c:v>4.3286616000000002</c:v>
                </c:pt>
                <c:pt idx="101">
                  <c:v>3.9129415999999999</c:v>
                </c:pt>
                <c:pt idx="102">
                  <c:v>3.9129415999999999</c:v>
                </c:pt>
                <c:pt idx="103">
                  <c:v>3.9129415999999999</c:v>
                </c:pt>
                <c:pt idx="104">
                  <c:v>4.2115364</c:v>
                </c:pt>
                <c:pt idx="105">
                  <c:v>4.5113563999999995</c:v>
                </c:pt>
                <c:pt idx="106">
                  <c:v>4.5007164</c:v>
                </c:pt>
                <c:pt idx="107">
                  <c:v>4.5197164000000001</c:v>
                </c:pt>
                <c:pt idx="108">
                  <c:v>4.6647322999999998</c:v>
                </c:pt>
                <c:pt idx="109">
                  <c:v>4.8045722999999994</c:v>
                </c:pt>
                <c:pt idx="110">
                  <c:v>4.9767123</c:v>
                </c:pt>
                <c:pt idx="111">
                  <c:v>5.1036323000000001</c:v>
                </c:pt>
                <c:pt idx="112">
                  <c:v>5.4055880999999992</c:v>
                </c:pt>
                <c:pt idx="113">
                  <c:v>5.5800081000000006</c:v>
                </c:pt>
                <c:pt idx="114">
                  <c:v>5.4405480999999991</c:v>
                </c:pt>
                <c:pt idx="115">
                  <c:v>5.7001655989110702</c:v>
                </c:pt>
                <c:pt idx="116">
                  <c:v>5.9238386842105264</c:v>
                </c:pt>
                <c:pt idx="117">
                  <c:v>5.8295986842105263</c:v>
                </c:pt>
                <c:pt idx="118">
                  <c:v>6.0085786842105167</c:v>
                </c:pt>
                <c:pt idx="119">
                  <c:v>6.2004786842105259</c:v>
                </c:pt>
                <c:pt idx="120">
                  <c:v>6.6104638112522682</c:v>
                </c:pt>
                <c:pt idx="121">
                  <c:v>6.6104638112522682</c:v>
                </c:pt>
              </c:numCache>
            </c:numRef>
          </c:val>
          <c:smooth val="0"/>
          <c:extLst>
            <c:ext xmlns:c16="http://schemas.microsoft.com/office/drawing/2014/chart" uri="{C3380CC4-5D6E-409C-BE32-E72D297353CC}">
              <c16:uniqueId val="{00000004-424C-4234-BF82-16FD383D1EA4}"/>
            </c:ext>
          </c:extLst>
        </c:ser>
        <c:dLbls>
          <c:showLegendKey val="0"/>
          <c:showVal val="0"/>
          <c:showCatName val="0"/>
          <c:showSerName val="0"/>
          <c:showPercent val="0"/>
          <c:showBubbleSize val="0"/>
        </c:dLbls>
        <c:marker val="1"/>
        <c:smooth val="0"/>
        <c:axId val="2070365711"/>
        <c:axId val="2070366671"/>
      </c:lineChart>
      <c:dateAx>
        <c:axId val="2070365711"/>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0366671"/>
        <c:crosses val="autoZero"/>
        <c:auto val="1"/>
        <c:lblOffset val="100"/>
        <c:baseTimeUnit val="days"/>
      </c:dateAx>
      <c:valAx>
        <c:axId val="20703666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$/gal</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7036571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'china soybean dig'!$B$4</c:f>
              <c:strCache>
                <c:ptCount val="1"/>
                <c:pt idx="0">
                  <c:v> MY -  Sep 2025/Aug 2026</c:v>
                </c:pt>
              </c:strCache>
            </c:strRef>
          </c:tx>
          <c:spPr>
            <a:solidFill>
              <a:schemeClr val="accent3"/>
            </a:solidFill>
            <a:ln>
              <a:noFill/>
            </a:ln>
            <a:effectLst/>
          </c:spPr>
          <c:invertIfNegative val="0"/>
          <c:cat>
            <c:numRef>
              <c:f>'china soybean dig'!$D$3:$BC$3</c:f>
              <c:numCache>
                <c:formatCode>General</c:formatCode>
                <c:ptCount val="52"/>
                <c:pt idx="0">
                  <c:v>18</c:v>
                </c:pt>
                <c:pt idx="1">
                  <c:v>18</c:v>
                </c:pt>
                <c:pt idx="2">
                  <c:v>19</c:v>
                </c:pt>
                <c:pt idx="3">
                  <c:v>19</c:v>
                </c:pt>
                <c:pt idx="4">
                  <c:v>20</c:v>
                </c:pt>
                <c:pt idx="5">
                  <c:v>20</c:v>
                </c:pt>
                <c:pt idx="6">
                  <c:v>21</c:v>
                </c:pt>
                <c:pt idx="7">
                  <c:v>22</c:v>
                </c:pt>
                <c:pt idx="8">
                  <c:v>23</c:v>
                </c:pt>
                <c:pt idx="9">
                  <c:v>24</c:v>
                </c:pt>
                <c:pt idx="10">
                  <c:v>25</c:v>
                </c:pt>
                <c:pt idx="11">
                  <c:v>26</c:v>
                </c:pt>
                <c:pt idx="12">
                  <c:v>27</c:v>
                </c:pt>
                <c:pt idx="13">
                  <c:v>28</c:v>
                </c:pt>
                <c:pt idx="14">
                  <c:v>29</c:v>
                </c:pt>
                <c:pt idx="15">
                  <c:v>30</c:v>
                </c:pt>
                <c:pt idx="16">
                  <c:v>31</c:v>
                </c:pt>
                <c:pt idx="17">
                  <c:v>32</c:v>
                </c:pt>
                <c:pt idx="18">
                  <c:v>33</c:v>
                </c:pt>
                <c:pt idx="19">
                  <c:v>34</c:v>
                </c:pt>
                <c:pt idx="20">
                  <c:v>35</c:v>
                </c:pt>
                <c:pt idx="21">
                  <c:v>36</c:v>
                </c:pt>
                <c:pt idx="22">
                  <c:v>37</c:v>
                </c:pt>
                <c:pt idx="23">
                  <c:v>38</c:v>
                </c:pt>
                <c:pt idx="24">
                  <c:v>39</c:v>
                </c:pt>
                <c:pt idx="25">
                  <c:v>40</c:v>
                </c:pt>
                <c:pt idx="26">
                  <c:v>41</c:v>
                </c:pt>
                <c:pt idx="27">
                  <c:v>42</c:v>
                </c:pt>
                <c:pt idx="28">
                  <c:v>42</c:v>
                </c:pt>
                <c:pt idx="29">
                  <c:v>43</c:v>
                </c:pt>
                <c:pt idx="30">
                  <c:v>43</c:v>
                </c:pt>
                <c:pt idx="31">
                  <c:v>44</c:v>
                </c:pt>
                <c:pt idx="32">
                  <c:v>44</c:v>
                </c:pt>
                <c:pt idx="33">
                  <c:v>45</c:v>
                </c:pt>
                <c:pt idx="34">
                  <c:v>45</c:v>
                </c:pt>
                <c:pt idx="35">
                  <c:v>46</c:v>
                </c:pt>
                <c:pt idx="36">
                  <c:v>46</c:v>
                </c:pt>
                <c:pt idx="37">
                  <c:v>47</c:v>
                </c:pt>
                <c:pt idx="38">
                  <c:v>47</c:v>
                </c:pt>
                <c:pt idx="39">
                  <c:v>48</c:v>
                </c:pt>
                <c:pt idx="40">
                  <c:v>48</c:v>
                </c:pt>
                <c:pt idx="41">
                  <c:v>49</c:v>
                </c:pt>
                <c:pt idx="42">
                  <c:v>49</c:v>
                </c:pt>
                <c:pt idx="43">
                  <c:v>50</c:v>
                </c:pt>
                <c:pt idx="44">
                  <c:v>50</c:v>
                </c:pt>
                <c:pt idx="45">
                  <c:v>51</c:v>
                </c:pt>
                <c:pt idx="46">
                  <c:v>51</c:v>
                </c:pt>
                <c:pt idx="47">
                  <c:v>52</c:v>
                </c:pt>
                <c:pt idx="48">
                  <c:v>52</c:v>
                </c:pt>
                <c:pt idx="49">
                  <c:v>53</c:v>
                </c:pt>
                <c:pt idx="50">
                  <c:v>1</c:v>
                </c:pt>
                <c:pt idx="51">
                  <c:v>2</c:v>
                </c:pt>
              </c:numCache>
            </c:numRef>
          </c:cat>
          <c:val>
            <c:numRef>
              <c:f>'china soybean dig'!$D$4:$BC$4</c:f>
              <c:numCache>
                <c:formatCode>General</c:formatCode>
                <c:ptCount val="52"/>
                <c:pt idx="0">
                  <c:v>6892519</c:v>
                </c:pt>
                <c:pt idx="1">
                  <c:v>6892519</c:v>
                </c:pt>
                <c:pt idx="2">
                  <c:v>8116647</c:v>
                </c:pt>
                <c:pt idx="3">
                  <c:v>8116647</c:v>
                </c:pt>
                <c:pt idx="4">
                  <c:v>9420132</c:v>
                </c:pt>
                <c:pt idx="5">
                  <c:v>9420132</c:v>
                </c:pt>
                <c:pt idx="6">
                  <c:v>9653592</c:v>
                </c:pt>
                <c:pt idx="7">
                  <c:v>9886612</c:v>
                </c:pt>
                <c:pt idx="8">
                  <c:v>10172727</c:v>
                </c:pt>
                <c:pt idx="9">
                  <c:v>10588234</c:v>
                </c:pt>
                <c:pt idx="10">
                  <c:v>10663765</c:v>
                </c:pt>
                <c:pt idx="11">
                  <c:v>10816852</c:v>
                </c:pt>
                <c:pt idx="12">
                  <c:v>10899938</c:v>
                </c:pt>
                <c:pt idx="13">
                  <c:v>10979805</c:v>
                </c:pt>
                <c:pt idx="14">
                  <c:v>11242779</c:v>
                </c:pt>
                <c:pt idx="15">
                  <c:v>11383802</c:v>
                </c:pt>
                <c:pt idx="16">
                  <c:v>11508494</c:v>
                </c:pt>
                <c:pt idx="17">
                  <c:v>11524313</c:v>
                </c:pt>
                <c:pt idx="18">
                  <c:v>11535474</c:v>
                </c:pt>
                <c:pt idx="19">
                  <c:v>11734687</c:v>
                </c:pt>
                <c:pt idx="20">
                  <c:v>11801586</c:v>
                </c:pt>
                <c:pt idx="21">
                  <c:v>11870227</c:v>
                </c:pt>
                <c:pt idx="22">
                  <c:v>11875265</c:v>
                </c:pt>
                <c:pt idx="23">
                  <c:v>11879577</c:v>
                </c:pt>
                <c:pt idx="24">
                  <c:v>11954350</c:v>
                </c:pt>
                <c:pt idx="25">
                  <c:v>11956436</c:v>
                </c:pt>
                <c:pt idx="26">
                  <c:v>11958696</c:v>
                </c:pt>
                <c:pt idx="27">
                  <c:v>11960205</c:v>
                </c:pt>
                <c:pt idx="28">
                  <c:v>11960205</c:v>
                </c:pt>
                <c:pt idx="29">
                  <c:v>12025594</c:v>
                </c:pt>
                <c:pt idx="30">
                  <c:v>12025594</c:v>
                </c:pt>
                <c:pt idx="31">
                  <c:v>12227711</c:v>
                </c:pt>
                <c:pt idx="32">
                  <c:v>12227711</c:v>
                </c:pt>
                <c:pt idx="33">
                  <c:v>12361581</c:v>
                </c:pt>
                <c:pt idx="34">
                  <c:v>12361581</c:v>
                </c:pt>
                <c:pt idx="35">
                  <c:v>12432209</c:v>
                </c:pt>
                <c:pt idx="36">
                  <c:v>12432209</c:v>
                </c:pt>
                <c:pt idx="37">
                  <c:v>12432209</c:v>
                </c:pt>
                <c:pt idx="38">
                  <c:v>12432209</c:v>
                </c:pt>
                <c:pt idx="39">
                  <c:v>12432209</c:v>
                </c:pt>
                <c:pt idx="40">
                  <c:v>12432209</c:v>
                </c:pt>
                <c:pt idx="41">
                  <c:v>12498145</c:v>
                </c:pt>
                <c:pt idx="42">
                  <c:v>12498145</c:v>
                </c:pt>
                <c:pt idx="43">
                  <c:v>12498145</c:v>
                </c:pt>
                <c:pt idx="44">
                  <c:v>12498145</c:v>
                </c:pt>
                <c:pt idx="45">
                  <c:v>12498145</c:v>
                </c:pt>
                <c:pt idx="46">
                  <c:v>12498145</c:v>
                </c:pt>
                <c:pt idx="47">
                  <c:v>12498145</c:v>
                </c:pt>
                <c:pt idx="48">
                  <c:v>12498145</c:v>
                </c:pt>
                <c:pt idx="49">
                  <c:v>12362145</c:v>
                </c:pt>
                <c:pt idx="50">
                  <c:v>12362145</c:v>
                </c:pt>
                <c:pt idx="51">
                  <c:v>12362145</c:v>
                </c:pt>
              </c:numCache>
            </c:numRef>
          </c:val>
          <c:extLst>
            <c:ext xmlns:c16="http://schemas.microsoft.com/office/drawing/2014/chart" uri="{C3380CC4-5D6E-409C-BE32-E72D297353CC}">
              <c16:uniqueId val="{00000000-8283-43DC-9EFF-90E0705EE313}"/>
            </c:ext>
          </c:extLst>
        </c:ser>
        <c:ser>
          <c:idx val="1"/>
          <c:order val="1"/>
          <c:tx>
            <c:strRef>
              <c:f>'china soybean dig'!$B$5</c:f>
              <c:strCache>
                <c:ptCount val="1"/>
                <c:pt idx="0">
                  <c:v> MY -  Sep 2026/Aug 2027</c:v>
                </c:pt>
              </c:strCache>
            </c:strRef>
          </c:tx>
          <c:spPr>
            <a:solidFill>
              <a:schemeClr val="accent2"/>
            </a:solidFill>
            <a:ln>
              <a:noFill/>
            </a:ln>
            <a:effectLst/>
          </c:spPr>
          <c:invertIfNegative val="0"/>
          <c:cat>
            <c:numRef>
              <c:f>'china soybean dig'!$D$3:$BC$3</c:f>
              <c:numCache>
                <c:formatCode>General</c:formatCode>
                <c:ptCount val="52"/>
                <c:pt idx="0">
                  <c:v>18</c:v>
                </c:pt>
                <c:pt idx="1">
                  <c:v>18</c:v>
                </c:pt>
                <c:pt idx="2">
                  <c:v>19</c:v>
                </c:pt>
                <c:pt idx="3">
                  <c:v>19</c:v>
                </c:pt>
                <c:pt idx="4">
                  <c:v>20</c:v>
                </c:pt>
                <c:pt idx="5">
                  <c:v>20</c:v>
                </c:pt>
                <c:pt idx="6">
                  <c:v>21</c:v>
                </c:pt>
                <c:pt idx="7">
                  <c:v>22</c:v>
                </c:pt>
                <c:pt idx="8">
                  <c:v>23</c:v>
                </c:pt>
                <c:pt idx="9">
                  <c:v>24</c:v>
                </c:pt>
                <c:pt idx="10">
                  <c:v>25</c:v>
                </c:pt>
                <c:pt idx="11">
                  <c:v>26</c:v>
                </c:pt>
                <c:pt idx="12">
                  <c:v>27</c:v>
                </c:pt>
                <c:pt idx="13">
                  <c:v>28</c:v>
                </c:pt>
                <c:pt idx="14">
                  <c:v>29</c:v>
                </c:pt>
                <c:pt idx="15">
                  <c:v>30</c:v>
                </c:pt>
                <c:pt idx="16">
                  <c:v>31</c:v>
                </c:pt>
                <c:pt idx="17">
                  <c:v>32</c:v>
                </c:pt>
                <c:pt idx="18">
                  <c:v>33</c:v>
                </c:pt>
                <c:pt idx="19">
                  <c:v>34</c:v>
                </c:pt>
                <c:pt idx="20">
                  <c:v>35</c:v>
                </c:pt>
                <c:pt idx="21">
                  <c:v>36</c:v>
                </c:pt>
                <c:pt idx="22">
                  <c:v>37</c:v>
                </c:pt>
                <c:pt idx="23">
                  <c:v>38</c:v>
                </c:pt>
                <c:pt idx="24">
                  <c:v>39</c:v>
                </c:pt>
                <c:pt idx="25">
                  <c:v>40</c:v>
                </c:pt>
                <c:pt idx="26">
                  <c:v>41</c:v>
                </c:pt>
                <c:pt idx="27">
                  <c:v>42</c:v>
                </c:pt>
                <c:pt idx="28">
                  <c:v>42</c:v>
                </c:pt>
                <c:pt idx="29">
                  <c:v>43</c:v>
                </c:pt>
                <c:pt idx="30">
                  <c:v>43</c:v>
                </c:pt>
                <c:pt idx="31">
                  <c:v>44</c:v>
                </c:pt>
                <c:pt idx="32">
                  <c:v>44</c:v>
                </c:pt>
                <c:pt idx="33">
                  <c:v>45</c:v>
                </c:pt>
                <c:pt idx="34">
                  <c:v>45</c:v>
                </c:pt>
                <c:pt idx="35">
                  <c:v>46</c:v>
                </c:pt>
                <c:pt idx="36">
                  <c:v>46</c:v>
                </c:pt>
                <c:pt idx="37">
                  <c:v>47</c:v>
                </c:pt>
                <c:pt idx="38">
                  <c:v>47</c:v>
                </c:pt>
                <c:pt idx="39">
                  <c:v>48</c:v>
                </c:pt>
                <c:pt idx="40">
                  <c:v>48</c:v>
                </c:pt>
                <c:pt idx="41">
                  <c:v>49</c:v>
                </c:pt>
                <c:pt idx="42">
                  <c:v>49</c:v>
                </c:pt>
                <c:pt idx="43">
                  <c:v>50</c:v>
                </c:pt>
                <c:pt idx="44">
                  <c:v>50</c:v>
                </c:pt>
                <c:pt idx="45">
                  <c:v>51</c:v>
                </c:pt>
                <c:pt idx="46">
                  <c:v>51</c:v>
                </c:pt>
                <c:pt idx="47">
                  <c:v>52</c:v>
                </c:pt>
                <c:pt idx="48">
                  <c:v>52</c:v>
                </c:pt>
                <c:pt idx="49">
                  <c:v>53</c:v>
                </c:pt>
                <c:pt idx="50">
                  <c:v>1</c:v>
                </c:pt>
                <c:pt idx="51">
                  <c:v>2</c:v>
                </c:pt>
              </c:numCache>
            </c:numRef>
          </c:cat>
          <c:val>
            <c:numRef>
              <c:f>'china soybean dig'!$D$5:$BC$5</c:f>
              <c:numCache>
                <c:formatCode>General</c:formatCode>
                <c:ptCount val="52"/>
                <c:pt idx="0">
                  <c:v>66000</c:v>
                </c:pt>
                <c:pt idx="1">
                  <c:v>66000</c:v>
                </c:pt>
                <c:pt idx="2">
                  <c:v>66000</c:v>
                </c:pt>
                <c:pt idx="3">
                  <c:v>66000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200000</c:v>
                </c:pt>
                <c:pt idx="28">
                  <c:v>200000</c:v>
                </c:pt>
                <c:pt idx="29">
                  <c:v>200000</c:v>
                </c:pt>
                <c:pt idx="30">
                  <c:v>200000</c:v>
                </c:pt>
                <c:pt idx="31">
                  <c:v>200000</c:v>
                </c:pt>
                <c:pt idx="32">
                  <c:v>200000</c:v>
                </c:pt>
                <c:pt idx="33">
                  <c:v>1256000</c:v>
                </c:pt>
                <c:pt idx="34">
                  <c:v>1256000</c:v>
                </c:pt>
                <c:pt idx="35">
                  <c:v>2262000</c:v>
                </c:pt>
                <c:pt idx="36">
                  <c:v>2262000</c:v>
                </c:pt>
                <c:pt idx="37">
                  <c:v>2781000</c:v>
                </c:pt>
                <c:pt idx="38">
                  <c:v>2781000</c:v>
                </c:pt>
                <c:pt idx="39">
                  <c:v>3111000</c:v>
                </c:pt>
                <c:pt idx="40">
                  <c:v>3111000</c:v>
                </c:pt>
                <c:pt idx="41">
                  <c:v>4557000</c:v>
                </c:pt>
                <c:pt idx="42">
                  <c:v>4557000</c:v>
                </c:pt>
                <c:pt idx="43">
                  <c:v>5688000</c:v>
                </c:pt>
                <c:pt idx="44">
                  <c:v>5688000</c:v>
                </c:pt>
                <c:pt idx="45">
                  <c:v>6789000</c:v>
                </c:pt>
                <c:pt idx="46">
                  <c:v>6789000</c:v>
                </c:pt>
                <c:pt idx="47">
                  <c:v>7761000</c:v>
                </c:pt>
                <c:pt idx="48">
                  <c:v>7761000</c:v>
                </c:pt>
                <c:pt idx="49">
                  <c:v>7761000</c:v>
                </c:pt>
                <c:pt idx="50">
                  <c:v>8983000</c:v>
                </c:pt>
                <c:pt idx="51">
                  <c:v>9858250</c:v>
                </c:pt>
              </c:numCache>
            </c:numRef>
          </c:val>
          <c:extLst>
            <c:ext xmlns:c16="http://schemas.microsoft.com/office/drawing/2014/chart" uri="{C3380CC4-5D6E-409C-BE32-E72D297353CC}">
              <c16:uniqueId val="{00000001-8283-43DC-9EFF-90E0705EE313}"/>
            </c:ext>
          </c:extLst>
        </c:ser>
        <c:dLbls>
          <c:showLegendKey val="0"/>
          <c:showVal val="0"/>
          <c:showCatName val="0"/>
          <c:showSerName val="0"/>
          <c:showPercent val="0"/>
          <c:showBubbleSize val="0"/>
        </c:dLbls>
        <c:gapWidth val="150"/>
        <c:overlap val="100"/>
        <c:axId val="1448853215"/>
        <c:axId val="1410595727"/>
      </c:barChart>
      <c:catAx>
        <c:axId val="1448853215"/>
        <c:scaling>
          <c:orientation val="minMax"/>
        </c:scaling>
        <c:delete val="0"/>
        <c:axPos val="b"/>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Week number</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410595727"/>
        <c:crosses val="autoZero"/>
        <c:auto val="1"/>
        <c:lblAlgn val="ctr"/>
        <c:lblOffset val="100"/>
        <c:noMultiLvlLbl val="0"/>
      </c:catAx>
      <c:valAx>
        <c:axId val="141059572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MMT</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448853215"/>
        <c:crosses val="autoZero"/>
        <c:crossBetween val="between"/>
        <c:dispUnits>
          <c:builtInUnit val="millions"/>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200" b="1"/>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'china purchases dig'!$C$10</c:f>
              <c:strCache>
                <c:ptCount val="1"/>
                <c:pt idx="0">
                  <c:v>2021</c:v>
                </c:pt>
              </c:strCache>
            </c:strRef>
          </c:tx>
          <c:spPr>
            <a:ln w="28575" cap="rnd">
              <a:solidFill>
                <a:schemeClr val="accent1"/>
              </a:solidFill>
              <a:round/>
            </a:ln>
            <a:effectLst/>
          </c:spPr>
          <c:marker>
            <c:symbol val="none"/>
          </c:marker>
          <c:cat>
            <c:strRef>
              <c:f>'china purchases dig'!$D$5:$O$5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'china purchases dig'!$D$10:$O$10</c:f>
              <c:numCache>
                <c:formatCode>General</c:formatCode>
                <c:ptCount val="12"/>
                <c:pt idx="0">
                  <c:v>3890963</c:v>
                </c:pt>
                <c:pt idx="1">
                  <c:v>5790023</c:v>
                </c:pt>
                <c:pt idx="2">
                  <c:v>7750806</c:v>
                </c:pt>
                <c:pt idx="3">
                  <c:v>9876080</c:v>
                </c:pt>
                <c:pt idx="4">
                  <c:v>12088990</c:v>
                </c:pt>
                <c:pt idx="5">
                  <c:v>13845065</c:v>
                </c:pt>
                <c:pt idx="6">
                  <c:v>15738338</c:v>
                </c:pt>
                <c:pt idx="7">
                  <c:v>17310709</c:v>
                </c:pt>
                <c:pt idx="8">
                  <c:v>18913070</c:v>
                </c:pt>
                <c:pt idx="9">
                  <c:v>24166681</c:v>
                </c:pt>
                <c:pt idx="10">
                  <c:v>29256505</c:v>
                </c:pt>
                <c:pt idx="11">
                  <c:v>32768832</c:v>
                </c:pt>
              </c:numCache>
            </c:numRef>
          </c:val>
          <c:smooth val="0"/>
          <c:extLst>
            <c:ext xmlns:c16="http://schemas.microsoft.com/office/drawing/2014/chart" uri="{C3380CC4-5D6E-409C-BE32-E72D297353CC}">
              <c16:uniqueId val="{00000000-2AE2-40F4-A9BF-57DE7ED61FC2}"/>
            </c:ext>
          </c:extLst>
        </c:ser>
        <c:ser>
          <c:idx val="1"/>
          <c:order val="1"/>
          <c:tx>
            <c:strRef>
              <c:f>'china purchases dig'!$C$11</c:f>
              <c:strCache>
                <c:ptCount val="1"/>
                <c:pt idx="0">
                  <c:v>2022</c:v>
                </c:pt>
              </c:strCache>
            </c:strRef>
          </c:tx>
          <c:spPr>
            <a:ln w="28575" cap="rnd">
              <a:solidFill>
                <a:schemeClr val="accent2"/>
              </a:solidFill>
              <a:round/>
            </a:ln>
            <a:effectLst/>
          </c:spPr>
          <c:marker>
            <c:symbol val="none"/>
          </c:marker>
          <c:cat>
            <c:strRef>
              <c:f>'china purchases dig'!$D$5:$O$5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'china purchases dig'!$D$11:$O$11</c:f>
              <c:numCache>
                <c:formatCode>General</c:formatCode>
                <c:ptCount val="12"/>
                <c:pt idx="0">
                  <c:v>3533797</c:v>
                </c:pt>
                <c:pt idx="1">
                  <c:v>6176695</c:v>
                </c:pt>
                <c:pt idx="2">
                  <c:v>9167319</c:v>
                </c:pt>
                <c:pt idx="3">
                  <c:v>11900816</c:v>
                </c:pt>
                <c:pt idx="4">
                  <c:v>14239413</c:v>
                </c:pt>
                <c:pt idx="5">
                  <c:v>16078977</c:v>
                </c:pt>
                <c:pt idx="6">
                  <c:v>18177791</c:v>
                </c:pt>
                <c:pt idx="7">
                  <c:v>20533881</c:v>
                </c:pt>
                <c:pt idx="8">
                  <c:v>22308173</c:v>
                </c:pt>
                <c:pt idx="9">
                  <c:v>28138816</c:v>
                </c:pt>
                <c:pt idx="10">
                  <c:v>33705481</c:v>
                </c:pt>
                <c:pt idx="11">
                  <c:v>38035344</c:v>
                </c:pt>
              </c:numCache>
            </c:numRef>
          </c:val>
          <c:smooth val="0"/>
          <c:extLst>
            <c:ext xmlns:c16="http://schemas.microsoft.com/office/drawing/2014/chart" uri="{C3380CC4-5D6E-409C-BE32-E72D297353CC}">
              <c16:uniqueId val="{00000001-2AE2-40F4-A9BF-57DE7ED61FC2}"/>
            </c:ext>
          </c:extLst>
        </c:ser>
        <c:ser>
          <c:idx val="2"/>
          <c:order val="2"/>
          <c:tx>
            <c:strRef>
              <c:f>'china purchases dig'!$C$12</c:f>
              <c:strCache>
                <c:ptCount val="1"/>
                <c:pt idx="0">
                  <c:v>2023</c:v>
                </c:pt>
              </c:strCache>
            </c:strRef>
          </c:tx>
          <c:spPr>
            <a:ln w="28575" cap="rnd">
              <a:solidFill>
                <a:schemeClr val="accent3"/>
              </a:solidFill>
              <a:round/>
            </a:ln>
            <a:effectLst/>
          </c:spPr>
          <c:marker>
            <c:symbol val="none"/>
          </c:marker>
          <c:cat>
            <c:strRef>
              <c:f>'china purchases dig'!$D$5:$O$5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'china purchases dig'!$D$12:$O$12</c:f>
              <c:numCache>
                <c:formatCode>General</c:formatCode>
                <c:ptCount val="12"/>
                <c:pt idx="0">
                  <c:v>4366129</c:v>
                </c:pt>
                <c:pt idx="1">
                  <c:v>7283243</c:v>
                </c:pt>
                <c:pt idx="2">
                  <c:v>9406082</c:v>
                </c:pt>
                <c:pt idx="3">
                  <c:v>11248241</c:v>
                </c:pt>
                <c:pt idx="4">
                  <c:v>12783197</c:v>
                </c:pt>
                <c:pt idx="5">
                  <c:v>13798959</c:v>
                </c:pt>
                <c:pt idx="6">
                  <c:v>14875398</c:v>
                </c:pt>
                <c:pt idx="7">
                  <c:v>16062601</c:v>
                </c:pt>
                <c:pt idx="8">
                  <c:v>17870704</c:v>
                </c:pt>
                <c:pt idx="9">
                  <c:v>22704345</c:v>
                </c:pt>
                <c:pt idx="10">
                  <c:v>26335494</c:v>
                </c:pt>
                <c:pt idx="11">
                  <c:v>28829341</c:v>
                </c:pt>
              </c:numCache>
            </c:numRef>
          </c:val>
          <c:smooth val="0"/>
          <c:extLst>
            <c:ext xmlns:c16="http://schemas.microsoft.com/office/drawing/2014/chart" uri="{C3380CC4-5D6E-409C-BE32-E72D297353CC}">
              <c16:uniqueId val="{00000002-2AE2-40F4-A9BF-57DE7ED61FC2}"/>
            </c:ext>
          </c:extLst>
        </c:ser>
        <c:ser>
          <c:idx val="3"/>
          <c:order val="3"/>
          <c:tx>
            <c:strRef>
              <c:f>'china purchases dig'!$C$13</c:f>
              <c:strCache>
                <c:ptCount val="1"/>
                <c:pt idx="0">
                  <c:v>2024</c:v>
                </c:pt>
              </c:strCache>
            </c:strRef>
          </c:tx>
          <c:spPr>
            <a:ln w="28575" cap="rnd">
              <a:solidFill>
                <a:schemeClr val="accent4"/>
              </a:solidFill>
              <a:round/>
            </a:ln>
            <a:effectLst/>
          </c:spPr>
          <c:marker>
            <c:symbol val="none"/>
          </c:marker>
          <c:cat>
            <c:strRef>
              <c:f>'china purchases dig'!$D$5:$O$5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'china purchases dig'!$D$13:$O$13</c:f>
              <c:numCache>
                <c:formatCode>General</c:formatCode>
                <c:ptCount val="12"/>
                <c:pt idx="0">
                  <c:v>3066539</c:v>
                </c:pt>
                <c:pt idx="1">
                  <c:v>6051087</c:v>
                </c:pt>
                <c:pt idx="2">
                  <c:v>8325740</c:v>
                </c:pt>
                <c:pt idx="3">
                  <c:v>9884489</c:v>
                </c:pt>
                <c:pt idx="4">
                  <c:v>11075302</c:v>
                </c:pt>
                <c:pt idx="5">
                  <c:v>11805938</c:v>
                </c:pt>
                <c:pt idx="6">
                  <c:v>12658627</c:v>
                </c:pt>
                <c:pt idx="7">
                  <c:v>13600941</c:v>
                </c:pt>
                <c:pt idx="8">
                  <c:v>14739869</c:v>
                </c:pt>
                <c:pt idx="9">
                  <c:v>18254583</c:v>
                </c:pt>
                <c:pt idx="10">
                  <c:v>22052659</c:v>
                </c:pt>
                <c:pt idx="11">
                  <c:v>24410432</c:v>
                </c:pt>
              </c:numCache>
            </c:numRef>
          </c:val>
          <c:smooth val="0"/>
          <c:extLst>
            <c:ext xmlns:c16="http://schemas.microsoft.com/office/drawing/2014/chart" uri="{C3380CC4-5D6E-409C-BE32-E72D297353CC}">
              <c16:uniqueId val="{00000003-2AE2-40F4-A9BF-57DE7ED61FC2}"/>
            </c:ext>
          </c:extLst>
        </c:ser>
        <c:ser>
          <c:idx val="4"/>
          <c:order val="4"/>
          <c:tx>
            <c:strRef>
              <c:f>'china purchases dig'!$C$14</c:f>
              <c:strCache>
                <c:ptCount val="1"/>
                <c:pt idx="0">
                  <c:v>2025</c:v>
                </c:pt>
              </c:strCache>
            </c:strRef>
          </c:tx>
          <c:spPr>
            <a:ln w="28575" cap="rnd">
              <a:solidFill>
                <a:schemeClr val="accent5"/>
              </a:solidFill>
              <a:round/>
            </a:ln>
            <a:effectLst/>
          </c:spPr>
          <c:marker>
            <c:symbol val="none"/>
          </c:marker>
          <c:cat>
            <c:strRef>
              <c:f>'china purchases dig'!$D$5:$O$5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'china purchases dig'!$D$14:$O$14</c:f>
              <c:numCache>
                <c:formatCode>General</c:formatCode>
                <c:ptCount val="12"/>
                <c:pt idx="0">
                  <c:v>1355320</c:v>
                </c:pt>
                <c:pt idx="1">
                  <c:v>2526077</c:v>
                </c:pt>
                <c:pt idx="2">
                  <c:v>4077206</c:v>
                </c:pt>
                <c:pt idx="3">
                  <c:v>4751156</c:v>
                </c:pt>
                <c:pt idx="4">
                  <c:v>4962690</c:v>
                </c:pt>
                <c:pt idx="5">
                  <c:v>5507832</c:v>
                </c:pt>
                <c:pt idx="6">
                  <c:v>5879594</c:v>
                </c:pt>
                <c:pt idx="7">
                  <c:v>6204375</c:v>
                </c:pt>
                <c:pt idx="8">
                  <c:v>6551458</c:v>
                </c:pt>
                <c:pt idx="9">
                  <c:v>6929428</c:v>
                </c:pt>
                <c:pt idx="10">
                  <c:v>7295024</c:v>
                </c:pt>
                <c:pt idx="11">
                  <c:v>8274070</c:v>
                </c:pt>
              </c:numCache>
            </c:numRef>
          </c:val>
          <c:smooth val="0"/>
          <c:extLst>
            <c:ext xmlns:c16="http://schemas.microsoft.com/office/drawing/2014/chart" uri="{C3380CC4-5D6E-409C-BE32-E72D297353CC}">
              <c16:uniqueId val="{00000004-2AE2-40F4-A9BF-57DE7ED61FC2}"/>
            </c:ext>
          </c:extLst>
        </c:ser>
        <c:ser>
          <c:idx val="5"/>
          <c:order val="5"/>
          <c:tx>
            <c:strRef>
              <c:f>'china purchases dig'!$C$15</c:f>
              <c:strCache>
                <c:ptCount val="1"/>
                <c:pt idx="0">
                  <c:v>2026</c:v>
                </c:pt>
              </c:strCache>
            </c:strRef>
          </c:tx>
          <c:spPr>
            <a:ln w="28575" cap="rnd">
              <a:solidFill>
                <a:schemeClr val="accent6"/>
              </a:solidFill>
              <a:round/>
            </a:ln>
            <a:effectLst/>
          </c:spPr>
          <c:marker>
            <c:symbol val="none"/>
          </c:marker>
          <c:cat>
            <c:strRef>
              <c:f>'china purchases dig'!$D$5:$O$5</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'china purchases dig'!$D$15:$O$15</c:f>
              <c:numCache>
                <c:formatCode>General</c:formatCode>
                <c:ptCount val="12"/>
                <c:pt idx="0">
                  <c:v>1837470</c:v>
                </c:pt>
                <c:pt idx="1">
                  <c:v>3411869</c:v>
                </c:pt>
                <c:pt idx="2">
                  <c:v>5095879</c:v>
                </c:pt>
                <c:pt idx="3">
                  <c:v>6406770</c:v>
                </c:pt>
                <c:pt idx="4">
                  <c:v>7422697</c:v>
                </c:pt>
                <c:pt idx="5">
                  <c:v>8175458</c:v>
                </c:pt>
              </c:numCache>
            </c:numRef>
          </c:val>
          <c:smooth val="0"/>
          <c:extLst>
            <c:ext xmlns:c16="http://schemas.microsoft.com/office/drawing/2014/chart" uri="{C3380CC4-5D6E-409C-BE32-E72D297353CC}">
              <c16:uniqueId val="{00000005-2AE2-40F4-A9BF-57DE7ED61FC2}"/>
            </c:ext>
          </c:extLst>
        </c:ser>
        <c:dLbls>
          <c:showLegendKey val="0"/>
          <c:showVal val="0"/>
          <c:showCatName val="0"/>
          <c:showSerName val="0"/>
          <c:showPercent val="0"/>
          <c:showBubbleSize val="0"/>
        </c:dLbls>
        <c:smooth val="0"/>
        <c:axId val="695347584"/>
        <c:axId val="691582832"/>
      </c:lineChart>
      <c:catAx>
        <c:axId val="6953475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691582832"/>
        <c:crosses val="autoZero"/>
        <c:auto val="1"/>
        <c:lblAlgn val="ctr"/>
        <c:lblOffset val="100"/>
        <c:noMultiLvlLbl val="0"/>
      </c:catAx>
      <c:valAx>
        <c:axId val="691582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695347584"/>
        <c:crosses val="autoZero"/>
        <c:crossBetween val="between"/>
        <c:dispUnits>
          <c:builtInUnit val="millions"/>
          <c:dispUnitsLbl>
            <c:layout>
              <c:manualLayout>
                <c:xMode val="edge"/>
                <c:yMode val="edge"/>
                <c:x val="1.9444444444444445E-2"/>
                <c:y val="0.23148148148148148"/>
              </c:manualLayout>
            </c:layout>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Billion dollars</a:t>
                  </a:r>
                </a:p>
              </c:rich>
            </c:tx>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200" b="1"/>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70795116095412"/>
          <c:y val="4.6486345087087752E-2"/>
          <c:w val="0.82713667751630837"/>
          <c:h val="0.65977487999524664"/>
        </c:manualLayout>
      </c:layout>
      <c:scatterChart>
        <c:scatterStyle val="lineMarker"/>
        <c:varyColors val="0"/>
        <c:ser>
          <c:idx val="0"/>
          <c:order val="0"/>
          <c:tx>
            <c:v>FULL COSTS</c:v>
          </c:tx>
          <c:spPr>
            <a:ln w="19050" cap="rnd">
              <a:solidFill>
                <a:schemeClr val="accent1"/>
              </a:solidFill>
              <a:round/>
            </a:ln>
            <a:effectLst/>
          </c:spPr>
          <c:marker>
            <c:symbol val="circle"/>
            <c:size val="5"/>
            <c:spPr>
              <a:solidFill>
                <a:schemeClr val="accent1"/>
              </a:solidFill>
              <a:ln w="9525">
                <a:solidFill>
                  <a:schemeClr val="accent1"/>
                </a:solidFill>
              </a:ln>
              <a:effectLst/>
            </c:spPr>
          </c:marker>
          <c:xVal>
            <c:numRef>
              <c:f>'Ag District cost estimate'!$V$4:$V$254</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'Ag District cost estimate'!$W$4:$W$254</c:f>
              <c:numCache>
                <c:formatCode>General</c:formatCode>
                <c:ptCount val="251"/>
                <c:pt idx="0">
                  <c:v>4.9596889094954246</c:v>
                </c:pt>
                <c:pt idx="1">
                  <c:v>5.9710791809960257</c:v>
                </c:pt>
                <c:pt idx="2">
                  <c:v>6.241545748181057</c:v>
                </c:pt>
                <c:pt idx="3">
                  <c:v>6.4348783925155359</c:v>
                </c:pt>
                <c:pt idx="4">
                  <c:v>7.6127393145471816</c:v>
                </c:pt>
                <c:pt idx="5">
                  <c:v>7.6655283008161126</c:v>
                </c:pt>
                <c:pt idx="6">
                  <c:v>8.06716491071173</c:v>
                </c:pt>
                <c:pt idx="7">
                  <c:v>8.1298337452107852</c:v>
                </c:pt>
                <c:pt idx="8">
                  <c:v>8.4863561323246302</c:v>
                </c:pt>
                <c:pt idx="9">
                  <c:v>8.5315689510786985</c:v>
                </c:pt>
                <c:pt idx="10">
                  <c:v>8.6046443187475088</c:v>
                </c:pt>
                <c:pt idx="11">
                  <c:v>8.9761471679376736</c:v>
                </c:pt>
                <c:pt idx="12">
                  <c:v>9.0163488904730702</c:v>
                </c:pt>
                <c:pt idx="13">
                  <c:v>9.0664276092031528</c:v>
                </c:pt>
                <c:pt idx="14">
                  <c:v>9.1000079404962939</c:v>
                </c:pt>
                <c:pt idx="15">
                  <c:v>9.1132444215322295</c:v>
                </c:pt>
                <c:pt idx="16">
                  <c:v>9.1512753893865373</c:v>
                </c:pt>
                <c:pt idx="17">
                  <c:v>9.2409591103919357</c:v>
                </c:pt>
                <c:pt idx="18">
                  <c:v>9.3526960346528227</c:v>
                </c:pt>
                <c:pt idx="19">
                  <c:v>9.3540180722231501</c:v>
                </c:pt>
                <c:pt idx="20">
                  <c:v>9.4211291347139294</c:v>
                </c:pt>
                <c:pt idx="21">
                  <c:v>9.4842373609808739</c:v>
                </c:pt>
                <c:pt idx="22">
                  <c:v>9.5132996008471782</c:v>
                </c:pt>
                <c:pt idx="23">
                  <c:v>9.5580742352491299</c:v>
                </c:pt>
                <c:pt idx="24">
                  <c:v>9.5991840381366327</c:v>
                </c:pt>
                <c:pt idx="25">
                  <c:v>9.6180695754135339</c:v>
                </c:pt>
                <c:pt idx="26">
                  <c:v>9.646089623982169</c:v>
                </c:pt>
                <c:pt idx="27">
                  <c:v>9.669490999866369</c:v>
                </c:pt>
                <c:pt idx="28">
                  <c:v>9.674005007032914</c:v>
                </c:pt>
                <c:pt idx="29">
                  <c:v>9.6794351349583714</c:v>
                </c:pt>
                <c:pt idx="30">
                  <c:v>9.6945467013985205</c:v>
                </c:pt>
                <c:pt idx="31">
                  <c:v>9.7270832681303787</c:v>
                </c:pt>
                <c:pt idx="32">
                  <c:v>9.7877075746565421</c:v>
                </c:pt>
                <c:pt idx="33">
                  <c:v>9.8430097568174375</c:v>
                </c:pt>
                <c:pt idx="34">
                  <c:v>9.9768857779849025</c:v>
                </c:pt>
                <c:pt idx="35">
                  <c:v>10.071630664099263</c:v>
                </c:pt>
                <c:pt idx="36">
                  <c:v>10.118826852789384</c:v>
                </c:pt>
                <c:pt idx="37">
                  <c:v>10.234357907722533</c:v>
                </c:pt>
                <c:pt idx="38">
                  <c:v>10.273047764794997</c:v>
                </c:pt>
                <c:pt idx="39">
                  <c:v>10.290857222146082</c:v>
                </c:pt>
                <c:pt idx="40">
                  <c:v>10.301521863917149</c:v>
                </c:pt>
                <c:pt idx="41">
                  <c:v>10.316731009866382</c:v>
                </c:pt>
                <c:pt idx="42">
                  <c:v>10.368382149592083</c:v>
                </c:pt>
                <c:pt idx="43">
                  <c:v>10.414063142223799</c:v>
                </c:pt>
                <c:pt idx="44">
                  <c:v>10.498756017309383</c:v>
                </c:pt>
                <c:pt idx="45">
                  <c:v>10.655214348920802</c:v>
                </c:pt>
                <c:pt idx="46">
                  <c:v>10.674267482387187</c:v>
                </c:pt>
                <c:pt idx="47">
                  <c:v>10.689239830196813</c:v>
                </c:pt>
                <c:pt idx="48">
                  <c:v>10.752851082725705</c:v>
                </c:pt>
                <c:pt idx="49">
                  <c:v>10.767735917678595</c:v>
                </c:pt>
                <c:pt idx="50">
                  <c:v>10.803334910309431</c:v>
                </c:pt>
                <c:pt idx="51">
                  <c:v>10.826437375299747</c:v>
                </c:pt>
                <c:pt idx="52">
                  <c:v>10.835843042215698</c:v>
                </c:pt>
                <c:pt idx="53">
                  <c:v>10.840348948731116</c:v>
                </c:pt>
                <c:pt idx="54">
                  <c:v>10.843817258561854</c:v>
                </c:pt>
                <c:pt idx="55">
                  <c:v>10.873304079038762</c:v>
                </c:pt>
                <c:pt idx="56">
                  <c:v>10.878874840210832</c:v>
                </c:pt>
                <c:pt idx="57">
                  <c:v>10.884067304380675</c:v>
                </c:pt>
                <c:pt idx="58">
                  <c:v>10.916303834569039</c:v>
                </c:pt>
                <c:pt idx="59">
                  <c:v>10.935205075012188</c:v>
                </c:pt>
                <c:pt idx="60">
                  <c:v>10.952179804251536</c:v>
                </c:pt>
                <c:pt idx="61">
                  <c:v>10.9621387538253</c:v>
                </c:pt>
                <c:pt idx="62">
                  <c:v>10.975182697953953</c:v>
                </c:pt>
                <c:pt idx="63">
                  <c:v>11.008135228138537</c:v>
                </c:pt>
                <c:pt idx="64">
                  <c:v>11.034736512762862</c:v>
                </c:pt>
                <c:pt idx="65">
                  <c:v>11.038621332830957</c:v>
                </c:pt>
                <c:pt idx="66">
                  <c:v>11.047848464357386</c:v>
                </c:pt>
                <c:pt idx="67">
                  <c:v>11.102495952499853</c:v>
                </c:pt>
                <c:pt idx="68">
                  <c:v>11.120285194583413</c:v>
                </c:pt>
                <c:pt idx="69">
                  <c:v>11.121720261745319</c:v>
                </c:pt>
                <c:pt idx="70">
                  <c:v>11.141132455343996</c:v>
                </c:pt>
                <c:pt idx="71">
                  <c:v>11.165485238024301</c:v>
                </c:pt>
                <c:pt idx="72">
                  <c:v>11.182177658960141</c:v>
                </c:pt>
                <c:pt idx="73">
                  <c:v>11.18448537174242</c:v>
                </c:pt>
                <c:pt idx="74">
                  <c:v>11.186244110852352</c:v>
                </c:pt>
                <c:pt idx="75">
                  <c:v>11.210204657988148</c:v>
                </c:pt>
                <c:pt idx="76">
                  <c:v>11.225231344285078</c:v>
                </c:pt>
                <c:pt idx="77">
                  <c:v>11.242749402513164</c:v>
                </c:pt>
                <c:pt idx="78">
                  <c:v>11.250302387319223</c:v>
                </c:pt>
                <c:pt idx="79">
                  <c:v>11.252994867864064</c:v>
                </c:pt>
                <c:pt idx="80">
                  <c:v>11.253267764206818</c:v>
                </c:pt>
                <c:pt idx="81">
                  <c:v>11.260230493322027</c:v>
                </c:pt>
                <c:pt idx="82">
                  <c:v>11.260939312789313</c:v>
                </c:pt>
                <c:pt idx="83">
                  <c:v>11.292326399594304</c:v>
                </c:pt>
                <c:pt idx="84">
                  <c:v>11.325147016533716</c:v>
                </c:pt>
                <c:pt idx="85">
                  <c:v>11.372628743154211</c:v>
                </c:pt>
                <c:pt idx="86">
                  <c:v>11.389462716866314</c:v>
                </c:pt>
                <c:pt idx="87">
                  <c:v>11.405299126586749</c:v>
                </c:pt>
                <c:pt idx="88">
                  <c:v>11.406912134933433</c:v>
                </c:pt>
                <c:pt idx="89">
                  <c:v>11.409171861204731</c:v>
                </c:pt>
                <c:pt idx="90">
                  <c:v>11.419599559409855</c:v>
                </c:pt>
                <c:pt idx="91">
                  <c:v>11.428511980511189</c:v>
                </c:pt>
                <c:pt idx="92">
                  <c:v>11.436463092926218</c:v>
                </c:pt>
                <c:pt idx="93">
                  <c:v>11.446760057537176</c:v>
                </c:pt>
                <c:pt idx="94">
                  <c:v>11.449843869243006</c:v>
                </c:pt>
                <c:pt idx="95">
                  <c:v>11.469035682287132</c:v>
                </c:pt>
                <c:pt idx="96">
                  <c:v>11.537426235682892</c:v>
                </c:pt>
                <c:pt idx="97">
                  <c:v>11.566864146733769</c:v>
                </c:pt>
                <c:pt idx="98">
                  <c:v>11.573724959109073</c:v>
                </c:pt>
                <c:pt idx="99">
                  <c:v>11.588392370096948</c:v>
                </c:pt>
                <c:pt idx="100">
                  <c:v>11.591649694150817</c:v>
                </c:pt>
                <c:pt idx="101">
                  <c:v>11.610444740935847</c:v>
                </c:pt>
                <c:pt idx="102">
                  <c:v>11.630120475442679</c:v>
                </c:pt>
                <c:pt idx="103">
                  <c:v>11.672061438517483</c:v>
                </c:pt>
                <c:pt idx="104">
                  <c:v>11.71370392375097</c:v>
                </c:pt>
                <c:pt idx="105">
                  <c:v>11.738360325781347</c:v>
                </c:pt>
                <c:pt idx="106">
                  <c:v>11.770686776648573</c:v>
                </c:pt>
                <c:pt idx="107">
                  <c:v>11.776822655044366</c:v>
                </c:pt>
                <c:pt idx="108">
                  <c:v>11.788407889919515</c:v>
                </c:pt>
                <c:pt idx="109">
                  <c:v>11.794923743212856</c:v>
                </c:pt>
                <c:pt idx="110">
                  <c:v>11.808117082455832</c:v>
                </c:pt>
                <c:pt idx="111">
                  <c:v>11.81381248192563</c:v>
                </c:pt>
                <c:pt idx="112">
                  <c:v>11.847861173260142</c:v>
                </c:pt>
                <c:pt idx="113">
                  <c:v>11.855228335075619</c:v>
                </c:pt>
                <c:pt idx="114">
                  <c:v>11.878954444371177</c:v>
                </c:pt>
                <c:pt idx="115">
                  <c:v>11.899229779144134</c:v>
                </c:pt>
                <c:pt idx="116">
                  <c:v>11.904124785944902</c:v>
                </c:pt>
                <c:pt idx="117">
                  <c:v>11.908157175105515</c:v>
                </c:pt>
                <c:pt idx="118">
                  <c:v>11.923558789120662</c:v>
                </c:pt>
                <c:pt idx="119">
                  <c:v>11.934355806063428</c:v>
                </c:pt>
                <c:pt idx="120">
                  <c:v>11.935412049532195</c:v>
                </c:pt>
                <c:pt idx="121">
                  <c:v>11.936992772759988</c:v>
                </c:pt>
                <c:pt idx="122">
                  <c:v>11.949704961044135</c:v>
                </c:pt>
                <c:pt idx="123">
                  <c:v>11.960795180678739</c:v>
                </c:pt>
                <c:pt idx="124">
                  <c:v>11.9724537932739</c:v>
                </c:pt>
                <c:pt idx="125">
                  <c:v>11.97333435591735</c:v>
                </c:pt>
                <c:pt idx="126">
                  <c:v>11.97737824877194</c:v>
                </c:pt>
                <c:pt idx="127">
                  <c:v>12.01799471105838</c:v>
                </c:pt>
                <c:pt idx="128">
                  <c:v>12.06811638601906</c:v>
                </c:pt>
                <c:pt idx="129">
                  <c:v>12.078580178851485</c:v>
                </c:pt>
                <c:pt idx="130">
                  <c:v>12.084118157617517</c:v>
                </c:pt>
                <c:pt idx="131">
                  <c:v>12.127296102475389</c:v>
                </c:pt>
                <c:pt idx="132">
                  <c:v>12.137338501609985</c:v>
                </c:pt>
                <c:pt idx="133">
                  <c:v>12.227774805502346</c:v>
                </c:pt>
                <c:pt idx="134">
                  <c:v>12.232553751640523</c:v>
                </c:pt>
                <c:pt idx="135">
                  <c:v>12.25144861994379</c:v>
                </c:pt>
                <c:pt idx="136">
                  <c:v>12.294724201634692</c:v>
                </c:pt>
                <c:pt idx="137">
                  <c:v>12.31826251509187</c:v>
                </c:pt>
                <c:pt idx="138">
                  <c:v>12.327270276239213</c:v>
                </c:pt>
                <c:pt idx="139">
                  <c:v>12.355956496558829</c:v>
                </c:pt>
                <c:pt idx="140">
                  <c:v>12.362737920078077</c:v>
                </c:pt>
                <c:pt idx="141">
                  <c:v>12.37258858417372</c:v>
                </c:pt>
                <c:pt idx="142">
                  <c:v>12.381681796738869</c:v>
                </c:pt>
                <c:pt idx="143">
                  <c:v>12.405545186772832</c:v>
                </c:pt>
                <c:pt idx="144">
                  <c:v>12.425230130925131</c:v>
                </c:pt>
                <c:pt idx="145">
                  <c:v>12.460639844327131</c:v>
                </c:pt>
                <c:pt idx="146">
                  <c:v>12.460639844327131</c:v>
                </c:pt>
                <c:pt idx="147">
                  <c:v>12.463192722431193</c:v>
                </c:pt>
                <c:pt idx="148">
                  <c:v>12.48920807137138</c:v>
                </c:pt>
                <c:pt idx="149">
                  <c:v>12.520049248553908</c:v>
                </c:pt>
                <c:pt idx="150">
                  <c:v>12.524129263287538</c:v>
                </c:pt>
                <c:pt idx="151">
                  <c:v>12.541109706072989</c:v>
                </c:pt>
                <c:pt idx="152">
                  <c:v>12.542507780861177</c:v>
                </c:pt>
                <c:pt idx="153">
                  <c:v>12.554007861378313</c:v>
                </c:pt>
                <c:pt idx="154">
                  <c:v>12.566071349556506</c:v>
                </c:pt>
                <c:pt idx="155">
                  <c:v>12.578611546497168</c:v>
                </c:pt>
                <c:pt idx="156">
                  <c:v>12.580081158303056</c:v>
                </c:pt>
                <c:pt idx="157">
                  <c:v>12.587970219364694</c:v>
                </c:pt>
                <c:pt idx="158">
                  <c:v>12.587970219364694</c:v>
                </c:pt>
                <c:pt idx="159">
                  <c:v>12.638821036541561</c:v>
                </c:pt>
                <c:pt idx="160">
                  <c:v>12.675395665060194</c:v>
                </c:pt>
                <c:pt idx="161">
                  <c:v>12.676929829258377</c:v>
                </c:pt>
                <c:pt idx="162">
                  <c:v>12.752991228717962</c:v>
                </c:pt>
                <c:pt idx="163">
                  <c:v>12.760657236037327</c:v>
                </c:pt>
                <c:pt idx="164">
                  <c:v>12.828344399450241</c:v>
                </c:pt>
                <c:pt idx="165">
                  <c:v>12.883421089560141</c:v>
                </c:pt>
                <c:pt idx="166">
                  <c:v>12.892364490580613</c:v>
                </c:pt>
                <c:pt idx="167">
                  <c:v>12.933872686936697</c:v>
                </c:pt>
                <c:pt idx="168">
                  <c:v>12.935856444425347</c:v>
                </c:pt>
                <c:pt idx="169">
                  <c:v>12.939325484409478</c:v>
                </c:pt>
                <c:pt idx="170">
                  <c:v>12.963047587518302</c:v>
                </c:pt>
                <c:pt idx="171">
                  <c:v>12.963047587518302</c:v>
                </c:pt>
                <c:pt idx="172">
                  <c:v>12.964059167958549</c:v>
                </c:pt>
                <c:pt idx="173">
                  <c:v>12.990052150359483</c:v>
                </c:pt>
                <c:pt idx="174">
                  <c:v>12.996855368070683</c:v>
                </c:pt>
                <c:pt idx="175">
                  <c:v>13.022206310483718</c:v>
                </c:pt>
                <c:pt idx="176">
                  <c:v>13.023980312159312</c:v>
                </c:pt>
                <c:pt idx="177">
                  <c:v>13.057491883258361</c:v>
                </c:pt>
                <c:pt idx="178">
                  <c:v>13.073985828193628</c:v>
                </c:pt>
                <c:pt idx="179">
                  <c:v>13.144861945266287</c:v>
                </c:pt>
                <c:pt idx="180">
                  <c:v>13.146880320474619</c:v>
                </c:pt>
                <c:pt idx="181">
                  <c:v>13.158812830260734</c:v>
                </c:pt>
                <c:pt idx="182">
                  <c:v>13.165035293526945</c:v>
                </c:pt>
                <c:pt idx="183">
                  <c:v>13.186647475246431</c:v>
                </c:pt>
                <c:pt idx="184">
                  <c:v>13.19622591701108</c:v>
                </c:pt>
                <c:pt idx="185">
                  <c:v>13.281844454322613</c:v>
                </c:pt>
                <c:pt idx="186">
                  <c:v>13.297010006229636</c:v>
                </c:pt>
                <c:pt idx="187">
                  <c:v>13.317062668709466</c:v>
                </c:pt>
                <c:pt idx="188">
                  <c:v>13.317062668709466</c:v>
                </c:pt>
                <c:pt idx="189">
                  <c:v>13.336145065077018</c:v>
                </c:pt>
                <c:pt idx="190">
                  <c:v>13.407904954373935</c:v>
                </c:pt>
                <c:pt idx="191">
                  <c:v>13.482551436935649</c:v>
                </c:pt>
                <c:pt idx="192">
                  <c:v>13.483028735790258</c:v>
                </c:pt>
                <c:pt idx="193">
                  <c:v>13.613725527731429</c:v>
                </c:pt>
                <c:pt idx="194">
                  <c:v>13.665472965558759</c:v>
                </c:pt>
                <c:pt idx="195">
                  <c:v>13.727734636439507</c:v>
                </c:pt>
                <c:pt idx="196">
                  <c:v>13.740548734062859</c:v>
                </c:pt>
                <c:pt idx="197">
                  <c:v>13.783840069989449</c:v>
                </c:pt>
                <c:pt idx="198">
                  <c:v>13.807674877652452</c:v>
                </c:pt>
                <c:pt idx="199">
                  <c:v>13.919548117146162</c:v>
                </c:pt>
                <c:pt idx="200">
                  <c:v>13.928449917707326</c:v>
                </c:pt>
                <c:pt idx="201">
                  <c:v>13.928672485874401</c:v>
                </c:pt>
                <c:pt idx="202">
                  <c:v>14.002543974067754</c:v>
                </c:pt>
                <c:pt idx="203">
                  <c:v>14.066185826865816</c:v>
                </c:pt>
                <c:pt idx="204">
                  <c:v>14.086313983163175</c:v>
                </c:pt>
                <c:pt idx="205">
                  <c:v>14.093349828458075</c:v>
                </c:pt>
                <c:pt idx="206">
                  <c:v>14.100714786446853</c:v>
                </c:pt>
                <c:pt idx="207">
                  <c:v>14.148442236002527</c:v>
                </c:pt>
                <c:pt idx="208">
                  <c:v>14.167985634188039</c:v>
                </c:pt>
                <c:pt idx="209">
                  <c:v>14.200457047864388</c:v>
                </c:pt>
                <c:pt idx="210">
                  <c:v>14.314690706774856</c:v>
                </c:pt>
                <c:pt idx="211">
                  <c:v>14.354690506760749</c:v>
                </c:pt>
                <c:pt idx="212">
                  <c:v>14.384833006061047</c:v>
                </c:pt>
                <c:pt idx="213">
                  <c:v>14.395312328694532</c:v>
                </c:pt>
                <c:pt idx="214">
                  <c:v>14.420050531608887</c:v>
                </c:pt>
                <c:pt idx="215">
                  <c:v>14.524113098692965</c:v>
                </c:pt>
                <c:pt idx="216">
                  <c:v>14.536432522196634</c:v>
                </c:pt>
                <c:pt idx="217">
                  <c:v>14.723526414747514</c:v>
                </c:pt>
                <c:pt idx="218">
                  <c:v>14.864606727387008</c:v>
                </c:pt>
                <c:pt idx="219">
                  <c:v>14.953725557839144</c:v>
                </c:pt>
                <c:pt idx="220">
                  <c:v>14.967294836651263</c:v>
                </c:pt>
                <c:pt idx="221">
                  <c:v>14.988737809592919</c:v>
                </c:pt>
                <c:pt idx="222">
                  <c:v>15.067385930350021</c:v>
                </c:pt>
                <c:pt idx="223">
                  <c:v>15.083638318078531</c:v>
                </c:pt>
                <c:pt idx="224">
                  <c:v>15.19298969704484</c:v>
                </c:pt>
                <c:pt idx="225">
                  <c:v>15.202605719033944</c:v>
                </c:pt>
                <c:pt idx="226">
                  <c:v>15.211926457186912</c:v>
                </c:pt>
                <c:pt idx="227">
                  <c:v>15.298435360834729</c:v>
                </c:pt>
                <c:pt idx="228">
                  <c:v>15.375996098607677</c:v>
                </c:pt>
                <c:pt idx="229">
                  <c:v>15.730074167894395</c:v>
                </c:pt>
                <c:pt idx="230">
                  <c:v>15.738852573014304</c:v>
                </c:pt>
                <c:pt idx="231">
                  <c:v>15.749695722638196</c:v>
                </c:pt>
                <c:pt idx="232">
                  <c:v>15.785825483860309</c:v>
                </c:pt>
                <c:pt idx="233">
                  <c:v>15.961922406097138</c:v>
                </c:pt>
                <c:pt idx="234">
                  <c:v>15.966518148532243</c:v>
                </c:pt>
                <c:pt idx="235">
                  <c:v>15.998163659079289</c:v>
                </c:pt>
                <c:pt idx="236">
                  <c:v>16.056603640627486</c:v>
                </c:pt>
                <c:pt idx="237">
                  <c:v>16.059883220459405</c:v>
                </c:pt>
                <c:pt idx="238">
                  <c:v>16.14288147117734</c:v>
                </c:pt>
                <c:pt idx="239">
                  <c:v>16.200531667368413</c:v>
                </c:pt>
                <c:pt idx="240">
                  <c:v>16.462932457266632</c:v>
                </c:pt>
                <c:pt idx="241">
                  <c:v>16.527954057179734</c:v>
                </c:pt>
                <c:pt idx="242">
                  <c:v>16.60127071375106</c:v>
                </c:pt>
                <c:pt idx="243">
                  <c:v>16.82631316601616</c:v>
                </c:pt>
                <c:pt idx="244">
                  <c:v>16.846103955512945</c:v>
                </c:pt>
                <c:pt idx="245">
                  <c:v>16.932134088825428</c:v>
                </c:pt>
                <c:pt idx="246">
                  <c:v>16.957178243918936</c:v>
                </c:pt>
                <c:pt idx="247">
                  <c:v>17.275569110899355</c:v>
                </c:pt>
                <c:pt idx="248">
                  <c:v>17.579945791721862</c:v>
                </c:pt>
                <c:pt idx="249">
                  <c:v>18.188471899047268</c:v>
                </c:pt>
                <c:pt idx="250">
                  <c:v>18.460762371984444</c:v>
                </c:pt>
              </c:numCache>
            </c:numRef>
          </c:yVal>
          <c:smooth val="0"/>
          <c:extLst>
            <c:ext xmlns:c16="http://schemas.microsoft.com/office/drawing/2014/chart" uri="{C3380CC4-5D6E-409C-BE32-E72D297353CC}">
              <c16:uniqueId val="{00000000-411A-4EE4-8AB9-8AF5AD42F3F8}"/>
            </c:ext>
          </c:extLst>
        </c:ser>
        <c:ser>
          <c:idx val="1"/>
          <c:order val="1"/>
          <c:tx>
            <c:v>VAR. COST</c:v>
          </c:tx>
          <c:spPr>
            <a:ln w="19050" cap="rnd">
              <a:solidFill>
                <a:schemeClr val="accent2"/>
              </a:solidFill>
              <a:round/>
            </a:ln>
            <a:effectLst/>
          </c:spPr>
          <c:marker>
            <c:symbol val="circle"/>
            <c:size val="5"/>
            <c:spPr>
              <a:solidFill>
                <a:schemeClr val="accent2"/>
              </a:solidFill>
              <a:ln w="9525">
                <a:solidFill>
                  <a:schemeClr val="accent2"/>
                </a:solidFill>
              </a:ln>
              <a:effectLst/>
            </c:spPr>
          </c:marker>
          <c:xVal>
            <c:numRef>
              <c:f>'Ag District cost estimate'!$Y$4:$Y$254</c:f>
              <c:numCache>
                <c:formatCode>General</c:formatCode>
                <c:ptCount val="251"/>
                <c:pt idx="0">
                  <c:v>58330401.903501809</c:v>
                </c:pt>
                <c:pt idx="1">
                  <c:v>134352842.04594859</c:v>
                </c:pt>
                <c:pt idx="2">
                  <c:v>139135599.66763258</c:v>
                </c:pt>
                <c:pt idx="3">
                  <c:v>216073682.89151621</c:v>
                </c:pt>
                <c:pt idx="4">
                  <c:v>285415508.83800936</c:v>
                </c:pt>
                <c:pt idx="5">
                  <c:v>321479867.88079005</c:v>
                </c:pt>
                <c:pt idx="6">
                  <c:v>322205426.51578552</c:v>
                </c:pt>
                <c:pt idx="7">
                  <c:v>371655978.65706193</c:v>
                </c:pt>
                <c:pt idx="8">
                  <c:v>555180596.31448126</c:v>
                </c:pt>
                <c:pt idx="9">
                  <c:v>639419941.23068392</c:v>
                </c:pt>
                <c:pt idx="10">
                  <c:v>676809427.93682551</c:v>
                </c:pt>
                <c:pt idx="11">
                  <c:v>685320096.22678351</c:v>
                </c:pt>
                <c:pt idx="12">
                  <c:v>723853704.92453921</c:v>
                </c:pt>
                <c:pt idx="13">
                  <c:v>725704345.7353003</c:v>
                </c:pt>
                <c:pt idx="14">
                  <c:v>756508698.57484138</c:v>
                </c:pt>
                <c:pt idx="15">
                  <c:v>806760914.24895298</c:v>
                </c:pt>
                <c:pt idx="16">
                  <c:v>808012762.72936392</c:v>
                </c:pt>
                <c:pt idx="17">
                  <c:v>829846460.25624573</c:v>
                </c:pt>
                <c:pt idx="18">
                  <c:v>834976951.6338309</c:v>
                </c:pt>
                <c:pt idx="19">
                  <c:v>838423073.87498224</c:v>
                </c:pt>
                <c:pt idx="20">
                  <c:v>838976591.47830093</c:v>
                </c:pt>
                <c:pt idx="21">
                  <c:v>861615597.83587849</c:v>
                </c:pt>
                <c:pt idx="22">
                  <c:v>900901732.80379581</c:v>
                </c:pt>
                <c:pt idx="23">
                  <c:v>961523503.02340782</c:v>
                </c:pt>
                <c:pt idx="24">
                  <c:v>962674222.40829206</c:v>
                </c:pt>
                <c:pt idx="25">
                  <c:v>962806787.92104566</c:v>
                </c:pt>
                <c:pt idx="26">
                  <c:v>1005423174.3400382</c:v>
                </c:pt>
                <c:pt idx="27">
                  <c:v>1040352746.361852</c:v>
                </c:pt>
                <c:pt idx="28">
                  <c:v>1110841957.8814018</c:v>
                </c:pt>
                <c:pt idx="29">
                  <c:v>1114310367.5415988</c:v>
                </c:pt>
                <c:pt idx="30">
                  <c:v>1193643124.446528</c:v>
                </c:pt>
                <c:pt idx="31">
                  <c:v>1236132758.1647468</c:v>
                </c:pt>
                <c:pt idx="32">
                  <c:v>1240049785.3104539</c:v>
                </c:pt>
                <c:pt idx="33">
                  <c:v>1302210292.9670854</c:v>
                </c:pt>
                <c:pt idx="34">
                  <c:v>1453242216.2209911</c:v>
                </c:pt>
                <c:pt idx="35">
                  <c:v>1474968598.8030005</c:v>
                </c:pt>
                <c:pt idx="36">
                  <c:v>1538784344.4629819</c:v>
                </c:pt>
                <c:pt idx="37">
                  <c:v>1574708772.2261834</c:v>
                </c:pt>
                <c:pt idx="38">
                  <c:v>1575541108.9152949</c:v>
                </c:pt>
                <c:pt idx="39">
                  <c:v>1579671596.5950119</c:v>
                </c:pt>
                <c:pt idx="40">
                  <c:v>1602620942.3444288</c:v>
                </c:pt>
                <c:pt idx="41">
                  <c:v>1620791143.3094821</c:v>
                </c:pt>
                <c:pt idx="42">
                  <c:v>1626436865.7816584</c:v>
                </c:pt>
                <c:pt idx="43">
                  <c:v>1669590885.3891394</c:v>
                </c:pt>
                <c:pt idx="44">
                  <c:v>1703199398.559751</c:v>
                </c:pt>
                <c:pt idx="45">
                  <c:v>1760774179.4223418</c:v>
                </c:pt>
                <c:pt idx="46">
                  <c:v>1781070733.9818592</c:v>
                </c:pt>
                <c:pt idx="47">
                  <c:v>1810428043.2481048</c:v>
                </c:pt>
                <c:pt idx="48">
                  <c:v>1811241095.7824667</c:v>
                </c:pt>
                <c:pt idx="49">
                  <c:v>1811710182.2419691</c:v>
                </c:pt>
                <c:pt idx="50">
                  <c:v>1812826022.1362035</c:v>
                </c:pt>
                <c:pt idx="51">
                  <c:v>1848921810.6412392</c:v>
                </c:pt>
                <c:pt idx="52">
                  <c:v>1900519237.9936924</c:v>
                </c:pt>
                <c:pt idx="53">
                  <c:v>1902492149.8916211</c:v>
                </c:pt>
                <c:pt idx="54">
                  <c:v>2000202478.7475877</c:v>
                </c:pt>
                <c:pt idx="55">
                  <c:v>2043409178.0724518</c:v>
                </c:pt>
                <c:pt idx="56">
                  <c:v>2088373289.4064035</c:v>
                </c:pt>
                <c:pt idx="57">
                  <c:v>2134541267.911927</c:v>
                </c:pt>
                <c:pt idx="58">
                  <c:v>2143502950.2738557</c:v>
                </c:pt>
                <c:pt idx="59">
                  <c:v>2190693934.4919839</c:v>
                </c:pt>
                <c:pt idx="60">
                  <c:v>2226305974.8623672</c:v>
                </c:pt>
                <c:pt idx="61">
                  <c:v>2233054455.9229565</c:v>
                </c:pt>
                <c:pt idx="62">
                  <c:v>2318761090.6116853</c:v>
                </c:pt>
                <c:pt idx="63">
                  <c:v>2371630317.1752973</c:v>
                </c:pt>
                <c:pt idx="64">
                  <c:v>2415606955.1034179</c:v>
                </c:pt>
                <c:pt idx="65">
                  <c:v>2457703722.6291194</c:v>
                </c:pt>
                <c:pt idx="66">
                  <c:v>2488255119.104331</c:v>
                </c:pt>
                <c:pt idx="67">
                  <c:v>2527492255.2245336</c:v>
                </c:pt>
                <c:pt idx="68">
                  <c:v>2556678192.9013391</c:v>
                </c:pt>
                <c:pt idx="69">
                  <c:v>2557731215.3040552</c:v>
                </c:pt>
                <c:pt idx="70">
                  <c:v>2557899509.6403732</c:v>
                </c:pt>
                <c:pt idx="71">
                  <c:v>2568520559.5943675</c:v>
                </c:pt>
                <c:pt idx="72">
                  <c:v>2570375506.0059457</c:v>
                </c:pt>
                <c:pt idx="73">
                  <c:v>2570477868.9496207</c:v>
                </c:pt>
                <c:pt idx="74">
                  <c:v>2570615252.8463149</c:v>
                </c:pt>
                <c:pt idx="75">
                  <c:v>2623928625.957305</c:v>
                </c:pt>
                <c:pt idx="76">
                  <c:v>2642995276.0590668</c:v>
                </c:pt>
                <c:pt idx="77">
                  <c:v>2681420857.1280718</c:v>
                </c:pt>
                <c:pt idx="78">
                  <c:v>2684132293.7185731</c:v>
                </c:pt>
                <c:pt idx="79">
                  <c:v>2706544682.6004381</c:v>
                </c:pt>
                <c:pt idx="80">
                  <c:v>2717900791.2801547</c:v>
                </c:pt>
                <c:pt idx="81">
                  <c:v>2788213526.3281922</c:v>
                </c:pt>
                <c:pt idx="82">
                  <c:v>2797298397.1427422</c:v>
                </c:pt>
                <c:pt idx="83">
                  <c:v>2807765483.4275217</c:v>
                </c:pt>
                <c:pt idx="84">
                  <c:v>2845808766.804121</c:v>
                </c:pt>
                <c:pt idx="85">
                  <c:v>2895446048.3710661</c:v>
                </c:pt>
                <c:pt idx="86">
                  <c:v>2933451508.4822388</c:v>
                </c:pt>
                <c:pt idx="87">
                  <c:v>3015519317.4721966</c:v>
                </c:pt>
                <c:pt idx="88">
                  <c:v>3035884540.9090061</c:v>
                </c:pt>
                <c:pt idx="89">
                  <c:v>3058171495.2967658</c:v>
                </c:pt>
                <c:pt idx="90">
                  <c:v>3084393121.9467545</c:v>
                </c:pt>
                <c:pt idx="91">
                  <c:v>3084423913.145834</c:v>
                </c:pt>
                <c:pt idx="92">
                  <c:v>3101924503.592288</c:v>
                </c:pt>
                <c:pt idx="93">
                  <c:v>3106239710.0712299</c:v>
                </c:pt>
                <c:pt idx="94">
                  <c:v>3177523829.6510959</c:v>
                </c:pt>
                <c:pt idx="95">
                  <c:v>3203327082.5427504</c:v>
                </c:pt>
                <c:pt idx="96">
                  <c:v>3212779255.5279107</c:v>
                </c:pt>
                <c:pt idx="97">
                  <c:v>3217610884.4946017</c:v>
                </c:pt>
                <c:pt idx="98">
                  <c:v>3237900072.040307</c:v>
                </c:pt>
                <c:pt idx="99">
                  <c:v>3238000207.9505305</c:v>
                </c:pt>
                <c:pt idx="100">
                  <c:v>3266804852.2364368</c:v>
                </c:pt>
                <c:pt idx="101">
                  <c:v>3298351376.9327464</c:v>
                </c:pt>
                <c:pt idx="102">
                  <c:v>3298420447.8925037</c:v>
                </c:pt>
                <c:pt idx="103">
                  <c:v>3298472326.9580197</c:v>
                </c:pt>
                <c:pt idx="104">
                  <c:v>3328463622.4083195</c:v>
                </c:pt>
                <c:pt idx="105">
                  <c:v>3345804457.9671865</c:v>
                </c:pt>
                <c:pt idx="106">
                  <c:v>3353641929.7521949</c:v>
                </c:pt>
                <c:pt idx="107">
                  <c:v>3353641929.7521949</c:v>
                </c:pt>
                <c:pt idx="108">
                  <c:v>3386332899.6919136</c:v>
                </c:pt>
                <c:pt idx="109">
                  <c:v>3394490925.006897</c:v>
                </c:pt>
                <c:pt idx="110">
                  <c:v>3397630541.9883542</c:v>
                </c:pt>
                <c:pt idx="111">
                  <c:v>3403136873.8937111</c:v>
                </c:pt>
                <c:pt idx="112">
                  <c:v>3410165146.4366102</c:v>
                </c:pt>
                <c:pt idx="113">
                  <c:v>3421204332.2440124</c:v>
                </c:pt>
                <c:pt idx="114">
                  <c:v>3423293507.8822794</c:v>
                </c:pt>
                <c:pt idx="115">
                  <c:v>3423462054.7950602</c:v>
                </c:pt>
                <c:pt idx="116">
                  <c:v>3432731871.6362357</c:v>
                </c:pt>
                <c:pt idx="117">
                  <c:v>3448203852.0904455</c:v>
                </c:pt>
                <c:pt idx="118">
                  <c:v>3448480956.3142438</c:v>
                </c:pt>
                <c:pt idx="119">
                  <c:v>3457929736.2476454</c:v>
                </c:pt>
                <c:pt idx="120">
                  <c:v>3461204473.9879861</c:v>
                </c:pt>
                <c:pt idx="121">
                  <c:v>3512765303.2722507</c:v>
                </c:pt>
                <c:pt idx="122">
                  <c:v>3512861805.5369039</c:v>
                </c:pt>
                <c:pt idx="123">
                  <c:v>3531241991.8819795</c:v>
                </c:pt>
                <c:pt idx="124">
                  <c:v>3533294498.1014223</c:v>
                </c:pt>
                <c:pt idx="125">
                  <c:v>3539786245.9015932</c:v>
                </c:pt>
                <c:pt idx="126">
                  <c:v>3547864169.8810639</c:v>
                </c:pt>
                <c:pt idx="127">
                  <c:v>3547925189.9549937</c:v>
                </c:pt>
                <c:pt idx="128">
                  <c:v>3549027845.9693427</c:v>
                </c:pt>
                <c:pt idx="129">
                  <c:v>3594576734.215992</c:v>
                </c:pt>
                <c:pt idx="130">
                  <c:v>3596374383.9192777</c:v>
                </c:pt>
                <c:pt idx="131">
                  <c:v>3599887869.970129</c:v>
                </c:pt>
                <c:pt idx="132">
                  <c:v>3603942334.6427445</c:v>
                </c:pt>
                <c:pt idx="133">
                  <c:v>3638820683.2554412</c:v>
                </c:pt>
                <c:pt idx="134">
                  <c:v>3645342537.7391129</c:v>
                </c:pt>
                <c:pt idx="135">
                  <c:v>3651297403.9764404</c:v>
                </c:pt>
                <c:pt idx="136">
                  <c:v>3682727876.0533619</c:v>
                </c:pt>
                <c:pt idx="137">
                  <c:v>3691404548.0384851</c:v>
                </c:pt>
                <c:pt idx="138">
                  <c:v>3691541606.500248</c:v>
                </c:pt>
                <c:pt idx="139">
                  <c:v>3702607992.7226081</c:v>
                </c:pt>
                <c:pt idx="140">
                  <c:v>3780109244.1210213</c:v>
                </c:pt>
                <c:pt idx="141">
                  <c:v>3785011693.0302525</c:v>
                </c:pt>
                <c:pt idx="142">
                  <c:v>3785132254.3676062</c:v>
                </c:pt>
                <c:pt idx="143">
                  <c:v>3788103483.898201</c:v>
                </c:pt>
                <c:pt idx="144">
                  <c:v>3788563002.6408453</c:v>
                </c:pt>
                <c:pt idx="145">
                  <c:v>3788724140.4993753</c:v>
                </c:pt>
                <c:pt idx="146">
                  <c:v>3791247263.0006518</c:v>
                </c:pt>
                <c:pt idx="147">
                  <c:v>3791486323.2508316</c:v>
                </c:pt>
                <c:pt idx="148">
                  <c:v>3791504099.2142038</c:v>
                </c:pt>
                <c:pt idx="149">
                  <c:v>3792394070.0748324</c:v>
                </c:pt>
                <c:pt idx="150">
                  <c:v>3817901054.3405614</c:v>
                </c:pt>
                <c:pt idx="151">
                  <c:v>3818659553.4982462</c:v>
                </c:pt>
                <c:pt idx="152">
                  <c:v>3821055475.9930692</c:v>
                </c:pt>
                <c:pt idx="153">
                  <c:v>3857354078.9939508</c:v>
                </c:pt>
                <c:pt idx="154">
                  <c:v>3878302837.9088225</c:v>
                </c:pt>
                <c:pt idx="155">
                  <c:v>3880241002.7808704</c:v>
                </c:pt>
                <c:pt idx="156">
                  <c:v>3902699544.3272099</c:v>
                </c:pt>
                <c:pt idx="157">
                  <c:v>3905316895.9582515</c:v>
                </c:pt>
                <c:pt idx="158">
                  <c:v>3906594294.9210949</c:v>
                </c:pt>
                <c:pt idx="159">
                  <c:v>3906962532.9229798</c:v>
                </c:pt>
                <c:pt idx="160">
                  <c:v>3912604916.3686738</c:v>
                </c:pt>
                <c:pt idx="161">
                  <c:v>3914854382.3822918</c:v>
                </c:pt>
                <c:pt idx="162">
                  <c:v>3945343612.2320986</c:v>
                </c:pt>
                <c:pt idx="163">
                  <c:v>3962719821.7314062</c:v>
                </c:pt>
                <c:pt idx="164">
                  <c:v>3982488149.8284369</c:v>
                </c:pt>
                <c:pt idx="165">
                  <c:v>3990209892.694293</c:v>
                </c:pt>
                <c:pt idx="166">
                  <c:v>3990784470.9402328</c:v>
                </c:pt>
                <c:pt idx="167">
                  <c:v>4009340677.9387779</c:v>
                </c:pt>
                <c:pt idx="168">
                  <c:v>4010688077.8122163</c:v>
                </c:pt>
                <c:pt idx="169">
                  <c:v>4026370469.1131129</c:v>
                </c:pt>
                <c:pt idx="170">
                  <c:v>4045871395.9163375</c:v>
                </c:pt>
                <c:pt idx="171">
                  <c:v>4064790832.8235431</c:v>
                </c:pt>
                <c:pt idx="172">
                  <c:v>4066914108.4264245</c:v>
                </c:pt>
                <c:pt idx="173">
                  <c:v>4072427454.7481432</c:v>
                </c:pt>
                <c:pt idx="174">
                  <c:v>4078701309.1789584</c:v>
                </c:pt>
                <c:pt idx="175">
                  <c:v>4085101814.1548872</c:v>
                </c:pt>
                <c:pt idx="176">
                  <c:v>4102645573.2158308</c:v>
                </c:pt>
                <c:pt idx="177">
                  <c:v>4106111480.7665048</c:v>
                </c:pt>
                <c:pt idx="178">
                  <c:v>4106438170.6356177</c:v>
                </c:pt>
                <c:pt idx="179">
                  <c:v>4106630446.1823716</c:v>
                </c:pt>
                <c:pt idx="180">
                  <c:v>4110092355.4032283</c:v>
                </c:pt>
                <c:pt idx="181">
                  <c:v>4111671092.6936121</c:v>
                </c:pt>
                <c:pt idx="182">
                  <c:v>4129224684.8942709</c:v>
                </c:pt>
                <c:pt idx="183">
                  <c:v>4130557060.0544324</c:v>
                </c:pt>
                <c:pt idx="184">
                  <c:v>4136194880.4628196</c:v>
                </c:pt>
                <c:pt idx="185">
                  <c:v>4169794323.8315539</c:v>
                </c:pt>
                <c:pt idx="186">
                  <c:v>4187633638.1829166</c:v>
                </c:pt>
                <c:pt idx="187">
                  <c:v>4189102721.6330357</c:v>
                </c:pt>
                <c:pt idx="188">
                  <c:v>4190571805.0831547</c:v>
                </c:pt>
                <c:pt idx="189">
                  <c:v>4193920590.1021953</c:v>
                </c:pt>
                <c:pt idx="190">
                  <c:v>4197269375.1212358</c:v>
                </c:pt>
                <c:pt idx="191">
                  <c:v>4203607652.3174005</c:v>
                </c:pt>
                <c:pt idx="192">
                  <c:v>4203652515.4412518</c:v>
                </c:pt>
                <c:pt idx="193">
                  <c:v>4205859064.1520238</c:v>
                </c:pt>
                <c:pt idx="194">
                  <c:v>4205901121.5544953</c:v>
                </c:pt>
                <c:pt idx="195">
                  <c:v>4206080634.6805687</c:v>
                </c:pt>
                <c:pt idx="196">
                  <c:v>4207530171.370069</c:v>
                </c:pt>
                <c:pt idx="197">
                  <c:v>4208884625.5548873</c:v>
                </c:pt>
                <c:pt idx="198">
                  <c:v>4224222632.6083407</c:v>
                </c:pt>
                <c:pt idx="199">
                  <c:v>4227600476.2405982</c:v>
                </c:pt>
                <c:pt idx="200">
                  <c:v>4230209712.7104392</c:v>
                </c:pt>
                <c:pt idx="201">
                  <c:v>4242368972.2180543</c:v>
                </c:pt>
                <c:pt idx="202">
                  <c:v>4242577577.2573128</c:v>
                </c:pt>
                <c:pt idx="203">
                  <c:v>4242956466.7210941</c:v>
                </c:pt>
                <c:pt idx="204">
                  <c:v>4243335356.1848755</c:v>
                </c:pt>
                <c:pt idx="205">
                  <c:v>4250141997.5303879</c:v>
                </c:pt>
                <c:pt idx="206">
                  <c:v>4250850127.1467485</c:v>
                </c:pt>
                <c:pt idx="207">
                  <c:v>4257349166.3212085</c:v>
                </c:pt>
                <c:pt idx="208">
                  <c:v>4258308197.729075</c:v>
                </c:pt>
                <c:pt idx="209">
                  <c:v>4258505750.389657</c:v>
                </c:pt>
                <c:pt idx="210">
                  <c:v>4258703303.0502391</c:v>
                </c:pt>
                <c:pt idx="211">
                  <c:v>4258703303.0502391</c:v>
                </c:pt>
                <c:pt idx="212">
                  <c:v>4262371655.7411561</c:v>
                </c:pt>
                <c:pt idx="213">
                  <c:v>4262414286.9610996</c:v>
                </c:pt>
                <c:pt idx="214">
                  <c:v>4264211912.1651292</c:v>
                </c:pt>
                <c:pt idx="215">
                  <c:v>4264231567.1888695</c:v>
                </c:pt>
                <c:pt idx="216">
                  <c:v>4267184408.4770746</c:v>
                </c:pt>
                <c:pt idx="217">
                  <c:v>4267184408.4770746</c:v>
                </c:pt>
                <c:pt idx="218">
                  <c:v>4267213537.3566751</c:v>
                </c:pt>
                <c:pt idx="219">
                  <c:v>4281736547.850471</c:v>
                </c:pt>
                <c:pt idx="220">
                  <c:v>4285078927.1684299</c:v>
                </c:pt>
                <c:pt idx="221">
                  <c:v>4285147203.6667557</c:v>
                </c:pt>
                <c:pt idx="222">
                  <c:v>4364656009.0283737</c:v>
                </c:pt>
                <c:pt idx="223">
                  <c:v>4368744221.5366211</c:v>
                </c:pt>
                <c:pt idx="224">
                  <c:v>4369365938.8916512</c:v>
                </c:pt>
                <c:pt idx="225">
                  <c:v>4370119263.7831659</c:v>
                </c:pt>
                <c:pt idx="226">
                  <c:v>4370321852.5719051</c:v>
                </c:pt>
                <c:pt idx="227">
                  <c:v>4370321852.5719051</c:v>
                </c:pt>
                <c:pt idx="228">
                  <c:v>4372127380.0698662</c:v>
                </c:pt>
                <c:pt idx="229">
                  <c:v>4372271365.4155235</c:v>
                </c:pt>
                <c:pt idx="230">
                  <c:v>4376202916.0996151</c:v>
                </c:pt>
                <c:pt idx="231">
                  <c:v>4376757528.521287</c:v>
                </c:pt>
                <c:pt idx="232">
                  <c:v>4376773058.8988886</c:v>
                </c:pt>
                <c:pt idx="233">
                  <c:v>4377518281.9558744</c:v>
                </c:pt>
                <c:pt idx="234">
                  <c:v>4377539204.6230326</c:v>
                </c:pt>
                <c:pt idx="235">
                  <c:v>4377625923.6541243</c:v>
                </c:pt>
                <c:pt idx="236">
                  <c:v>4377732709.8977489</c:v>
                </c:pt>
                <c:pt idx="237">
                  <c:v>4377910137.120717</c:v>
                </c:pt>
                <c:pt idx="238">
                  <c:v>4378076754.252799</c:v>
                </c:pt>
                <c:pt idx="239">
                  <c:v>4378467437.3574057</c:v>
                </c:pt>
                <c:pt idx="240">
                  <c:v>4420322764.476491</c:v>
                </c:pt>
                <c:pt idx="241">
                  <c:v>4420381988.1820755</c:v>
                </c:pt>
                <c:pt idx="242">
                  <c:v>4420815517.8799162</c:v>
                </c:pt>
                <c:pt idx="243">
                  <c:v>4420984546.9121599</c:v>
                </c:pt>
                <c:pt idx="244">
                  <c:v>4420994091.2562122</c:v>
                </c:pt>
                <c:pt idx="245">
                  <c:v>4421453319.6352425</c:v>
                </c:pt>
                <c:pt idx="246">
                  <c:v>4432839749.7329254</c:v>
                </c:pt>
                <c:pt idx="247">
                  <c:v>4433223847.7516069</c:v>
                </c:pt>
                <c:pt idx="248">
                  <c:v>4434280337.9527817</c:v>
                </c:pt>
                <c:pt idx="249">
                  <c:v>4434988809.7739801</c:v>
                </c:pt>
                <c:pt idx="250">
                  <c:v>4434999999.9999971</c:v>
                </c:pt>
              </c:numCache>
            </c:numRef>
          </c:xVal>
          <c:yVal>
            <c:numRef>
              <c:f>'Ag District cost estimate'!$Z$4:$Z$254</c:f>
              <c:numCache>
                <c:formatCode>General</c:formatCode>
                <c:ptCount val="251"/>
                <c:pt idx="0">
                  <c:v>2.5184295157827425</c:v>
                </c:pt>
                <c:pt idx="1">
                  <c:v>3.1655117364076384</c:v>
                </c:pt>
                <c:pt idx="2">
                  <c:v>3.2755313465536644</c:v>
                </c:pt>
                <c:pt idx="3">
                  <c:v>3.2909834925663759</c:v>
                </c:pt>
                <c:pt idx="4">
                  <c:v>3.4412138247353852</c:v>
                </c:pt>
                <c:pt idx="5">
                  <c:v>3.5270071253289252</c:v>
                </c:pt>
                <c:pt idx="6">
                  <c:v>3.5386055761620918</c:v>
                </c:pt>
                <c:pt idx="7">
                  <c:v>3.6032630500480933</c:v>
                </c:pt>
                <c:pt idx="8">
                  <c:v>3.612214910228702</c:v>
                </c:pt>
                <c:pt idx="9">
                  <c:v>3.7653875194782094</c:v>
                </c:pt>
                <c:pt idx="10">
                  <c:v>3.7940248014233697</c:v>
                </c:pt>
                <c:pt idx="11">
                  <c:v>3.9946759391987778</c:v>
                </c:pt>
                <c:pt idx="12">
                  <c:v>4.015173724831036</c:v>
                </c:pt>
                <c:pt idx="13">
                  <c:v>4.0771024174561834</c:v>
                </c:pt>
                <c:pt idx="14">
                  <c:v>4.195453890499147</c:v>
                </c:pt>
                <c:pt idx="15">
                  <c:v>4.2245092622606242</c:v>
                </c:pt>
                <c:pt idx="16">
                  <c:v>4.2303632578725434</c:v>
                </c:pt>
                <c:pt idx="17">
                  <c:v>4.262723383260739</c:v>
                </c:pt>
                <c:pt idx="18">
                  <c:v>4.2629266774564547</c:v>
                </c:pt>
                <c:pt idx="19">
                  <c:v>4.2657284493742633</c:v>
                </c:pt>
                <c:pt idx="20">
                  <c:v>4.2668089255704889</c:v>
                </c:pt>
                <c:pt idx="21">
                  <c:v>4.2820250591822031</c:v>
                </c:pt>
                <c:pt idx="22">
                  <c:v>4.3016358686979617</c:v>
                </c:pt>
                <c:pt idx="23">
                  <c:v>4.3335106725383854</c:v>
                </c:pt>
                <c:pt idx="24">
                  <c:v>4.3393603420354303</c:v>
                </c:pt>
                <c:pt idx="25">
                  <c:v>4.3502957481810567</c:v>
                </c:pt>
                <c:pt idx="26">
                  <c:v>4.3579383080485004</c:v>
                </c:pt>
                <c:pt idx="27">
                  <c:v>4.3749438966292828</c:v>
                </c:pt>
                <c:pt idx="28">
                  <c:v>4.4009601428191667</c:v>
                </c:pt>
                <c:pt idx="29">
                  <c:v>4.4611590953889877</c:v>
                </c:pt>
                <c:pt idx="30">
                  <c:v>4.4940490526836285</c:v>
                </c:pt>
                <c:pt idx="31">
                  <c:v>4.5036402058410383</c:v>
                </c:pt>
                <c:pt idx="32">
                  <c:v>4.5451393075201416</c:v>
                </c:pt>
                <c:pt idx="33">
                  <c:v>4.5751462035681332</c:v>
                </c:pt>
                <c:pt idx="34">
                  <c:v>4.5899491780462744</c:v>
                </c:pt>
                <c:pt idx="35">
                  <c:v>4.5906131594752564</c:v>
                </c:pt>
                <c:pt idx="36">
                  <c:v>4.5973031758871841</c:v>
                </c:pt>
                <c:pt idx="37">
                  <c:v>4.6046011092030597</c:v>
                </c:pt>
                <c:pt idx="38">
                  <c:v>4.6473576608870886</c:v>
                </c:pt>
                <c:pt idx="39">
                  <c:v>4.6760093991792813</c:v>
                </c:pt>
                <c:pt idx="40">
                  <c:v>4.7298714479566897</c:v>
                </c:pt>
                <c:pt idx="41">
                  <c:v>4.8069103412024727</c:v>
                </c:pt>
                <c:pt idx="42">
                  <c:v>4.8155949486791823</c:v>
                </c:pt>
                <c:pt idx="43">
                  <c:v>4.8381263001187742</c:v>
                </c:pt>
                <c:pt idx="44">
                  <c:v>4.8382886765856794</c:v>
                </c:pt>
                <c:pt idx="45">
                  <c:v>4.8395051081344818</c:v>
                </c:pt>
                <c:pt idx="46">
                  <c:v>4.8589568269580061</c:v>
                </c:pt>
                <c:pt idx="47">
                  <c:v>4.8852233552039932</c:v>
                </c:pt>
                <c:pt idx="48">
                  <c:v>4.8875699674827793</c:v>
                </c:pt>
                <c:pt idx="49">
                  <c:v>4.9272273775917759</c:v>
                </c:pt>
                <c:pt idx="50">
                  <c:v>4.9286759689444306</c:v>
                </c:pt>
                <c:pt idx="51">
                  <c:v>4.9420410535778139</c:v>
                </c:pt>
                <c:pt idx="52">
                  <c:v>4.9449942528409689</c:v>
                </c:pt>
                <c:pt idx="53">
                  <c:v>4.9561360700743773</c:v>
                </c:pt>
                <c:pt idx="54">
                  <c:v>4.9689035343031627</c:v>
                </c:pt>
                <c:pt idx="55">
                  <c:v>4.9856450407853403</c:v>
                </c:pt>
                <c:pt idx="56">
                  <c:v>4.9935780631770763</c:v>
                </c:pt>
                <c:pt idx="57">
                  <c:v>5.0039777146616267</c:v>
                </c:pt>
                <c:pt idx="58">
                  <c:v>5.0050323106650181</c:v>
                </c:pt>
                <c:pt idx="59">
                  <c:v>5.0273168185452493</c:v>
                </c:pt>
                <c:pt idx="60">
                  <c:v>5.0576404648184772</c:v>
                </c:pt>
                <c:pt idx="61">
                  <c:v>5.0635451644115266</c:v>
                </c:pt>
                <c:pt idx="62">
                  <c:v>5.0818342719105107</c:v>
                </c:pt>
                <c:pt idx="63">
                  <c:v>5.0906034700244618</c:v>
                </c:pt>
                <c:pt idx="64">
                  <c:v>5.0994969103038477</c:v>
                </c:pt>
                <c:pt idx="65">
                  <c:v>5.1068783991852884</c:v>
                </c:pt>
                <c:pt idx="66">
                  <c:v>5.1407170957675659</c:v>
                </c:pt>
                <c:pt idx="67">
                  <c:v>5.1665708764977216</c:v>
                </c:pt>
                <c:pt idx="68">
                  <c:v>5.1946632081470367</c:v>
                </c:pt>
                <c:pt idx="69">
                  <c:v>5.2281207515104233</c:v>
                </c:pt>
                <c:pt idx="70">
                  <c:v>5.2698964055313269</c:v>
                </c:pt>
                <c:pt idx="71">
                  <c:v>5.273262964530101</c:v>
                </c:pt>
                <c:pt idx="72">
                  <c:v>5.2748900413697024</c:v>
                </c:pt>
                <c:pt idx="73">
                  <c:v>5.2906436878477567</c:v>
                </c:pt>
                <c:pt idx="74">
                  <c:v>5.2984149107117284</c:v>
                </c:pt>
                <c:pt idx="75">
                  <c:v>5.3340004118774518</c:v>
                </c:pt>
                <c:pt idx="76">
                  <c:v>5.3435431506032991</c:v>
                </c:pt>
                <c:pt idx="77">
                  <c:v>5.3637892074798978</c:v>
                </c:pt>
                <c:pt idx="78">
                  <c:v>5.4048713637655368</c:v>
                </c:pt>
                <c:pt idx="79">
                  <c:v>5.448449227562727</c:v>
                </c:pt>
                <c:pt idx="80">
                  <c:v>5.4567128820429627</c:v>
                </c:pt>
                <c:pt idx="81">
                  <c:v>5.4658043706653583</c:v>
                </c:pt>
                <c:pt idx="82">
                  <c:v>5.5173463609046891</c:v>
                </c:pt>
                <c:pt idx="83">
                  <c:v>5.5457454012951493</c:v>
                </c:pt>
                <c:pt idx="84">
                  <c:v>5.5516454993954385</c:v>
                </c:pt>
                <c:pt idx="85">
                  <c:v>5.5574343319779</c:v>
                </c:pt>
                <c:pt idx="86">
                  <c:v>5.5890835062106285</c:v>
                </c:pt>
                <c:pt idx="87">
                  <c:v>5.5919855545785904</c:v>
                </c:pt>
                <c:pt idx="88">
                  <c:v>5.6260177997191887</c:v>
                </c:pt>
                <c:pt idx="89">
                  <c:v>5.6269539013306398</c:v>
                </c:pt>
                <c:pt idx="90">
                  <c:v>5.6348757461924244</c:v>
                </c:pt>
                <c:pt idx="91">
                  <c:v>5.6489388346043405</c:v>
                </c:pt>
                <c:pt idx="92">
                  <c:v>5.6970637690275501</c:v>
                </c:pt>
                <c:pt idx="93">
                  <c:v>5.6970881978797427</c:v>
                </c:pt>
                <c:pt idx="94">
                  <c:v>5.7101098811599025</c:v>
                </c:pt>
                <c:pt idx="95">
                  <c:v>5.7225906098917561</c:v>
                </c:pt>
                <c:pt idx="96">
                  <c:v>5.7359448769359878</c:v>
                </c:pt>
                <c:pt idx="97">
                  <c:v>5.7701676769608303</c:v>
                </c:pt>
                <c:pt idx="98">
                  <c:v>5.8136726172265805</c:v>
                </c:pt>
                <c:pt idx="99">
                  <c:v>5.8289420560532044</c:v>
                </c:pt>
                <c:pt idx="100">
                  <c:v>5.8367027786433825</c:v>
                </c:pt>
                <c:pt idx="101">
                  <c:v>5.8369259001817007</c:v>
                </c:pt>
                <c:pt idx="102">
                  <c:v>5.856342960281494</c:v>
                </c:pt>
                <c:pt idx="103">
                  <c:v>5.8749849651272861</c:v>
                </c:pt>
                <c:pt idx="104">
                  <c:v>5.909494721391269</c:v>
                </c:pt>
                <c:pt idx="105">
                  <c:v>5.9567438154716248</c:v>
                </c:pt>
                <c:pt idx="106">
                  <c:v>5.9581134034883405</c:v>
                </c:pt>
                <c:pt idx="107">
                  <c:v>5.9759246071629608</c:v>
                </c:pt>
                <c:pt idx="108">
                  <c:v>5.9932700362616371</c:v>
                </c:pt>
                <c:pt idx="109">
                  <c:v>6.0261561170081288</c:v>
                </c:pt>
                <c:pt idx="110">
                  <c:v>6.0684638813479834</c:v>
                </c:pt>
                <c:pt idx="111">
                  <c:v>6.089449174719614</c:v>
                </c:pt>
                <c:pt idx="112">
                  <c:v>6.0910787053970479</c:v>
                </c:pt>
                <c:pt idx="113">
                  <c:v>6.1205323000236271</c:v>
                </c:pt>
                <c:pt idx="114">
                  <c:v>6.1612576665330359</c:v>
                </c:pt>
                <c:pt idx="115">
                  <c:v>6.2024767013985205</c:v>
                </c:pt>
                <c:pt idx="116">
                  <c:v>6.2069547473454554</c:v>
                </c:pt>
                <c:pt idx="117">
                  <c:v>6.2181747341436928</c:v>
                </c:pt>
                <c:pt idx="118">
                  <c:v>6.2394003450552322</c:v>
                </c:pt>
                <c:pt idx="119">
                  <c:v>6.2585498234652164</c:v>
                </c:pt>
                <c:pt idx="120">
                  <c:v>6.2659393940134143</c:v>
                </c:pt>
                <c:pt idx="121">
                  <c:v>6.2683967634457609</c:v>
                </c:pt>
                <c:pt idx="122">
                  <c:v>6.3143958671931104</c:v>
                </c:pt>
                <c:pt idx="123">
                  <c:v>6.3329181589372832</c:v>
                </c:pt>
                <c:pt idx="124">
                  <c:v>6.3481090750116067</c:v>
                </c:pt>
                <c:pt idx="125">
                  <c:v>6.3504407929144167</c:v>
                </c:pt>
                <c:pt idx="126">
                  <c:v>6.3891705015664417</c:v>
                </c:pt>
                <c:pt idx="127">
                  <c:v>6.4136115031437031</c:v>
                </c:pt>
                <c:pt idx="128">
                  <c:v>6.4966259059156952</c:v>
                </c:pt>
                <c:pt idx="129">
                  <c:v>6.5245698376308203</c:v>
                </c:pt>
                <c:pt idx="130">
                  <c:v>6.5952158406899919</c:v>
                </c:pt>
                <c:pt idx="131">
                  <c:v>6.5984195315878225</c:v>
                </c:pt>
                <c:pt idx="132">
                  <c:v>6.6112514581248494</c:v>
                </c:pt>
                <c:pt idx="133">
                  <c:v>6.7641160609615305</c:v>
                </c:pt>
                <c:pt idx="134">
                  <c:v>6.7877442889491606</c:v>
                </c:pt>
                <c:pt idx="135">
                  <c:v>6.8261810096417364</c:v>
                </c:pt>
                <c:pt idx="136">
                  <c:v>6.8369501026589878</c:v>
                </c:pt>
                <c:pt idx="137">
                  <c:v>6.8550021660412792</c:v>
                </c:pt>
                <c:pt idx="138">
                  <c:v>6.856254066819611</c:v>
                </c:pt>
                <c:pt idx="139">
                  <c:v>6.8659559859976094</c:v>
                </c:pt>
                <c:pt idx="140">
                  <c:v>6.8769780961584095</c:v>
                </c:pt>
                <c:pt idx="141">
                  <c:v>6.8981818058739721</c:v>
                </c:pt>
                <c:pt idx="142">
                  <c:v>6.9459477568774988</c:v>
                </c:pt>
                <c:pt idx="143">
                  <c:v>6.9774838313475831</c:v>
                </c:pt>
                <c:pt idx="144">
                  <c:v>7.0124732163525296</c:v>
                </c:pt>
                <c:pt idx="145">
                  <c:v>7.0170320845055958</c:v>
                </c:pt>
                <c:pt idx="146">
                  <c:v>7.0484490878464872</c:v>
                </c:pt>
                <c:pt idx="147">
                  <c:v>7.1052539434225732</c:v>
                </c:pt>
                <c:pt idx="148">
                  <c:v>7.1103352208889641</c:v>
                </c:pt>
                <c:pt idx="149">
                  <c:v>7.1335095029801723</c:v>
                </c:pt>
                <c:pt idx="150">
                  <c:v>7.1407179007679744</c:v>
                </c:pt>
                <c:pt idx="151">
                  <c:v>7.1431578037271706</c:v>
                </c:pt>
                <c:pt idx="152">
                  <c:v>7.2155815492379425</c:v>
                </c:pt>
                <c:pt idx="153">
                  <c:v>7.2549861233921522</c:v>
                </c:pt>
                <c:pt idx="154">
                  <c:v>7.2679776982697257</c:v>
                </c:pt>
                <c:pt idx="155">
                  <c:v>7.2776203439782199</c:v>
                </c:pt>
                <c:pt idx="156">
                  <c:v>7.4003395800180582</c:v>
                </c:pt>
                <c:pt idx="157">
                  <c:v>7.4082421919355674</c:v>
                </c:pt>
                <c:pt idx="158">
                  <c:v>7.4579539761815896</c:v>
                </c:pt>
                <c:pt idx="159">
                  <c:v>7.4725537770233448</c:v>
                </c:pt>
                <c:pt idx="160">
                  <c:v>7.4934682599791458</c:v>
                </c:pt>
                <c:pt idx="161">
                  <c:v>7.5109794074413587</c:v>
                </c:pt>
                <c:pt idx="162">
                  <c:v>7.5311055867295575</c:v>
                </c:pt>
                <c:pt idx="163">
                  <c:v>7.551516943474514</c:v>
                </c:pt>
                <c:pt idx="164">
                  <c:v>7.5713787334575589</c:v>
                </c:pt>
                <c:pt idx="165">
                  <c:v>7.7181655620749021</c:v>
                </c:pt>
                <c:pt idx="166">
                  <c:v>7.7976277692435163</c:v>
                </c:pt>
                <c:pt idx="167">
                  <c:v>7.8123993780820431</c:v>
                </c:pt>
                <c:pt idx="168">
                  <c:v>7.8437908545573345</c:v>
                </c:pt>
                <c:pt idx="169">
                  <c:v>7.8878052924309374</c:v>
                </c:pt>
                <c:pt idx="170">
                  <c:v>7.900081729339596</c:v>
                </c:pt>
                <c:pt idx="171">
                  <c:v>7.9612405702937865</c:v>
                </c:pt>
                <c:pt idx="172">
                  <c:v>7.9663031345959316</c:v>
                </c:pt>
                <c:pt idx="173">
                  <c:v>7.9935121259476487</c:v>
                </c:pt>
                <c:pt idx="174">
                  <c:v>7.9985041226717959</c:v>
                </c:pt>
                <c:pt idx="175">
                  <c:v>8.0085228001134876</c:v>
                </c:pt>
                <c:pt idx="176">
                  <c:v>8.0190136843362989</c:v>
                </c:pt>
                <c:pt idx="177">
                  <c:v>8.0947524991138824</c:v>
                </c:pt>
                <c:pt idx="178">
                  <c:v>8.2080045364214484</c:v>
                </c:pt>
                <c:pt idx="179">
                  <c:v>8.2184359931537809</c:v>
                </c:pt>
                <c:pt idx="180">
                  <c:v>8.2427992705730038</c:v>
                </c:pt>
                <c:pt idx="181">
                  <c:v>8.2544663810857308</c:v>
                </c:pt>
                <c:pt idx="182">
                  <c:v>8.2594783647614669</c:v>
                </c:pt>
                <c:pt idx="183">
                  <c:v>8.2740385949781441</c:v>
                </c:pt>
                <c:pt idx="184">
                  <c:v>8.2842620056786114</c:v>
                </c:pt>
                <c:pt idx="185">
                  <c:v>8.2959078144648952</c:v>
                </c:pt>
                <c:pt idx="186">
                  <c:v>8.326540813196381</c:v>
                </c:pt>
                <c:pt idx="187">
                  <c:v>8.3377419120371012</c:v>
                </c:pt>
                <c:pt idx="188">
                  <c:v>8.3377419120371012</c:v>
                </c:pt>
                <c:pt idx="189">
                  <c:v>8.3425170686504924</c:v>
                </c:pt>
                <c:pt idx="190">
                  <c:v>8.3425170686504924</c:v>
                </c:pt>
                <c:pt idx="191">
                  <c:v>8.3432324795332153</c:v>
                </c:pt>
                <c:pt idx="192">
                  <c:v>8.3435254344366161</c:v>
                </c:pt>
                <c:pt idx="193">
                  <c:v>8.3580637513811062</c:v>
                </c:pt>
                <c:pt idx="194">
                  <c:v>8.360814211272789</c:v>
                </c:pt>
                <c:pt idx="195">
                  <c:v>8.3732525421125796</c:v>
                </c:pt>
                <c:pt idx="196">
                  <c:v>8.4327589793138973</c:v>
                </c:pt>
                <c:pt idx="197">
                  <c:v>8.4359704635816755</c:v>
                </c:pt>
                <c:pt idx="198">
                  <c:v>8.4442975982944812</c:v>
                </c:pt>
                <c:pt idx="199">
                  <c:v>8.495632295715879</c:v>
                </c:pt>
                <c:pt idx="200">
                  <c:v>8.4959196404805315</c:v>
                </c:pt>
                <c:pt idx="201">
                  <c:v>8.5530669970645068</c:v>
                </c:pt>
                <c:pt idx="202">
                  <c:v>8.5753849562500513</c:v>
                </c:pt>
                <c:pt idx="203">
                  <c:v>8.5812436848947389</c:v>
                </c:pt>
                <c:pt idx="204">
                  <c:v>8.5812436848947389</c:v>
                </c:pt>
                <c:pt idx="205">
                  <c:v>8.6033152533079118</c:v>
                </c:pt>
                <c:pt idx="206">
                  <c:v>8.62921035467072</c:v>
                </c:pt>
                <c:pt idx="207">
                  <c:v>8.6343446169424585</c:v>
                </c:pt>
                <c:pt idx="208">
                  <c:v>8.6352550337368168</c:v>
                </c:pt>
                <c:pt idx="209">
                  <c:v>8.6670079707399061</c:v>
                </c:pt>
                <c:pt idx="210">
                  <c:v>8.6670079707399061</c:v>
                </c:pt>
                <c:pt idx="211">
                  <c:v>8.7235093623364577</c:v>
                </c:pt>
                <c:pt idx="212">
                  <c:v>8.7263634139127095</c:v>
                </c:pt>
                <c:pt idx="213">
                  <c:v>8.7617300769908066</c:v>
                </c:pt>
                <c:pt idx="214">
                  <c:v>8.7638740710711343</c:v>
                </c:pt>
                <c:pt idx="215">
                  <c:v>8.8562098087223475</c:v>
                </c:pt>
                <c:pt idx="216">
                  <c:v>8.9184826455882433</c:v>
                </c:pt>
                <c:pt idx="217">
                  <c:v>9.0136924288660438</c:v>
                </c:pt>
                <c:pt idx="218">
                  <c:v>9.2102539926281715</c:v>
                </c:pt>
                <c:pt idx="219">
                  <c:v>9.2294827787961946</c:v>
                </c:pt>
                <c:pt idx="220">
                  <c:v>9.3968434180543401</c:v>
                </c:pt>
                <c:pt idx="221">
                  <c:v>9.5788238297860264</c:v>
                </c:pt>
                <c:pt idx="222">
                  <c:v>9.5980665923244146</c:v>
                </c:pt>
                <c:pt idx="223">
                  <c:v>9.6948885665810138</c:v>
                </c:pt>
                <c:pt idx="224">
                  <c:v>9.6976987785615929</c:v>
                </c:pt>
                <c:pt idx="225">
                  <c:v>9.7447550692097771</c:v>
                </c:pt>
                <c:pt idx="226">
                  <c:v>9.8266257155995902</c:v>
                </c:pt>
                <c:pt idx="227">
                  <c:v>9.884808452839323</c:v>
                </c:pt>
                <c:pt idx="228">
                  <c:v>9.9526626712941209</c:v>
                </c:pt>
                <c:pt idx="229">
                  <c:v>10.068527722967813</c:v>
                </c:pt>
                <c:pt idx="230">
                  <c:v>10.148486494731989</c:v>
                </c:pt>
                <c:pt idx="231">
                  <c:v>10.179183714546426</c:v>
                </c:pt>
                <c:pt idx="232">
                  <c:v>10.225416626094338</c:v>
                </c:pt>
                <c:pt idx="233">
                  <c:v>10.306626966910894</c:v>
                </c:pt>
                <c:pt idx="234">
                  <c:v>10.411893075379762</c:v>
                </c:pt>
                <c:pt idx="235">
                  <c:v>10.443694421163647</c:v>
                </c:pt>
                <c:pt idx="236">
                  <c:v>10.4462279791111</c:v>
                </c:pt>
                <c:pt idx="237">
                  <c:v>10.505299431225243</c:v>
                </c:pt>
                <c:pt idx="238">
                  <c:v>10.587652327678267</c:v>
                </c:pt>
                <c:pt idx="239">
                  <c:v>10.620568045544166</c:v>
                </c:pt>
                <c:pt idx="240">
                  <c:v>10.677180555800547</c:v>
                </c:pt>
                <c:pt idx="241">
                  <c:v>10.770286168727443</c:v>
                </c:pt>
                <c:pt idx="242">
                  <c:v>10.796491035747529</c:v>
                </c:pt>
                <c:pt idx="243">
                  <c:v>10.88004528566908</c:v>
                </c:pt>
                <c:pt idx="244">
                  <c:v>10.882829601091119</c:v>
                </c:pt>
                <c:pt idx="245">
                  <c:v>11.034037123397191</c:v>
                </c:pt>
                <c:pt idx="246">
                  <c:v>11.520928196487555</c:v>
                </c:pt>
                <c:pt idx="247">
                  <c:v>12.673619534431028</c:v>
                </c:pt>
                <c:pt idx="248">
                  <c:v>13.269277606405204</c:v>
                </c:pt>
                <c:pt idx="249">
                  <c:v>13.854556801740253</c:v>
                </c:pt>
                <c:pt idx="250">
                  <c:v>14.119622849720429</c:v>
                </c:pt>
              </c:numCache>
            </c:numRef>
          </c:yVal>
          <c:smooth val="0"/>
          <c:extLst>
            <c:ext xmlns:c16="http://schemas.microsoft.com/office/drawing/2014/chart" uri="{C3380CC4-5D6E-409C-BE32-E72D297353CC}">
              <c16:uniqueId val="{00000001-411A-4EE4-8AB9-8AF5AD42F3F8}"/>
            </c:ext>
          </c:extLst>
        </c:ser>
        <c:ser>
          <c:idx val="4"/>
          <c:order val="2"/>
          <c:tx>
            <c:strRef>
              <c:f>'Ag District cost estimate'!$AC$3</c:f>
              <c:strCache>
                <c:ptCount val="1"/>
                <c:pt idx="0">
                  <c:v>Cost EX land</c:v>
                </c:pt>
              </c:strCache>
            </c:strRef>
          </c:tx>
          <c:spPr>
            <a:ln w="19050" cap="rnd">
              <a:solidFill>
                <a:schemeClr val="accent5"/>
              </a:solidFill>
              <a:round/>
            </a:ln>
            <a:effectLst/>
          </c:spPr>
          <c:marker>
            <c:symbol val="circle"/>
            <c:size val="5"/>
            <c:spPr>
              <a:solidFill>
                <a:schemeClr val="accent5"/>
              </a:solidFill>
              <a:ln w="9525">
                <a:solidFill>
                  <a:schemeClr val="accent5"/>
                </a:solidFill>
              </a:ln>
              <a:effectLst/>
            </c:spPr>
          </c:marker>
          <c:xVal>
            <c:numRef>
              <c:f>'Ag District cost estimate'!$AB$4:$AB$254</c:f>
              <c:numCache>
                <c:formatCode>General</c:formatCode>
                <c:ptCount val="251"/>
                <c:pt idx="0">
                  <c:v>58330401.903501809</c:v>
                </c:pt>
                <c:pt idx="1">
                  <c:v>59055960.538497284</c:v>
                </c:pt>
                <c:pt idx="2">
                  <c:v>59188526.051250882</c:v>
                </c:pt>
                <c:pt idx="3">
                  <c:v>81827532.408828467</c:v>
                </c:pt>
                <c:pt idx="4">
                  <c:v>120361141.10658419</c:v>
                </c:pt>
                <c:pt idx="5">
                  <c:v>170613356.78069574</c:v>
                </c:pt>
                <c:pt idx="6">
                  <c:v>241102568.30024546</c:v>
                </c:pt>
                <c:pt idx="7">
                  <c:v>283718954.71923798</c:v>
                </c:pt>
                <c:pt idx="8">
                  <c:v>284532007.2535997</c:v>
                </c:pt>
                <c:pt idx="9">
                  <c:v>363864764.1585288</c:v>
                </c:pt>
                <c:pt idx="10">
                  <c:v>406354397.87674749</c:v>
                </c:pt>
                <c:pt idx="11">
                  <c:v>411137155.49843144</c:v>
                </c:pt>
                <c:pt idx="12">
                  <c:v>457305134.00395483</c:v>
                </c:pt>
                <c:pt idx="13">
                  <c:v>519465641.66058624</c:v>
                </c:pt>
                <c:pt idx="14">
                  <c:v>583281387.32056773</c:v>
                </c:pt>
                <c:pt idx="15">
                  <c:v>734313310.57447362</c:v>
                </c:pt>
                <c:pt idx="16">
                  <c:v>770237738.33767521</c:v>
                </c:pt>
                <c:pt idx="17">
                  <c:v>830859508.55728722</c:v>
                </c:pt>
                <c:pt idx="18">
                  <c:v>874836146.48540759</c:v>
                </c:pt>
                <c:pt idx="19">
                  <c:v>909765718.50722146</c:v>
                </c:pt>
                <c:pt idx="20">
                  <c:v>985788158.64966822</c:v>
                </c:pt>
                <c:pt idx="21">
                  <c:v>985925542.5463624</c:v>
                </c:pt>
                <c:pt idx="22">
                  <c:v>1039238915.6573526</c:v>
                </c:pt>
                <c:pt idx="23">
                  <c:v>1057409116.6224059</c:v>
                </c:pt>
                <c:pt idx="24">
                  <c:v>1079821505.5042708</c:v>
                </c:pt>
                <c:pt idx="25">
                  <c:v>1156759588.7281544</c:v>
                </c:pt>
                <c:pt idx="26">
                  <c:v>1195185169.7971594</c:v>
                </c:pt>
                <c:pt idx="27">
                  <c:v>1205652256.081939</c:v>
                </c:pt>
                <c:pt idx="28">
                  <c:v>1205820550.4182572</c:v>
                </c:pt>
                <c:pt idx="29">
                  <c:v>1205851341.6173368</c:v>
                </c:pt>
                <c:pt idx="30">
                  <c:v>1243894624.9939363</c:v>
                </c:pt>
                <c:pt idx="31">
                  <c:v>1277503138.1645479</c:v>
                </c:pt>
                <c:pt idx="32">
                  <c:v>1286013806.4545059</c:v>
                </c:pt>
                <c:pt idx="33">
                  <c:v>1355355632.4009991</c:v>
                </c:pt>
                <c:pt idx="34">
                  <c:v>1381577259.0509875</c:v>
                </c:pt>
                <c:pt idx="35">
                  <c:v>1382829107.5313985</c:v>
                </c:pt>
                <c:pt idx="36">
                  <c:v>1382929243.4416223</c:v>
                </c:pt>
                <c:pt idx="37">
                  <c:v>1404762940.9685042</c:v>
                </c:pt>
                <c:pt idx="38">
                  <c:v>1440827300.0112848</c:v>
                </c:pt>
                <c:pt idx="39">
                  <c:v>1490277852.1525612</c:v>
                </c:pt>
                <c:pt idx="40">
                  <c:v>1507618687.7114284</c:v>
                </c:pt>
                <c:pt idx="41">
                  <c:v>1507618687.7114284</c:v>
                </c:pt>
                <c:pt idx="42">
                  <c:v>1517070860.6965885</c:v>
                </c:pt>
                <c:pt idx="43">
                  <c:v>1518921501.5073495</c:v>
                </c:pt>
                <c:pt idx="44">
                  <c:v>1604628136.1960783</c:v>
                </c:pt>
                <c:pt idx="45">
                  <c:v>1788152753.8534975</c:v>
                </c:pt>
                <c:pt idx="46">
                  <c:v>1830249521.3791988</c:v>
                </c:pt>
                <c:pt idx="47">
                  <c:v>1835380012.756784</c:v>
                </c:pt>
                <c:pt idx="48">
                  <c:v>1838519629.7382412</c:v>
                </c:pt>
                <c:pt idx="49">
                  <c:v>1840608805.3765085</c:v>
                </c:pt>
                <c:pt idx="50">
                  <c:v>1856080785.8307183</c:v>
                </c:pt>
                <c:pt idx="51">
                  <c:v>1856249332.7434988</c:v>
                </c:pt>
                <c:pt idx="52">
                  <c:v>1860379820.4232159</c:v>
                </c:pt>
                <c:pt idx="53">
                  <c:v>1905928708.6698654</c:v>
                </c:pt>
                <c:pt idx="54">
                  <c:v>1909374830.9110167</c:v>
                </c:pt>
                <c:pt idx="55">
                  <c:v>1909928348.5143354</c:v>
                </c:pt>
                <c:pt idx="56">
                  <c:v>1994167693.4305379</c:v>
                </c:pt>
                <c:pt idx="57">
                  <c:v>2031557180.1366796</c:v>
                </c:pt>
                <c:pt idx="58">
                  <c:v>2049937366.4817555</c:v>
                </c:pt>
                <c:pt idx="59">
                  <c:v>2055443698.3871126</c:v>
                </c:pt>
                <c:pt idx="60">
                  <c:v>2056594417.771997</c:v>
                </c:pt>
                <c:pt idx="61">
                  <c:v>2085951727.0382426</c:v>
                </c:pt>
                <c:pt idx="62">
                  <c:v>2088004233.2576857</c:v>
                </c:pt>
                <c:pt idx="63">
                  <c:v>2099043419.0650878</c:v>
                </c:pt>
                <c:pt idx="64">
                  <c:v>2108313235.9062634</c:v>
                </c:pt>
                <c:pt idx="65">
                  <c:v>2117274918.2681921</c:v>
                </c:pt>
                <c:pt idx="66">
                  <c:v>2148705390.3451133</c:v>
                </c:pt>
                <c:pt idx="67">
                  <c:v>2183583738.9578099</c:v>
                </c:pt>
                <c:pt idx="68">
                  <c:v>2205310121.5398192</c:v>
                </c:pt>
                <c:pt idx="69">
                  <c:v>2206412777.5541682</c:v>
                </c:pt>
                <c:pt idx="70">
                  <c:v>2209881187.2143655</c:v>
                </c:pt>
                <c:pt idx="71">
                  <c:v>2210158291.4381638</c:v>
                </c:pt>
                <c:pt idx="72">
                  <c:v>2287659542.8365769</c:v>
                </c:pt>
                <c:pt idx="73">
                  <c:v>2291576569.9822841</c:v>
                </c:pt>
                <c:pt idx="74">
                  <c:v>2341213851.5492291</c:v>
                </c:pt>
                <c:pt idx="75">
                  <c:v>2352280237.7715893</c:v>
                </c:pt>
                <c:pt idx="76">
                  <c:v>2375229583.5210061</c:v>
                </c:pt>
                <c:pt idx="77">
                  <c:v>2380875305.9931827</c:v>
                </c:pt>
                <c:pt idx="78">
                  <c:v>2416487346.3635659</c:v>
                </c:pt>
                <c:pt idx="79">
                  <c:v>2416648484.222096</c:v>
                </c:pt>
                <c:pt idx="80">
                  <c:v>2417480820.9112072</c:v>
                </c:pt>
                <c:pt idx="81">
                  <c:v>2417541840.985137</c:v>
                </c:pt>
                <c:pt idx="82">
                  <c:v>2453840443.9860187</c:v>
                </c:pt>
                <c:pt idx="83">
                  <c:v>2511415224.8486094</c:v>
                </c:pt>
                <c:pt idx="84">
                  <c:v>2516246853.8153005</c:v>
                </c:pt>
                <c:pt idx="85">
                  <c:v>2541753838.0810294</c:v>
                </c:pt>
                <c:pt idx="86">
                  <c:v>2572305234.556241</c:v>
                </c:pt>
                <c:pt idx="87">
                  <c:v>2611542370.6764436</c:v>
                </c:pt>
                <c:pt idx="88">
                  <c:v>2616444819.5856748</c:v>
                </c:pt>
                <c:pt idx="89">
                  <c:v>2616565380.9230285</c:v>
                </c:pt>
                <c:pt idx="90">
                  <c:v>2714275709.778995</c:v>
                </c:pt>
                <c:pt idx="91">
                  <c:v>2757429729.386476</c:v>
                </c:pt>
                <c:pt idx="92">
                  <c:v>2800636428.7113404</c:v>
                </c:pt>
                <c:pt idx="93">
                  <c:v>2870949163.759378</c:v>
                </c:pt>
                <c:pt idx="94">
                  <c:v>2908954623.8705506</c:v>
                </c:pt>
                <c:pt idx="95">
                  <c:v>2913269830.3494925</c:v>
                </c:pt>
                <c:pt idx="96">
                  <c:v>2918912213.7951865</c:v>
                </c:pt>
                <c:pt idx="97">
                  <c:v>2939860972.7100582</c:v>
                </c:pt>
                <c:pt idx="98">
                  <c:v>2946609453.7706475</c:v>
                </c:pt>
                <c:pt idx="99">
                  <c:v>2966906008.3301649</c:v>
                </c:pt>
                <c:pt idx="100">
                  <c:v>2986674336.4271955</c:v>
                </c:pt>
                <c:pt idx="101">
                  <c:v>3017163566.2770023</c:v>
                </c:pt>
                <c:pt idx="102">
                  <c:v>3042966819.1686568</c:v>
                </c:pt>
                <c:pt idx="103">
                  <c:v>3114250938.7485228</c:v>
                </c:pt>
                <c:pt idx="104">
                  <c:v>3118305403.4211383</c:v>
                </c:pt>
                <c:pt idx="105">
                  <c:v>3140592357.808898</c:v>
                </c:pt>
                <c:pt idx="106">
                  <c:v>3171396710.6484389</c:v>
                </c:pt>
                <c:pt idx="107">
                  <c:v>3224265937.2120509</c:v>
                </c:pt>
                <c:pt idx="108">
                  <c:v>3260361725.7170868</c:v>
                </c:pt>
                <c:pt idx="109">
                  <c:v>3290353021.1673865</c:v>
                </c:pt>
                <c:pt idx="110">
                  <c:v>3298190492.952395</c:v>
                </c:pt>
                <c:pt idx="111">
                  <c:v>3349787920.3048482</c:v>
                </c:pt>
                <c:pt idx="112">
                  <c:v>3378592564.5907545</c:v>
                </c:pt>
                <c:pt idx="113">
                  <c:v>3411283534.5304732</c:v>
                </c:pt>
                <c:pt idx="114">
                  <c:v>3420732314.4638748</c:v>
                </c:pt>
                <c:pt idx="115">
                  <c:v>3421201400.9233775</c:v>
                </c:pt>
                <c:pt idx="116">
                  <c:v>3466165512.257329</c:v>
                </c:pt>
                <c:pt idx="117">
                  <c:v>3473887255.1231852</c:v>
                </c:pt>
                <c:pt idx="118">
                  <c:v>3474461833.3691249</c:v>
                </c:pt>
                <c:pt idx="119">
                  <c:v>3475577673.2633591</c:v>
                </c:pt>
                <c:pt idx="120">
                  <c:v>3498036214.8096986</c:v>
                </c:pt>
                <c:pt idx="121">
                  <c:v>3545227199.0278268</c:v>
                </c:pt>
                <c:pt idx="122">
                  <c:v>3574413136.7046323</c:v>
                </c:pt>
                <c:pt idx="123">
                  <c:v>3576386048.602561</c:v>
                </c:pt>
                <c:pt idx="124">
                  <c:v>3627946877.8868256</c:v>
                </c:pt>
                <c:pt idx="125">
                  <c:v>3634468732.3704972</c:v>
                </c:pt>
                <c:pt idx="126">
                  <c:v>3673754867.3384147</c:v>
                </c:pt>
                <c:pt idx="127">
                  <c:v>3692311074.3369598</c:v>
                </c:pt>
                <c:pt idx="128">
                  <c:v>3709687283.8362675</c:v>
                </c:pt>
                <c:pt idx="129">
                  <c:v>3711034683.7097058</c:v>
                </c:pt>
                <c:pt idx="130">
                  <c:v>3729954120.6169114</c:v>
                </c:pt>
                <c:pt idx="131">
                  <c:v>3738630792.6020346</c:v>
                </c:pt>
                <c:pt idx="132">
                  <c:v>3820698601.5919924</c:v>
                </c:pt>
                <c:pt idx="133">
                  <c:v>3836380992.892889</c:v>
                </c:pt>
                <c:pt idx="134">
                  <c:v>3842335859.1302166</c:v>
                </c:pt>
                <c:pt idx="135">
                  <c:v>3859879618.1911602</c:v>
                </c:pt>
                <c:pt idx="136">
                  <c:v>3860016676.6529231</c:v>
                </c:pt>
                <c:pt idx="137">
                  <c:v>3880381900.0897326</c:v>
                </c:pt>
                <c:pt idx="138">
                  <c:v>3899448550.1914945</c:v>
                </c:pt>
                <c:pt idx="139">
                  <c:v>3900501572.5942106</c:v>
                </c:pt>
                <c:pt idx="140">
                  <c:v>3903472802.1248055</c:v>
                </c:pt>
                <c:pt idx="141">
                  <c:v>3909110622.5331926</c:v>
                </c:pt>
                <c:pt idx="142">
                  <c:v>3910965568.9447708</c:v>
                </c:pt>
                <c:pt idx="143">
                  <c:v>3920050439.7593207</c:v>
                </c:pt>
                <c:pt idx="144">
                  <c:v>3920509958.501965</c:v>
                </c:pt>
                <c:pt idx="145">
                  <c:v>3922307608.2052507</c:v>
                </c:pt>
                <c:pt idx="146">
                  <c:v>3924830730.7065272</c:v>
                </c:pt>
                <c:pt idx="147">
                  <c:v>3924933093.6502023</c:v>
                </c:pt>
                <c:pt idx="148">
                  <c:v>3935554143.6041965</c:v>
                </c:pt>
                <c:pt idx="149">
                  <c:v>3950892150.65765</c:v>
                </c:pt>
                <c:pt idx="150">
                  <c:v>3950944029.723166</c:v>
                </c:pt>
                <c:pt idx="151">
                  <c:v>3982490554.4194756</c:v>
                </c:pt>
                <c:pt idx="152">
                  <c:v>3982508330.3828478</c:v>
                </c:pt>
                <c:pt idx="153">
                  <c:v>3982747390.6330276</c:v>
                </c:pt>
                <c:pt idx="154">
                  <c:v>3984870666.235909</c:v>
                </c:pt>
                <c:pt idx="155">
                  <c:v>4002371256.682363</c:v>
                </c:pt>
                <c:pt idx="156">
                  <c:v>4003703631.8425245</c:v>
                </c:pt>
                <c:pt idx="157">
                  <c:v>4004462131.0002093</c:v>
                </c:pt>
                <c:pt idx="158">
                  <c:v>4007173567.5907106</c:v>
                </c:pt>
                <c:pt idx="159">
                  <c:v>4018529676.2704272</c:v>
                </c:pt>
                <c:pt idx="160">
                  <c:v>4019419647.1310558</c:v>
                </c:pt>
                <c:pt idx="161">
                  <c:v>4019488718.0908132</c:v>
                </c:pt>
                <c:pt idx="162">
                  <c:v>4025889223.0667419</c:v>
                </c:pt>
                <c:pt idx="163">
                  <c:v>4025931280.4692135</c:v>
                </c:pt>
                <c:pt idx="164">
                  <c:v>4029393189.6900702</c:v>
                </c:pt>
                <c:pt idx="165">
                  <c:v>4049682377.235775</c:v>
                </c:pt>
                <c:pt idx="166">
                  <c:v>4052078299.730598</c:v>
                </c:pt>
                <c:pt idx="167">
                  <c:v>4053875924.9346275</c:v>
                </c:pt>
                <c:pt idx="168">
                  <c:v>4055814089.8066754</c:v>
                </c:pt>
                <c:pt idx="169">
                  <c:v>4073653404.1580381</c:v>
                </c:pt>
                <c:pt idx="170">
                  <c:v>4081811429.4730215</c:v>
                </c:pt>
                <c:pt idx="171">
                  <c:v>4084428781.104063</c:v>
                </c:pt>
                <c:pt idx="172">
                  <c:v>4091457053.6469622</c:v>
                </c:pt>
                <c:pt idx="173">
                  <c:v>4091457053.6469622</c:v>
                </c:pt>
                <c:pt idx="174">
                  <c:v>4091825291.6488471</c:v>
                </c:pt>
                <c:pt idx="175">
                  <c:v>4091921793.9135003</c:v>
                </c:pt>
                <c:pt idx="176">
                  <c:v>4093199192.8763437</c:v>
                </c:pt>
                <c:pt idx="177">
                  <c:v>4095448658.8899617</c:v>
                </c:pt>
                <c:pt idx="178">
                  <c:v>4098723396.6303024</c:v>
                </c:pt>
                <c:pt idx="179">
                  <c:v>4098752525.509903</c:v>
                </c:pt>
                <c:pt idx="180">
                  <c:v>4098944801.0566568</c:v>
                </c:pt>
                <c:pt idx="181">
                  <c:v>4113467811.5504527</c:v>
                </c:pt>
                <c:pt idx="182">
                  <c:v>4119959559.3506236</c:v>
                </c:pt>
                <c:pt idx="183">
                  <c:v>4128037483.3300943</c:v>
                </c:pt>
                <c:pt idx="184">
                  <c:v>4128037483.3300943</c:v>
                </c:pt>
                <c:pt idx="185">
                  <c:v>4129506566.7802134</c:v>
                </c:pt>
                <c:pt idx="186">
                  <c:v>4130975650.2303324</c:v>
                </c:pt>
                <c:pt idx="187">
                  <c:v>4134489136.2811837</c:v>
                </c:pt>
                <c:pt idx="188">
                  <c:v>4137837921.3002243</c:v>
                </c:pt>
                <c:pt idx="189">
                  <c:v>4141186706.3192649</c:v>
                </c:pt>
                <c:pt idx="190">
                  <c:v>4145274918.8275123</c:v>
                </c:pt>
                <c:pt idx="191">
                  <c:v>4148617298.1454711</c:v>
                </c:pt>
                <c:pt idx="192">
                  <c:v>4148819886.9342103</c:v>
                </c:pt>
                <c:pt idx="193">
                  <c:v>4148819886.9342103</c:v>
                </c:pt>
                <c:pt idx="194">
                  <c:v>4149198776.3979917</c:v>
                </c:pt>
                <c:pt idx="195">
                  <c:v>4149577665.861773</c:v>
                </c:pt>
                <c:pt idx="196">
                  <c:v>4149645942.3600988</c:v>
                </c:pt>
                <c:pt idx="197">
                  <c:v>4150604973.7679653</c:v>
                </c:pt>
                <c:pt idx="198">
                  <c:v>4150802526.4285474</c:v>
                </c:pt>
                <c:pt idx="199">
                  <c:v>4151000079.0891294</c:v>
                </c:pt>
                <c:pt idx="200">
                  <c:v>4184599522.4578638</c:v>
                </c:pt>
                <c:pt idx="201">
                  <c:v>4185344745.5148497</c:v>
                </c:pt>
                <c:pt idx="202">
                  <c:v>4185387376.7347932</c:v>
                </c:pt>
                <c:pt idx="203">
                  <c:v>4187192904.2327538</c:v>
                </c:pt>
                <c:pt idx="204">
                  <c:v>4187208434.6103549</c:v>
                </c:pt>
                <c:pt idx="205">
                  <c:v>4187641964.3081956</c:v>
                </c:pt>
                <c:pt idx="206">
                  <c:v>4207142891.1114202</c:v>
                </c:pt>
                <c:pt idx="207">
                  <c:v>4207311920.1436639</c:v>
                </c:pt>
                <c:pt idx="208">
                  <c:v>4213585774.5744791</c:v>
                </c:pt>
                <c:pt idx="209">
                  <c:v>4213606697.2416372</c:v>
                </c:pt>
                <c:pt idx="210">
                  <c:v>4214065925.620667</c:v>
                </c:pt>
                <c:pt idx="211">
                  <c:v>4216272474.331439</c:v>
                </c:pt>
                <c:pt idx="212">
                  <c:v>4216599164.200552</c:v>
                </c:pt>
                <c:pt idx="213">
                  <c:v>4218177901.4909358</c:v>
                </c:pt>
                <c:pt idx="214">
                  <c:v>4223691247.8126545</c:v>
                </c:pt>
                <c:pt idx="215">
                  <c:v>4224081930.9172611</c:v>
                </c:pt>
                <c:pt idx="216">
                  <c:v>4227547838.4679351</c:v>
                </c:pt>
                <c:pt idx="217">
                  <c:v>4227557382.8119869</c:v>
                </c:pt>
                <c:pt idx="218">
                  <c:v>4233895660.0081515</c:v>
                </c:pt>
                <c:pt idx="219">
                  <c:v>4251449252.2088103</c:v>
                </c:pt>
                <c:pt idx="220">
                  <c:v>4254058488.6786513</c:v>
                </c:pt>
                <c:pt idx="221">
                  <c:v>4254103351.8025026</c:v>
                </c:pt>
                <c:pt idx="222">
                  <c:v>4333612157.1641207</c:v>
                </c:pt>
                <c:pt idx="223">
                  <c:v>4334966611.3489389</c:v>
                </c:pt>
                <c:pt idx="224">
                  <c:v>4338344454.9811964</c:v>
                </c:pt>
                <c:pt idx="225">
                  <c:v>4338523968.1072693</c:v>
                </c:pt>
                <c:pt idx="226">
                  <c:v>4339973504.7967701</c:v>
                </c:pt>
                <c:pt idx="227">
                  <c:v>4340595222.1518002</c:v>
                </c:pt>
                <c:pt idx="228">
                  <c:v>4341348547.0433149</c:v>
                </c:pt>
                <c:pt idx="229">
                  <c:v>4353507806.55093</c:v>
                </c:pt>
                <c:pt idx="230">
                  <c:v>4360006845.7253904</c:v>
                </c:pt>
                <c:pt idx="231">
                  <c:v>4360714975.3417511</c:v>
                </c:pt>
                <c:pt idx="232">
                  <c:v>4360923580.3810101</c:v>
                </c:pt>
                <c:pt idx="233">
                  <c:v>4367730221.7265224</c:v>
                </c:pt>
                <c:pt idx="234">
                  <c:v>4371398574.4174395</c:v>
                </c:pt>
                <c:pt idx="235">
                  <c:v>4371953186.8391113</c:v>
                </c:pt>
                <c:pt idx="236">
                  <c:v>4374906028.1273165</c:v>
                </c:pt>
                <c:pt idx="237">
                  <c:v>4416761355.2464018</c:v>
                </c:pt>
                <c:pt idx="238">
                  <c:v>4416820578.9519863</c:v>
                </c:pt>
                <c:pt idx="239">
                  <c:v>4420752129.6360779</c:v>
                </c:pt>
                <c:pt idx="240">
                  <c:v>4420896114.9817352</c:v>
                </c:pt>
                <c:pt idx="241">
                  <c:v>4420915770.005476</c:v>
                </c:pt>
                <c:pt idx="242">
                  <c:v>4421002489.0365677</c:v>
                </c:pt>
                <c:pt idx="243">
                  <c:v>4421179916.2595358</c:v>
                </c:pt>
                <c:pt idx="244">
                  <c:v>4421286702.5031605</c:v>
                </c:pt>
                <c:pt idx="245">
                  <c:v>4421453319.6352425</c:v>
                </c:pt>
                <c:pt idx="246">
                  <c:v>4432839749.7329254</c:v>
                </c:pt>
                <c:pt idx="247">
                  <c:v>4433223847.7516069</c:v>
                </c:pt>
                <c:pt idx="248">
                  <c:v>4434280337.9527817</c:v>
                </c:pt>
                <c:pt idx="249">
                  <c:v>4434988809.7739801</c:v>
                </c:pt>
                <c:pt idx="250">
                  <c:v>4434999999.9999971</c:v>
                </c:pt>
              </c:numCache>
            </c:numRef>
          </c:xVal>
          <c:yVal>
            <c:numRef>
              <c:f>'Ag District cost estimate'!$AC$4:$AC$254</c:f>
              <c:numCache>
                <c:formatCode>General</c:formatCode>
                <c:ptCount val="251"/>
                <c:pt idx="0">
                  <c:v>4.0814420062478662</c:v>
                </c:pt>
                <c:pt idx="1">
                  <c:v>4.5467008142573295</c:v>
                </c:pt>
                <c:pt idx="2">
                  <c:v>5.4892798751651837</c:v>
                </c:pt>
                <c:pt idx="3">
                  <c:v>5.4938364877536312</c:v>
                </c:pt>
                <c:pt idx="4">
                  <c:v>5.6154480095834787</c:v>
                </c:pt>
                <c:pt idx="5">
                  <c:v>6.020077488615887</c:v>
                </c:pt>
                <c:pt idx="6">
                  <c:v>6.229427462419693</c:v>
                </c:pt>
                <c:pt idx="7">
                  <c:v>6.2645650284451069</c:v>
                </c:pt>
                <c:pt idx="8">
                  <c:v>6.2734033008161125</c:v>
                </c:pt>
                <c:pt idx="9">
                  <c:v>6.3816546426137135</c:v>
                </c:pt>
                <c:pt idx="10">
                  <c:v>6.4065207752030888</c:v>
                </c:pt>
                <c:pt idx="11">
                  <c:v>6.43718114621542</c:v>
                </c:pt>
                <c:pt idx="12">
                  <c:v>6.4856904899709686</c:v>
                </c:pt>
                <c:pt idx="13">
                  <c:v>6.4925515143924253</c:v>
                </c:pt>
                <c:pt idx="14">
                  <c:v>6.5371751844123915</c:v>
                </c:pt>
                <c:pt idx="15">
                  <c:v>6.5509536673840971</c:v>
                </c:pt>
                <c:pt idx="16">
                  <c:v>6.5600880971379638</c:v>
                </c:pt>
                <c:pt idx="17">
                  <c:v>6.5827440584266492</c:v>
                </c:pt>
                <c:pt idx="18">
                  <c:v>6.6237031609469605</c:v>
                </c:pt>
                <c:pt idx="19">
                  <c:v>6.6246589210179634</c:v>
                </c:pt>
                <c:pt idx="20">
                  <c:v>6.667399574961494</c:v>
                </c:pt>
                <c:pt idx="21">
                  <c:v>6.6816847519815701</c:v>
                </c:pt>
                <c:pt idx="22">
                  <c:v>6.7248099356869755</c:v>
                </c:pt>
                <c:pt idx="23">
                  <c:v>6.8708837158216802</c:v>
                </c:pt>
                <c:pt idx="24">
                  <c:v>6.9066491961655521</c:v>
                </c:pt>
                <c:pt idx="25">
                  <c:v>6.9305551330567301</c:v>
                </c:pt>
                <c:pt idx="26">
                  <c:v>6.971934897790411</c:v>
                </c:pt>
                <c:pt idx="27">
                  <c:v>6.989445974372865</c:v>
                </c:pt>
                <c:pt idx="28">
                  <c:v>7.0931896168294593</c:v>
                </c:pt>
                <c:pt idx="29">
                  <c:v>7.1876769298424357</c:v>
                </c:pt>
                <c:pt idx="30">
                  <c:v>7.2309739037014387</c:v>
                </c:pt>
                <c:pt idx="31">
                  <c:v>7.2795565741483914</c:v>
                </c:pt>
                <c:pt idx="32">
                  <c:v>7.3015701074108996</c:v>
                </c:pt>
                <c:pt idx="33">
                  <c:v>7.30279267783032</c:v>
                </c:pt>
                <c:pt idx="34">
                  <c:v>7.3280416414879443</c:v>
                </c:pt>
                <c:pt idx="35">
                  <c:v>7.3651272734174995</c:v>
                </c:pt>
                <c:pt idx="36">
                  <c:v>7.366323008434156</c:v>
                </c:pt>
                <c:pt idx="37">
                  <c:v>7.3876388040647374</c:v>
                </c:pt>
                <c:pt idx="38">
                  <c:v>7.3998501099835439</c:v>
                </c:pt>
                <c:pt idx="39">
                  <c:v>7.4430331037283235</c:v>
                </c:pt>
                <c:pt idx="40">
                  <c:v>7.4479588804066896</c:v>
                </c:pt>
                <c:pt idx="41">
                  <c:v>7.4581150833534373</c:v>
                </c:pt>
                <c:pt idx="42">
                  <c:v>7.4646097561251823</c:v>
                </c:pt>
                <c:pt idx="43">
                  <c:v>7.4694007571206855</c:v>
                </c:pt>
                <c:pt idx="44">
                  <c:v>7.5758102034047674</c:v>
                </c:pt>
                <c:pt idx="45">
                  <c:v>7.60295676919017</c:v>
                </c:pt>
                <c:pt idx="46">
                  <c:v>7.6371539845414116</c:v>
                </c:pt>
                <c:pt idx="47">
                  <c:v>7.7047905574985069</c:v>
                </c:pt>
                <c:pt idx="48">
                  <c:v>7.7142445728205535</c:v>
                </c:pt>
                <c:pt idx="49">
                  <c:v>7.7503909998663687</c:v>
                </c:pt>
                <c:pt idx="50">
                  <c:v>7.7771479011882887</c:v>
                </c:pt>
                <c:pt idx="51">
                  <c:v>7.7871103521921707</c:v>
                </c:pt>
                <c:pt idx="52">
                  <c:v>7.7926270581333803</c:v>
                </c:pt>
                <c:pt idx="53">
                  <c:v>7.8083098189905602</c:v>
                </c:pt>
                <c:pt idx="54">
                  <c:v>7.8158614682054317</c:v>
                </c:pt>
                <c:pt idx="55">
                  <c:v>7.8655064610683247</c:v>
                </c:pt>
                <c:pt idx="56">
                  <c:v>7.8926573938073954</c:v>
                </c:pt>
                <c:pt idx="57">
                  <c:v>7.8966427669417003</c:v>
                </c:pt>
                <c:pt idx="58">
                  <c:v>7.959838326388879</c:v>
                </c:pt>
                <c:pt idx="59">
                  <c:v>7.9712317112134006</c:v>
                </c:pt>
                <c:pt idx="60">
                  <c:v>7.9727468180094556</c:v>
                </c:pt>
                <c:pt idx="61">
                  <c:v>7.9950615753147893</c:v>
                </c:pt>
                <c:pt idx="62">
                  <c:v>8.010315000937533</c:v>
                </c:pt>
                <c:pt idx="63">
                  <c:v>8.0263041316441033</c:v>
                </c:pt>
                <c:pt idx="64">
                  <c:v>8.092293648345894</c:v>
                </c:pt>
                <c:pt idx="65">
                  <c:v>8.1125704779203343</c:v>
                </c:pt>
                <c:pt idx="66">
                  <c:v>8.115303105627957</c:v>
                </c:pt>
                <c:pt idx="67">
                  <c:v>8.1163546223765195</c:v>
                </c:pt>
                <c:pt idx="68">
                  <c:v>8.1309004526680724</c:v>
                </c:pt>
                <c:pt idx="69">
                  <c:v>8.1541211043023996</c:v>
                </c:pt>
                <c:pt idx="70">
                  <c:v>8.1834648887836483</c:v>
                </c:pt>
                <c:pt idx="71">
                  <c:v>8.2117731847093793</c:v>
                </c:pt>
                <c:pt idx="72">
                  <c:v>8.2198566455384388</c:v>
                </c:pt>
                <c:pt idx="73">
                  <c:v>8.2368032034941674</c:v>
                </c:pt>
                <c:pt idx="74">
                  <c:v>8.2471075673295893</c:v>
                </c:pt>
                <c:pt idx="75">
                  <c:v>8.2978751906611539</c:v>
                </c:pt>
                <c:pt idx="76">
                  <c:v>8.307272963000786</c:v>
                </c:pt>
                <c:pt idx="77">
                  <c:v>8.3848235121606773</c:v>
                </c:pt>
                <c:pt idx="78">
                  <c:v>8.40034173922297</c:v>
                </c:pt>
                <c:pt idx="79">
                  <c:v>8.4290762195891684</c:v>
                </c:pt>
                <c:pt idx="80">
                  <c:v>8.4802055445992099</c:v>
                </c:pt>
                <c:pt idx="81">
                  <c:v>8.4843769001134</c:v>
                </c:pt>
                <c:pt idx="82">
                  <c:v>8.5161927268335305</c:v>
                </c:pt>
                <c:pt idx="83">
                  <c:v>8.5387467683827971</c:v>
                </c:pt>
                <c:pt idx="84">
                  <c:v>8.54319033322213</c:v>
                </c:pt>
                <c:pt idx="85">
                  <c:v>8.5493612087335524</c:v>
                </c:pt>
                <c:pt idx="86">
                  <c:v>8.5544335553729489</c:v>
                </c:pt>
                <c:pt idx="87">
                  <c:v>8.5979196401761726</c:v>
                </c:pt>
                <c:pt idx="88">
                  <c:v>8.6081172253751053</c:v>
                </c:pt>
                <c:pt idx="89">
                  <c:v>8.6533108521155935</c:v>
                </c:pt>
                <c:pt idx="90">
                  <c:v>8.6586332358516636</c:v>
                </c:pt>
                <c:pt idx="91">
                  <c:v>8.7020772102236528</c:v>
                </c:pt>
                <c:pt idx="92">
                  <c:v>8.743766692761918</c:v>
                </c:pt>
                <c:pt idx="93">
                  <c:v>8.7443144158817603</c:v>
                </c:pt>
                <c:pt idx="94">
                  <c:v>8.7507725592107839</c:v>
                </c:pt>
                <c:pt idx="95">
                  <c:v>8.7809191031169984</c:v>
                </c:pt>
                <c:pt idx="96">
                  <c:v>8.7820521301413628</c:v>
                </c:pt>
                <c:pt idx="97">
                  <c:v>8.7888151579912392</c:v>
                </c:pt>
                <c:pt idx="98">
                  <c:v>8.802210221527714</c:v>
                </c:pt>
                <c:pt idx="99">
                  <c:v>8.8082498485150325</c:v>
                </c:pt>
                <c:pt idx="100">
                  <c:v>8.8124363870882263</c:v>
                </c:pt>
                <c:pt idx="101">
                  <c:v>8.8170036498616771</c:v>
                </c:pt>
                <c:pt idx="102">
                  <c:v>8.8333118079650816</c:v>
                </c:pt>
                <c:pt idx="103">
                  <c:v>8.8395444372701686</c:v>
                </c:pt>
                <c:pt idx="104">
                  <c:v>8.8475987309675634</c:v>
                </c:pt>
                <c:pt idx="105">
                  <c:v>8.8526378303758104</c:v>
                </c:pt>
                <c:pt idx="106">
                  <c:v>8.8925598865051416</c:v>
                </c:pt>
                <c:pt idx="107">
                  <c:v>8.8947042470345821</c:v>
                </c:pt>
                <c:pt idx="108">
                  <c:v>8.8966234076295301</c:v>
                </c:pt>
                <c:pt idx="109">
                  <c:v>8.9274079297250317</c:v>
                </c:pt>
                <c:pt idx="110">
                  <c:v>8.9304026191746146</c:v>
                </c:pt>
                <c:pt idx="111">
                  <c:v>8.932154953742053</c:v>
                </c:pt>
                <c:pt idx="112">
                  <c:v>8.9361215696940377</c:v>
                </c:pt>
                <c:pt idx="113">
                  <c:v>8.9522516031606401</c:v>
                </c:pt>
                <c:pt idx="114">
                  <c:v>9.0018684011012731</c:v>
                </c:pt>
                <c:pt idx="115">
                  <c:v>9.0309958864229429</c:v>
                </c:pt>
                <c:pt idx="116">
                  <c:v>9.0338771063512855</c:v>
                </c:pt>
                <c:pt idx="117">
                  <c:v>9.036242107007828</c:v>
                </c:pt>
                <c:pt idx="118">
                  <c:v>9.0406785680638446</c:v>
                </c:pt>
                <c:pt idx="119">
                  <c:v>9.0456262751565522</c:v>
                </c:pt>
                <c:pt idx="120">
                  <c:v>9.0478456646741439</c:v>
                </c:pt>
                <c:pt idx="121">
                  <c:v>9.0616668349395706</c:v>
                </c:pt>
                <c:pt idx="122">
                  <c:v>9.1037428659395463</c:v>
                </c:pt>
                <c:pt idx="123">
                  <c:v>9.1218821525563385</c:v>
                </c:pt>
                <c:pt idx="124">
                  <c:v>9.1609745582720361</c:v>
                </c:pt>
                <c:pt idx="125">
                  <c:v>9.1627850614957786</c:v>
                </c:pt>
                <c:pt idx="126">
                  <c:v>9.1726925123885064</c:v>
                </c:pt>
                <c:pt idx="127">
                  <c:v>9.1870035496588276</c:v>
                </c:pt>
                <c:pt idx="128">
                  <c:v>9.1895838749026595</c:v>
                </c:pt>
                <c:pt idx="129">
                  <c:v>9.2042247175528793</c:v>
                </c:pt>
                <c:pt idx="130">
                  <c:v>9.2056779023416837</c:v>
                </c:pt>
                <c:pt idx="131">
                  <c:v>9.232960205707947</c:v>
                </c:pt>
                <c:pt idx="132">
                  <c:v>9.2571186108879537</c:v>
                </c:pt>
                <c:pt idx="133">
                  <c:v>9.2580316450964464</c:v>
                </c:pt>
                <c:pt idx="134">
                  <c:v>9.2596539682304808</c:v>
                </c:pt>
                <c:pt idx="135">
                  <c:v>9.2597383832031852</c:v>
                </c:pt>
                <c:pt idx="136">
                  <c:v>9.2617677393845455</c:v>
                </c:pt>
                <c:pt idx="137">
                  <c:v>9.3220262284561866</c:v>
                </c:pt>
                <c:pt idx="138">
                  <c:v>9.3277720747795669</c:v>
                </c:pt>
                <c:pt idx="139">
                  <c:v>9.361074222262225</c:v>
                </c:pt>
                <c:pt idx="140">
                  <c:v>9.4892166915049216</c:v>
                </c:pt>
                <c:pt idx="141">
                  <c:v>9.5190581064756667</c:v>
                </c:pt>
                <c:pt idx="142">
                  <c:v>9.5422516112537679</c:v>
                </c:pt>
                <c:pt idx="143">
                  <c:v>9.5652456688958463</c:v>
                </c:pt>
                <c:pt idx="144">
                  <c:v>9.5726995634412724</c:v>
                </c:pt>
                <c:pt idx="145">
                  <c:v>9.6085782232790322</c:v>
                </c:pt>
                <c:pt idx="146">
                  <c:v>9.6270605733876131</c:v>
                </c:pt>
                <c:pt idx="147">
                  <c:v>9.6275218766789248</c:v>
                </c:pt>
                <c:pt idx="148">
                  <c:v>9.6615315892562847</c:v>
                </c:pt>
                <c:pt idx="149">
                  <c:v>9.6655804742310441</c:v>
                </c:pt>
                <c:pt idx="150">
                  <c:v>9.6685867007672677</c:v>
                </c:pt>
                <c:pt idx="151">
                  <c:v>9.6837503744015123</c:v>
                </c:pt>
                <c:pt idx="152">
                  <c:v>9.7083725130967551</c:v>
                </c:pt>
                <c:pt idx="153">
                  <c:v>9.7204044462652845</c:v>
                </c:pt>
                <c:pt idx="154">
                  <c:v>9.7418546188636874</c:v>
                </c:pt>
                <c:pt idx="155">
                  <c:v>9.7681688088416436</c:v>
                </c:pt>
                <c:pt idx="156">
                  <c:v>9.7777785496581036</c:v>
                </c:pt>
                <c:pt idx="157">
                  <c:v>9.792210964395279</c:v>
                </c:pt>
                <c:pt idx="158">
                  <c:v>9.7972708250939942</c:v>
                </c:pt>
                <c:pt idx="159">
                  <c:v>9.8060702167568934</c:v>
                </c:pt>
                <c:pt idx="160">
                  <c:v>9.8235881172514556</c:v>
                </c:pt>
                <c:pt idx="161">
                  <c:v>9.8282621102719716</c:v>
                </c:pt>
                <c:pt idx="162">
                  <c:v>9.833856258516402</c:v>
                </c:pt>
                <c:pt idx="163">
                  <c:v>9.8806928472474809</c:v>
                </c:pt>
                <c:pt idx="164">
                  <c:v>9.943915901268026</c:v>
                </c:pt>
                <c:pt idx="165">
                  <c:v>9.9455218145306574</c:v>
                </c:pt>
                <c:pt idx="166">
                  <c:v>9.956537276207639</c:v>
                </c:pt>
                <c:pt idx="167">
                  <c:v>9.9839039526544298</c:v>
                </c:pt>
                <c:pt idx="168">
                  <c:v>10.022137468836807</c:v>
                </c:pt>
                <c:pt idx="169">
                  <c:v>10.028163269445503</c:v>
                </c:pt>
                <c:pt idx="170">
                  <c:v>10.222657141489535</c:v>
                </c:pt>
                <c:pt idx="171">
                  <c:v>10.312083968546988</c:v>
                </c:pt>
                <c:pt idx="172">
                  <c:v>10.3177115223223</c:v>
                </c:pt>
                <c:pt idx="173">
                  <c:v>10.349953327072498</c:v>
                </c:pt>
                <c:pt idx="174">
                  <c:v>10.411236464707327</c:v>
                </c:pt>
                <c:pt idx="175">
                  <c:v>10.436151294601522</c:v>
                </c:pt>
                <c:pt idx="176">
                  <c:v>10.47295233291319</c:v>
                </c:pt>
                <c:pt idx="177">
                  <c:v>10.474823139950738</c:v>
                </c:pt>
                <c:pt idx="178">
                  <c:v>10.532717578393484</c:v>
                </c:pt>
                <c:pt idx="179">
                  <c:v>10.588146585220764</c:v>
                </c:pt>
                <c:pt idx="180">
                  <c:v>10.617543282399811</c:v>
                </c:pt>
                <c:pt idx="181">
                  <c:v>10.624974061864977</c:v>
                </c:pt>
                <c:pt idx="182">
                  <c:v>10.644645628754436</c:v>
                </c:pt>
                <c:pt idx="183">
                  <c:v>10.701428628726298</c:v>
                </c:pt>
                <c:pt idx="184">
                  <c:v>10.732946518715217</c:v>
                </c:pt>
                <c:pt idx="185">
                  <c:v>10.858442196923722</c:v>
                </c:pt>
                <c:pt idx="186">
                  <c:v>10.858442196923722</c:v>
                </c:pt>
                <c:pt idx="187">
                  <c:v>10.934522157661998</c:v>
                </c:pt>
                <c:pt idx="188">
                  <c:v>10.936267306617045</c:v>
                </c:pt>
                <c:pt idx="189">
                  <c:v>10.936267306617045</c:v>
                </c:pt>
                <c:pt idx="190">
                  <c:v>11.024773899914347</c:v>
                </c:pt>
                <c:pt idx="191">
                  <c:v>11.122632292323859</c:v>
                </c:pt>
                <c:pt idx="192">
                  <c:v>11.127576160044034</c:v>
                </c:pt>
                <c:pt idx="193">
                  <c:v>11.156824008394878</c:v>
                </c:pt>
                <c:pt idx="194">
                  <c:v>11.256266806688391</c:v>
                </c:pt>
                <c:pt idx="195">
                  <c:v>11.256266806688391</c:v>
                </c:pt>
                <c:pt idx="196">
                  <c:v>11.313912041531916</c:v>
                </c:pt>
                <c:pt idx="197">
                  <c:v>11.398480568181261</c:v>
                </c:pt>
                <c:pt idx="198">
                  <c:v>11.501923982168478</c:v>
                </c:pt>
                <c:pt idx="199">
                  <c:v>11.501923982168478</c:v>
                </c:pt>
                <c:pt idx="200">
                  <c:v>11.542197639659422</c:v>
                </c:pt>
                <c:pt idx="201">
                  <c:v>11.564501411355337</c:v>
                </c:pt>
                <c:pt idx="202">
                  <c:v>11.594333492387632</c:v>
                </c:pt>
                <c:pt idx="203">
                  <c:v>11.692588165454172</c:v>
                </c:pt>
                <c:pt idx="204">
                  <c:v>11.972852425386213</c:v>
                </c:pt>
                <c:pt idx="205">
                  <c:v>11.997801035747528</c:v>
                </c:pt>
                <c:pt idx="206">
                  <c:v>12.054686046860789</c:v>
                </c:pt>
                <c:pt idx="207">
                  <c:v>12.075191211595007</c:v>
                </c:pt>
                <c:pt idx="208">
                  <c:v>12.112409699499061</c:v>
                </c:pt>
                <c:pt idx="209">
                  <c:v>12.144719620470466</c:v>
                </c:pt>
                <c:pt idx="210">
                  <c:v>12.205324456730525</c:v>
                </c:pt>
                <c:pt idx="211">
                  <c:v>12.278642795707826</c:v>
                </c:pt>
                <c:pt idx="212">
                  <c:v>12.280054766500813</c:v>
                </c:pt>
                <c:pt idx="213">
                  <c:v>12.30616576608573</c:v>
                </c:pt>
                <c:pt idx="214">
                  <c:v>12.3122739550204</c:v>
                </c:pt>
                <c:pt idx="215">
                  <c:v>12.337316196777095</c:v>
                </c:pt>
                <c:pt idx="216">
                  <c:v>12.490381165955151</c:v>
                </c:pt>
                <c:pt idx="217">
                  <c:v>12.600030085655085</c:v>
                </c:pt>
                <c:pt idx="218">
                  <c:v>12.611622112707819</c:v>
                </c:pt>
                <c:pt idx="219">
                  <c:v>12.624669063104902</c:v>
                </c:pt>
                <c:pt idx="220">
                  <c:v>12.729865107953731</c:v>
                </c:pt>
                <c:pt idx="221">
                  <c:v>12.744773709635028</c:v>
                </c:pt>
                <c:pt idx="222">
                  <c:v>12.805959855051285</c:v>
                </c:pt>
                <c:pt idx="223">
                  <c:v>12.833680466851517</c:v>
                </c:pt>
                <c:pt idx="224">
                  <c:v>12.904011075345508</c:v>
                </c:pt>
                <c:pt idx="225">
                  <c:v>13.070859998779246</c:v>
                </c:pt>
                <c:pt idx="226">
                  <c:v>13.089664745821834</c:v>
                </c:pt>
                <c:pt idx="227">
                  <c:v>13.162197308958419</c:v>
                </c:pt>
                <c:pt idx="228">
                  <c:v>13.186937047900253</c:v>
                </c:pt>
                <c:pt idx="229">
                  <c:v>13.279196471456041</c:v>
                </c:pt>
                <c:pt idx="230">
                  <c:v>13.309288632498014</c:v>
                </c:pt>
                <c:pt idx="231">
                  <c:v>13.328816555050539</c:v>
                </c:pt>
                <c:pt idx="232">
                  <c:v>13.341907774662749</c:v>
                </c:pt>
                <c:pt idx="233">
                  <c:v>13.35514482764748</c:v>
                </c:pt>
                <c:pt idx="234">
                  <c:v>13.454320940405529</c:v>
                </c:pt>
                <c:pt idx="235">
                  <c:v>13.710053751054362</c:v>
                </c:pt>
                <c:pt idx="236">
                  <c:v>13.722694849584988</c:v>
                </c:pt>
                <c:pt idx="237">
                  <c:v>13.854642637796028</c:v>
                </c:pt>
                <c:pt idx="238">
                  <c:v>13.941260032401468</c:v>
                </c:pt>
                <c:pt idx="239">
                  <c:v>13.944842555684369</c:v>
                </c:pt>
                <c:pt idx="240">
                  <c:v>14.107706367253527</c:v>
                </c:pt>
                <c:pt idx="241">
                  <c:v>14.181918347611235</c:v>
                </c:pt>
                <c:pt idx="242">
                  <c:v>14.30295309417952</c:v>
                </c:pt>
                <c:pt idx="243">
                  <c:v>14.461976212078417</c:v>
                </c:pt>
                <c:pt idx="244">
                  <c:v>14.501190091313481</c:v>
                </c:pt>
                <c:pt idx="245">
                  <c:v>14.507038497519536</c:v>
                </c:pt>
                <c:pt idx="246">
                  <c:v>14.670398435368897</c:v>
                </c:pt>
                <c:pt idx="247">
                  <c:v>15.785991177386254</c:v>
                </c:pt>
                <c:pt idx="248">
                  <c:v>16.363293677746853</c:v>
                </c:pt>
                <c:pt idx="249">
                  <c:v>16.932832607186359</c:v>
                </c:pt>
                <c:pt idx="250">
                  <c:v>17.193007064842071</c:v>
                </c:pt>
              </c:numCache>
            </c:numRef>
          </c:yVal>
          <c:smooth val="0"/>
          <c:extLst>
            <c:ext xmlns:c16="http://schemas.microsoft.com/office/drawing/2014/chart" uri="{C3380CC4-5D6E-409C-BE32-E72D297353CC}">
              <c16:uniqueId val="{00000002-411A-4EE4-8AB9-8AF5AD42F3F8}"/>
            </c:ext>
          </c:extLst>
        </c:ser>
        <c:ser>
          <c:idx val="2"/>
          <c:order val="3"/>
          <c:tx>
            <c:strRef>
              <c:f>'Ag District cost estimate'!$AE$3</c:f>
              <c:strCache>
                <c:ptCount val="1"/>
                <c:pt idx="0">
                  <c:v>2026 futures</c:v>
                </c:pt>
              </c:strCache>
            </c:strRef>
          </c:tx>
          <c:spPr>
            <a:ln w="38100" cap="rnd">
              <a:solidFill>
                <a:schemeClr val="accent3"/>
              </a:solidFill>
              <a:round/>
            </a:ln>
            <a:effectLst/>
          </c:spPr>
          <c:marker>
            <c:symbol val="none"/>
          </c:marker>
          <c:xVal>
            <c:numRef>
              <c:f>'Ag District cost estimate'!$V$4:$V$254</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'Ag District cost estimate'!$AE$4:$AE$254</c:f>
              <c:numCache>
                <c:formatCode>General</c:formatCode>
                <c:ptCount val="251"/>
                <c:pt idx="0">
                  <c:v>13.26</c:v>
                </c:pt>
                <c:pt idx="1">
                  <c:v>13.26</c:v>
                </c:pt>
                <c:pt idx="2">
                  <c:v>13.26</c:v>
                </c:pt>
                <c:pt idx="3">
                  <c:v>13.26</c:v>
                </c:pt>
                <c:pt idx="4">
                  <c:v>13.26</c:v>
                </c:pt>
                <c:pt idx="5">
                  <c:v>13.26</c:v>
                </c:pt>
                <c:pt idx="6">
                  <c:v>13.26</c:v>
                </c:pt>
                <c:pt idx="7">
                  <c:v>13.26</c:v>
                </c:pt>
                <c:pt idx="8">
                  <c:v>13.26</c:v>
                </c:pt>
                <c:pt idx="9">
                  <c:v>13.26</c:v>
                </c:pt>
                <c:pt idx="10">
                  <c:v>13.26</c:v>
                </c:pt>
                <c:pt idx="11">
                  <c:v>13.26</c:v>
                </c:pt>
                <c:pt idx="12">
                  <c:v>13.26</c:v>
                </c:pt>
                <c:pt idx="13">
                  <c:v>13.26</c:v>
                </c:pt>
                <c:pt idx="14">
                  <c:v>13.26</c:v>
                </c:pt>
                <c:pt idx="15">
                  <c:v>13.26</c:v>
                </c:pt>
                <c:pt idx="16">
                  <c:v>13.26</c:v>
                </c:pt>
                <c:pt idx="17">
                  <c:v>13.26</c:v>
                </c:pt>
                <c:pt idx="18">
                  <c:v>13.26</c:v>
                </c:pt>
                <c:pt idx="19">
                  <c:v>13.26</c:v>
                </c:pt>
                <c:pt idx="20">
                  <c:v>13.26</c:v>
                </c:pt>
                <c:pt idx="21">
                  <c:v>13.26</c:v>
                </c:pt>
                <c:pt idx="22">
                  <c:v>13.26</c:v>
                </c:pt>
                <c:pt idx="23">
                  <c:v>13.26</c:v>
                </c:pt>
                <c:pt idx="24">
                  <c:v>13.26</c:v>
                </c:pt>
                <c:pt idx="25">
                  <c:v>13.26</c:v>
                </c:pt>
                <c:pt idx="26">
                  <c:v>13.26</c:v>
                </c:pt>
                <c:pt idx="27">
                  <c:v>13.26</c:v>
                </c:pt>
                <c:pt idx="28">
                  <c:v>13.26</c:v>
                </c:pt>
                <c:pt idx="29">
                  <c:v>13.26</c:v>
                </c:pt>
                <c:pt idx="30">
                  <c:v>13.26</c:v>
                </c:pt>
                <c:pt idx="31">
                  <c:v>13.26</c:v>
                </c:pt>
                <c:pt idx="32">
                  <c:v>13.26</c:v>
                </c:pt>
                <c:pt idx="33">
                  <c:v>13.26</c:v>
                </c:pt>
                <c:pt idx="34">
                  <c:v>13.26</c:v>
                </c:pt>
                <c:pt idx="35">
                  <c:v>13.26</c:v>
                </c:pt>
                <c:pt idx="36">
                  <c:v>13.26</c:v>
                </c:pt>
                <c:pt idx="37">
                  <c:v>13.26</c:v>
                </c:pt>
                <c:pt idx="38">
                  <c:v>13.26</c:v>
                </c:pt>
                <c:pt idx="39">
                  <c:v>13.26</c:v>
                </c:pt>
                <c:pt idx="40">
                  <c:v>13.26</c:v>
                </c:pt>
                <c:pt idx="41">
                  <c:v>13.26</c:v>
                </c:pt>
                <c:pt idx="42">
                  <c:v>13.26</c:v>
                </c:pt>
                <c:pt idx="43">
                  <c:v>13.26</c:v>
                </c:pt>
                <c:pt idx="44">
                  <c:v>13.26</c:v>
                </c:pt>
                <c:pt idx="45">
                  <c:v>13.26</c:v>
                </c:pt>
                <c:pt idx="46">
                  <c:v>13.26</c:v>
                </c:pt>
                <c:pt idx="47">
                  <c:v>13.26</c:v>
                </c:pt>
                <c:pt idx="48">
                  <c:v>13.26</c:v>
                </c:pt>
                <c:pt idx="49">
                  <c:v>13.26</c:v>
                </c:pt>
                <c:pt idx="50">
                  <c:v>13.26</c:v>
                </c:pt>
                <c:pt idx="51">
                  <c:v>13.26</c:v>
                </c:pt>
                <c:pt idx="52">
                  <c:v>13.26</c:v>
                </c:pt>
                <c:pt idx="53">
                  <c:v>13.26</c:v>
                </c:pt>
                <c:pt idx="54">
                  <c:v>13.26</c:v>
                </c:pt>
                <c:pt idx="55">
                  <c:v>13.26</c:v>
                </c:pt>
                <c:pt idx="56">
                  <c:v>13.26</c:v>
                </c:pt>
                <c:pt idx="57">
                  <c:v>13.26</c:v>
                </c:pt>
                <c:pt idx="58">
                  <c:v>13.26</c:v>
                </c:pt>
                <c:pt idx="59">
                  <c:v>13.26</c:v>
                </c:pt>
                <c:pt idx="60">
                  <c:v>13.26</c:v>
                </c:pt>
                <c:pt idx="61">
                  <c:v>13.26</c:v>
                </c:pt>
                <c:pt idx="62">
                  <c:v>13.26</c:v>
                </c:pt>
                <c:pt idx="63">
                  <c:v>13.26</c:v>
                </c:pt>
                <c:pt idx="64">
                  <c:v>13.26</c:v>
                </c:pt>
                <c:pt idx="65">
                  <c:v>13.26</c:v>
                </c:pt>
                <c:pt idx="66">
                  <c:v>13.26</c:v>
                </c:pt>
                <c:pt idx="67">
                  <c:v>13.26</c:v>
                </c:pt>
                <c:pt idx="68">
                  <c:v>13.26</c:v>
                </c:pt>
                <c:pt idx="69">
                  <c:v>13.26</c:v>
                </c:pt>
                <c:pt idx="70">
                  <c:v>13.26</c:v>
                </c:pt>
                <c:pt idx="71">
                  <c:v>13.26</c:v>
                </c:pt>
                <c:pt idx="72">
                  <c:v>13.26</c:v>
                </c:pt>
                <c:pt idx="73">
                  <c:v>13.26</c:v>
                </c:pt>
                <c:pt idx="74">
                  <c:v>13.26</c:v>
                </c:pt>
                <c:pt idx="75">
                  <c:v>13.26</c:v>
                </c:pt>
                <c:pt idx="76">
                  <c:v>13.26</c:v>
                </c:pt>
                <c:pt idx="77">
                  <c:v>13.26</c:v>
                </c:pt>
                <c:pt idx="78">
                  <c:v>13.26</c:v>
                </c:pt>
                <c:pt idx="79">
                  <c:v>13.26</c:v>
                </c:pt>
                <c:pt idx="80">
                  <c:v>13.26</c:v>
                </c:pt>
                <c:pt idx="81">
                  <c:v>13.26</c:v>
                </c:pt>
                <c:pt idx="82">
                  <c:v>13.26</c:v>
                </c:pt>
                <c:pt idx="83">
                  <c:v>13.26</c:v>
                </c:pt>
                <c:pt idx="84">
                  <c:v>13.26</c:v>
                </c:pt>
                <c:pt idx="85">
                  <c:v>13.26</c:v>
                </c:pt>
                <c:pt idx="86">
                  <c:v>13.26</c:v>
                </c:pt>
                <c:pt idx="87">
                  <c:v>13.26</c:v>
                </c:pt>
                <c:pt idx="88">
                  <c:v>13.26</c:v>
                </c:pt>
                <c:pt idx="89">
                  <c:v>13.26</c:v>
                </c:pt>
                <c:pt idx="90">
                  <c:v>13.26</c:v>
                </c:pt>
                <c:pt idx="91">
                  <c:v>13.26</c:v>
                </c:pt>
                <c:pt idx="92">
                  <c:v>13.26</c:v>
                </c:pt>
                <c:pt idx="93">
                  <c:v>13.26</c:v>
                </c:pt>
                <c:pt idx="94">
                  <c:v>13.26</c:v>
                </c:pt>
                <c:pt idx="95">
                  <c:v>13.26</c:v>
                </c:pt>
                <c:pt idx="96">
                  <c:v>13.26</c:v>
                </c:pt>
                <c:pt idx="97">
                  <c:v>13.26</c:v>
                </c:pt>
                <c:pt idx="98">
                  <c:v>13.26</c:v>
                </c:pt>
                <c:pt idx="99">
                  <c:v>13.26</c:v>
                </c:pt>
                <c:pt idx="100">
                  <c:v>13.26</c:v>
                </c:pt>
                <c:pt idx="101">
                  <c:v>13.26</c:v>
                </c:pt>
                <c:pt idx="102">
                  <c:v>13.26</c:v>
                </c:pt>
                <c:pt idx="103">
                  <c:v>13.26</c:v>
                </c:pt>
                <c:pt idx="104">
                  <c:v>13.26</c:v>
                </c:pt>
                <c:pt idx="105">
                  <c:v>13.26</c:v>
                </c:pt>
                <c:pt idx="106">
                  <c:v>13.26</c:v>
                </c:pt>
                <c:pt idx="107">
                  <c:v>13.26</c:v>
                </c:pt>
                <c:pt idx="108">
                  <c:v>13.26</c:v>
                </c:pt>
                <c:pt idx="109">
                  <c:v>13.26</c:v>
                </c:pt>
                <c:pt idx="110">
                  <c:v>13.26</c:v>
                </c:pt>
                <c:pt idx="111">
                  <c:v>13.26</c:v>
                </c:pt>
                <c:pt idx="112">
                  <c:v>13.26</c:v>
                </c:pt>
                <c:pt idx="113">
                  <c:v>13.26</c:v>
                </c:pt>
                <c:pt idx="114">
                  <c:v>13.26</c:v>
                </c:pt>
                <c:pt idx="115">
                  <c:v>13.26</c:v>
                </c:pt>
                <c:pt idx="116">
                  <c:v>13.26</c:v>
                </c:pt>
                <c:pt idx="117">
                  <c:v>13.26</c:v>
                </c:pt>
                <c:pt idx="118">
                  <c:v>13.26</c:v>
                </c:pt>
                <c:pt idx="119">
                  <c:v>13.26</c:v>
                </c:pt>
                <c:pt idx="120">
                  <c:v>13.26</c:v>
                </c:pt>
                <c:pt idx="121">
                  <c:v>13.26</c:v>
                </c:pt>
                <c:pt idx="122">
                  <c:v>13.26</c:v>
                </c:pt>
                <c:pt idx="123">
                  <c:v>13.26</c:v>
                </c:pt>
                <c:pt idx="124">
                  <c:v>13.26</c:v>
                </c:pt>
                <c:pt idx="125">
                  <c:v>13.26</c:v>
                </c:pt>
                <c:pt idx="126">
                  <c:v>13.26</c:v>
                </c:pt>
                <c:pt idx="127">
                  <c:v>13.26</c:v>
                </c:pt>
                <c:pt idx="128">
                  <c:v>13.26</c:v>
                </c:pt>
                <c:pt idx="129">
                  <c:v>13.26</c:v>
                </c:pt>
                <c:pt idx="130">
                  <c:v>13.26</c:v>
                </c:pt>
                <c:pt idx="131">
                  <c:v>13.26</c:v>
                </c:pt>
                <c:pt idx="132">
                  <c:v>13.26</c:v>
                </c:pt>
                <c:pt idx="133">
                  <c:v>13.26</c:v>
                </c:pt>
                <c:pt idx="134">
                  <c:v>13.26</c:v>
                </c:pt>
                <c:pt idx="135">
                  <c:v>13.26</c:v>
                </c:pt>
                <c:pt idx="136">
                  <c:v>13.26</c:v>
                </c:pt>
                <c:pt idx="137">
                  <c:v>13.26</c:v>
                </c:pt>
                <c:pt idx="138">
                  <c:v>13.26</c:v>
                </c:pt>
                <c:pt idx="139">
                  <c:v>13.26</c:v>
                </c:pt>
                <c:pt idx="140">
                  <c:v>13.26</c:v>
                </c:pt>
                <c:pt idx="141">
                  <c:v>13.26</c:v>
                </c:pt>
                <c:pt idx="142">
                  <c:v>13.26</c:v>
                </c:pt>
                <c:pt idx="143">
                  <c:v>13.26</c:v>
                </c:pt>
                <c:pt idx="144">
                  <c:v>13.26</c:v>
                </c:pt>
                <c:pt idx="145">
                  <c:v>13.26</c:v>
                </c:pt>
                <c:pt idx="146">
                  <c:v>13.26</c:v>
                </c:pt>
                <c:pt idx="147">
                  <c:v>13.26</c:v>
                </c:pt>
                <c:pt idx="148">
                  <c:v>13.26</c:v>
                </c:pt>
                <c:pt idx="149">
                  <c:v>13.26</c:v>
                </c:pt>
                <c:pt idx="150">
                  <c:v>13.26</c:v>
                </c:pt>
                <c:pt idx="151">
                  <c:v>13.26</c:v>
                </c:pt>
                <c:pt idx="152">
                  <c:v>13.26</c:v>
                </c:pt>
                <c:pt idx="153">
                  <c:v>13.26</c:v>
                </c:pt>
                <c:pt idx="154">
                  <c:v>13.26</c:v>
                </c:pt>
                <c:pt idx="155">
                  <c:v>13.26</c:v>
                </c:pt>
                <c:pt idx="156">
                  <c:v>13.26</c:v>
                </c:pt>
                <c:pt idx="157">
                  <c:v>13.26</c:v>
                </c:pt>
                <c:pt idx="158">
                  <c:v>13.26</c:v>
                </c:pt>
                <c:pt idx="159">
                  <c:v>13.26</c:v>
                </c:pt>
                <c:pt idx="160">
                  <c:v>13.26</c:v>
                </c:pt>
                <c:pt idx="161">
                  <c:v>13.26</c:v>
                </c:pt>
                <c:pt idx="162">
                  <c:v>13.26</c:v>
                </c:pt>
                <c:pt idx="163">
                  <c:v>13.26</c:v>
                </c:pt>
                <c:pt idx="164">
                  <c:v>13.26</c:v>
                </c:pt>
                <c:pt idx="165">
                  <c:v>13.26</c:v>
                </c:pt>
                <c:pt idx="166">
                  <c:v>13.26</c:v>
                </c:pt>
                <c:pt idx="167">
                  <c:v>13.26</c:v>
                </c:pt>
                <c:pt idx="168">
                  <c:v>13.26</c:v>
                </c:pt>
                <c:pt idx="169">
                  <c:v>13.26</c:v>
                </c:pt>
                <c:pt idx="170">
                  <c:v>13.26</c:v>
                </c:pt>
                <c:pt idx="171">
                  <c:v>13.26</c:v>
                </c:pt>
                <c:pt idx="172">
                  <c:v>13.26</c:v>
                </c:pt>
                <c:pt idx="173">
                  <c:v>13.26</c:v>
                </c:pt>
                <c:pt idx="174">
                  <c:v>13.26</c:v>
                </c:pt>
                <c:pt idx="175">
                  <c:v>13.26</c:v>
                </c:pt>
                <c:pt idx="176">
                  <c:v>13.26</c:v>
                </c:pt>
                <c:pt idx="177">
                  <c:v>13.26</c:v>
                </c:pt>
                <c:pt idx="178">
                  <c:v>13.26</c:v>
                </c:pt>
                <c:pt idx="179">
                  <c:v>13.26</c:v>
                </c:pt>
                <c:pt idx="180">
                  <c:v>13.26</c:v>
                </c:pt>
                <c:pt idx="181">
                  <c:v>13.26</c:v>
                </c:pt>
                <c:pt idx="182">
                  <c:v>13.26</c:v>
                </c:pt>
                <c:pt idx="183">
                  <c:v>13.26</c:v>
                </c:pt>
                <c:pt idx="184">
                  <c:v>13.26</c:v>
                </c:pt>
                <c:pt idx="185">
                  <c:v>13.26</c:v>
                </c:pt>
                <c:pt idx="186">
                  <c:v>13.26</c:v>
                </c:pt>
                <c:pt idx="187">
                  <c:v>13.26</c:v>
                </c:pt>
                <c:pt idx="188">
                  <c:v>13.26</c:v>
                </c:pt>
                <c:pt idx="189">
                  <c:v>13.26</c:v>
                </c:pt>
                <c:pt idx="190">
                  <c:v>13.26</c:v>
                </c:pt>
                <c:pt idx="191">
                  <c:v>13.26</c:v>
                </c:pt>
                <c:pt idx="192">
                  <c:v>13.26</c:v>
                </c:pt>
                <c:pt idx="193">
                  <c:v>13.26</c:v>
                </c:pt>
                <c:pt idx="194">
                  <c:v>13.26</c:v>
                </c:pt>
                <c:pt idx="195">
                  <c:v>13.26</c:v>
                </c:pt>
                <c:pt idx="196">
                  <c:v>13.26</c:v>
                </c:pt>
                <c:pt idx="197">
                  <c:v>13.26</c:v>
                </c:pt>
                <c:pt idx="198">
                  <c:v>13.26</c:v>
                </c:pt>
                <c:pt idx="199">
                  <c:v>13.26</c:v>
                </c:pt>
                <c:pt idx="200">
                  <c:v>13.26</c:v>
                </c:pt>
                <c:pt idx="201">
                  <c:v>13.26</c:v>
                </c:pt>
                <c:pt idx="202">
                  <c:v>13.26</c:v>
                </c:pt>
                <c:pt idx="203">
                  <c:v>13.26</c:v>
                </c:pt>
                <c:pt idx="204">
                  <c:v>13.26</c:v>
                </c:pt>
                <c:pt idx="205">
                  <c:v>13.26</c:v>
                </c:pt>
                <c:pt idx="206">
                  <c:v>13.26</c:v>
                </c:pt>
                <c:pt idx="207">
                  <c:v>13.26</c:v>
                </c:pt>
                <c:pt idx="208">
                  <c:v>13.26</c:v>
                </c:pt>
                <c:pt idx="209">
                  <c:v>13.26</c:v>
                </c:pt>
                <c:pt idx="210">
                  <c:v>13.26</c:v>
                </c:pt>
                <c:pt idx="211">
                  <c:v>13.26</c:v>
                </c:pt>
                <c:pt idx="212">
                  <c:v>13.26</c:v>
                </c:pt>
                <c:pt idx="213">
                  <c:v>13.26</c:v>
                </c:pt>
                <c:pt idx="214">
                  <c:v>13.26</c:v>
                </c:pt>
                <c:pt idx="215">
                  <c:v>13.26</c:v>
                </c:pt>
                <c:pt idx="216">
                  <c:v>13.26</c:v>
                </c:pt>
                <c:pt idx="217">
                  <c:v>13.26</c:v>
                </c:pt>
                <c:pt idx="218">
                  <c:v>13.26</c:v>
                </c:pt>
                <c:pt idx="219">
                  <c:v>13.26</c:v>
                </c:pt>
                <c:pt idx="220">
                  <c:v>13.26</c:v>
                </c:pt>
                <c:pt idx="221">
                  <c:v>13.26</c:v>
                </c:pt>
                <c:pt idx="222">
                  <c:v>13.26</c:v>
                </c:pt>
                <c:pt idx="223">
                  <c:v>13.26</c:v>
                </c:pt>
                <c:pt idx="224">
                  <c:v>13.26</c:v>
                </c:pt>
                <c:pt idx="225">
                  <c:v>13.26</c:v>
                </c:pt>
                <c:pt idx="226">
                  <c:v>13.26</c:v>
                </c:pt>
                <c:pt idx="227">
                  <c:v>13.26</c:v>
                </c:pt>
                <c:pt idx="228">
                  <c:v>13.26</c:v>
                </c:pt>
                <c:pt idx="229">
                  <c:v>13.26</c:v>
                </c:pt>
                <c:pt idx="230">
                  <c:v>13.26</c:v>
                </c:pt>
                <c:pt idx="231">
                  <c:v>13.26</c:v>
                </c:pt>
                <c:pt idx="232">
                  <c:v>13.26</c:v>
                </c:pt>
                <c:pt idx="233">
                  <c:v>13.26</c:v>
                </c:pt>
                <c:pt idx="234">
                  <c:v>13.26</c:v>
                </c:pt>
                <c:pt idx="235">
                  <c:v>13.26</c:v>
                </c:pt>
                <c:pt idx="236">
                  <c:v>13.26</c:v>
                </c:pt>
                <c:pt idx="237">
                  <c:v>13.26</c:v>
                </c:pt>
                <c:pt idx="238">
                  <c:v>13.26</c:v>
                </c:pt>
                <c:pt idx="239">
                  <c:v>13.26</c:v>
                </c:pt>
                <c:pt idx="240">
                  <c:v>13.26</c:v>
                </c:pt>
                <c:pt idx="241">
                  <c:v>13.26</c:v>
                </c:pt>
                <c:pt idx="242">
                  <c:v>13.26</c:v>
                </c:pt>
                <c:pt idx="243">
                  <c:v>13.26</c:v>
                </c:pt>
                <c:pt idx="244">
                  <c:v>13.26</c:v>
                </c:pt>
                <c:pt idx="245">
                  <c:v>13.26</c:v>
                </c:pt>
                <c:pt idx="246">
                  <c:v>13.26</c:v>
                </c:pt>
                <c:pt idx="247">
                  <c:v>13.26</c:v>
                </c:pt>
                <c:pt idx="248">
                  <c:v>13.26</c:v>
                </c:pt>
                <c:pt idx="249">
                  <c:v>13.26</c:v>
                </c:pt>
                <c:pt idx="250">
                  <c:v>13.26</c:v>
                </c:pt>
              </c:numCache>
            </c:numRef>
          </c:yVal>
          <c:smooth val="0"/>
          <c:extLst>
            <c:ext xmlns:c16="http://schemas.microsoft.com/office/drawing/2014/chart" uri="{C3380CC4-5D6E-409C-BE32-E72D297353CC}">
              <c16:uniqueId val="{00000003-411A-4EE4-8AB9-8AF5AD42F3F8}"/>
            </c:ext>
          </c:extLst>
        </c:ser>
        <c:ser>
          <c:idx val="3"/>
          <c:order val="4"/>
          <c:tx>
            <c:v>2029 futures</c:v>
          </c:tx>
          <c:spPr>
            <a:ln w="38100" cap="rnd">
              <a:solidFill>
                <a:schemeClr val="accent4"/>
              </a:solidFill>
              <a:round/>
            </a:ln>
            <a:effectLst/>
          </c:spPr>
          <c:marker>
            <c:symbol val="none"/>
          </c:marker>
          <c:xVal>
            <c:numRef>
              <c:f>'Ag District cost estimate'!$V$4:$V$254</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'Ag District cost estimate'!$AF$4:$AF$254</c:f>
              <c:numCache>
                <c:formatCode>General</c:formatCode>
                <c:ptCount val="251"/>
                <c:pt idx="0">
                  <c:v>12.05</c:v>
                </c:pt>
                <c:pt idx="1">
                  <c:v>12.05</c:v>
                </c:pt>
                <c:pt idx="2">
                  <c:v>12.05</c:v>
                </c:pt>
                <c:pt idx="3">
                  <c:v>12.05</c:v>
                </c:pt>
                <c:pt idx="4">
                  <c:v>12.05</c:v>
                </c:pt>
                <c:pt idx="5">
                  <c:v>12.05</c:v>
                </c:pt>
                <c:pt idx="6">
                  <c:v>12.05</c:v>
                </c:pt>
                <c:pt idx="7">
                  <c:v>12.05</c:v>
                </c:pt>
                <c:pt idx="8">
                  <c:v>12.05</c:v>
                </c:pt>
                <c:pt idx="9">
                  <c:v>12.05</c:v>
                </c:pt>
                <c:pt idx="10">
                  <c:v>12.05</c:v>
                </c:pt>
                <c:pt idx="11">
                  <c:v>12.05</c:v>
                </c:pt>
                <c:pt idx="12">
                  <c:v>12.05</c:v>
                </c:pt>
                <c:pt idx="13">
                  <c:v>12.05</c:v>
                </c:pt>
                <c:pt idx="14">
                  <c:v>12.05</c:v>
                </c:pt>
                <c:pt idx="15">
                  <c:v>12.05</c:v>
                </c:pt>
                <c:pt idx="16">
                  <c:v>12.05</c:v>
                </c:pt>
                <c:pt idx="17">
                  <c:v>12.05</c:v>
                </c:pt>
                <c:pt idx="18">
                  <c:v>12.05</c:v>
                </c:pt>
                <c:pt idx="19">
                  <c:v>12.05</c:v>
                </c:pt>
                <c:pt idx="20">
                  <c:v>12.05</c:v>
                </c:pt>
                <c:pt idx="21">
                  <c:v>12.05</c:v>
                </c:pt>
                <c:pt idx="22">
                  <c:v>12.05</c:v>
                </c:pt>
                <c:pt idx="23">
                  <c:v>12.05</c:v>
                </c:pt>
                <c:pt idx="24">
                  <c:v>12.05</c:v>
                </c:pt>
                <c:pt idx="25">
                  <c:v>12.05</c:v>
                </c:pt>
                <c:pt idx="26">
                  <c:v>12.05</c:v>
                </c:pt>
                <c:pt idx="27">
                  <c:v>12.05</c:v>
                </c:pt>
                <c:pt idx="28">
                  <c:v>12.05</c:v>
                </c:pt>
                <c:pt idx="29">
                  <c:v>12.05</c:v>
                </c:pt>
                <c:pt idx="30">
                  <c:v>12.05</c:v>
                </c:pt>
                <c:pt idx="31">
                  <c:v>12.05</c:v>
                </c:pt>
                <c:pt idx="32">
                  <c:v>12.05</c:v>
                </c:pt>
                <c:pt idx="33">
                  <c:v>12.05</c:v>
                </c:pt>
                <c:pt idx="34">
                  <c:v>12.05</c:v>
                </c:pt>
                <c:pt idx="35">
                  <c:v>12.05</c:v>
                </c:pt>
                <c:pt idx="36">
                  <c:v>12.05</c:v>
                </c:pt>
                <c:pt idx="37">
                  <c:v>12.05</c:v>
                </c:pt>
                <c:pt idx="38">
                  <c:v>12.05</c:v>
                </c:pt>
                <c:pt idx="39">
                  <c:v>12.05</c:v>
                </c:pt>
                <c:pt idx="40">
                  <c:v>12.05</c:v>
                </c:pt>
                <c:pt idx="41">
                  <c:v>12.05</c:v>
                </c:pt>
                <c:pt idx="42">
                  <c:v>12.05</c:v>
                </c:pt>
                <c:pt idx="43">
                  <c:v>12.05</c:v>
                </c:pt>
                <c:pt idx="44">
                  <c:v>12.05</c:v>
                </c:pt>
                <c:pt idx="45">
                  <c:v>12.05</c:v>
                </c:pt>
                <c:pt idx="46">
                  <c:v>12.05</c:v>
                </c:pt>
                <c:pt idx="47">
                  <c:v>12.05</c:v>
                </c:pt>
                <c:pt idx="48">
                  <c:v>12.05</c:v>
                </c:pt>
                <c:pt idx="49">
                  <c:v>12.05</c:v>
                </c:pt>
                <c:pt idx="50">
                  <c:v>12.05</c:v>
                </c:pt>
                <c:pt idx="51">
                  <c:v>12.05</c:v>
                </c:pt>
                <c:pt idx="52">
                  <c:v>12.05</c:v>
                </c:pt>
                <c:pt idx="53">
                  <c:v>12.05</c:v>
                </c:pt>
                <c:pt idx="54">
                  <c:v>12.05</c:v>
                </c:pt>
                <c:pt idx="55">
                  <c:v>12.05</c:v>
                </c:pt>
                <c:pt idx="56">
                  <c:v>12.05</c:v>
                </c:pt>
                <c:pt idx="57">
                  <c:v>12.05</c:v>
                </c:pt>
                <c:pt idx="58">
                  <c:v>12.05</c:v>
                </c:pt>
                <c:pt idx="59">
                  <c:v>12.05</c:v>
                </c:pt>
                <c:pt idx="60">
                  <c:v>12.05</c:v>
                </c:pt>
                <c:pt idx="61">
                  <c:v>12.05</c:v>
                </c:pt>
                <c:pt idx="62">
                  <c:v>12.05</c:v>
                </c:pt>
                <c:pt idx="63">
                  <c:v>12.05</c:v>
                </c:pt>
                <c:pt idx="64">
                  <c:v>12.05</c:v>
                </c:pt>
                <c:pt idx="65">
                  <c:v>12.05</c:v>
                </c:pt>
                <c:pt idx="66">
                  <c:v>12.05</c:v>
                </c:pt>
                <c:pt idx="67">
                  <c:v>12.05</c:v>
                </c:pt>
                <c:pt idx="68">
                  <c:v>12.05</c:v>
                </c:pt>
                <c:pt idx="69">
                  <c:v>12.05</c:v>
                </c:pt>
                <c:pt idx="70">
                  <c:v>12.05</c:v>
                </c:pt>
                <c:pt idx="71">
                  <c:v>12.05</c:v>
                </c:pt>
                <c:pt idx="72">
                  <c:v>12.05</c:v>
                </c:pt>
                <c:pt idx="73">
                  <c:v>12.05</c:v>
                </c:pt>
                <c:pt idx="74">
                  <c:v>12.05</c:v>
                </c:pt>
                <c:pt idx="75">
                  <c:v>12.05</c:v>
                </c:pt>
                <c:pt idx="76">
                  <c:v>12.05</c:v>
                </c:pt>
                <c:pt idx="77">
                  <c:v>12.05</c:v>
                </c:pt>
                <c:pt idx="78">
                  <c:v>12.05</c:v>
                </c:pt>
                <c:pt idx="79">
                  <c:v>12.05</c:v>
                </c:pt>
                <c:pt idx="80">
                  <c:v>12.05</c:v>
                </c:pt>
                <c:pt idx="81">
                  <c:v>12.05</c:v>
                </c:pt>
                <c:pt idx="82">
                  <c:v>12.05</c:v>
                </c:pt>
                <c:pt idx="83">
                  <c:v>12.05</c:v>
                </c:pt>
                <c:pt idx="84">
                  <c:v>12.05</c:v>
                </c:pt>
                <c:pt idx="85">
                  <c:v>12.05</c:v>
                </c:pt>
                <c:pt idx="86">
                  <c:v>12.05</c:v>
                </c:pt>
                <c:pt idx="87">
                  <c:v>12.05</c:v>
                </c:pt>
                <c:pt idx="88">
                  <c:v>12.05</c:v>
                </c:pt>
                <c:pt idx="89">
                  <c:v>12.05</c:v>
                </c:pt>
                <c:pt idx="90">
                  <c:v>12.05</c:v>
                </c:pt>
                <c:pt idx="91">
                  <c:v>12.05</c:v>
                </c:pt>
                <c:pt idx="92">
                  <c:v>12.05</c:v>
                </c:pt>
                <c:pt idx="93">
                  <c:v>12.05</c:v>
                </c:pt>
                <c:pt idx="94">
                  <c:v>12.05</c:v>
                </c:pt>
                <c:pt idx="95">
                  <c:v>12.05</c:v>
                </c:pt>
                <c:pt idx="96">
                  <c:v>12.05</c:v>
                </c:pt>
                <c:pt idx="97">
                  <c:v>12.05</c:v>
                </c:pt>
                <c:pt idx="98">
                  <c:v>12.05</c:v>
                </c:pt>
                <c:pt idx="99">
                  <c:v>12.05</c:v>
                </c:pt>
                <c:pt idx="100">
                  <c:v>12.05</c:v>
                </c:pt>
                <c:pt idx="101">
                  <c:v>12.05</c:v>
                </c:pt>
                <c:pt idx="102">
                  <c:v>12.05</c:v>
                </c:pt>
                <c:pt idx="103">
                  <c:v>12.05</c:v>
                </c:pt>
                <c:pt idx="104">
                  <c:v>12.05</c:v>
                </c:pt>
                <c:pt idx="105">
                  <c:v>12.05</c:v>
                </c:pt>
                <c:pt idx="106">
                  <c:v>12.05</c:v>
                </c:pt>
                <c:pt idx="107">
                  <c:v>12.05</c:v>
                </c:pt>
                <c:pt idx="108">
                  <c:v>12.05</c:v>
                </c:pt>
                <c:pt idx="109">
                  <c:v>12.05</c:v>
                </c:pt>
                <c:pt idx="110">
                  <c:v>12.05</c:v>
                </c:pt>
                <c:pt idx="111">
                  <c:v>12.05</c:v>
                </c:pt>
                <c:pt idx="112">
                  <c:v>12.05</c:v>
                </c:pt>
                <c:pt idx="113">
                  <c:v>12.05</c:v>
                </c:pt>
                <c:pt idx="114">
                  <c:v>12.05</c:v>
                </c:pt>
                <c:pt idx="115">
                  <c:v>12.05</c:v>
                </c:pt>
                <c:pt idx="116">
                  <c:v>12.05</c:v>
                </c:pt>
                <c:pt idx="117">
                  <c:v>12.05</c:v>
                </c:pt>
                <c:pt idx="118">
                  <c:v>12.05</c:v>
                </c:pt>
                <c:pt idx="119">
                  <c:v>12.05</c:v>
                </c:pt>
                <c:pt idx="120">
                  <c:v>12.05</c:v>
                </c:pt>
                <c:pt idx="121">
                  <c:v>12.05</c:v>
                </c:pt>
                <c:pt idx="122">
                  <c:v>12.05</c:v>
                </c:pt>
                <c:pt idx="123">
                  <c:v>12.05</c:v>
                </c:pt>
                <c:pt idx="124">
                  <c:v>12.05</c:v>
                </c:pt>
                <c:pt idx="125">
                  <c:v>12.05</c:v>
                </c:pt>
                <c:pt idx="126">
                  <c:v>12.05</c:v>
                </c:pt>
                <c:pt idx="127">
                  <c:v>12.05</c:v>
                </c:pt>
                <c:pt idx="128">
                  <c:v>12.05</c:v>
                </c:pt>
                <c:pt idx="129">
                  <c:v>12.05</c:v>
                </c:pt>
                <c:pt idx="130">
                  <c:v>12.05</c:v>
                </c:pt>
                <c:pt idx="131">
                  <c:v>12.05</c:v>
                </c:pt>
                <c:pt idx="132">
                  <c:v>12.05</c:v>
                </c:pt>
                <c:pt idx="133">
                  <c:v>12.05</c:v>
                </c:pt>
                <c:pt idx="134">
                  <c:v>12.05</c:v>
                </c:pt>
                <c:pt idx="135">
                  <c:v>12.05</c:v>
                </c:pt>
                <c:pt idx="136">
                  <c:v>12.05</c:v>
                </c:pt>
                <c:pt idx="137">
                  <c:v>12.05</c:v>
                </c:pt>
                <c:pt idx="138">
                  <c:v>12.05</c:v>
                </c:pt>
                <c:pt idx="139">
                  <c:v>12.05</c:v>
                </c:pt>
                <c:pt idx="140">
                  <c:v>12.05</c:v>
                </c:pt>
                <c:pt idx="141">
                  <c:v>12.05</c:v>
                </c:pt>
                <c:pt idx="142">
                  <c:v>12.05</c:v>
                </c:pt>
                <c:pt idx="143">
                  <c:v>12.05</c:v>
                </c:pt>
                <c:pt idx="144">
                  <c:v>12.05</c:v>
                </c:pt>
                <c:pt idx="145">
                  <c:v>12.05</c:v>
                </c:pt>
                <c:pt idx="146">
                  <c:v>12.05</c:v>
                </c:pt>
                <c:pt idx="147">
                  <c:v>12.05</c:v>
                </c:pt>
                <c:pt idx="148">
                  <c:v>12.05</c:v>
                </c:pt>
                <c:pt idx="149">
                  <c:v>12.05</c:v>
                </c:pt>
                <c:pt idx="150">
                  <c:v>12.05</c:v>
                </c:pt>
                <c:pt idx="151">
                  <c:v>12.05</c:v>
                </c:pt>
                <c:pt idx="152">
                  <c:v>12.05</c:v>
                </c:pt>
                <c:pt idx="153">
                  <c:v>12.05</c:v>
                </c:pt>
                <c:pt idx="154">
                  <c:v>12.05</c:v>
                </c:pt>
                <c:pt idx="155">
                  <c:v>12.05</c:v>
                </c:pt>
                <c:pt idx="156">
                  <c:v>12.05</c:v>
                </c:pt>
                <c:pt idx="157">
                  <c:v>12.05</c:v>
                </c:pt>
                <c:pt idx="158">
                  <c:v>12.05</c:v>
                </c:pt>
                <c:pt idx="159">
                  <c:v>12.05</c:v>
                </c:pt>
                <c:pt idx="160">
                  <c:v>12.05</c:v>
                </c:pt>
                <c:pt idx="161">
                  <c:v>12.05</c:v>
                </c:pt>
                <c:pt idx="162">
                  <c:v>12.05</c:v>
                </c:pt>
                <c:pt idx="163">
                  <c:v>12.05</c:v>
                </c:pt>
                <c:pt idx="164">
                  <c:v>12.05</c:v>
                </c:pt>
                <c:pt idx="165">
                  <c:v>12.05</c:v>
                </c:pt>
                <c:pt idx="166">
                  <c:v>12.05</c:v>
                </c:pt>
                <c:pt idx="167">
                  <c:v>12.05</c:v>
                </c:pt>
                <c:pt idx="168">
                  <c:v>12.05</c:v>
                </c:pt>
                <c:pt idx="169">
                  <c:v>12.05</c:v>
                </c:pt>
                <c:pt idx="170">
                  <c:v>12.05</c:v>
                </c:pt>
                <c:pt idx="171">
                  <c:v>12.05</c:v>
                </c:pt>
                <c:pt idx="172">
                  <c:v>12.05</c:v>
                </c:pt>
                <c:pt idx="173">
                  <c:v>12.05</c:v>
                </c:pt>
                <c:pt idx="174">
                  <c:v>12.05</c:v>
                </c:pt>
                <c:pt idx="175">
                  <c:v>12.05</c:v>
                </c:pt>
                <c:pt idx="176">
                  <c:v>12.05</c:v>
                </c:pt>
                <c:pt idx="177">
                  <c:v>12.05</c:v>
                </c:pt>
                <c:pt idx="178">
                  <c:v>12.05</c:v>
                </c:pt>
                <c:pt idx="179">
                  <c:v>12.05</c:v>
                </c:pt>
                <c:pt idx="180">
                  <c:v>12.05</c:v>
                </c:pt>
                <c:pt idx="181">
                  <c:v>12.05</c:v>
                </c:pt>
                <c:pt idx="182">
                  <c:v>12.05</c:v>
                </c:pt>
                <c:pt idx="183">
                  <c:v>12.05</c:v>
                </c:pt>
                <c:pt idx="184">
                  <c:v>12.05</c:v>
                </c:pt>
                <c:pt idx="185">
                  <c:v>12.05</c:v>
                </c:pt>
                <c:pt idx="186">
                  <c:v>12.05</c:v>
                </c:pt>
                <c:pt idx="187">
                  <c:v>12.05</c:v>
                </c:pt>
                <c:pt idx="188">
                  <c:v>12.05</c:v>
                </c:pt>
                <c:pt idx="189">
                  <c:v>12.05</c:v>
                </c:pt>
                <c:pt idx="190">
                  <c:v>12.05</c:v>
                </c:pt>
                <c:pt idx="191">
                  <c:v>12.05</c:v>
                </c:pt>
                <c:pt idx="192">
                  <c:v>12.05</c:v>
                </c:pt>
                <c:pt idx="193">
                  <c:v>12.05</c:v>
                </c:pt>
                <c:pt idx="194">
                  <c:v>12.05</c:v>
                </c:pt>
                <c:pt idx="195">
                  <c:v>12.05</c:v>
                </c:pt>
                <c:pt idx="196">
                  <c:v>12.05</c:v>
                </c:pt>
                <c:pt idx="197">
                  <c:v>12.05</c:v>
                </c:pt>
                <c:pt idx="198">
                  <c:v>12.05</c:v>
                </c:pt>
                <c:pt idx="199">
                  <c:v>12.05</c:v>
                </c:pt>
                <c:pt idx="200">
                  <c:v>12.05</c:v>
                </c:pt>
                <c:pt idx="201">
                  <c:v>12.05</c:v>
                </c:pt>
                <c:pt idx="202">
                  <c:v>12.05</c:v>
                </c:pt>
                <c:pt idx="203">
                  <c:v>12.05</c:v>
                </c:pt>
                <c:pt idx="204">
                  <c:v>12.05</c:v>
                </c:pt>
                <c:pt idx="205">
                  <c:v>12.05</c:v>
                </c:pt>
                <c:pt idx="206">
                  <c:v>12.05</c:v>
                </c:pt>
                <c:pt idx="207">
                  <c:v>12.05</c:v>
                </c:pt>
                <c:pt idx="208">
                  <c:v>12.05</c:v>
                </c:pt>
                <c:pt idx="209">
                  <c:v>12.05</c:v>
                </c:pt>
                <c:pt idx="210">
                  <c:v>12.05</c:v>
                </c:pt>
                <c:pt idx="211">
                  <c:v>12.05</c:v>
                </c:pt>
                <c:pt idx="212">
                  <c:v>12.05</c:v>
                </c:pt>
                <c:pt idx="213">
                  <c:v>12.05</c:v>
                </c:pt>
                <c:pt idx="214">
                  <c:v>12.05</c:v>
                </c:pt>
                <c:pt idx="215">
                  <c:v>12.05</c:v>
                </c:pt>
                <c:pt idx="216">
                  <c:v>12.05</c:v>
                </c:pt>
                <c:pt idx="217">
                  <c:v>12.05</c:v>
                </c:pt>
                <c:pt idx="218">
                  <c:v>12.05</c:v>
                </c:pt>
                <c:pt idx="219">
                  <c:v>12.05</c:v>
                </c:pt>
                <c:pt idx="220">
                  <c:v>12.05</c:v>
                </c:pt>
                <c:pt idx="221">
                  <c:v>12.05</c:v>
                </c:pt>
                <c:pt idx="222">
                  <c:v>12.05</c:v>
                </c:pt>
                <c:pt idx="223">
                  <c:v>12.05</c:v>
                </c:pt>
                <c:pt idx="224">
                  <c:v>12.05</c:v>
                </c:pt>
                <c:pt idx="225">
                  <c:v>12.05</c:v>
                </c:pt>
                <c:pt idx="226">
                  <c:v>12.05</c:v>
                </c:pt>
                <c:pt idx="227">
                  <c:v>12.05</c:v>
                </c:pt>
                <c:pt idx="228">
                  <c:v>12.05</c:v>
                </c:pt>
                <c:pt idx="229">
                  <c:v>12.05</c:v>
                </c:pt>
                <c:pt idx="230">
                  <c:v>12.05</c:v>
                </c:pt>
                <c:pt idx="231">
                  <c:v>12.05</c:v>
                </c:pt>
                <c:pt idx="232">
                  <c:v>12.05</c:v>
                </c:pt>
                <c:pt idx="233">
                  <c:v>12.05</c:v>
                </c:pt>
                <c:pt idx="234">
                  <c:v>12.05</c:v>
                </c:pt>
                <c:pt idx="235">
                  <c:v>12.05</c:v>
                </c:pt>
                <c:pt idx="236">
                  <c:v>12.05</c:v>
                </c:pt>
                <c:pt idx="237">
                  <c:v>12.05</c:v>
                </c:pt>
                <c:pt idx="238">
                  <c:v>12.05</c:v>
                </c:pt>
                <c:pt idx="239">
                  <c:v>12.05</c:v>
                </c:pt>
                <c:pt idx="240">
                  <c:v>12.05</c:v>
                </c:pt>
                <c:pt idx="241">
                  <c:v>12.05</c:v>
                </c:pt>
                <c:pt idx="242">
                  <c:v>12.05</c:v>
                </c:pt>
                <c:pt idx="243">
                  <c:v>12.05</c:v>
                </c:pt>
                <c:pt idx="244">
                  <c:v>12.05</c:v>
                </c:pt>
                <c:pt idx="245">
                  <c:v>12.05</c:v>
                </c:pt>
                <c:pt idx="246">
                  <c:v>12.05</c:v>
                </c:pt>
                <c:pt idx="247">
                  <c:v>12.05</c:v>
                </c:pt>
                <c:pt idx="248">
                  <c:v>12.05</c:v>
                </c:pt>
                <c:pt idx="249">
                  <c:v>12.05</c:v>
                </c:pt>
                <c:pt idx="250">
                  <c:v>12.05</c:v>
                </c:pt>
              </c:numCache>
            </c:numRef>
          </c:yVal>
          <c:smooth val="0"/>
          <c:extLst>
            <c:ext xmlns:c16="http://schemas.microsoft.com/office/drawing/2014/chart" uri="{C3380CC4-5D6E-409C-BE32-E72D297353CC}">
              <c16:uniqueId val="{00000004-411A-4EE4-8AB9-8AF5AD42F3F8}"/>
            </c:ext>
          </c:extLst>
        </c:ser>
        <c:dLbls>
          <c:showLegendKey val="0"/>
          <c:showVal val="0"/>
          <c:showCatName val="0"/>
          <c:showSerName val="0"/>
          <c:showPercent val="0"/>
          <c:showBubbleSize val="0"/>
        </c:dLbls>
        <c:axId val="1888495792"/>
        <c:axId val="1888496752"/>
      </c:scatterChart>
      <c:valAx>
        <c:axId val="1888495792"/>
        <c:scaling>
          <c:orientation val="minMax"/>
          <c:max val="450000000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t>Output - billion bushels</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88496752"/>
        <c:crosses val="autoZero"/>
        <c:crossBetween val="midCat"/>
        <c:majorUnit val="500000000"/>
        <c:dispUnits>
          <c:builtInUnit val="billions"/>
        </c:dispUnits>
      </c:valAx>
      <c:valAx>
        <c:axId val="188849675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t>Basis</a:t>
                </a:r>
                <a:r>
                  <a:rPr lang="en-US" baseline="0"/>
                  <a:t> adjusted cost </a:t>
                </a:r>
                <a:r>
                  <a:rPr lang="en-US"/>
                  <a:t>- $/bu</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888495792"/>
        <c:crosses val="autoZero"/>
        <c:crossBetween val="midCat"/>
      </c:valAx>
      <c:spPr>
        <a:noFill/>
        <a:ln>
          <a:noFill/>
        </a:ln>
        <a:effectLst/>
      </c:spPr>
    </c:plotArea>
    <c:legend>
      <c:legendPos val="b"/>
      <c:layout>
        <c:manualLayout>
          <c:xMode val="edge"/>
          <c:yMode val="edge"/>
          <c:x val="8.1159742261738749E-2"/>
          <c:y val="0.88381153123195144"/>
          <c:w val="0.89999989344815357"/>
          <c:h val="7.3282080280448331E-2"/>
        </c:manualLayout>
      </c:layout>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400" b="1"/>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195442211333557"/>
          <c:y val="5.0926052098250345E-2"/>
          <c:w val="0.70311954128133025"/>
          <c:h val="0.75530260986764863"/>
        </c:manualLayout>
      </c:layout>
      <c:scatterChart>
        <c:scatterStyle val="lineMarker"/>
        <c:varyColors val="0"/>
        <c:ser>
          <c:idx val="0"/>
          <c:order val="0"/>
          <c:tx>
            <c:strRef>
              <c:f>'Full cost by region'!$D$2</c:f>
              <c:strCache>
                <c:ptCount val="1"/>
                <c:pt idx="0">
                  <c:v>Curve</c:v>
                </c:pt>
              </c:strCache>
            </c:strRef>
          </c:tx>
          <c:spPr>
            <a:ln w="19050" cap="rnd">
              <a:noFill/>
              <a:round/>
            </a:ln>
            <a:effectLst/>
          </c:spPr>
          <c:marker>
            <c:symbol val="circle"/>
            <c:size val="5"/>
            <c:spPr>
              <a:solidFill>
                <a:schemeClr val="accent1"/>
              </a:solidFill>
              <a:ln w="9525">
                <a:solidFill>
                  <a:schemeClr val="accent1"/>
                </a:solidFill>
              </a:ln>
              <a:effectLst/>
            </c:spPr>
          </c:marker>
          <c:xVal>
            <c:numRef>
              <c:f>'Full cost by region'!$C$3:$C$253</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'Full cost by region'!$D$3:$D$253</c:f>
              <c:numCache>
                <c:formatCode>General</c:formatCode>
                <c:ptCount val="251"/>
                <c:pt idx="0">
                  <c:v>4.9596889094954246</c:v>
                </c:pt>
                <c:pt idx="1">
                  <c:v>5.9710791809960257</c:v>
                </c:pt>
                <c:pt idx="2">
                  <c:v>6.241545748181057</c:v>
                </c:pt>
                <c:pt idx="3">
                  <c:v>6.4348783925155359</c:v>
                </c:pt>
                <c:pt idx="4">
                  <c:v>7.6127393145471816</c:v>
                </c:pt>
                <c:pt idx="5">
                  <c:v>7.6655283008161126</c:v>
                </c:pt>
                <c:pt idx="6">
                  <c:v>8.06716491071173</c:v>
                </c:pt>
                <c:pt idx="7">
                  <c:v>8.1298337452107852</c:v>
                </c:pt>
                <c:pt idx="8">
                  <c:v>8.4863561323246302</c:v>
                </c:pt>
                <c:pt idx="9">
                  <c:v>8.5315689510786985</c:v>
                </c:pt>
                <c:pt idx="10">
                  <c:v>8.6046443187475088</c:v>
                </c:pt>
                <c:pt idx="11">
                  <c:v>8.9761471679376736</c:v>
                </c:pt>
                <c:pt idx="12">
                  <c:v>9.0163488904730702</c:v>
                </c:pt>
                <c:pt idx="13">
                  <c:v>9.0664276092031528</c:v>
                </c:pt>
                <c:pt idx="14">
                  <c:v>9.1000079404962939</c:v>
                </c:pt>
                <c:pt idx="15">
                  <c:v>9.1132444215322295</c:v>
                </c:pt>
                <c:pt idx="16">
                  <c:v>9.1512753893865373</c:v>
                </c:pt>
                <c:pt idx="17">
                  <c:v>9.2409591103919357</c:v>
                </c:pt>
                <c:pt idx="18">
                  <c:v>9.3526960346528227</c:v>
                </c:pt>
                <c:pt idx="19">
                  <c:v>9.3540180722231501</c:v>
                </c:pt>
                <c:pt idx="20">
                  <c:v>9.4211291347139294</c:v>
                </c:pt>
                <c:pt idx="21">
                  <c:v>9.4842373609808739</c:v>
                </c:pt>
                <c:pt idx="22">
                  <c:v>9.5132996008471782</c:v>
                </c:pt>
                <c:pt idx="23">
                  <c:v>9.5580742352491299</c:v>
                </c:pt>
                <c:pt idx="24">
                  <c:v>9.5991840381366327</c:v>
                </c:pt>
                <c:pt idx="25">
                  <c:v>9.6180695754135339</c:v>
                </c:pt>
                <c:pt idx="26">
                  <c:v>9.646089623982169</c:v>
                </c:pt>
                <c:pt idx="27">
                  <c:v>9.669490999866369</c:v>
                </c:pt>
                <c:pt idx="28">
                  <c:v>9.674005007032914</c:v>
                </c:pt>
                <c:pt idx="29">
                  <c:v>9.6794351349583714</c:v>
                </c:pt>
                <c:pt idx="30">
                  <c:v>9.6945467013985205</c:v>
                </c:pt>
                <c:pt idx="31">
                  <c:v>9.7270832681303787</c:v>
                </c:pt>
                <c:pt idx="32">
                  <c:v>9.7877075746565421</c:v>
                </c:pt>
                <c:pt idx="33">
                  <c:v>9.8430097568174375</c:v>
                </c:pt>
                <c:pt idx="34">
                  <c:v>9.9768857779849025</c:v>
                </c:pt>
                <c:pt idx="35">
                  <c:v>10.071630664099263</c:v>
                </c:pt>
                <c:pt idx="36">
                  <c:v>10.118826852789384</c:v>
                </c:pt>
                <c:pt idx="37">
                  <c:v>10.234357907722533</c:v>
                </c:pt>
                <c:pt idx="38">
                  <c:v>10.273047764794997</c:v>
                </c:pt>
                <c:pt idx="39">
                  <c:v>10.290857222146082</c:v>
                </c:pt>
                <c:pt idx="40">
                  <c:v>10.301521863917149</c:v>
                </c:pt>
                <c:pt idx="41">
                  <c:v>10.316731009866382</c:v>
                </c:pt>
                <c:pt idx="42">
                  <c:v>10.368382149592083</c:v>
                </c:pt>
                <c:pt idx="43">
                  <c:v>10.414063142223799</c:v>
                </c:pt>
                <c:pt idx="44">
                  <c:v>10.498756017309383</c:v>
                </c:pt>
                <c:pt idx="45">
                  <c:v>10.655214348920802</c:v>
                </c:pt>
                <c:pt idx="46">
                  <c:v>10.674267482387187</c:v>
                </c:pt>
                <c:pt idx="47">
                  <c:v>10.689239830196813</c:v>
                </c:pt>
                <c:pt idx="48">
                  <c:v>10.752851082725705</c:v>
                </c:pt>
                <c:pt idx="49">
                  <c:v>10.767735917678595</c:v>
                </c:pt>
                <c:pt idx="50">
                  <c:v>10.803334910309431</c:v>
                </c:pt>
                <c:pt idx="51">
                  <c:v>10.826437375299747</c:v>
                </c:pt>
                <c:pt idx="52">
                  <c:v>10.835843042215698</c:v>
                </c:pt>
                <c:pt idx="53">
                  <c:v>10.840348948731116</c:v>
                </c:pt>
                <c:pt idx="54">
                  <c:v>10.843817258561854</c:v>
                </c:pt>
                <c:pt idx="55">
                  <c:v>10.873304079038762</c:v>
                </c:pt>
                <c:pt idx="56">
                  <c:v>10.878874840210832</c:v>
                </c:pt>
                <c:pt idx="57">
                  <c:v>10.884067304380675</c:v>
                </c:pt>
                <c:pt idx="58">
                  <c:v>10.916303834569039</c:v>
                </c:pt>
                <c:pt idx="59">
                  <c:v>10.935205075012188</c:v>
                </c:pt>
                <c:pt idx="60">
                  <c:v>10.952179804251536</c:v>
                </c:pt>
                <c:pt idx="61">
                  <c:v>10.9621387538253</c:v>
                </c:pt>
                <c:pt idx="62">
                  <c:v>10.975182697953953</c:v>
                </c:pt>
                <c:pt idx="63">
                  <c:v>11.008135228138537</c:v>
                </c:pt>
                <c:pt idx="64">
                  <c:v>11.034736512762862</c:v>
                </c:pt>
                <c:pt idx="65">
                  <c:v>11.038621332830957</c:v>
                </c:pt>
                <c:pt idx="66">
                  <c:v>11.047848464357386</c:v>
                </c:pt>
                <c:pt idx="67">
                  <c:v>11.102495952499853</c:v>
                </c:pt>
                <c:pt idx="68">
                  <c:v>11.120285194583413</c:v>
                </c:pt>
                <c:pt idx="69">
                  <c:v>11.121720261745319</c:v>
                </c:pt>
                <c:pt idx="70">
                  <c:v>11.141132455343996</c:v>
                </c:pt>
                <c:pt idx="71">
                  <c:v>11.165485238024301</c:v>
                </c:pt>
                <c:pt idx="72">
                  <c:v>11.182177658960141</c:v>
                </c:pt>
                <c:pt idx="73">
                  <c:v>11.18448537174242</c:v>
                </c:pt>
                <c:pt idx="74">
                  <c:v>11.186244110852352</c:v>
                </c:pt>
                <c:pt idx="75">
                  <c:v>11.210204657988148</c:v>
                </c:pt>
                <c:pt idx="76">
                  <c:v>11.225231344285078</c:v>
                </c:pt>
                <c:pt idx="77">
                  <c:v>11.242749402513164</c:v>
                </c:pt>
                <c:pt idx="78">
                  <c:v>11.250302387319223</c:v>
                </c:pt>
                <c:pt idx="79">
                  <c:v>11.252994867864064</c:v>
                </c:pt>
                <c:pt idx="80">
                  <c:v>11.253267764206818</c:v>
                </c:pt>
                <c:pt idx="81">
                  <c:v>11.260230493322027</c:v>
                </c:pt>
                <c:pt idx="82">
                  <c:v>11.260939312789313</c:v>
                </c:pt>
                <c:pt idx="83">
                  <c:v>11.292326399594304</c:v>
                </c:pt>
                <c:pt idx="84">
                  <c:v>11.325147016533716</c:v>
                </c:pt>
                <c:pt idx="85">
                  <c:v>11.372628743154211</c:v>
                </c:pt>
                <c:pt idx="86">
                  <c:v>11.389462716866314</c:v>
                </c:pt>
                <c:pt idx="87">
                  <c:v>11.405299126586749</c:v>
                </c:pt>
                <c:pt idx="88">
                  <c:v>11.406912134933433</c:v>
                </c:pt>
                <c:pt idx="89">
                  <c:v>11.409171861204731</c:v>
                </c:pt>
                <c:pt idx="90">
                  <c:v>11.419599559409855</c:v>
                </c:pt>
                <c:pt idx="91">
                  <c:v>11.428511980511189</c:v>
                </c:pt>
                <c:pt idx="92">
                  <c:v>11.436463092926218</c:v>
                </c:pt>
                <c:pt idx="93">
                  <c:v>11.446760057537176</c:v>
                </c:pt>
                <c:pt idx="94">
                  <c:v>11.449843869243006</c:v>
                </c:pt>
                <c:pt idx="95">
                  <c:v>11.469035682287132</c:v>
                </c:pt>
                <c:pt idx="96">
                  <c:v>11.537426235682892</c:v>
                </c:pt>
                <c:pt idx="97">
                  <c:v>11.566864146733769</c:v>
                </c:pt>
                <c:pt idx="98">
                  <c:v>11.573724959109073</c:v>
                </c:pt>
                <c:pt idx="99">
                  <c:v>11.588392370096948</c:v>
                </c:pt>
                <c:pt idx="100">
                  <c:v>11.591649694150817</c:v>
                </c:pt>
                <c:pt idx="101">
                  <c:v>11.610444740935847</c:v>
                </c:pt>
                <c:pt idx="102">
                  <c:v>11.630120475442679</c:v>
                </c:pt>
                <c:pt idx="103">
                  <c:v>11.672061438517483</c:v>
                </c:pt>
                <c:pt idx="104">
                  <c:v>11.71370392375097</c:v>
                </c:pt>
                <c:pt idx="105">
                  <c:v>11.738360325781347</c:v>
                </c:pt>
                <c:pt idx="106">
                  <c:v>11.770686776648573</c:v>
                </c:pt>
                <c:pt idx="107">
                  <c:v>11.776822655044366</c:v>
                </c:pt>
                <c:pt idx="108">
                  <c:v>11.788407889919515</c:v>
                </c:pt>
                <c:pt idx="109">
                  <c:v>11.794923743212856</c:v>
                </c:pt>
                <c:pt idx="110">
                  <c:v>11.808117082455832</c:v>
                </c:pt>
                <c:pt idx="111">
                  <c:v>11.81381248192563</c:v>
                </c:pt>
                <c:pt idx="112">
                  <c:v>11.847861173260142</c:v>
                </c:pt>
                <c:pt idx="113">
                  <c:v>11.855228335075619</c:v>
                </c:pt>
                <c:pt idx="114">
                  <c:v>11.878954444371177</c:v>
                </c:pt>
                <c:pt idx="115">
                  <c:v>11.899229779144134</c:v>
                </c:pt>
                <c:pt idx="116">
                  <c:v>11.904124785944902</c:v>
                </c:pt>
                <c:pt idx="117">
                  <c:v>11.908157175105515</c:v>
                </c:pt>
                <c:pt idx="118">
                  <c:v>11.923558789120662</c:v>
                </c:pt>
                <c:pt idx="119">
                  <c:v>11.934355806063428</c:v>
                </c:pt>
                <c:pt idx="120">
                  <c:v>11.935412049532195</c:v>
                </c:pt>
                <c:pt idx="121">
                  <c:v>11.936992772759988</c:v>
                </c:pt>
                <c:pt idx="122">
                  <c:v>11.949704961044135</c:v>
                </c:pt>
                <c:pt idx="123">
                  <c:v>11.960795180678739</c:v>
                </c:pt>
                <c:pt idx="124">
                  <c:v>11.9724537932739</c:v>
                </c:pt>
                <c:pt idx="125">
                  <c:v>11.97333435591735</c:v>
                </c:pt>
                <c:pt idx="126">
                  <c:v>11.97737824877194</c:v>
                </c:pt>
                <c:pt idx="127">
                  <c:v>12.01799471105838</c:v>
                </c:pt>
                <c:pt idx="128">
                  <c:v>12.06811638601906</c:v>
                </c:pt>
                <c:pt idx="129">
                  <c:v>12.078580178851485</c:v>
                </c:pt>
                <c:pt idx="130">
                  <c:v>12.084118157617517</c:v>
                </c:pt>
                <c:pt idx="131">
                  <c:v>12.127296102475389</c:v>
                </c:pt>
                <c:pt idx="132">
                  <c:v>12.137338501609985</c:v>
                </c:pt>
                <c:pt idx="133">
                  <c:v>12.227774805502346</c:v>
                </c:pt>
                <c:pt idx="134">
                  <c:v>12.232553751640523</c:v>
                </c:pt>
                <c:pt idx="135">
                  <c:v>12.25144861994379</c:v>
                </c:pt>
                <c:pt idx="136">
                  <c:v>12.294724201634692</c:v>
                </c:pt>
                <c:pt idx="137">
                  <c:v>12.31826251509187</c:v>
                </c:pt>
                <c:pt idx="138">
                  <c:v>12.327270276239213</c:v>
                </c:pt>
                <c:pt idx="139">
                  <c:v>12.355956496558829</c:v>
                </c:pt>
                <c:pt idx="140">
                  <c:v>12.362737920078077</c:v>
                </c:pt>
                <c:pt idx="141">
                  <c:v>12.37258858417372</c:v>
                </c:pt>
                <c:pt idx="142">
                  <c:v>12.381681796738869</c:v>
                </c:pt>
                <c:pt idx="143">
                  <c:v>12.405545186772832</c:v>
                </c:pt>
                <c:pt idx="144">
                  <c:v>12.425230130925131</c:v>
                </c:pt>
                <c:pt idx="145">
                  <c:v>12.460639844327131</c:v>
                </c:pt>
                <c:pt idx="146">
                  <c:v>12.460639844327131</c:v>
                </c:pt>
                <c:pt idx="147">
                  <c:v>12.463192722431193</c:v>
                </c:pt>
                <c:pt idx="148">
                  <c:v>12.48920807137138</c:v>
                </c:pt>
                <c:pt idx="149">
                  <c:v>12.520049248553908</c:v>
                </c:pt>
                <c:pt idx="150">
                  <c:v>12.524129263287538</c:v>
                </c:pt>
                <c:pt idx="151">
                  <c:v>12.541109706072989</c:v>
                </c:pt>
                <c:pt idx="152">
                  <c:v>12.542507780861177</c:v>
                </c:pt>
                <c:pt idx="153">
                  <c:v>12.554007861378313</c:v>
                </c:pt>
                <c:pt idx="154">
                  <c:v>12.566071349556506</c:v>
                </c:pt>
                <c:pt idx="155">
                  <c:v>12.578611546497168</c:v>
                </c:pt>
                <c:pt idx="156">
                  <c:v>12.580081158303056</c:v>
                </c:pt>
                <c:pt idx="157">
                  <c:v>12.587970219364694</c:v>
                </c:pt>
                <c:pt idx="158">
                  <c:v>12.587970219364694</c:v>
                </c:pt>
                <c:pt idx="159">
                  <c:v>12.638821036541561</c:v>
                </c:pt>
                <c:pt idx="160">
                  <c:v>12.675395665060194</c:v>
                </c:pt>
                <c:pt idx="161">
                  <c:v>12.676929829258377</c:v>
                </c:pt>
                <c:pt idx="162">
                  <c:v>12.752991228717962</c:v>
                </c:pt>
                <c:pt idx="163">
                  <c:v>12.760657236037327</c:v>
                </c:pt>
                <c:pt idx="164">
                  <c:v>12.828344399450241</c:v>
                </c:pt>
                <c:pt idx="165">
                  <c:v>12.883421089560141</c:v>
                </c:pt>
                <c:pt idx="166">
                  <c:v>12.892364490580613</c:v>
                </c:pt>
                <c:pt idx="167">
                  <c:v>12.933872686936697</c:v>
                </c:pt>
                <c:pt idx="168">
                  <c:v>12.935856444425347</c:v>
                </c:pt>
                <c:pt idx="169">
                  <c:v>12.939325484409478</c:v>
                </c:pt>
                <c:pt idx="170">
                  <c:v>12.963047587518302</c:v>
                </c:pt>
                <c:pt idx="171">
                  <c:v>12.963047587518302</c:v>
                </c:pt>
                <c:pt idx="172">
                  <c:v>12.964059167958549</c:v>
                </c:pt>
                <c:pt idx="173">
                  <c:v>12.990052150359483</c:v>
                </c:pt>
                <c:pt idx="174">
                  <c:v>12.996855368070683</c:v>
                </c:pt>
                <c:pt idx="175">
                  <c:v>13.022206310483718</c:v>
                </c:pt>
                <c:pt idx="176">
                  <c:v>13.023980312159312</c:v>
                </c:pt>
                <c:pt idx="177">
                  <c:v>13.057491883258361</c:v>
                </c:pt>
                <c:pt idx="178">
                  <c:v>13.073985828193628</c:v>
                </c:pt>
                <c:pt idx="179">
                  <c:v>13.144861945266287</c:v>
                </c:pt>
                <c:pt idx="180">
                  <c:v>13.146880320474619</c:v>
                </c:pt>
                <c:pt idx="181">
                  <c:v>13.158812830260734</c:v>
                </c:pt>
                <c:pt idx="182">
                  <c:v>13.165035293526945</c:v>
                </c:pt>
                <c:pt idx="183">
                  <c:v>13.186647475246431</c:v>
                </c:pt>
                <c:pt idx="184">
                  <c:v>13.19622591701108</c:v>
                </c:pt>
                <c:pt idx="185">
                  <c:v>13.281844454322613</c:v>
                </c:pt>
                <c:pt idx="186">
                  <c:v>13.297010006229636</c:v>
                </c:pt>
                <c:pt idx="187">
                  <c:v>13.317062668709466</c:v>
                </c:pt>
                <c:pt idx="188">
                  <c:v>13.317062668709466</c:v>
                </c:pt>
                <c:pt idx="189">
                  <c:v>13.336145065077018</c:v>
                </c:pt>
                <c:pt idx="190">
                  <c:v>13.407904954373935</c:v>
                </c:pt>
                <c:pt idx="191">
                  <c:v>13.482551436935649</c:v>
                </c:pt>
                <c:pt idx="192">
                  <c:v>13.483028735790258</c:v>
                </c:pt>
                <c:pt idx="193">
                  <c:v>13.613725527731429</c:v>
                </c:pt>
                <c:pt idx="194">
                  <c:v>13.665472965558759</c:v>
                </c:pt>
                <c:pt idx="195">
                  <c:v>13.727734636439507</c:v>
                </c:pt>
                <c:pt idx="196">
                  <c:v>13.740548734062859</c:v>
                </c:pt>
                <c:pt idx="197">
                  <c:v>13.783840069989449</c:v>
                </c:pt>
                <c:pt idx="198">
                  <c:v>13.807674877652452</c:v>
                </c:pt>
                <c:pt idx="199">
                  <c:v>13.919548117146162</c:v>
                </c:pt>
                <c:pt idx="200">
                  <c:v>13.928449917707326</c:v>
                </c:pt>
                <c:pt idx="201">
                  <c:v>13.928672485874401</c:v>
                </c:pt>
                <c:pt idx="202">
                  <c:v>14.002543974067754</c:v>
                </c:pt>
                <c:pt idx="203">
                  <c:v>14.066185826865816</c:v>
                </c:pt>
                <c:pt idx="204">
                  <c:v>14.086313983163175</c:v>
                </c:pt>
                <c:pt idx="205">
                  <c:v>14.093349828458075</c:v>
                </c:pt>
                <c:pt idx="206">
                  <c:v>14.100714786446853</c:v>
                </c:pt>
                <c:pt idx="207">
                  <c:v>14.148442236002527</c:v>
                </c:pt>
                <c:pt idx="208">
                  <c:v>14.167985634188039</c:v>
                </c:pt>
                <c:pt idx="209">
                  <c:v>14.200457047864388</c:v>
                </c:pt>
                <c:pt idx="210">
                  <c:v>14.314690706774856</c:v>
                </c:pt>
                <c:pt idx="211">
                  <c:v>14.354690506760749</c:v>
                </c:pt>
                <c:pt idx="212">
                  <c:v>14.384833006061047</c:v>
                </c:pt>
                <c:pt idx="213">
                  <c:v>14.395312328694532</c:v>
                </c:pt>
                <c:pt idx="214">
                  <c:v>14.420050531608887</c:v>
                </c:pt>
                <c:pt idx="215">
                  <c:v>14.524113098692965</c:v>
                </c:pt>
                <c:pt idx="216">
                  <c:v>14.536432522196634</c:v>
                </c:pt>
                <c:pt idx="217">
                  <c:v>14.723526414747514</c:v>
                </c:pt>
                <c:pt idx="218">
                  <c:v>14.864606727387008</c:v>
                </c:pt>
                <c:pt idx="219">
                  <c:v>14.953725557839144</c:v>
                </c:pt>
                <c:pt idx="220">
                  <c:v>14.967294836651263</c:v>
                </c:pt>
                <c:pt idx="221">
                  <c:v>14.988737809592919</c:v>
                </c:pt>
                <c:pt idx="222">
                  <c:v>15.067385930350021</c:v>
                </c:pt>
                <c:pt idx="223">
                  <c:v>15.083638318078531</c:v>
                </c:pt>
                <c:pt idx="224">
                  <c:v>15.19298969704484</c:v>
                </c:pt>
                <c:pt idx="225">
                  <c:v>15.202605719033944</c:v>
                </c:pt>
                <c:pt idx="226">
                  <c:v>15.211926457186912</c:v>
                </c:pt>
                <c:pt idx="227">
                  <c:v>15.298435360834729</c:v>
                </c:pt>
                <c:pt idx="228">
                  <c:v>15.375996098607677</c:v>
                </c:pt>
                <c:pt idx="229">
                  <c:v>15.730074167894395</c:v>
                </c:pt>
                <c:pt idx="230">
                  <c:v>15.738852573014304</c:v>
                </c:pt>
                <c:pt idx="231">
                  <c:v>15.749695722638196</c:v>
                </c:pt>
                <c:pt idx="232">
                  <c:v>15.785825483860309</c:v>
                </c:pt>
                <c:pt idx="233">
                  <c:v>15.961922406097138</c:v>
                </c:pt>
                <c:pt idx="234">
                  <c:v>15.966518148532243</c:v>
                </c:pt>
                <c:pt idx="235">
                  <c:v>15.998163659079289</c:v>
                </c:pt>
                <c:pt idx="236">
                  <c:v>16.056603640627486</c:v>
                </c:pt>
                <c:pt idx="237">
                  <c:v>16.059883220459405</c:v>
                </c:pt>
                <c:pt idx="238">
                  <c:v>16.14288147117734</c:v>
                </c:pt>
                <c:pt idx="239">
                  <c:v>16.200531667368413</c:v>
                </c:pt>
                <c:pt idx="240">
                  <c:v>16.462932457266632</c:v>
                </c:pt>
                <c:pt idx="241">
                  <c:v>16.527954057179734</c:v>
                </c:pt>
                <c:pt idx="242">
                  <c:v>16.60127071375106</c:v>
                </c:pt>
                <c:pt idx="243">
                  <c:v>16.82631316601616</c:v>
                </c:pt>
                <c:pt idx="244">
                  <c:v>16.846103955512945</c:v>
                </c:pt>
                <c:pt idx="245">
                  <c:v>16.932134088825428</c:v>
                </c:pt>
                <c:pt idx="246">
                  <c:v>16.957178243918936</c:v>
                </c:pt>
                <c:pt idx="247">
                  <c:v>17.275569110899355</c:v>
                </c:pt>
                <c:pt idx="248">
                  <c:v>17.579945791721862</c:v>
                </c:pt>
                <c:pt idx="249">
                  <c:v>18.188471899047268</c:v>
                </c:pt>
                <c:pt idx="250">
                  <c:v>18.460762371984444</c:v>
                </c:pt>
              </c:numCache>
            </c:numRef>
          </c:yVal>
          <c:smooth val="0"/>
          <c:extLst>
            <c:ext xmlns:c16="http://schemas.microsoft.com/office/drawing/2014/chart" uri="{C3380CC4-5D6E-409C-BE32-E72D297353CC}">
              <c16:uniqueId val="{00000000-6630-4297-B283-C52FBC3C8DE5}"/>
            </c:ext>
          </c:extLst>
        </c:ser>
        <c:ser>
          <c:idx val="1"/>
          <c:order val="1"/>
          <c:tx>
            <c:strRef>
              <c:f>'Full cost by region'!$E$2</c:f>
              <c:strCache>
                <c:ptCount val="1"/>
                <c:pt idx="0">
                  <c:v>Southeast</c:v>
                </c:pt>
              </c:strCache>
            </c:strRef>
          </c:tx>
          <c:spPr>
            <a:ln w="25400" cap="rnd">
              <a:noFill/>
              <a:round/>
            </a:ln>
            <a:effectLst/>
          </c:spPr>
          <c:marker>
            <c:symbol val="circle"/>
            <c:size val="8"/>
            <c:spPr>
              <a:solidFill>
                <a:schemeClr val="accent2"/>
              </a:solidFill>
              <a:ln w="9525">
                <a:solidFill>
                  <a:schemeClr val="accent2"/>
                </a:solidFill>
              </a:ln>
              <a:effectLst/>
            </c:spPr>
          </c:marker>
          <c:xVal>
            <c:numRef>
              <c:f>'Full cost by region'!$C$3:$C$253</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'Full cost by region'!$E$3:$E$253</c:f>
              <c:numCache>
                <c:formatCode>General</c:formatCode>
                <c:ptCount val="25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12.137338501609985</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12.460639844327131</c:v>
                </c:pt>
                <c:pt idx="146">
                  <c:v>12.460639844327131</c:v>
                </c:pt>
                <c:pt idx="147">
                  <c:v>#N/A</c:v>
                </c:pt>
                <c:pt idx="148">
                  <c:v>#N/A</c:v>
                </c:pt>
                <c:pt idx="149">
                  <c:v>#N/A</c:v>
                </c:pt>
                <c:pt idx="150">
                  <c:v>#N/A</c:v>
                </c:pt>
                <c:pt idx="151">
                  <c:v>#N/A</c:v>
                </c:pt>
                <c:pt idx="152">
                  <c:v>#N/A</c:v>
                </c:pt>
                <c:pt idx="153">
                  <c:v>#N/A</c:v>
                </c:pt>
                <c:pt idx="154">
                  <c:v>#N/A</c:v>
                </c:pt>
                <c:pt idx="155">
                  <c:v>#N/A</c:v>
                </c:pt>
                <c:pt idx="156">
                  <c:v>#N/A</c:v>
                </c:pt>
                <c:pt idx="157">
                  <c:v>12.587970219364694</c:v>
                </c:pt>
                <c:pt idx="158">
                  <c:v>12.587970219364694</c:v>
                </c:pt>
                <c:pt idx="159">
                  <c:v>#N/A</c:v>
                </c:pt>
                <c:pt idx="160">
                  <c:v>#N/A</c:v>
                </c:pt>
                <c:pt idx="161">
                  <c:v>#N/A</c:v>
                </c:pt>
                <c:pt idx="162">
                  <c:v>#N/A</c:v>
                </c:pt>
                <c:pt idx="163">
                  <c:v>#N/A</c:v>
                </c:pt>
                <c:pt idx="164">
                  <c:v>#N/A</c:v>
                </c:pt>
                <c:pt idx="165">
                  <c:v>#N/A</c:v>
                </c:pt>
                <c:pt idx="166">
                  <c:v>#N/A</c:v>
                </c:pt>
                <c:pt idx="167">
                  <c:v>#N/A</c:v>
                </c:pt>
                <c:pt idx="168">
                  <c:v>#N/A</c:v>
                </c:pt>
                <c:pt idx="169">
                  <c:v>#N/A</c:v>
                </c:pt>
                <c:pt idx="170">
                  <c:v>12.963047587518302</c:v>
                </c:pt>
                <c:pt idx="171">
                  <c:v>12.963047587518302</c:v>
                </c:pt>
                <c:pt idx="172">
                  <c:v>#N/A</c:v>
                </c:pt>
                <c:pt idx="173">
                  <c:v>#N/A</c:v>
                </c:pt>
                <c:pt idx="174">
                  <c:v>#N/A</c:v>
                </c:pt>
                <c:pt idx="175">
                  <c:v>#N/A</c:v>
                </c:pt>
                <c:pt idx="176">
                  <c:v>#N/A</c:v>
                </c:pt>
                <c:pt idx="177">
                  <c:v>#N/A</c:v>
                </c:pt>
                <c:pt idx="178">
                  <c:v>#N/A</c:v>
                </c:pt>
                <c:pt idx="179">
                  <c:v>#N/A</c:v>
                </c:pt>
                <c:pt idx="180">
                  <c:v>#N/A</c:v>
                </c:pt>
                <c:pt idx="181">
                  <c:v>#N/A</c:v>
                </c:pt>
                <c:pt idx="182">
                  <c:v>13.165035293526945</c:v>
                </c:pt>
                <c:pt idx="183">
                  <c:v>#N/A</c:v>
                </c:pt>
                <c:pt idx="184">
                  <c:v>#N/A</c:v>
                </c:pt>
                <c:pt idx="185">
                  <c:v>#N/A</c:v>
                </c:pt>
                <c:pt idx="186">
                  <c:v>#N/A</c:v>
                </c:pt>
                <c:pt idx="187">
                  <c:v>13.317062668709466</c:v>
                </c:pt>
                <c:pt idx="188">
                  <c:v>13.317062668709466</c:v>
                </c:pt>
                <c:pt idx="189">
                  <c:v>#N/A</c:v>
                </c:pt>
                <c:pt idx="190">
                  <c:v>13.407904954373935</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14.354690506760749</c:v>
                </c:pt>
                <c:pt idx="212">
                  <c:v>14.384833006061047</c:v>
                </c:pt>
                <c:pt idx="213">
                  <c:v>#N/A</c:v>
                </c:pt>
                <c:pt idx="214">
                  <c:v>14.420050531608887</c:v>
                </c:pt>
                <c:pt idx="215">
                  <c:v>14.524113098692965</c:v>
                </c:pt>
                <c:pt idx="216">
                  <c:v>14.536432522196634</c:v>
                </c:pt>
                <c:pt idx="217">
                  <c:v>14.723526414747514</c:v>
                </c:pt>
                <c:pt idx="218">
                  <c:v>#N/A</c:v>
                </c:pt>
                <c:pt idx="219">
                  <c:v>14.953725557839144</c:v>
                </c:pt>
                <c:pt idx="220">
                  <c:v>#N/A</c:v>
                </c:pt>
                <c:pt idx="221">
                  <c:v>14.988737809592919</c:v>
                </c:pt>
                <c:pt idx="222">
                  <c:v>15.067385930350021</c:v>
                </c:pt>
                <c:pt idx="223">
                  <c:v>15.083638318078531</c:v>
                </c:pt>
                <c:pt idx="224">
                  <c:v>15.19298969704484</c:v>
                </c:pt>
                <c:pt idx="225">
                  <c:v>15.202605719033944</c:v>
                </c:pt>
                <c:pt idx="226">
                  <c:v>15.211926457186912</c:v>
                </c:pt>
                <c:pt idx="227">
                  <c:v>15.298435360834729</c:v>
                </c:pt>
                <c:pt idx="228">
                  <c:v>15.375996098607677</c:v>
                </c:pt>
                <c:pt idx="229">
                  <c:v>15.730074167894395</c:v>
                </c:pt>
                <c:pt idx="230">
                  <c:v>15.738852573014304</c:v>
                </c:pt>
                <c:pt idx="231">
                  <c:v>#N/A</c:v>
                </c:pt>
                <c:pt idx="232">
                  <c:v>15.785825483860309</c:v>
                </c:pt>
                <c:pt idx="233">
                  <c:v>15.961922406097138</c:v>
                </c:pt>
                <c:pt idx="234">
                  <c:v>15.966518148532243</c:v>
                </c:pt>
                <c:pt idx="235">
                  <c:v>15.998163659079289</c:v>
                </c:pt>
                <c:pt idx="236">
                  <c:v>16.056603640627486</c:v>
                </c:pt>
                <c:pt idx="237">
                  <c:v>16.059883220459405</c:v>
                </c:pt>
                <c:pt idx="238">
                  <c:v>16.14288147117734</c:v>
                </c:pt>
                <c:pt idx="239">
                  <c:v>16.200531667368413</c:v>
                </c:pt>
                <c:pt idx="240">
                  <c:v>16.462932457266632</c:v>
                </c:pt>
                <c:pt idx="241">
                  <c:v>16.527954057179734</c:v>
                </c:pt>
                <c:pt idx="242">
                  <c:v>16.60127071375106</c:v>
                </c:pt>
                <c:pt idx="243">
                  <c:v>16.82631316601616</c:v>
                </c:pt>
                <c:pt idx="244">
                  <c:v>16.846103955512945</c:v>
                </c:pt>
                <c:pt idx="245">
                  <c:v>16.932134088825428</c:v>
                </c:pt>
                <c:pt idx="246">
                  <c:v>#N/A</c:v>
                </c:pt>
                <c:pt idx="247">
                  <c:v>17.275569110899355</c:v>
                </c:pt>
                <c:pt idx="248">
                  <c:v>#N/A</c:v>
                </c:pt>
                <c:pt idx="249">
                  <c:v>#N/A</c:v>
                </c:pt>
                <c:pt idx="250">
                  <c:v>#N/A</c:v>
                </c:pt>
              </c:numCache>
            </c:numRef>
          </c:yVal>
          <c:smooth val="0"/>
          <c:extLst>
            <c:ext xmlns:c16="http://schemas.microsoft.com/office/drawing/2014/chart" uri="{C3380CC4-5D6E-409C-BE32-E72D297353CC}">
              <c16:uniqueId val="{00000001-6630-4297-B283-C52FBC3C8DE5}"/>
            </c:ext>
          </c:extLst>
        </c:ser>
        <c:ser>
          <c:idx val="2"/>
          <c:order val="2"/>
          <c:tx>
            <c:strRef>
              <c:f>'Full cost by region'!$F$2</c:f>
              <c:strCache>
                <c:ptCount val="1"/>
                <c:pt idx="0">
                  <c:v>Delta</c:v>
                </c:pt>
              </c:strCache>
            </c:strRef>
          </c:tx>
          <c:spPr>
            <a:ln w="25400" cap="rnd">
              <a:noFill/>
              <a:round/>
            </a:ln>
            <a:effectLst/>
          </c:spPr>
          <c:marker>
            <c:symbol val="circle"/>
            <c:size val="10"/>
            <c:spPr>
              <a:solidFill>
                <a:schemeClr val="accent3"/>
              </a:solidFill>
              <a:ln w="9525">
                <a:solidFill>
                  <a:schemeClr val="accent3"/>
                </a:solidFill>
              </a:ln>
              <a:effectLst/>
            </c:spPr>
          </c:marker>
          <c:xVal>
            <c:numRef>
              <c:f>'Full cost by region'!$C$3:$C$253</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'Full cost by region'!$F$3:$F$253</c:f>
              <c:numCache>
                <c:formatCode>General</c:formatCode>
                <c:ptCount val="251"/>
                <c:pt idx="0">
                  <c:v>#N/A</c:v>
                </c:pt>
                <c:pt idx="1">
                  <c:v>5.9710791809960257</c:v>
                </c:pt>
                <c:pt idx="2">
                  <c:v>#N/A</c:v>
                </c:pt>
                <c:pt idx="3">
                  <c:v>#N/A</c:v>
                </c:pt>
                <c:pt idx="4">
                  <c:v>7.6127393145471816</c:v>
                </c:pt>
                <c:pt idx="5">
                  <c:v>#N/A</c:v>
                </c:pt>
                <c:pt idx="6">
                  <c:v>#N/A</c:v>
                </c:pt>
                <c:pt idx="7">
                  <c:v>#N/A</c:v>
                </c:pt>
                <c:pt idx="8">
                  <c:v>#N/A</c:v>
                </c:pt>
                <c:pt idx="9">
                  <c:v>#N/A</c:v>
                </c:pt>
                <c:pt idx="10">
                  <c:v>8.6046443187475088</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9.5991840381366327</c:v>
                </c:pt>
                <c:pt idx="25">
                  <c:v>#N/A</c:v>
                </c:pt>
                <c:pt idx="26">
                  <c:v>9.646089623982169</c:v>
                </c:pt>
                <c:pt idx="27">
                  <c:v>#N/A</c:v>
                </c:pt>
                <c:pt idx="28">
                  <c:v>#N/A</c:v>
                </c:pt>
                <c:pt idx="29">
                  <c:v>#N/A</c:v>
                </c:pt>
                <c:pt idx="30">
                  <c:v>#N/A</c:v>
                </c:pt>
                <c:pt idx="31">
                  <c:v>#N/A</c:v>
                </c:pt>
                <c:pt idx="32">
                  <c:v>#N/A</c:v>
                </c:pt>
                <c:pt idx="33">
                  <c:v>9.8430097568174375</c:v>
                </c:pt>
                <c:pt idx="34">
                  <c:v>#N/A</c:v>
                </c:pt>
                <c:pt idx="35">
                  <c:v>10.071630664099263</c:v>
                </c:pt>
                <c:pt idx="36">
                  <c:v>#N/A</c:v>
                </c:pt>
                <c:pt idx="37">
                  <c:v>#N/A</c:v>
                </c:pt>
                <c:pt idx="38">
                  <c:v>#N/A</c:v>
                </c:pt>
                <c:pt idx="39">
                  <c:v>10.290857222146082</c:v>
                </c:pt>
                <c:pt idx="40">
                  <c:v>#N/A</c:v>
                </c:pt>
                <c:pt idx="41">
                  <c:v>10.316731009866382</c:v>
                </c:pt>
                <c:pt idx="42">
                  <c:v>#N/A</c:v>
                </c:pt>
                <c:pt idx="43">
                  <c:v>10.414063142223799</c:v>
                </c:pt>
                <c:pt idx="44">
                  <c:v>#N/A</c:v>
                </c:pt>
                <c:pt idx="45">
                  <c:v>#N/A</c:v>
                </c:pt>
                <c:pt idx="46">
                  <c:v>#N/A</c:v>
                </c:pt>
                <c:pt idx="47">
                  <c:v>#N/A</c:v>
                </c:pt>
                <c:pt idx="48">
                  <c:v>#N/A</c:v>
                </c:pt>
                <c:pt idx="49">
                  <c:v>#N/A</c:v>
                </c:pt>
                <c:pt idx="50">
                  <c:v>#N/A</c:v>
                </c:pt>
                <c:pt idx="51">
                  <c:v>10.826437375299747</c:v>
                </c:pt>
                <c:pt idx="52">
                  <c:v>10.835843042215698</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11.141132455343996</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11.405299126586749</c:v>
                </c:pt>
                <c:pt idx="88">
                  <c:v>#N/A</c:v>
                </c:pt>
                <c:pt idx="89">
                  <c:v>#N/A</c:v>
                </c:pt>
                <c:pt idx="90">
                  <c:v>#N/A</c:v>
                </c:pt>
                <c:pt idx="91">
                  <c:v>#N/A</c:v>
                </c:pt>
                <c:pt idx="92">
                  <c:v>#N/A</c:v>
                </c:pt>
                <c:pt idx="93">
                  <c:v>#N/A</c:v>
                </c:pt>
                <c:pt idx="94">
                  <c:v>#N/A</c:v>
                </c:pt>
                <c:pt idx="95">
                  <c:v>#N/A</c:v>
                </c:pt>
                <c:pt idx="96">
                  <c:v>#N/A</c:v>
                </c:pt>
                <c:pt idx="97">
                  <c:v>11.566864146733769</c:v>
                </c:pt>
                <c:pt idx="98">
                  <c:v>#N/A</c:v>
                </c:pt>
                <c:pt idx="99">
                  <c:v>#N/A</c:v>
                </c:pt>
                <c:pt idx="100">
                  <c:v>#N/A</c:v>
                </c:pt>
                <c:pt idx="101">
                  <c:v>#N/A</c:v>
                </c:pt>
                <c:pt idx="102">
                  <c:v>11.630120475442679</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11.904124785944902</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12.084118157617517</c:v>
                </c:pt>
                <c:pt idx="131">
                  <c:v>#N/A</c:v>
                </c:pt>
                <c:pt idx="132">
                  <c:v>#N/A</c:v>
                </c:pt>
                <c:pt idx="133">
                  <c:v>#N/A</c:v>
                </c:pt>
                <c:pt idx="134">
                  <c:v>12.232553751640523</c:v>
                </c:pt>
                <c:pt idx="135">
                  <c:v>#N/A</c:v>
                </c:pt>
                <c:pt idx="136">
                  <c:v>#N/A</c:v>
                </c:pt>
                <c:pt idx="137">
                  <c:v>12.31826251509187</c:v>
                </c:pt>
                <c:pt idx="138">
                  <c:v>#N/A</c:v>
                </c:pt>
                <c:pt idx="139">
                  <c:v>#N/A</c:v>
                </c:pt>
                <c:pt idx="140">
                  <c:v>#N/A</c:v>
                </c:pt>
                <c:pt idx="141">
                  <c:v>#N/A</c:v>
                </c:pt>
                <c:pt idx="142">
                  <c:v>12.381681796738869</c:v>
                </c:pt>
                <c:pt idx="143">
                  <c:v>12.405545186772832</c:v>
                </c:pt>
                <c:pt idx="144">
                  <c:v>#N/A</c:v>
                </c:pt>
                <c:pt idx="145">
                  <c:v>#N/A</c:v>
                </c:pt>
                <c:pt idx="146">
                  <c:v>#N/A</c:v>
                </c:pt>
                <c:pt idx="147">
                  <c:v>#N/A</c:v>
                </c:pt>
                <c:pt idx="148">
                  <c:v>#N/A</c:v>
                </c:pt>
                <c:pt idx="149">
                  <c:v>#N/A</c:v>
                </c:pt>
                <c:pt idx="150">
                  <c:v>#N/A</c:v>
                </c:pt>
                <c:pt idx="151">
                  <c:v>#N/A</c:v>
                </c:pt>
                <c:pt idx="152">
                  <c:v>#N/A</c:v>
                </c:pt>
                <c:pt idx="153">
                  <c:v>12.554007861378313</c:v>
                </c:pt>
                <c:pt idx="154">
                  <c:v>#N/A</c:v>
                </c:pt>
                <c:pt idx="155">
                  <c:v>12.578611546497168</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13.023980312159312</c:v>
                </c:pt>
                <c:pt idx="177">
                  <c:v>#N/A</c:v>
                </c:pt>
                <c:pt idx="178">
                  <c:v>13.073985828193628</c:v>
                </c:pt>
                <c:pt idx="179">
                  <c:v>#N/A</c:v>
                </c:pt>
                <c:pt idx="180">
                  <c:v>13.146880320474619</c:v>
                </c:pt>
                <c:pt idx="181">
                  <c:v>#N/A</c:v>
                </c:pt>
                <c:pt idx="182">
                  <c:v>#N/A</c:v>
                </c:pt>
                <c:pt idx="183">
                  <c:v>#N/A</c:v>
                </c:pt>
                <c:pt idx="184">
                  <c:v>13.19622591701108</c:v>
                </c:pt>
                <c:pt idx="185">
                  <c:v>#N/A</c:v>
                </c:pt>
                <c:pt idx="186">
                  <c:v>#N/A</c:v>
                </c:pt>
                <c:pt idx="187">
                  <c:v>#N/A</c:v>
                </c:pt>
                <c:pt idx="188">
                  <c:v>#N/A</c:v>
                </c:pt>
                <c:pt idx="189">
                  <c:v>#N/A</c:v>
                </c:pt>
                <c:pt idx="190">
                  <c:v>#N/A</c:v>
                </c:pt>
                <c:pt idx="191">
                  <c:v>13.482551436935649</c:v>
                </c:pt>
                <c:pt idx="192">
                  <c:v>#N/A</c:v>
                </c:pt>
                <c:pt idx="193">
                  <c:v>13.613725527731429</c:v>
                </c:pt>
                <c:pt idx="194">
                  <c:v>#N/A</c:v>
                </c:pt>
                <c:pt idx="195">
                  <c:v>#N/A</c:v>
                </c:pt>
                <c:pt idx="196">
                  <c:v>13.740548734062859</c:v>
                </c:pt>
                <c:pt idx="197">
                  <c:v>#N/A</c:v>
                </c:pt>
                <c:pt idx="198">
                  <c:v>#N/A</c:v>
                </c:pt>
                <c:pt idx="199">
                  <c:v>#N/A</c:v>
                </c:pt>
                <c:pt idx="200">
                  <c:v>#N/A</c:v>
                </c:pt>
                <c:pt idx="201">
                  <c:v>#N/A</c:v>
                </c:pt>
                <c:pt idx="202">
                  <c:v>#N/A</c:v>
                </c:pt>
                <c:pt idx="203">
                  <c:v>#N/A</c:v>
                </c:pt>
                <c:pt idx="204">
                  <c:v>14.086313983163175</c:v>
                </c:pt>
                <c:pt idx="205">
                  <c:v>14.093349828458075</c:v>
                </c:pt>
                <c:pt idx="206">
                  <c:v>#N/A</c:v>
                </c:pt>
                <c:pt idx="207">
                  <c:v>#N/A</c:v>
                </c:pt>
                <c:pt idx="208">
                  <c:v>14.167985634188039</c:v>
                </c:pt>
                <c:pt idx="209">
                  <c:v>#N/A</c:v>
                </c:pt>
                <c:pt idx="210">
                  <c:v>14.314690706774856</c:v>
                </c:pt>
                <c:pt idx="211">
                  <c:v>#N/A</c:v>
                </c:pt>
                <c:pt idx="212">
                  <c:v>#N/A</c:v>
                </c:pt>
                <c:pt idx="213">
                  <c:v>14.395312328694532</c:v>
                </c:pt>
                <c:pt idx="214">
                  <c:v>#N/A</c:v>
                </c:pt>
                <c:pt idx="215">
                  <c:v>#N/A</c:v>
                </c:pt>
                <c:pt idx="216">
                  <c:v>#N/A</c:v>
                </c:pt>
                <c:pt idx="217">
                  <c:v>#N/A</c:v>
                </c:pt>
                <c:pt idx="218">
                  <c:v>14.864606727387008</c:v>
                </c:pt>
                <c:pt idx="219">
                  <c:v>#N/A</c:v>
                </c:pt>
                <c:pt idx="220">
                  <c:v>14.967294836651263</c:v>
                </c:pt>
                <c:pt idx="221">
                  <c:v>#N/A</c:v>
                </c:pt>
                <c:pt idx="222">
                  <c:v>#N/A</c:v>
                </c:pt>
                <c:pt idx="223">
                  <c:v>#N/A</c:v>
                </c:pt>
                <c:pt idx="224">
                  <c:v>#N/A</c:v>
                </c:pt>
                <c:pt idx="225">
                  <c:v>#N/A</c:v>
                </c:pt>
                <c:pt idx="226">
                  <c:v>#N/A</c:v>
                </c:pt>
                <c:pt idx="227">
                  <c:v>#N/A</c:v>
                </c:pt>
                <c:pt idx="228">
                  <c:v>#N/A</c:v>
                </c:pt>
                <c:pt idx="229">
                  <c:v>#N/A</c:v>
                </c:pt>
                <c:pt idx="230">
                  <c:v>#N/A</c:v>
                </c:pt>
                <c:pt idx="231">
                  <c:v>15.749695722638196</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16.957178243918936</c:v>
                </c:pt>
                <c:pt idx="247">
                  <c:v>#N/A</c:v>
                </c:pt>
                <c:pt idx="248">
                  <c:v>17.579945791721862</c:v>
                </c:pt>
                <c:pt idx="249">
                  <c:v>18.188471899047268</c:v>
                </c:pt>
                <c:pt idx="250">
                  <c:v>18.460762371984444</c:v>
                </c:pt>
              </c:numCache>
            </c:numRef>
          </c:yVal>
          <c:smooth val="0"/>
          <c:extLst>
            <c:ext xmlns:c16="http://schemas.microsoft.com/office/drawing/2014/chart" uri="{C3380CC4-5D6E-409C-BE32-E72D297353CC}">
              <c16:uniqueId val="{00000002-6630-4297-B283-C52FBC3C8DE5}"/>
            </c:ext>
          </c:extLst>
        </c:ser>
        <c:ser>
          <c:idx val="3"/>
          <c:order val="3"/>
          <c:tx>
            <c:strRef>
              <c:f>'Full cost by region'!$G$2</c:f>
              <c:strCache>
                <c:ptCount val="1"/>
                <c:pt idx="0">
                  <c:v>Northeast</c:v>
                </c:pt>
              </c:strCache>
            </c:strRef>
          </c:tx>
          <c:spPr>
            <a:ln w="25400" cap="rnd">
              <a:noFill/>
              <a:round/>
            </a:ln>
            <a:effectLst/>
          </c:spPr>
          <c:marker>
            <c:symbol val="circle"/>
            <c:size val="5"/>
            <c:spPr>
              <a:solidFill>
                <a:schemeClr val="accent4"/>
              </a:solidFill>
              <a:ln w="9525">
                <a:solidFill>
                  <a:schemeClr val="accent4"/>
                </a:solidFill>
              </a:ln>
              <a:effectLst/>
            </c:spPr>
          </c:marker>
          <c:xVal>
            <c:numRef>
              <c:f>'Full cost by region'!$C$3:$C$253</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'Full cost by region'!$G$3:$G$253</c:f>
              <c:numCache>
                <c:formatCode>General</c:formatCode>
                <c:ptCount val="25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10.273047764794997</c:v>
                </c:pt>
                <c:pt idx="39">
                  <c:v>#N/A</c:v>
                </c:pt>
                <c:pt idx="40">
                  <c:v>#N/A</c:v>
                </c:pt>
                <c:pt idx="41">
                  <c:v>#N/A</c:v>
                </c:pt>
                <c:pt idx="42">
                  <c:v>10.368382149592083</c:v>
                </c:pt>
                <c:pt idx="43">
                  <c:v>#N/A</c:v>
                </c:pt>
                <c:pt idx="44">
                  <c:v>10.498756017309383</c:v>
                </c:pt>
                <c:pt idx="45">
                  <c:v>#N/A</c:v>
                </c:pt>
                <c:pt idx="46">
                  <c:v>#N/A</c:v>
                </c:pt>
                <c:pt idx="47">
                  <c:v>#N/A</c:v>
                </c:pt>
                <c:pt idx="48">
                  <c:v>#N/A</c:v>
                </c:pt>
                <c:pt idx="49">
                  <c:v>10.767735917678595</c:v>
                </c:pt>
                <c:pt idx="50">
                  <c:v>#N/A</c:v>
                </c:pt>
                <c:pt idx="51">
                  <c:v>#N/A</c:v>
                </c:pt>
                <c:pt idx="52">
                  <c:v>#N/A</c:v>
                </c:pt>
                <c:pt idx="53">
                  <c:v>#N/A</c:v>
                </c:pt>
                <c:pt idx="54">
                  <c:v>10.843817258561854</c:v>
                </c:pt>
                <c:pt idx="55">
                  <c:v>#N/A</c:v>
                </c:pt>
                <c:pt idx="56">
                  <c:v>#N/A</c:v>
                </c:pt>
                <c:pt idx="57">
                  <c:v>#N/A</c:v>
                </c:pt>
                <c:pt idx="58">
                  <c:v>#N/A</c:v>
                </c:pt>
                <c:pt idx="59">
                  <c:v>#N/A</c:v>
                </c:pt>
                <c:pt idx="60">
                  <c:v>10.952179804251536</c:v>
                </c:pt>
                <c:pt idx="61">
                  <c:v>#N/A</c:v>
                </c:pt>
                <c:pt idx="62">
                  <c:v>#N/A</c:v>
                </c:pt>
                <c:pt idx="63">
                  <c:v>#N/A</c:v>
                </c:pt>
                <c:pt idx="64">
                  <c:v>11.034736512762862</c:v>
                </c:pt>
                <c:pt idx="65">
                  <c:v>#N/A</c:v>
                </c:pt>
                <c:pt idx="66">
                  <c:v>#N/A</c:v>
                </c:pt>
                <c:pt idx="67">
                  <c:v>#N/A</c:v>
                </c:pt>
                <c:pt idx="68">
                  <c:v>#N/A</c:v>
                </c:pt>
                <c:pt idx="69">
                  <c:v>#N/A</c:v>
                </c:pt>
                <c:pt idx="70">
                  <c:v>#N/A</c:v>
                </c:pt>
                <c:pt idx="71">
                  <c:v>11.165485238024301</c:v>
                </c:pt>
                <c:pt idx="72">
                  <c:v>#N/A</c:v>
                </c:pt>
                <c:pt idx="73">
                  <c:v>#N/A</c:v>
                </c:pt>
                <c:pt idx="74">
                  <c:v>#N/A</c:v>
                </c:pt>
                <c:pt idx="75">
                  <c:v>#N/A</c:v>
                </c:pt>
                <c:pt idx="76">
                  <c:v>#N/A</c:v>
                </c:pt>
                <c:pt idx="77">
                  <c:v>#N/A</c:v>
                </c:pt>
                <c:pt idx="78">
                  <c:v>#N/A</c:v>
                </c:pt>
                <c:pt idx="79">
                  <c:v>11.252994867864064</c:v>
                </c:pt>
                <c:pt idx="80">
                  <c:v>#N/A</c:v>
                </c:pt>
                <c:pt idx="81">
                  <c:v>#N/A</c:v>
                </c:pt>
                <c:pt idx="82">
                  <c:v>#N/A</c:v>
                </c:pt>
                <c:pt idx="83">
                  <c:v>#N/A</c:v>
                </c:pt>
                <c:pt idx="84">
                  <c:v>11.325147016533716</c:v>
                </c:pt>
                <c:pt idx="85">
                  <c:v>11.372628743154211</c:v>
                </c:pt>
                <c:pt idx="86">
                  <c:v>11.389462716866314</c:v>
                </c:pt>
                <c:pt idx="87">
                  <c:v>#N/A</c:v>
                </c:pt>
                <c:pt idx="88">
                  <c:v>#N/A</c:v>
                </c:pt>
                <c:pt idx="89">
                  <c:v>#N/A</c:v>
                </c:pt>
                <c:pt idx="90">
                  <c:v>#N/A</c:v>
                </c:pt>
                <c:pt idx="91">
                  <c:v>#N/A</c:v>
                </c:pt>
                <c:pt idx="92">
                  <c:v>11.436463092926218</c:v>
                </c:pt>
                <c:pt idx="93">
                  <c:v>#N/A</c:v>
                </c:pt>
                <c:pt idx="94">
                  <c:v>#N/A</c:v>
                </c:pt>
                <c:pt idx="95">
                  <c:v>11.469035682287132</c:v>
                </c:pt>
                <c:pt idx="96">
                  <c:v>#N/A</c:v>
                </c:pt>
                <c:pt idx="97">
                  <c:v>#N/A</c:v>
                </c:pt>
                <c:pt idx="98">
                  <c:v>#N/A</c:v>
                </c:pt>
                <c:pt idx="99">
                  <c:v>#N/A</c:v>
                </c:pt>
                <c:pt idx="100">
                  <c:v>#N/A</c:v>
                </c:pt>
                <c:pt idx="101">
                  <c:v>#N/A</c:v>
                </c:pt>
                <c:pt idx="102">
                  <c:v>#N/A</c:v>
                </c:pt>
                <c:pt idx="103">
                  <c:v>11.672061438517483</c:v>
                </c:pt>
                <c:pt idx="104">
                  <c:v>#N/A</c:v>
                </c:pt>
                <c:pt idx="105">
                  <c:v>#N/A</c:v>
                </c:pt>
                <c:pt idx="106">
                  <c:v>#N/A</c:v>
                </c:pt>
                <c:pt idx="107">
                  <c:v>#N/A</c:v>
                </c:pt>
                <c:pt idx="108">
                  <c:v>11.788407889919515</c:v>
                </c:pt>
                <c:pt idx="109">
                  <c:v>#N/A</c:v>
                </c:pt>
                <c:pt idx="110">
                  <c:v>11.808117082455832</c:v>
                </c:pt>
                <c:pt idx="111">
                  <c:v>#N/A</c:v>
                </c:pt>
                <c:pt idx="112">
                  <c:v>#N/A</c:v>
                </c:pt>
                <c:pt idx="113">
                  <c:v>11.855228335075619</c:v>
                </c:pt>
                <c:pt idx="114">
                  <c:v>#N/A</c:v>
                </c:pt>
                <c:pt idx="115">
                  <c:v>#N/A</c:v>
                </c:pt>
                <c:pt idx="116">
                  <c:v>#N/A</c:v>
                </c:pt>
                <c:pt idx="117">
                  <c:v>#N/A</c:v>
                </c:pt>
                <c:pt idx="118">
                  <c:v>#N/A</c:v>
                </c:pt>
                <c:pt idx="119">
                  <c:v>#N/A</c:v>
                </c:pt>
                <c:pt idx="120">
                  <c:v>#N/A</c:v>
                </c:pt>
                <c:pt idx="121">
                  <c:v>#N/A</c:v>
                </c:pt>
                <c:pt idx="122">
                  <c:v>11.949704961044135</c:v>
                </c:pt>
                <c:pt idx="123">
                  <c:v>#N/A</c:v>
                </c:pt>
                <c:pt idx="124">
                  <c:v>#N/A</c:v>
                </c:pt>
                <c:pt idx="125">
                  <c:v>11.97333435591735</c:v>
                </c:pt>
                <c:pt idx="126">
                  <c:v>#N/A</c:v>
                </c:pt>
                <c:pt idx="127">
                  <c:v>#N/A</c:v>
                </c:pt>
                <c:pt idx="128">
                  <c:v>12.06811638601906</c:v>
                </c:pt>
                <c:pt idx="129">
                  <c:v>#N/A</c:v>
                </c:pt>
                <c:pt idx="130">
                  <c:v>#N/A</c:v>
                </c:pt>
                <c:pt idx="131">
                  <c:v>12.127296102475389</c:v>
                </c:pt>
                <c:pt idx="132">
                  <c:v>#N/A</c:v>
                </c:pt>
                <c:pt idx="133">
                  <c:v>#N/A</c:v>
                </c:pt>
                <c:pt idx="134">
                  <c:v>#N/A</c:v>
                </c:pt>
                <c:pt idx="135">
                  <c:v>#N/A</c:v>
                </c:pt>
                <c:pt idx="136">
                  <c:v>12.294724201634692</c:v>
                </c:pt>
                <c:pt idx="137">
                  <c:v>#N/A</c:v>
                </c:pt>
                <c:pt idx="138">
                  <c:v>#N/A</c:v>
                </c:pt>
                <c:pt idx="139">
                  <c:v>#N/A</c:v>
                </c:pt>
                <c:pt idx="140">
                  <c:v>12.362737920078077</c:v>
                </c:pt>
                <c:pt idx="141">
                  <c:v>#N/A</c:v>
                </c:pt>
                <c:pt idx="142">
                  <c:v>#N/A</c:v>
                </c:pt>
                <c:pt idx="143">
                  <c:v>#N/A</c:v>
                </c:pt>
                <c:pt idx="144">
                  <c:v>#N/A</c:v>
                </c:pt>
                <c:pt idx="145">
                  <c:v>#N/A</c:v>
                </c:pt>
                <c:pt idx="146">
                  <c:v>#N/A</c:v>
                </c:pt>
                <c:pt idx="147">
                  <c:v>#N/A</c:v>
                </c:pt>
                <c:pt idx="148">
                  <c:v>#N/A</c:v>
                </c:pt>
                <c:pt idx="149">
                  <c:v>#N/A</c:v>
                </c:pt>
                <c:pt idx="150">
                  <c:v>#N/A</c:v>
                </c:pt>
                <c:pt idx="151">
                  <c:v>#N/A</c:v>
                </c:pt>
                <c:pt idx="152">
                  <c:v>12.542507780861177</c:v>
                </c:pt>
                <c:pt idx="153">
                  <c:v>#N/A</c:v>
                </c:pt>
                <c:pt idx="154">
                  <c:v>12.566071349556506</c:v>
                </c:pt>
                <c:pt idx="155">
                  <c:v>#N/A</c:v>
                </c:pt>
                <c:pt idx="156">
                  <c:v>#N/A</c:v>
                </c:pt>
                <c:pt idx="157">
                  <c:v>#N/A</c:v>
                </c:pt>
                <c:pt idx="158">
                  <c:v>#N/A</c:v>
                </c:pt>
                <c:pt idx="159">
                  <c:v>#N/A</c:v>
                </c:pt>
                <c:pt idx="160">
                  <c:v>12.675395665060194</c:v>
                </c:pt>
                <c:pt idx="161">
                  <c:v>#N/A</c:v>
                </c:pt>
                <c:pt idx="162">
                  <c:v>#N/A</c:v>
                </c:pt>
                <c:pt idx="163">
                  <c:v>12.760657236037327</c:v>
                </c:pt>
                <c:pt idx="164">
                  <c:v>#N/A</c:v>
                </c:pt>
                <c:pt idx="165">
                  <c:v>12.883421089560141</c:v>
                </c:pt>
                <c:pt idx="166">
                  <c:v>12.892364490580613</c:v>
                </c:pt>
                <c:pt idx="167">
                  <c:v>#N/A</c:v>
                </c:pt>
                <c:pt idx="168">
                  <c:v>#N/A</c:v>
                </c:pt>
                <c:pt idx="169">
                  <c:v>#N/A</c:v>
                </c:pt>
                <c:pt idx="170">
                  <c:v>#N/A</c:v>
                </c:pt>
                <c:pt idx="171">
                  <c:v>#N/A</c:v>
                </c:pt>
                <c:pt idx="172">
                  <c:v>12.964059167958549</c:v>
                </c:pt>
                <c:pt idx="173">
                  <c:v>#N/A</c:v>
                </c:pt>
                <c:pt idx="174">
                  <c:v>12.996855368070683</c:v>
                </c:pt>
                <c:pt idx="175">
                  <c:v>#N/A</c:v>
                </c:pt>
                <c:pt idx="176">
                  <c:v>#N/A</c:v>
                </c:pt>
                <c:pt idx="177">
                  <c:v>#N/A</c:v>
                </c:pt>
                <c:pt idx="178">
                  <c:v>#N/A</c:v>
                </c:pt>
                <c:pt idx="179">
                  <c:v>#N/A</c:v>
                </c:pt>
                <c:pt idx="180">
                  <c:v>#N/A</c:v>
                </c:pt>
                <c:pt idx="181">
                  <c:v>#N/A</c:v>
                </c:pt>
                <c:pt idx="182">
                  <c:v>#N/A</c:v>
                </c:pt>
                <c:pt idx="183">
                  <c:v>#N/A</c:v>
                </c:pt>
                <c:pt idx="184">
                  <c:v>#N/A</c:v>
                </c:pt>
                <c:pt idx="185">
                  <c:v>#N/A</c:v>
                </c:pt>
                <c:pt idx="186">
                  <c:v>13.297010006229636</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numCache>
            </c:numRef>
          </c:yVal>
          <c:smooth val="0"/>
          <c:extLst>
            <c:ext xmlns:c16="http://schemas.microsoft.com/office/drawing/2014/chart" uri="{C3380CC4-5D6E-409C-BE32-E72D297353CC}">
              <c16:uniqueId val="{00000003-6630-4297-B283-C52FBC3C8DE5}"/>
            </c:ext>
          </c:extLst>
        </c:ser>
        <c:ser>
          <c:idx val="4"/>
          <c:order val="4"/>
          <c:tx>
            <c:strRef>
              <c:f>'Full cost by region'!$H$2</c:f>
              <c:strCache>
                <c:ptCount val="1"/>
                <c:pt idx="0">
                  <c:v>ECB</c:v>
                </c:pt>
              </c:strCache>
            </c:strRef>
          </c:tx>
          <c:spPr>
            <a:ln w="25400" cap="rnd">
              <a:noFill/>
              <a:round/>
            </a:ln>
            <a:effectLst/>
          </c:spPr>
          <c:marker>
            <c:symbol val="circle"/>
            <c:size val="8"/>
            <c:spPr>
              <a:solidFill>
                <a:srgbClr val="BC8FDD"/>
              </a:solidFill>
              <a:ln w="9525">
                <a:noFill/>
              </a:ln>
              <a:effectLst/>
            </c:spPr>
          </c:marker>
          <c:xVal>
            <c:numRef>
              <c:f>'Full cost by region'!$C$3:$C$253</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'Full cost by region'!$H$3:$H$253</c:f>
              <c:numCache>
                <c:formatCode>General</c:formatCode>
                <c:ptCount val="25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10.689239830196813</c:v>
                </c:pt>
                <c:pt idx="48">
                  <c:v>10.752851082725705</c:v>
                </c:pt>
                <c:pt idx="49">
                  <c:v>#N/A</c:v>
                </c:pt>
                <c:pt idx="50">
                  <c:v>10.803334910309431</c:v>
                </c:pt>
                <c:pt idx="51">
                  <c:v>#N/A</c:v>
                </c:pt>
                <c:pt idx="52">
                  <c:v>#N/A</c:v>
                </c:pt>
                <c:pt idx="53">
                  <c:v>#N/A</c:v>
                </c:pt>
                <c:pt idx="54">
                  <c:v>#N/A</c:v>
                </c:pt>
                <c:pt idx="55">
                  <c:v>#N/A</c:v>
                </c:pt>
                <c:pt idx="56">
                  <c:v>#N/A</c:v>
                </c:pt>
                <c:pt idx="57">
                  <c:v>10.884067304380675</c:v>
                </c:pt>
                <c:pt idx="58">
                  <c:v>10.916303834569039</c:v>
                </c:pt>
                <c:pt idx="59">
                  <c:v>#N/A</c:v>
                </c:pt>
                <c:pt idx="60">
                  <c:v>#N/A</c:v>
                </c:pt>
                <c:pt idx="61">
                  <c:v>#N/A</c:v>
                </c:pt>
                <c:pt idx="62">
                  <c:v>10.975182697953953</c:v>
                </c:pt>
                <c:pt idx="63">
                  <c:v>11.008135228138537</c:v>
                </c:pt>
                <c:pt idx="64">
                  <c:v>#N/A</c:v>
                </c:pt>
                <c:pt idx="65">
                  <c:v>#N/A</c:v>
                </c:pt>
                <c:pt idx="66">
                  <c:v>11.047848464357386</c:v>
                </c:pt>
                <c:pt idx="67">
                  <c:v>#N/A</c:v>
                </c:pt>
                <c:pt idx="68">
                  <c:v>#N/A</c:v>
                </c:pt>
                <c:pt idx="69">
                  <c:v>#N/A</c:v>
                </c:pt>
                <c:pt idx="70">
                  <c:v>#N/A</c:v>
                </c:pt>
                <c:pt idx="71">
                  <c:v>#N/A</c:v>
                </c:pt>
                <c:pt idx="72">
                  <c:v>11.182177658960141</c:v>
                </c:pt>
                <c:pt idx="73">
                  <c:v>#N/A</c:v>
                </c:pt>
                <c:pt idx="74">
                  <c:v>#N/A</c:v>
                </c:pt>
                <c:pt idx="75">
                  <c:v>11.210204657988148</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11.537426235682892</c:v>
                </c:pt>
                <c:pt idx="97">
                  <c:v>#N/A</c:v>
                </c:pt>
                <c:pt idx="98">
                  <c:v>11.573724959109073</c:v>
                </c:pt>
                <c:pt idx="99">
                  <c:v>#N/A</c:v>
                </c:pt>
                <c:pt idx="100">
                  <c:v>11.591649694150817</c:v>
                </c:pt>
                <c:pt idx="101">
                  <c:v>#N/A</c:v>
                </c:pt>
                <c:pt idx="102">
                  <c:v>#N/A</c:v>
                </c:pt>
                <c:pt idx="103">
                  <c:v>#N/A</c:v>
                </c:pt>
                <c:pt idx="104">
                  <c:v>#N/A</c:v>
                </c:pt>
                <c:pt idx="105">
                  <c:v>#N/A</c:v>
                </c:pt>
                <c:pt idx="106">
                  <c:v>#N/A</c:v>
                </c:pt>
                <c:pt idx="107">
                  <c:v>11.776822655044366</c:v>
                </c:pt>
                <c:pt idx="108">
                  <c:v>#N/A</c:v>
                </c:pt>
                <c:pt idx="109">
                  <c:v>#N/A</c:v>
                </c:pt>
                <c:pt idx="110">
                  <c:v>#N/A</c:v>
                </c:pt>
                <c:pt idx="111">
                  <c:v>#N/A</c:v>
                </c:pt>
                <c:pt idx="112">
                  <c:v>#N/A</c:v>
                </c:pt>
                <c:pt idx="113">
                  <c:v>#N/A</c:v>
                </c:pt>
                <c:pt idx="114">
                  <c:v>#N/A</c:v>
                </c:pt>
                <c:pt idx="115">
                  <c:v>11.899229779144134</c:v>
                </c:pt>
                <c:pt idx="116">
                  <c:v>#N/A</c:v>
                </c:pt>
                <c:pt idx="117">
                  <c:v>#N/A</c:v>
                </c:pt>
                <c:pt idx="118">
                  <c:v>11.923558789120662</c:v>
                </c:pt>
                <c:pt idx="119">
                  <c:v>#N/A</c:v>
                </c:pt>
                <c:pt idx="120">
                  <c:v>#N/A</c:v>
                </c:pt>
                <c:pt idx="121">
                  <c:v>#N/A</c:v>
                </c:pt>
                <c:pt idx="122">
                  <c:v>#N/A</c:v>
                </c:pt>
                <c:pt idx="123">
                  <c:v>#N/A</c:v>
                </c:pt>
                <c:pt idx="124">
                  <c:v>11.9724537932739</c:v>
                </c:pt>
                <c:pt idx="125">
                  <c:v>#N/A</c:v>
                </c:pt>
                <c:pt idx="126">
                  <c:v>#N/A</c:v>
                </c:pt>
                <c:pt idx="127">
                  <c:v>#N/A</c:v>
                </c:pt>
                <c:pt idx="128">
                  <c:v>#N/A</c:v>
                </c:pt>
                <c:pt idx="129">
                  <c:v>12.078580178851485</c:v>
                </c:pt>
                <c:pt idx="130">
                  <c:v>#N/A</c:v>
                </c:pt>
                <c:pt idx="131">
                  <c:v>#N/A</c:v>
                </c:pt>
                <c:pt idx="132">
                  <c:v>#N/A</c:v>
                </c:pt>
                <c:pt idx="133">
                  <c:v>12.227774805502346</c:v>
                </c:pt>
                <c:pt idx="134">
                  <c:v>#N/A</c:v>
                </c:pt>
                <c:pt idx="135">
                  <c:v>12.25144861994379</c:v>
                </c:pt>
                <c:pt idx="136">
                  <c:v>#N/A</c:v>
                </c:pt>
                <c:pt idx="137">
                  <c:v>#N/A</c:v>
                </c:pt>
                <c:pt idx="138">
                  <c:v>#N/A</c:v>
                </c:pt>
                <c:pt idx="139">
                  <c:v>12.355956496558829</c:v>
                </c:pt>
                <c:pt idx="140">
                  <c:v>#N/A</c:v>
                </c:pt>
                <c:pt idx="141">
                  <c:v>12.37258858417372</c:v>
                </c:pt>
                <c:pt idx="142">
                  <c:v>#N/A</c:v>
                </c:pt>
                <c:pt idx="143">
                  <c:v>#N/A</c:v>
                </c:pt>
                <c:pt idx="144">
                  <c:v>12.425230130925131</c:v>
                </c:pt>
                <c:pt idx="145">
                  <c:v>#N/A</c:v>
                </c:pt>
                <c:pt idx="146">
                  <c:v>#N/A</c:v>
                </c:pt>
                <c:pt idx="147">
                  <c:v>#N/A</c:v>
                </c:pt>
                <c:pt idx="148">
                  <c:v>12.48920807137138</c:v>
                </c:pt>
                <c:pt idx="149">
                  <c:v>12.520049248553908</c:v>
                </c:pt>
                <c:pt idx="150">
                  <c:v>#N/A</c:v>
                </c:pt>
                <c:pt idx="151">
                  <c:v>#N/A</c:v>
                </c:pt>
                <c:pt idx="152">
                  <c:v>#N/A</c:v>
                </c:pt>
                <c:pt idx="153">
                  <c:v>#N/A</c:v>
                </c:pt>
                <c:pt idx="154">
                  <c:v>#N/A</c:v>
                </c:pt>
                <c:pt idx="155">
                  <c:v>#N/A</c:v>
                </c:pt>
                <c:pt idx="156">
                  <c:v>12.580081158303056</c:v>
                </c:pt>
                <c:pt idx="157">
                  <c:v>#N/A</c:v>
                </c:pt>
                <c:pt idx="158">
                  <c:v>#N/A</c:v>
                </c:pt>
                <c:pt idx="159">
                  <c:v>12.638821036541561</c:v>
                </c:pt>
                <c:pt idx="160">
                  <c:v>#N/A</c:v>
                </c:pt>
                <c:pt idx="161">
                  <c:v>12.676929829258377</c:v>
                </c:pt>
                <c:pt idx="162">
                  <c:v>12.752991228717962</c:v>
                </c:pt>
                <c:pt idx="163">
                  <c:v>#N/A</c:v>
                </c:pt>
                <c:pt idx="164">
                  <c:v>12.828344399450241</c:v>
                </c:pt>
                <c:pt idx="165">
                  <c:v>#N/A</c:v>
                </c:pt>
                <c:pt idx="166">
                  <c:v>#N/A</c:v>
                </c:pt>
                <c:pt idx="167">
                  <c:v>12.933872686936697</c:v>
                </c:pt>
                <c:pt idx="168">
                  <c:v>12.935856444425347</c:v>
                </c:pt>
                <c:pt idx="169">
                  <c:v>12.939325484409478</c:v>
                </c:pt>
                <c:pt idx="170">
                  <c:v>#N/A</c:v>
                </c:pt>
                <c:pt idx="171">
                  <c:v>#N/A</c:v>
                </c:pt>
                <c:pt idx="172">
                  <c:v>#N/A</c:v>
                </c:pt>
                <c:pt idx="173">
                  <c:v>12.990052150359483</c:v>
                </c:pt>
                <c:pt idx="174">
                  <c:v>#N/A</c:v>
                </c:pt>
                <c:pt idx="175">
                  <c:v>13.022206310483718</c:v>
                </c:pt>
                <c:pt idx="176">
                  <c:v>#N/A</c:v>
                </c:pt>
                <c:pt idx="177">
                  <c:v>13.057491883258361</c:v>
                </c:pt>
                <c:pt idx="178">
                  <c:v>#N/A</c:v>
                </c:pt>
                <c:pt idx="179">
                  <c:v>13.144861945266287</c:v>
                </c:pt>
                <c:pt idx="180">
                  <c:v>#N/A</c:v>
                </c:pt>
                <c:pt idx="181">
                  <c:v>13.158812830260734</c:v>
                </c:pt>
                <c:pt idx="182">
                  <c:v>#N/A</c:v>
                </c:pt>
                <c:pt idx="183">
                  <c:v>13.186647475246431</c:v>
                </c:pt>
                <c:pt idx="184">
                  <c:v>#N/A</c:v>
                </c:pt>
                <c:pt idx="185">
                  <c:v>#N/A</c:v>
                </c:pt>
                <c:pt idx="186">
                  <c:v>#N/A</c:v>
                </c:pt>
                <c:pt idx="187">
                  <c:v>#N/A</c:v>
                </c:pt>
                <c:pt idx="188">
                  <c:v>#N/A</c:v>
                </c:pt>
                <c:pt idx="189">
                  <c:v>13.336145065077018</c:v>
                </c:pt>
                <c:pt idx="190">
                  <c:v>#N/A</c:v>
                </c:pt>
                <c:pt idx="191">
                  <c:v>#N/A</c:v>
                </c:pt>
                <c:pt idx="192">
                  <c:v>13.483028735790258</c:v>
                </c:pt>
                <c:pt idx="193">
                  <c:v>#N/A</c:v>
                </c:pt>
                <c:pt idx="194">
                  <c:v>13.665472965558759</c:v>
                </c:pt>
                <c:pt idx="195">
                  <c:v>13.727734636439507</c:v>
                </c:pt>
                <c:pt idx="196">
                  <c:v>#N/A</c:v>
                </c:pt>
                <c:pt idx="197">
                  <c:v>13.783840069989449</c:v>
                </c:pt>
                <c:pt idx="198">
                  <c:v>13.807674877652452</c:v>
                </c:pt>
                <c:pt idx="199">
                  <c:v>13.919548117146162</c:v>
                </c:pt>
                <c:pt idx="200">
                  <c:v>#N/A</c:v>
                </c:pt>
                <c:pt idx="201">
                  <c:v>13.928672485874401</c:v>
                </c:pt>
                <c:pt idx="202">
                  <c:v>14.002543974067754</c:v>
                </c:pt>
                <c:pt idx="203">
                  <c:v>#N/A</c:v>
                </c:pt>
                <c:pt idx="204">
                  <c:v>#N/A</c:v>
                </c:pt>
                <c:pt idx="205">
                  <c:v>#N/A</c:v>
                </c:pt>
                <c:pt idx="206">
                  <c:v>14.100714786446853</c:v>
                </c:pt>
                <c:pt idx="207">
                  <c:v>14.148442236002527</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numCache>
            </c:numRef>
          </c:yVal>
          <c:smooth val="0"/>
          <c:extLst>
            <c:ext xmlns:c16="http://schemas.microsoft.com/office/drawing/2014/chart" uri="{C3380CC4-5D6E-409C-BE32-E72D297353CC}">
              <c16:uniqueId val="{00000004-6630-4297-B283-C52FBC3C8DE5}"/>
            </c:ext>
          </c:extLst>
        </c:ser>
        <c:ser>
          <c:idx val="5"/>
          <c:order val="5"/>
          <c:tx>
            <c:strRef>
              <c:f>'Full cost by region'!$I$2</c:f>
              <c:strCache>
                <c:ptCount val="1"/>
                <c:pt idx="0">
                  <c:v>WCB</c:v>
                </c:pt>
              </c:strCache>
            </c:strRef>
          </c:tx>
          <c:spPr>
            <a:ln w="25400" cap="rnd">
              <a:noFill/>
              <a:round/>
            </a:ln>
            <a:effectLst/>
          </c:spPr>
          <c:marker>
            <c:symbol val="circle"/>
            <c:size val="8"/>
            <c:spPr>
              <a:solidFill>
                <a:schemeClr val="accent6"/>
              </a:solidFill>
              <a:ln w="9525">
                <a:solidFill>
                  <a:schemeClr val="accent6"/>
                </a:solidFill>
              </a:ln>
              <a:effectLst/>
            </c:spPr>
          </c:marker>
          <c:xVal>
            <c:numRef>
              <c:f>'Full cost by region'!$C$3:$C$253</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'Full cost by region'!$I$3:$I$253</c:f>
              <c:numCache>
                <c:formatCode>General</c:formatCode>
                <c:ptCount val="251"/>
                <c:pt idx="0">
                  <c:v>#N/A</c:v>
                </c:pt>
                <c:pt idx="1">
                  <c:v>#N/A</c:v>
                </c:pt>
                <c:pt idx="2">
                  <c:v>#N/A</c:v>
                </c:pt>
                <c:pt idx="3">
                  <c:v>#N/A</c:v>
                </c:pt>
                <c:pt idx="4">
                  <c:v>#N/A</c:v>
                </c:pt>
                <c:pt idx="5">
                  <c:v>#N/A</c:v>
                </c:pt>
                <c:pt idx="6">
                  <c:v>#N/A</c:v>
                </c:pt>
                <c:pt idx="7">
                  <c:v>#N/A</c:v>
                </c:pt>
                <c:pt idx="8">
                  <c:v>#N/A</c:v>
                </c:pt>
                <c:pt idx="9">
                  <c:v>#N/A</c:v>
                </c:pt>
                <c:pt idx="10">
                  <c:v>#N/A</c:v>
                </c:pt>
                <c:pt idx="11">
                  <c:v>#N/A</c:v>
                </c:pt>
                <c:pt idx="12">
                  <c:v>#N/A</c:v>
                </c:pt>
                <c:pt idx="13">
                  <c:v>#N/A</c:v>
                </c:pt>
                <c:pt idx="14">
                  <c:v>#N/A</c:v>
                </c:pt>
                <c:pt idx="15">
                  <c:v>#N/A</c:v>
                </c:pt>
                <c:pt idx="16">
                  <c:v>#N/A</c:v>
                </c:pt>
                <c:pt idx="17">
                  <c:v>#N/A</c:v>
                </c:pt>
                <c:pt idx="18">
                  <c:v>#N/A</c:v>
                </c:pt>
                <c:pt idx="19">
                  <c:v>#N/A</c:v>
                </c:pt>
                <c:pt idx="20">
                  <c:v>#N/A</c:v>
                </c:pt>
                <c:pt idx="21">
                  <c:v>#N/A</c:v>
                </c:pt>
                <c:pt idx="22">
                  <c:v>#N/A</c:v>
                </c:pt>
                <c:pt idx="23">
                  <c:v>#N/A</c:v>
                </c:pt>
                <c:pt idx="24">
                  <c:v>#N/A</c:v>
                </c:pt>
                <c:pt idx="25">
                  <c:v>#N/A</c:v>
                </c:pt>
                <c:pt idx="26">
                  <c:v>#N/A</c:v>
                </c:pt>
                <c:pt idx="27">
                  <c:v>#N/A</c:v>
                </c:pt>
                <c:pt idx="28">
                  <c:v>#N/A</c:v>
                </c:pt>
                <c:pt idx="29">
                  <c:v>#N/A</c:v>
                </c:pt>
                <c:pt idx="30">
                  <c:v>#N/A</c:v>
                </c:pt>
                <c:pt idx="31">
                  <c:v>#N/A</c:v>
                </c:pt>
                <c:pt idx="32">
                  <c:v>#N/A</c:v>
                </c:pt>
                <c:pt idx="33">
                  <c:v>#N/A</c:v>
                </c:pt>
                <c:pt idx="34">
                  <c:v>#N/A</c:v>
                </c:pt>
                <c:pt idx="35">
                  <c:v>#N/A</c:v>
                </c:pt>
                <c:pt idx="36">
                  <c:v>#N/A</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#N/A</c:v>
                </c:pt>
                <c:pt idx="54">
                  <c:v>#N/A</c:v>
                </c:pt>
                <c:pt idx="55">
                  <c:v>#N/A</c:v>
                </c:pt>
                <c:pt idx="56">
                  <c:v>#N/A</c:v>
                </c:pt>
                <c:pt idx="57">
                  <c:v>#N/A</c:v>
                </c:pt>
                <c:pt idx="58">
                  <c:v>#N/A</c:v>
                </c:pt>
                <c:pt idx="59">
                  <c:v>10.935205075012188</c:v>
                </c:pt>
                <c:pt idx="60">
                  <c:v>#N/A</c:v>
                </c:pt>
                <c:pt idx="61">
                  <c:v>10.9621387538253</c:v>
                </c:pt>
                <c:pt idx="62">
                  <c:v>#N/A</c:v>
                </c:pt>
                <c:pt idx="63">
                  <c:v>#N/A</c:v>
                </c:pt>
                <c:pt idx="64">
                  <c:v>#N/A</c:v>
                </c:pt>
                <c:pt idx="65">
                  <c:v>11.038621332830957</c:v>
                </c:pt>
                <c:pt idx="66">
                  <c:v>#N/A</c:v>
                </c:pt>
                <c:pt idx="67">
                  <c:v>11.102495952499853</c:v>
                </c:pt>
                <c:pt idx="68">
                  <c:v>11.120285194583413</c:v>
                </c:pt>
                <c:pt idx="69">
                  <c:v>11.121720261745319</c:v>
                </c:pt>
                <c:pt idx="70">
                  <c:v>#N/A</c:v>
                </c:pt>
                <c:pt idx="71">
                  <c:v>#N/A</c:v>
                </c:pt>
                <c:pt idx="72">
                  <c:v>#N/A</c:v>
                </c:pt>
                <c:pt idx="73">
                  <c:v>11.18448537174242</c:v>
                </c:pt>
                <c:pt idx="74">
                  <c:v>11.186244110852352</c:v>
                </c:pt>
                <c:pt idx="75">
                  <c:v>#N/A</c:v>
                </c:pt>
                <c:pt idx="76">
                  <c:v>11.225231344285078</c:v>
                </c:pt>
                <c:pt idx="77">
                  <c:v>11.242749402513164</c:v>
                </c:pt>
                <c:pt idx="78">
                  <c:v>11.250302387319223</c:v>
                </c:pt>
                <c:pt idx="79">
                  <c:v>#N/A</c:v>
                </c:pt>
                <c:pt idx="80">
                  <c:v>11.253267764206818</c:v>
                </c:pt>
                <c:pt idx="81">
                  <c:v>11.260230493322027</c:v>
                </c:pt>
                <c:pt idx="82">
                  <c:v>11.260939312789313</c:v>
                </c:pt>
                <c:pt idx="83">
                  <c:v>11.292326399594304</c:v>
                </c:pt>
                <c:pt idx="84">
                  <c:v>#N/A</c:v>
                </c:pt>
                <c:pt idx="85">
                  <c:v>#N/A</c:v>
                </c:pt>
                <c:pt idx="86">
                  <c:v>#N/A</c:v>
                </c:pt>
                <c:pt idx="87">
                  <c:v>#N/A</c:v>
                </c:pt>
                <c:pt idx="88">
                  <c:v>11.406912134933433</c:v>
                </c:pt>
                <c:pt idx="89">
                  <c:v>11.409171861204731</c:v>
                </c:pt>
                <c:pt idx="90">
                  <c:v>11.419599559409855</c:v>
                </c:pt>
                <c:pt idx="91">
                  <c:v>11.428511980511189</c:v>
                </c:pt>
                <c:pt idx="92">
                  <c:v>#N/A</c:v>
                </c:pt>
                <c:pt idx="93">
                  <c:v>#N/A</c:v>
                </c:pt>
                <c:pt idx="94">
                  <c:v>11.449843869243006</c:v>
                </c:pt>
                <c:pt idx="95">
                  <c:v>#N/A</c:v>
                </c:pt>
                <c:pt idx="96">
                  <c:v>#N/A</c:v>
                </c:pt>
                <c:pt idx="97">
                  <c:v>#N/A</c:v>
                </c:pt>
                <c:pt idx="98">
                  <c:v>#N/A</c:v>
                </c:pt>
                <c:pt idx="99">
                  <c:v>11.588392370096948</c:v>
                </c:pt>
                <c:pt idx="100">
                  <c:v>#N/A</c:v>
                </c:pt>
                <c:pt idx="101">
                  <c:v>11.610444740935847</c:v>
                </c:pt>
                <c:pt idx="102">
                  <c:v>#N/A</c:v>
                </c:pt>
                <c:pt idx="103">
                  <c:v>#N/A</c:v>
                </c:pt>
                <c:pt idx="104">
                  <c:v>11.71370392375097</c:v>
                </c:pt>
                <c:pt idx="105">
                  <c:v>11.738360325781347</c:v>
                </c:pt>
                <c:pt idx="106">
                  <c:v>11.770686776648573</c:v>
                </c:pt>
                <c:pt idx="107">
                  <c:v>#N/A</c:v>
                </c:pt>
                <c:pt idx="108">
                  <c:v>#N/A</c:v>
                </c:pt>
                <c:pt idx="109">
                  <c:v>11.794923743212856</c:v>
                </c:pt>
                <c:pt idx="110">
                  <c:v>#N/A</c:v>
                </c:pt>
                <c:pt idx="111">
                  <c:v>11.81381248192563</c:v>
                </c:pt>
                <c:pt idx="112">
                  <c:v>11.847861173260142</c:v>
                </c:pt>
                <c:pt idx="113">
                  <c:v>#N/A</c:v>
                </c:pt>
                <c:pt idx="114">
                  <c:v>11.878954444371177</c:v>
                </c:pt>
                <c:pt idx="115">
                  <c:v>#N/A</c:v>
                </c:pt>
                <c:pt idx="116">
                  <c:v>#N/A</c:v>
                </c:pt>
                <c:pt idx="117">
                  <c:v>11.908157175105515</c:v>
                </c:pt>
                <c:pt idx="118">
                  <c:v>#N/A</c:v>
                </c:pt>
                <c:pt idx="119">
                  <c:v>11.934355806063428</c:v>
                </c:pt>
                <c:pt idx="120">
                  <c:v>11.935412049532195</c:v>
                </c:pt>
                <c:pt idx="121">
                  <c:v>11.936992772759988</c:v>
                </c:pt>
                <c:pt idx="122">
                  <c:v>#N/A</c:v>
                </c:pt>
                <c:pt idx="123">
                  <c:v>#N/A</c:v>
                </c:pt>
                <c:pt idx="124">
                  <c:v>#N/A</c:v>
                </c:pt>
                <c:pt idx="125">
                  <c:v>#N/A</c:v>
                </c:pt>
                <c:pt idx="126">
                  <c:v>11.97737824877194</c:v>
                </c:pt>
                <c:pt idx="127">
                  <c:v>12.01799471105838</c:v>
                </c:pt>
                <c:pt idx="128">
                  <c:v>#N/A</c:v>
                </c:pt>
                <c:pt idx="129">
                  <c:v>#N/A</c:v>
                </c:pt>
                <c:pt idx="130">
                  <c:v>#N/A</c:v>
                </c:pt>
                <c:pt idx="131">
                  <c:v>#N/A</c:v>
                </c:pt>
                <c:pt idx="132">
                  <c:v>#N/A</c:v>
                </c:pt>
                <c:pt idx="133">
                  <c:v>#N/A</c:v>
                </c:pt>
                <c:pt idx="134">
                  <c:v>#N/A</c:v>
                </c:pt>
                <c:pt idx="135">
                  <c:v>#N/A</c:v>
                </c:pt>
                <c:pt idx="136">
                  <c:v>#N/A</c:v>
                </c:pt>
                <c:pt idx="137">
                  <c:v>#N/A</c:v>
                </c:pt>
                <c:pt idx="138">
                  <c:v>12.327270276239213</c:v>
                </c:pt>
                <c:pt idx="139">
                  <c:v>#N/A</c:v>
                </c:pt>
                <c:pt idx="140">
                  <c:v>#N/A</c:v>
                </c:pt>
                <c:pt idx="141">
                  <c:v>#N/A</c:v>
                </c:pt>
                <c:pt idx="142">
                  <c:v>#N/A</c:v>
                </c:pt>
                <c:pt idx="143">
                  <c:v>#N/A</c:v>
                </c:pt>
                <c:pt idx="144">
                  <c:v>#N/A</c:v>
                </c:pt>
                <c:pt idx="145">
                  <c:v>#N/A</c:v>
                </c:pt>
                <c:pt idx="146">
                  <c:v>#N/A</c:v>
                </c:pt>
                <c:pt idx="147">
                  <c:v>12.463192722431193</c:v>
                </c:pt>
                <c:pt idx="148">
                  <c:v>#N/A</c:v>
                </c:pt>
                <c:pt idx="149">
                  <c:v>#N/A</c:v>
                </c:pt>
                <c:pt idx="150">
                  <c:v>12.524129263287538</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numCache>
            </c:numRef>
          </c:yVal>
          <c:smooth val="0"/>
          <c:extLst>
            <c:ext xmlns:c16="http://schemas.microsoft.com/office/drawing/2014/chart" uri="{C3380CC4-5D6E-409C-BE32-E72D297353CC}">
              <c16:uniqueId val="{00000005-6630-4297-B283-C52FBC3C8DE5}"/>
            </c:ext>
          </c:extLst>
        </c:ser>
        <c:ser>
          <c:idx val="6"/>
          <c:order val="6"/>
          <c:tx>
            <c:strRef>
              <c:f>'Full cost by region'!$J$2</c:f>
              <c:strCache>
                <c:ptCount val="1"/>
                <c:pt idx="0">
                  <c:v>Southern Plains</c:v>
                </c:pt>
              </c:strCache>
            </c:strRef>
          </c:tx>
          <c:spPr>
            <a:ln w="25400" cap="rnd">
              <a:noFill/>
              <a:round/>
            </a:ln>
            <a:effectLst/>
          </c:spPr>
          <c:marker>
            <c:symbol val="circle"/>
            <c:size val="8"/>
            <c:spPr>
              <a:solidFill>
                <a:schemeClr val="accent1">
                  <a:lumMod val="60000"/>
                </a:schemeClr>
              </a:solidFill>
              <a:ln w="9525">
                <a:solidFill>
                  <a:schemeClr val="accent1">
                    <a:lumMod val="60000"/>
                  </a:schemeClr>
                </a:solidFill>
              </a:ln>
              <a:effectLst/>
            </c:spPr>
          </c:marker>
          <c:xVal>
            <c:numRef>
              <c:f>'Full cost by region'!$C$3:$C$253</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'Full cost by region'!$J$3:$J$253</c:f>
              <c:numCache>
                <c:formatCode>General</c:formatCode>
                <c:ptCount val="251"/>
                <c:pt idx="0">
                  <c:v>4.9596889094954246</c:v>
                </c:pt>
                <c:pt idx="1">
                  <c:v>#N/A</c:v>
                </c:pt>
                <c:pt idx="2">
                  <c:v>6.241545748181057</c:v>
                </c:pt>
                <c:pt idx="3">
                  <c:v>6.4348783925155359</c:v>
                </c:pt>
                <c:pt idx="4">
                  <c:v>#N/A</c:v>
                </c:pt>
                <c:pt idx="5">
                  <c:v>7.6655283008161126</c:v>
                </c:pt>
                <c:pt idx="6">
                  <c:v>8.06716491071173</c:v>
                </c:pt>
                <c:pt idx="7">
                  <c:v>8.1298337452107852</c:v>
                </c:pt>
                <c:pt idx="8">
                  <c:v>8.4863561323246302</c:v>
                </c:pt>
                <c:pt idx="9">
                  <c:v>8.5315689510786985</c:v>
                </c:pt>
                <c:pt idx="10">
                  <c:v>#N/A</c:v>
                </c:pt>
                <c:pt idx="11">
                  <c:v>8.9761471679376736</c:v>
                </c:pt>
                <c:pt idx="12">
                  <c:v>#N/A</c:v>
                </c:pt>
                <c:pt idx="13">
                  <c:v>#N/A</c:v>
                </c:pt>
                <c:pt idx="14">
                  <c:v>9.1000079404962939</c:v>
                </c:pt>
                <c:pt idx="15">
                  <c:v>9.1132444215322295</c:v>
                </c:pt>
                <c:pt idx="16">
                  <c:v>9.1512753893865373</c:v>
                </c:pt>
                <c:pt idx="17">
                  <c:v>#N/A</c:v>
                </c:pt>
                <c:pt idx="18">
                  <c:v>#N/A</c:v>
                </c:pt>
                <c:pt idx="19">
                  <c:v>#N/A</c:v>
                </c:pt>
                <c:pt idx="20">
                  <c:v>#N/A</c:v>
                </c:pt>
                <c:pt idx="21">
                  <c:v>#N/A</c:v>
                </c:pt>
                <c:pt idx="22">
                  <c:v>#N/A</c:v>
                </c:pt>
                <c:pt idx="23">
                  <c:v>#N/A</c:v>
                </c:pt>
                <c:pt idx="24">
                  <c:v>#N/A</c:v>
                </c:pt>
                <c:pt idx="25">
                  <c:v>9.6180695754135339</c:v>
                </c:pt>
                <c:pt idx="26">
                  <c:v>#N/A</c:v>
                </c:pt>
                <c:pt idx="27">
                  <c:v>9.669490999866369</c:v>
                </c:pt>
                <c:pt idx="28">
                  <c:v>#N/A</c:v>
                </c:pt>
                <c:pt idx="29">
                  <c:v>#N/A</c:v>
                </c:pt>
                <c:pt idx="30">
                  <c:v>9.6945467013985205</c:v>
                </c:pt>
                <c:pt idx="31">
                  <c:v>#N/A</c:v>
                </c:pt>
                <c:pt idx="32">
                  <c:v>#N/A</c:v>
                </c:pt>
                <c:pt idx="33">
                  <c:v>#N/A</c:v>
                </c:pt>
                <c:pt idx="34">
                  <c:v>9.9768857779849025</c:v>
                </c:pt>
                <c:pt idx="35">
                  <c:v>#N/A</c:v>
                </c:pt>
                <c:pt idx="36">
                  <c:v>10.118826852789384</c:v>
                </c:pt>
                <c:pt idx="37">
                  <c:v>#N/A</c:v>
                </c:pt>
                <c:pt idx="38">
                  <c:v>#N/A</c:v>
                </c:pt>
                <c:pt idx="39">
                  <c:v>#N/A</c:v>
                </c:pt>
                <c:pt idx="40">
                  <c:v>#N/A</c:v>
                </c:pt>
                <c:pt idx="41">
                  <c:v>#N/A</c:v>
                </c:pt>
                <c:pt idx="42">
                  <c:v>#N/A</c:v>
                </c:pt>
                <c:pt idx="43">
                  <c:v>#N/A</c:v>
                </c:pt>
                <c:pt idx="44">
                  <c:v>#N/A</c:v>
                </c:pt>
                <c:pt idx="45">
                  <c:v>#N/A</c:v>
                </c:pt>
                <c:pt idx="46">
                  <c:v>#N/A</c:v>
                </c:pt>
                <c:pt idx="47">
                  <c:v>#N/A</c:v>
                </c:pt>
                <c:pt idx="48">
                  <c:v>#N/A</c:v>
                </c:pt>
                <c:pt idx="49">
                  <c:v>#N/A</c:v>
                </c:pt>
                <c:pt idx="50">
                  <c:v>#N/A</c:v>
                </c:pt>
                <c:pt idx="51">
                  <c:v>#N/A</c:v>
                </c:pt>
                <c:pt idx="52">
                  <c:v>#N/A</c:v>
                </c:pt>
                <c:pt idx="53">
                  <c:v>10.840348948731116</c:v>
                </c:pt>
                <c:pt idx="54">
                  <c:v>#N/A</c:v>
                </c:pt>
                <c:pt idx="55">
                  <c:v>10.873304079038762</c:v>
                </c:pt>
                <c:pt idx="56">
                  <c:v>10.878874840210832</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#N/A</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#N/A</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12.541109706072989</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13.281844454322613</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13.928449917707326</c:v>
                </c:pt>
                <c:pt idx="201">
                  <c:v>#N/A</c:v>
                </c:pt>
                <c:pt idx="202">
                  <c:v>#N/A</c:v>
                </c:pt>
                <c:pt idx="203">
                  <c:v>14.066185826865816</c:v>
                </c:pt>
                <c:pt idx="204">
                  <c:v>#N/A</c:v>
                </c:pt>
                <c:pt idx="205">
                  <c:v>#N/A</c:v>
                </c:pt>
                <c:pt idx="206">
                  <c:v>#N/A</c:v>
                </c:pt>
                <c:pt idx="207">
                  <c:v>#N/A</c:v>
                </c:pt>
                <c:pt idx="208">
                  <c:v>#N/A</c:v>
                </c:pt>
                <c:pt idx="209">
                  <c:v>14.200457047864388</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numCache>
            </c:numRef>
          </c:yVal>
          <c:smooth val="0"/>
          <c:extLst>
            <c:ext xmlns:c16="http://schemas.microsoft.com/office/drawing/2014/chart" uri="{C3380CC4-5D6E-409C-BE32-E72D297353CC}">
              <c16:uniqueId val="{00000006-6630-4297-B283-C52FBC3C8DE5}"/>
            </c:ext>
          </c:extLst>
        </c:ser>
        <c:ser>
          <c:idx val="7"/>
          <c:order val="7"/>
          <c:tx>
            <c:strRef>
              <c:f>'Full cost by region'!$K$2</c:f>
              <c:strCache>
                <c:ptCount val="1"/>
                <c:pt idx="0">
                  <c:v>Northern Plains</c:v>
                </c:pt>
              </c:strCache>
            </c:strRef>
          </c:tx>
          <c:spPr>
            <a:ln w="25400" cap="rnd">
              <a:noFill/>
              <a:round/>
            </a:ln>
            <a:effectLst/>
          </c:spPr>
          <c:marker>
            <c:symbol val="circle"/>
            <c:size val="8"/>
            <c:spPr>
              <a:solidFill>
                <a:schemeClr val="accent2">
                  <a:lumMod val="60000"/>
                </a:schemeClr>
              </a:solidFill>
              <a:ln w="9525">
                <a:solidFill>
                  <a:schemeClr val="accent2">
                    <a:lumMod val="60000"/>
                  </a:schemeClr>
                </a:solidFill>
              </a:ln>
              <a:effectLst/>
            </c:spPr>
          </c:marker>
          <c:xVal>
            <c:numRef>
              <c:f>'Full cost by region'!$C$3:$C$253</c:f>
              <c:numCache>
                <c:formatCode>General</c:formatCode>
                <c:ptCount val="251"/>
                <c:pt idx="0">
                  <c:v>725558.63499547646</c:v>
                </c:pt>
                <c:pt idx="1">
                  <c:v>59055960.538497284</c:v>
                </c:pt>
                <c:pt idx="2">
                  <c:v>59188526.051250882</c:v>
                </c:pt>
                <c:pt idx="3">
                  <c:v>81827532.408828467</c:v>
                </c:pt>
                <c:pt idx="4">
                  <c:v>120361141.10658419</c:v>
                </c:pt>
                <c:pt idx="5">
                  <c:v>121174193.64094593</c:v>
                </c:pt>
                <c:pt idx="6">
                  <c:v>121311577.53764009</c:v>
                </c:pt>
                <c:pt idx="7">
                  <c:v>174624950.64863032</c:v>
                </c:pt>
                <c:pt idx="8">
                  <c:v>197037339.53049514</c:v>
                </c:pt>
                <c:pt idx="9">
                  <c:v>207504425.81527472</c:v>
                </c:pt>
                <c:pt idx="10">
                  <c:v>212287183.4369587</c:v>
                </c:pt>
                <c:pt idx="11">
                  <c:v>212317974.63603818</c:v>
                </c:pt>
                <c:pt idx="12">
                  <c:v>258485953.14156154</c:v>
                </c:pt>
                <c:pt idx="13">
                  <c:v>302462591.06968194</c:v>
                </c:pt>
                <c:pt idx="14">
                  <c:v>302462591.06968194</c:v>
                </c:pt>
                <c:pt idx="15">
                  <c:v>319803426.62854916</c:v>
                </c:pt>
                <c:pt idx="16">
                  <c:v>319903562.53877288</c:v>
                </c:pt>
                <c:pt idx="17">
                  <c:v>358329143.60777789</c:v>
                </c:pt>
                <c:pt idx="18">
                  <c:v>396372426.98437732</c:v>
                </c:pt>
                <c:pt idx="19">
                  <c:v>431984467.35476077</c:v>
                </c:pt>
                <c:pt idx="20">
                  <c:v>458206094.0047493</c:v>
                </c:pt>
                <c:pt idx="21">
                  <c:v>467658266.98990953</c:v>
                </c:pt>
                <c:pt idx="22">
                  <c:v>498209663.46512121</c:v>
                </c:pt>
                <c:pt idx="23">
                  <c:v>537446799.58532357</c:v>
                </c:pt>
                <c:pt idx="24">
                  <c:v>538698648.06573451</c:v>
                </c:pt>
                <c:pt idx="25">
                  <c:v>554170628.51994431</c:v>
                </c:pt>
                <c:pt idx="26">
                  <c:v>576004326.04682612</c:v>
                </c:pt>
                <c:pt idx="27">
                  <c:v>578093501.6850934</c:v>
                </c:pt>
                <c:pt idx="28">
                  <c:v>583599833.59045053</c:v>
                </c:pt>
                <c:pt idx="29">
                  <c:v>594639019.39785254</c:v>
                </c:pt>
                <c:pt idx="30">
                  <c:v>594807566.31063318</c:v>
                </c:pt>
                <c:pt idx="31">
                  <c:v>595084670.53443158</c:v>
                </c:pt>
                <c:pt idx="32">
                  <c:v>604354487.37560713</c:v>
                </c:pt>
                <c:pt idx="33">
                  <c:v>607494104.35706437</c:v>
                </c:pt>
                <c:pt idx="34">
                  <c:v>625874290.70214021</c:v>
                </c:pt>
                <c:pt idx="35">
                  <c:v>630004778.38185728</c:v>
                </c:pt>
                <c:pt idx="36">
                  <c:v>632057284.60130036</c:v>
                </c:pt>
                <c:pt idx="37">
                  <c:v>714125093.59125841</c:v>
                </c:pt>
                <c:pt idx="38">
                  <c:v>722635761.88121641</c:v>
                </c:pt>
                <c:pt idx="39">
                  <c:v>751993071.14746213</c:v>
                </c:pt>
                <c:pt idx="40">
                  <c:v>772358294.58427155</c:v>
                </c:pt>
                <c:pt idx="41">
                  <c:v>773460950.5986203</c:v>
                </c:pt>
                <c:pt idx="42">
                  <c:v>773521970.67255008</c:v>
                </c:pt>
                <c:pt idx="43">
                  <c:v>782483653.03447866</c:v>
                </c:pt>
                <c:pt idx="44">
                  <c:v>784334293.84523976</c:v>
                </c:pt>
                <c:pt idx="45">
                  <c:v>784386172.91075587</c:v>
                </c:pt>
                <c:pt idx="46">
                  <c:v>815932697.60706556</c:v>
                </c:pt>
                <c:pt idx="47">
                  <c:v>891955137.74951231</c:v>
                </c:pt>
                <c:pt idx="48">
                  <c:v>968893220.97339594</c:v>
                </c:pt>
                <c:pt idx="49">
                  <c:v>974023712.35098112</c:v>
                </c:pt>
                <c:pt idx="50">
                  <c:v>1043365538.2974743</c:v>
                </c:pt>
                <c:pt idx="51">
                  <c:v>1065824079.8438139</c:v>
                </c:pt>
                <c:pt idx="52">
                  <c:v>1102122682.8446956</c:v>
                </c:pt>
                <c:pt idx="53">
                  <c:v>1107025131.7539265</c:v>
                </c:pt>
                <c:pt idx="54">
                  <c:v>1111079596.426542</c:v>
                </c:pt>
                <c:pt idx="55">
                  <c:v>1111247890.7628603</c:v>
                </c:pt>
                <c:pt idx="56">
                  <c:v>1111368452.100214</c:v>
                </c:pt>
                <c:pt idx="57">
                  <c:v>1147432811.1429946</c:v>
                </c:pt>
                <c:pt idx="58">
                  <c:v>1330957428.8004141</c:v>
                </c:pt>
                <c:pt idx="59">
                  <c:v>1376506317.0470636</c:v>
                </c:pt>
                <c:pt idx="60">
                  <c:v>1379952439.2882149</c:v>
                </c:pt>
                <c:pt idx="61">
                  <c:v>1430204654.9623265</c:v>
                </c:pt>
                <c:pt idx="62">
                  <c:v>1479655207.1036029</c:v>
                </c:pt>
                <c:pt idx="63">
                  <c:v>1563894552.0198054</c:v>
                </c:pt>
                <c:pt idx="64">
                  <c:v>1564448069.6231241</c:v>
                </c:pt>
                <c:pt idx="65">
                  <c:v>1607064456.0421166</c:v>
                </c:pt>
                <c:pt idx="66">
                  <c:v>1644453942.7482584</c:v>
                </c:pt>
                <c:pt idx="67">
                  <c:v>1679332291.360955</c:v>
                </c:pt>
                <c:pt idx="68">
                  <c:v>1690398677.5833154</c:v>
                </c:pt>
                <c:pt idx="69">
                  <c:v>1760887889.102865</c:v>
                </c:pt>
                <c:pt idx="70">
                  <c:v>1765203095.5818071</c:v>
                </c:pt>
                <c:pt idx="71">
                  <c:v>1766353814.9666915</c:v>
                </c:pt>
                <c:pt idx="72">
                  <c:v>1797158167.8062325</c:v>
                </c:pt>
                <c:pt idx="73">
                  <c:v>1876490924.7111616</c:v>
                </c:pt>
                <c:pt idx="74">
                  <c:v>1918980558.4293804</c:v>
                </c:pt>
                <c:pt idx="75">
                  <c:v>1958266693.3972979</c:v>
                </c:pt>
                <c:pt idx="76">
                  <c:v>2035767944.7957108</c:v>
                </c:pt>
                <c:pt idx="77">
                  <c:v>2186799868.0496168</c:v>
                </c:pt>
                <c:pt idx="78">
                  <c:v>2248960375.7062483</c:v>
                </c:pt>
                <c:pt idx="79">
                  <c:v>2255482230.1899199</c:v>
                </c:pt>
                <c:pt idx="80">
                  <c:v>2286912702.2668414</c:v>
                </c:pt>
                <c:pt idx="81">
                  <c:v>2322837130.0300431</c:v>
                </c:pt>
                <c:pt idx="82">
                  <c:v>2386652875.6900244</c:v>
                </c:pt>
                <c:pt idx="83">
                  <c:v>2386814013.5485544</c:v>
                </c:pt>
                <c:pt idx="84">
                  <c:v>2395490685.5336776</c:v>
                </c:pt>
                <c:pt idx="85">
                  <c:v>2395627743.9954405</c:v>
                </c:pt>
                <c:pt idx="86">
                  <c:v>2401582610.2327681</c:v>
                </c:pt>
                <c:pt idx="87">
                  <c:v>2402157188.4787078</c:v>
                </c:pt>
                <c:pt idx="88">
                  <c:v>2420327389.4437613</c:v>
                </c:pt>
                <c:pt idx="89">
                  <c:v>2480949159.6633735</c:v>
                </c:pt>
                <c:pt idx="90">
                  <c:v>2506456143.9291024</c:v>
                </c:pt>
                <c:pt idx="91">
                  <c:v>2527404902.8439741</c:v>
                </c:pt>
                <c:pt idx="92">
                  <c:v>2530873312.5041714</c:v>
                </c:pt>
                <c:pt idx="93">
                  <c:v>2530969814.7688246</c:v>
                </c:pt>
                <c:pt idx="94">
                  <c:v>2565899386.7906384</c:v>
                </c:pt>
                <c:pt idx="95">
                  <c:v>2569816413.9363456</c:v>
                </c:pt>
                <c:pt idx="96">
                  <c:v>2575458797.3820395</c:v>
                </c:pt>
                <c:pt idx="97">
                  <c:v>2594378234.2892451</c:v>
                </c:pt>
                <c:pt idx="98">
                  <c:v>2624867464.1390519</c:v>
                </c:pt>
                <c:pt idx="99">
                  <c:v>2642243673.6383595</c:v>
                </c:pt>
                <c:pt idx="100">
                  <c:v>2662012001.7353902</c:v>
                </c:pt>
                <c:pt idx="101">
                  <c:v>2695620514.906002</c:v>
                </c:pt>
                <c:pt idx="102">
                  <c:v>2713164273.9669456</c:v>
                </c:pt>
                <c:pt idx="103">
                  <c:v>2716135503.4975405</c:v>
                </c:pt>
                <c:pt idx="104">
                  <c:v>2737861886.0795498</c:v>
                </c:pt>
                <c:pt idx="105">
                  <c:v>2779958653.6052513</c:v>
                </c:pt>
                <c:pt idx="106">
                  <c:v>2865665288.2939801</c:v>
                </c:pt>
                <c:pt idx="107">
                  <c:v>2873387031.1598363</c:v>
                </c:pt>
                <c:pt idx="108">
                  <c:v>2873846549.9024806</c:v>
                </c:pt>
                <c:pt idx="109">
                  <c:v>2931421330.7650714</c:v>
                </c:pt>
                <c:pt idx="110">
                  <c:v>2932253667.4541826</c:v>
                </c:pt>
                <c:pt idx="111">
                  <c:v>2955203013.2035995</c:v>
                </c:pt>
                <c:pt idx="112">
                  <c:v>2961603518.1795282</c:v>
                </c:pt>
                <c:pt idx="113">
                  <c:v>2964126640.6808047</c:v>
                </c:pt>
                <c:pt idx="114">
                  <c:v>3007333340.0056691</c:v>
                </c:pt>
                <c:pt idx="115">
                  <c:v>3025889547.0042143</c:v>
                </c:pt>
                <c:pt idx="116">
                  <c:v>3031527367.4126015</c:v>
                </c:pt>
                <c:pt idx="117">
                  <c:v>3037173089.884778</c:v>
                </c:pt>
                <c:pt idx="118">
                  <c:v>3038520489.7582164</c:v>
                </c:pt>
                <c:pt idx="119">
                  <c:v>3136230818.6141829</c:v>
                </c:pt>
                <c:pt idx="120">
                  <c:v>3189100045.1777949</c:v>
                </c:pt>
                <c:pt idx="121">
                  <c:v>3238737326.74474</c:v>
                </c:pt>
                <c:pt idx="122">
                  <c:v>3238755102.7081122</c:v>
                </c:pt>
                <c:pt idx="123">
                  <c:v>3242268588.7589636</c:v>
                </c:pt>
                <c:pt idx="124">
                  <c:v>3257950980.0598602</c:v>
                </c:pt>
                <c:pt idx="125">
                  <c:v>3258190040.31004</c:v>
                </c:pt>
                <c:pt idx="126">
                  <c:v>3264938521.3706293</c:v>
                </c:pt>
                <c:pt idx="127">
                  <c:v>3269770150.3373203</c:v>
                </c:pt>
                <c:pt idx="128">
                  <c:v>3270528649.4950051</c:v>
                </c:pt>
                <c:pt idx="129">
                  <c:v>3340841384.5430427</c:v>
                </c:pt>
                <c:pt idx="130">
                  <c:v>3356179391.5964961</c:v>
                </c:pt>
                <c:pt idx="131">
                  <c:v>3357069362.4571247</c:v>
                </c:pt>
                <c:pt idx="132">
                  <c:v>3357261638.0038786</c:v>
                </c:pt>
                <c:pt idx="133">
                  <c:v>3395267098.1150513</c:v>
                </c:pt>
                <c:pt idx="134">
                  <c:v>3398729007.3359079</c:v>
                </c:pt>
                <c:pt idx="135">
                  <c:v>3421015961.7236676</c:v>
                </c:pt>
                <c:pt idx="136">
                  <c:v>3423411884.2184906</c:v>
                </c:pt>
                <c:pt idx="137">
                  <c:v>3441251198.5698533</c:v>
                </c:pt>
                <c:pt idx="138">
                  <c:v>3492812027.8541179</c:v>
                </c:pt>
                <c:pt idx="139">
                  <c:v>3564096147.4339838</c:v>
                </c:pt>
                <c:pt idx="140">
                  <c:v>3566034312.3060317</c:v>
                </c:pt>
                <c:pt idx="141">
                  <c:v>3591837565.1976862</c:v>
                </c:pt>
                <c:pt idx="142">
                  <c:v>3625437008.5664206</c:v>
                </c:pt>
                <c:pt idx="143">
                  <c:v>3627234633.7704501</c:v>
                </c:pt>
                <c:pt idx="144">
                  <c:v>3628567008.9306116</c:v>
                </c:pt>
                <c:pt idx="145">
                  <c:v>3630036092.3807306</c:v>
                </c:pt>
                <c:pt idx="146">
                  <c:v>3631505175.8308496</c:v>
                </c:pt>
                <c:pt idx="147">
                  <c:v>3633302825.5341353</c:v>
                </c:pt>
                <c:pt idx="148">
                  <c:v>3662107469.8200417</c:v>
                </c:pt>
                <c:pt idx="149">
                  <c:v>3662149527.2225132</c:v>
                </c:pt>
                <c:pt idx="150">
                  <c:v>3662218598.1822705</c:v>
                </c:pt>
                <c:pt idx="151">
                  <c:v>3664341873.785152</c:v>
                </c:pt>
                <c:pt idx="152">
                  <c:v>3664810960.2446547</c:v>
                </c:pt>
                <c:pt idx="153">
                  <c:v>3664840089.1242552</c:v>
                </c:pt>
                <c:pt idx="154">
                  <c:v>3665955929.0184894</c:v>
                </c:pt>
                <c:pt idx="155">
                  <c:v>3680478939.5122852</c:v>
                </c:pt>
                <c:pt idx="156">
                  <c:v>3710470234.962585</c:v>
                </c:pt>
                <c:pt idx="157">
                  <c:v>3713819019.9816256</c:v>
                </c:pt>
                <c:pt idx="158">
                  <c:v>3717167805.0006661</c:v>
                </c:pt>
                <c:pt idx="159">
                  <c:v>3725005276.7856746</c:v>
                </c:pt>
                <c:pt idx="160">
                  <c:v>3726978188.6836033</c:v>
                </c:pt>
                <c:pt idx="161">
                  <c:v>3759669158.623322</c:v>
                </c:pt>
                <c:pt idx="162">
                  <c:v>3788855096.3001275</c:v>
                </c:pt>
                <c:pt idx="163">
                  <c:v>3791472447.931169</c:v>
                </c:pt>
                <c:pt idx="164">
                  <c:v>3834626467.53865</c:v>
                </c:pt>
                <c:pt idx="165">
                  <c:v>3834994705.540535</c:v>
                </c:pt>
                <c:pt idx="166">
                  <c:v>3836047727.9432511</c:v>
                </c:pt>
                <c:pt idx="167">
                  <c:v>3856344282.5027685</c:v>
                </c:pt>
                <c:pt idx="168">
                  <c:v>3856344282.5027685</c:v>
                </c:pt>
                <c:pt idx="169">
                  <c:v>3875410932.6045303</c:v>
                </c:pt>
                <c:pt idx="170">
                  <c:v>3875789822.0683117</c:v>
                </c:pt>
                <c:pt idx="171">
                  <c:v>3876168711.532093</c:v>
                </c:pt>
                <c:pt idx="172">
                  <c:v>3878418177.545711</c:v>
                </c:pt>
                <c:pt idx="173">
                  <c:v>3887866957.4791126</c:v>
                </c:pt>
                <c:pt idx="174">
                  <c:v>3889144356.441956</c:v>
                </c:pt>
                <c:pt idx="175">
                  <c:v>3925240144.9469919</c:v>
                </c:pt>
                <c:pt idx="176">
                  <c:v>3929328357.4552393</c:v>
                </c:pt>
                <c:pt idx="177">
                  <c:v>3980925784.8076925</c:v>
                </c:pt>
                <c:pt idx="178">
                  <c:v>3980925784.8076925</c:v>
                </c:pt>
                <c:pt idx="179">
                  <c:v>3990010655.6222425</c:v>
                </c:pt>
                <c:pt idx="180">
                  <c:v>3990213244.4109817</c:v>
                </c:pt>
                <c:pt idx="181">
                  <c:v>4035177355.7449331</c:v>
                </c:pt>
                <c:pt idx="182">
                  <c:v>4036136387.1527996</c:v>
                </c:pt>
                <c:pt idx="183">
                  <c:v>4083327371.3709278</c:v>
                </c:pt>
                <c:pt idx="184">
                  <c:v>4083327371.3709278</c:v>
                </c:pt>
                <c:pt idx="185">
                  <c:v>4083395647.8692536</c:v>
                </c:pt>
                <c:pt idx="186">
                  <c:v>4083498010.8129287</c:v>
                </c:pt>
                <c:pt idx="187">
                  <c:v>4083695563.4735107</c:v>
                </c:pt>
                <c:pt idx="188">
                  <c:v>4083893116.1340928</c:v>
                </c:pt>
                <c:pt idx="189">
                  <c:v>4101393706.5805469</c:v>
                </c:pt>
                <c:pt idx="190">
                  <c:v>4101436337.8004904</c:v>
                </c:pt>
                <c:pt idx="191">
                  <c:v>4104778717.1184492</c:v>
                </c:pt>
                <c:pt idx="192">
                  <c:v>4125067904.6641541</c:v>
                </c:pt>
                <c:pt idx="193">
                  <c:v>4125813127.7211399</c:v>
                </c:pt>
                <c:pt idx="194">
                  <c:v>4127668074.1327181</c:v>
                </c:pt>
                <c:pt idx="195">
                  <c:v>4135826099.4477015</c:v>
                </c:pt>
                <c:pt idx="196">
                  <c:v>4215334904.809319</c:v>
                </c:pt>
                <c:pt idx="197">
                  <c:v>4225955954.7633133</c:v>
                </c:pt>
                <c:pt idx="198">
                  <c:v>4232984227.3062124</c:v>
                </c:pt>
                <c:pt idx="199">
                  <c:v>4235695663.8967137</c:v>
                </c:pt>
                <c:pt idx="200">
                  <c:v>4236086347.0013204</c:v>
                </c:pt>
                <c:pt idx="201">
                  <c:v>4247442455.6810369</c:v>
                </c:pt>
                <c:pt idx="202">
                  <c:v>4250717193.4213777</c:v>
                </c:pt>
                <c:pt idx="203">
                  <c:v>4250738116.0885358</c:v>
                </c:pt>
                <c:pt idx="204">
                  <c:v>4251171645.7863765</c:v>
                </c:pt>
                <c:pt idx="205">
                  <c:v>4252977173.284337</c:v>
                </c:pt>
                <c:pt idx="206">
                  <c:v>4259468921.0845079</c:v>
                </c:pt>
                <c:pt idx="207">
                  <c:v>4267546845.0639787</c:v>
                </c:pt>
                <c:pt idx="208">
                  <c:v>4267715874.0962224</c:v>
                </c:pt>
                <c:pt idx="209">
                  <c:v>4267725418.4402742</c:v>
                </c:pt>
                <c:pt idx="210">
                  <c:v>4268184646.819304</c:v>
                </c:pt>
                <c:pt idx="211">
                  <c:v>4287685573.6225286</c:v>
                </c:pt>
                <c:pt idx="212">
                  <c:v>4293959428.0533438</c:v>
                </c:pt>
                <c:pt idx="213">
                  <c:v>4293974958.4309449</c:v>
                </c:pt>
                <c:pt idx="214">
                  <c:v>4296181507.141717</c:v>
                </c:pt>
                <c:pt idx="215">
                  <c:v>4296508197.0108299</c:v>
                </c:pt>
                <c:pt idx="216">
                  <c:v>4298086934.3012142</c:v>
                </c:pt>
                <c:pt idx="217">
                  <c:v>4303600280.6229334</c:v>
                </c:pt>
                <c:pt idx="218">
                  <c:v>4345455607.7420187</c:v>
                </c:pt>
                <c:pt idx="219">
                  <c:v>4348921515.2926922</c:v>
                </c:pt>
                <c:pt idx="220">
                  <c:v>4348980738.9982767</c:v>
                </c:pt>
                <c:pt idx="221">
                  <c:v>4355319016.1944418</c:v>
                </c:pt>
                <c:pt idx="222">
                  <c:v>4372872608.3951006</c:v>
                </c:pt>
                <c:pt idx="223">
                  <c:v>4375481844.8649416</c:v>
                </c:pt>
                <c:pt idx="224">
                  <c:v>4376103562.2199717</c:v>
                </c:pt>
                <c:pt idx="225">
                  <c:v>4376856887.1114864</c:v>
                </c:pt>
                <c:pt idx="226">
                  <c:v>4376901750.2353382</c:v>
                </c:pt>
                <c:pt idx="227">
                  <c:v>4378256204.4201565</c:v>
                </c:pt>
                <c:pt idx="228">
                  <c:v>4381634048.0524139</c:v>
                </c:pt>
                <c:pt idx="229">
                  <c:v>4383083584.7419147</c:v>
                </c:pt>
                <c:pt idx="230">
                  <c:v>4383263097.8679876</c:v>
                </c:pt>
                <c:pt idx="231">
                  <c:v>4394649527.9656706</c:v>
                </c:pt>
                <c:pt idx="232">
                  <c:v>4395204140.3873425</c:v>
                </c:pt>
                <c:pt idx="233">
                  <c:v>4401703179.5618029</c:v>
                </c:pt>
                <c:pt idx="234">
                  <c:v>4413862439.069418</c:v>
                </c:pt>
                <c:pt idx="235">
                  <c:v>4414570568.6857786</c:v>
                </c:pt>
                <c:pt idx="236">
                  <c:v>4414779173.7250376</c:v>
                </c:pt>
                <c:pt idx="237">
                  <c:v>4421585815.07055</c:v>
                </c:pt>
                <c:pt idx="238">
                  <c:v>4425254167.761467</c:v>
                </c:pt>
                <c:pt idx="239">
                  <c:v>4429185718.4455585</c:v>
                </c:pt>
                <c:pt idx="240">
                  <c:v>4432138559.7337637</c:v>
                </c:pt>
                <c:pt idx="241">
                  <c:v>4432282545.079421</c:v>
                </c:pt>
                <c:pt idx="242">
                  <c:v>4432369264.1105127</c:v>
                </c:pt>
                <c:pt idx="243">
                  <c:v>4432546691.3334808</c:v>
                </c:pt>
                <c:pt idx="244">
                  <c:v>4432713308.4655628</c:v>
                </c:pt>
                <c:pt idx="245">
                  <c:v>4432820094.7091875</c:v>
                </c:pt>
                <c:pt idx="246">
                  <c:v>4433204192.727869</c:v>
                </c:pt>
                <c:pt idx="247">
                  <c:v>4433223847.7516098</c:v>
                </c:pt>
                <c:pt idx="248">
                  <c:v>4434280337.9527845</c:v>
                </c:pt>
                <c:pt idx="249">
                  <c:v>4434988809.773983</c:v>
                </c:pt>
                <c:pt idx="250">
                  <c:v>4435000000</c:v>
                </c:pt>
              </c:numCache>
            </c:numRef>
          </c:xVal>
          <c:yVal>
            <c:numRef>
              <c:f>'Full cost by region'!$K$3:$K$253</c:f>
              <c:numCache>
                <c:formatCode>General</c:formatCode>
                <c:ptCount val="251"/>
                <c:pt idx="0">
                  <c:v>#N/A</c:v>
                </c:pt>
                <c:pt idx="1">
                  <c:v>#N/A</c:v>
                </c:pt>
                <c:pt idx="2">
                  <c:v>#N/A</c:v>
                </c:pt>
                <c:pt idx="3">
                  <c:v>#N/A</c:v>
                </c:pt>
                <c:pt idx="4">
                  <c:v>#N/A</c:v>
                </c:pt>
                <c:pt idx="5">
                  <c:v>#N/A</c:v>
                </c:pt>
                <c:pt idx="6">
                  <c:v>#N/A</c:v>
                </c:pt>
                <c:pt idx="7">
                  <c:v>#N/A</c:v>
                </c:pt>
                <c:pt idx="8">
                  <c:v>#N/A</c:v>
                </c:pt>
                <c:pt idx="9">
                  <c:v>#N/A</c:v>
                </c:pt>
                <c:pt idx="10">
                  <c:v>#N/A</c:v>
                </c:pt>
                <c:pt idx="11">
                  <c:v>#N/A</c:v>
                </c:pt>
                <c:pt idx="12">
                  <c:v>9.0163488904730702</c:v>
                </c:pt>
                <c:pt idx="13">
                  <c:v>9.0664276092031528</c:v>
                </c:pt>
                <c:pt idx="14">
                  <c:v>#N/A</c:v>
                </c:pt>
                <c:pt idx="15">
                  <c:v>#N/A</c:v>
                </c:pt>
                <c:pt idx="16">
                  <c:v>#N/A</c:v>
                </c:pt>
                <c:pt idx="17">
                  <c:v>9.2409591103919357</c:v>
                </c:pt>
                <c:pt idx="18">
                  <c:v>9.3526960346528227</c:v>
                </c:pt>
                <c:pt idx="19">
                  <c:v>9.3540180722231501</c:v>
                </c:pt>
                <c:pt idx="20">
                  <c:v>9.4211291347139294</c:v>
                </c:pt>
                <c:pt idx="21">
                  <c:v>9.4842373609808739</c:v>
                </c:pt>
                <c:pt idx="22">
                  <c:v>9.5132996008471782</c:v>
                </c:pt>
                <c:pt idx="23">
                  <c:v>9.5580742352491299</c:v>
                </c:pt>
                <c:pt idx="24">
                  <c:v>#N/A</c:v>
                </c:pt>
                <c:pt idx="25">
                  <c:v>#N/A</c:v>
                </c:pt>
                <c:pt idx="26">
                  <c:v>#N/A</c:v>
                </c:pt>
                <c:pt idx="27">
                  <c:v>#N/A</c:v>
                </c:pt>
                <c:pt idx="28">
                  <c:v>9.674005007032914</c:v>
                </c:pt>
                <c:pt idx="29">
                  <c:v>9.6794351349583714</c:v>
                </c:pt>
                <c:pt idx="30">
                  <c:v>#N/A</c:v>
                </c:pt>
                <c:pt idx="31">
                  <c:v>9.7270832681303787</c:v>
                </c:pt>
                <c:pt idx="32">
                  <c:v>9.7877075746565421</c:v>
                </c:pt>
                <c:pt idx="33">
                  <c:v>#N/A</c:v>
                </c:pt>
                <c:pt idx="34">
                  <c:v>#N/A</c:v>
                </c:pt>
                <c:pt idx="35">
                  <c:v>#N/A</c:v>
                </c:pt>
                <c:pt idx="36">
                  <c:v>#N/A</c:v>
                </c:pt>
                <c:pt idx="37">
                  <c:v>10.234357907722533</c:v>
                </c:pt>
                <c:pt idx="38">
                  <c:v>#N/A</c:v>
                </c:pt>
                <c:pt idx="39">
                  <c:v>#N/A</c:v>
                </c:pt>
                <c:pt idx="40">
                  <c:v>10.301521863917149</c:v>
                </c:pt>
                <c:pt idx="41">
                  <c:v>#N/A</c:v>
                </c:pt>
                <c:pt idx="42">
                  <c:v>#N/A</c:v>
                </c:pt>
                <c:pt idx="43">
                  <c:v>#N/A</c:v>
                </c:pt>
                <c:pt idx="44">
                  <c:v>#N/A</c:v>
                </c:pt>
                <c:pt idx="45">
                  <c:v>10.655214348920802</c:v>
                </c:pt>
                <c:pt idx="46">
                  <c:v>10.674267482387187</c:v>
                </c:pt>
                <c:pt idx="47">
                  <c:v>#N/A</c:v>
                </c:pt>
                <c:pt idx="48">
                  <c:v>#N/A</c:v>
                </c:pt>
                <c:pt idx="49">
                  <c:v>#N/A</c:v>
                </c:pt>
                <c:pt idx="50">
                  <c:v>#N/A</c:v>
                </c:pt>
                <c:pt idx="51">
                  <c:v>#N/A</c:v>
                </c:pt>
                <c:pt idx="52">
                  <c:v>#N/A</c:v>
                </c:pt>
                <c:pt idx="53">
                  <c:v>#N/A</c:v>
                </c:pt>
                <c:pt idx="54">
                  <c:v>#N/A</c:v>
                </c:pt>
                <c:pt idx="55">
                  <c:v>#N/A</c:v>
                </c:pt>
                <c:pt idx="56">
                  <c:v>#N/A</c:v>
                </c:pt>
                <c:pt idx="57">
                  <c:v>#N/A</c:v>
                </c:pt>
                <c:pt idx="58">
                  <c:v>#N/A</c:v>
                </c:pt>
                <c:pt idx="59">
                  <c:v>#N/A</c:v>
                </c:pt>
                <c:pt idx="60">
                  <c:v>#N/A</c:v>
                </c:pt>
                <c:pt idx="61">
                  <c:v>#N/A</c:v>
                </c:pt>
                <c:pt idx="62">
                  <c:v>#N/A</c:v>
                </c:pt>
                <c:pt idx="63">
                  <c:v>#N/A</c:v>
                </c:pt>
                <c:pt idx="64">
                  <c:v>#N/A</c:v>
                </c:pt>
                <c:pt idx="65">
                  <c:v>#N/A</c:v>
                </c:pt>
                <c:pt idx="66">
                  <c:v>#N/A</c:v>
                </c:pt>
                <c:pt idx="67">
                  <c:v>#N/A</c:v>
                </c:pt>
                <c:pt idx="68">
                  <c:v>#N/A</c:v>
                </c:pt>
                <c:pt idx="69">
                  <c:v>#N/A</c:v>
                </c:pt>
                <c:pt idx="70">
                  <c:v>#N/A</c:v>
                </c:pt>
                <c:pt idx="71">
                  <c:v>#N/A</c:v>
                </c:pt>
                <c:pt idx="72">
                  <c:v>#N/A</c:v>
                </c:pt>
                <c:pt idx="73">
                  <c:v>#N/A</c:v>
                </c:pt>
                <c:pt idx="74">
                  <c:v>#N/A</c:v>
                </c:pt>
                <c:pt idx="75">
                  <c:v>#N/A</c:v>
                </c:pt>
                <c:pt idx="76">
                  <c:v>#N/A</c:v>
                </c:pt>
                <c:pt idx="77">
                  <c:v>#N/A</c:v>
                </c:pt>
                <c:pt idx="78">
                  <c:v>#N/A</c:v>
                </c:pt>
                <c:pt idx="79">
                  <c:v>#N/A</c:v>
                </c:pt>
                <c:pt idx="80">
                  <c:v>#N/A</c:v>
                </c:pt>
                <c:pt idx="81">
                  <c:v>#N/A</c:v>
                </c:pt>
                <c:pt idx="82">
                  <c:v>#N/A</c:v>
                </c:pt>
                <c:pt idx="83">
                  <c:v>#N/A</c:v>
                </c:pt>
                <c:pt idx="84">
                  <c:v>#N/A</c:v>
                </c:pt>
                <c:pt idx="85">
                  <c:v>#N/A</c:v>
                </c:pt>
                <c:pt idx="86">
                  <c:v>#N/A</c:v>
                </c:pt>
                <c:pt idx="87">
                  <c:v>#N/A</c:v>
                </c:pt>
                <c:pt idx="88">
                  <c:v>#N/A</c:v>
                </c:pt>
                <c:pt idx="89">
                  <c:v>#N/A</c:v>
                </c:pt>
                <c:pt idx="90">
                  <c:v>#N/A</c:v>
                </c:pt>
                <c:pt idx="91">
                  <c:v>#N/A</c:v>
                </c:pt>
                <c:pt idx="92">
                  <c:v>#N/A</c:v>
                </c:pt>
                <c:pt idx="93">
                  <c:v>11.446760057537176</c:v>
                </c:pt>
                <c:pt idx="94">
                  <c:v>#N/A</c:v>
                </c:pt>
                <c:pt idx="95">
                  <c:v>#N/A</c:v>
                </c:pt>
                <c:pt idx="96">
                  <c:v>#N/A</c:v>
                </c:pt>
                <c:pt idx="97">
                  <c:v>#N/A</c:v>
                </c:pt>
                <c:pt idx="98">
                  <c:v>#N/A</c:v>
                </c:pt>
                <c:pt idx="99">
                  <c:v>#N/A</c:v>
                </c:pt>
                <c:pt idx="100">
                  <c:v>#N/A</c:v>
                </c:pt>
                <c:pt idx="101">
                  <c:v>#N/A</c:v>
                </c:pt>
                <c:pt idx="102">
                  <c:v>#N/A</c:v>
                </c:pt>
                <c:pt idx="103">
                  <c:v>#N/A</c:v>
                </c:pt>
                <c:pt idx="104">
                  <c:v>#N/A</c:v>
                </c:pt>
                <c:pt idx="105">
                  <c:v>#N/A</c:v>
                </c:pt>
                <c:pt idx="106">
                  <c:v>#N/A</c:v>
                </c:pt>
                <c:pt idx="107">
                  <c:v>#N/A</c:v>
                </c:pt>
                <c:pt idx="108">
                  <c:v>#N/A</c:v>
                </c:pt>
                <c:pt idx="109">
                  <c:v>#N/A</c:v>
                </c:pt>
                <c:pt idx="110">
                  <c:v>#N/A</c:v>
                </c:pt>
                <c:pt idx="111">
                  <c:v>#N/A</c:v>
                </c:pt>
                <c:pt idx="112">
                  <c:v>#N/A</c:v>
                </c:pt>
                <c:pt idx="113">
                  <c:v>#N/A</c:v>
                </c:pt>
                <c:pt idx="114">
                  <c:v>#N/A</c:v>
                </c:pt>
                <c:pt idx="115">
                  <c:v>#N/A</c:v>
                </c:pt>
                <c:pt idx="116">
                  <c:v>#N/A</c:v>
                </c:pt>
                <c:pt idx="117">
                  <c:v>#N/A</c:v>
                </c:pt>
                <c:pt idx="118">
                  <c:v>#N/A</c:v>
                </c:pt>
                <c:pt idx="119">
                  <c:v>#N/A</c:v>
                </c:pt>
                <c:pt idx="120">
                  <c:v>#N/A</c:v>
                </c:pt>
                <c:pt idx="121">
                  <c:v>#N/A</c:v>
                </c:pt>
                <c:pt idx="122">
                  <c:v>#N/A</c:v>
                </c:pt>
                <c:pt idx="123">
                  <c:v>11.960795180678739</c:v>
                </c:pt>
                <c:pt idx="124">
                  <c:v>#N/A</c:v>
                </c:pt>
                <c:pt idx="125">
                  <c:v>#N/A</c:v>
                </c:pt>
                <c:pt idx="126">
                  <c:v>#N/A</c:v>
                </c:pt>
                <c:pt idx="127">
                  <c:v>#N/A</c:v>
                </c:pt>
                <c:pt idx="128">
                  <c:v>#N/A</c:v>
                </c:pt>
                <c:pt idx="129">
                  <c:v>#N/A</c:v>
                </c:pt>
                <c:pt idx="130">
                  <c:v>#N/A</c:v>
                </c:pt>
                <c:pt idx="131">
                  <c:v>#N/A</c:v>
                </c:pt>
                <c:pt idx="132">
                  <c:v>#N/A</c:v>
                </c:pt>
                <c:pt idx="133">
                  <c:v>#N/A</c:v>
                </c:pt>
                <c:pt idx="134">
                  <c:v>#N/A</c:v>
                </c:pt>
                <c:pt idx="135">
                  <c:v>#N/A</c:v>
                </c:pt>
                <c:pt idx="136">
                  <c:v>#N/A</c:v>
                </c:pt>
                <c:pt idx="137">
                  <c:v>#N/A</c:v>
                </c:pt>
                <c:pt idx="138">
                  <c:v>#N/A</c:v>
                </c:pt>
                <c:pt idx="139">
                  <c:v>#N/A</c:v>
                </c:pt>
                <c:pt idx="140">
                  <c:v>#N/A</c:v>
                </c:pt>
                <c:pt idx="141">
                  <c:v>#N/A</c:v>
                </c:pt>
                <c:pt idx="142">
                  <c:v>#N/A</c:v>
                </c:pt>
                <c:pt idx="143">
                  <c:v>#N/A</c:v>
                </c:pt>
                <c:pt idx="144">
                  <c:v>#N/A</c:v>
                </c:pt>
                <c:pt idx="145">
                  <c:v>#N/A</c:v>
                </c:pt>
                <c:pt idx="146">
                  <c:v>#N/A</c:v>
                </c:pt>
                <c:pt idx="147">
                  <c:v>#N/A</c:v>
                </c:pt>
                <c:pt idx="148">
                  <c:v>#N/A</c:v>
                </c:pt>
                <c:pt idx="149">
                  <c:v>#N/A</c:v>
                </c:pt>
                <c:pt idx="150">
                  <c:v>#N/A</c:v>
                </c:pt>
                <c:pt idx="151">
                  <c:v>#N/A</c:v>
                </c:pt>
                <c:pt idx="152">
                  <c:v>#N/A</c:v>
                </c:pt>
                <c:pt idx="153">
                  <c:v>#N/A</c:v>
                </c:pt>
                <c:pt idx="154">
                  <c:v>#N/A</c:v>
                </c:pt>
                <c:pt idx="155">
                  <c:v>#N/A</c:v>
                </c:pt>
                <c:pt idx="156">
                  <c:v>#N/A</c:v>
                </c:pt>
                <c:pt idx="157">
                  <c:v>#N/A</c:v>
                </c:pt>
                <c:pt idx="158">
                  <c:v>#N/A</c:v>
                </c:pt>
                <c:pt idx="159">
                  <c:v>#N/A</c:v>
                </c:pt>
                <c:pt idx="160">
                  <c:v>#N/A</c:v>
                </c:pt>
                <c:pt idx="161">
                  <c:v>#N/A</c:v>
                </c:pt>
                <c:pt idx="162">
                  <c:v>#N/A</c:v>
                </c:pt>
                <c:pt idx="163">
                  <c:v>#N/A</c:v>
                </c:pt>
                <c:pt idx="164">
                  <c:v>#N/A</c:v>
                </c:pt>
                <c:pt idx="165">
                  <c:v>#N/A</c:v>
                </c:pt>
                <c:pt idx="166">
                  <c:v>#N/A</c:v>
                </c:pt>
                <c:pt idx="167">
                  <c:v>#N/A</c:v>
                </c:pt>
                <c:pt idx="168">
                  <c:v>#N/A</c:v>
                </c:pt>
                <c:pt idx="169">
                  <c:v>#N/A</c:v>
                </c:pt>
                <c:pt idx="170">
                  <c:v>#N/A</c:v>
                </c:pt>
                <c:pt idx="171">
                  <c:v>#N/A</c:v>
                </c:pt>
                <c:pt idx="172">
                  <c:v>#N/A</c:v>
                </c:pt>
                <c:pt idx="173">
                  <c:v>#N/A</c:v>
                </c:pt>
                <c:pt idx="174">
                  <c:v>#N/A</c:v>
                </c:pt>
                <c:pt idx="175">
                  <c:v>#N/A</c:v>
                </c:pt>
                <c:pt idx="176">
                  <c:v>#N/A</c:v>
                </c:pt>
                <c:pt idx="177">
                  <c:v>#N/A</c:v>
                </c:pt>
                <c:pt idx="178">
                  <c:v>#N/A</c:v>
                </c:pt>
                <c:pt idx="179">
                  <c:v>#N/A</c:v>
                </c:pt>
                <c:pt idx="180">
                  <c:v>#N/A</c:v>
                </c:pt>
                <c:pt idx="181">
                  <c:v>#N/A</c:v>
                </c:pt>
                <c:pt idx="182">
                  <c:v>#N/A</c:v>
                </c:pt>
                <c:pt idx="183">
                  <c:v>#N/A</c:v>
                </c:pt>
                <c:pt idx="184">
                  <c:v>#N/A</c:v>
                </c:pt>
                <c:pt idx="185">
                  <c:v>#N/A</c:v>
                </c:pt>
                <c:pt idx="186">
                  <c:v>#N/A</c:v>
                </c:pt>
                <c:pt idx="187">
                  <c:v>#N/A</c:v>
                </c:pt>
                <c:pt idx="188">
                  <c:v>#N/A</c:v>
                </c:pt>
                <c:pt idx="189">
                  <c:v>#N/A</c:v>
                </c:pt>
                <c:pt idx="190">
                  <c:v>#N/A</c:v>
                </c:pt>
                <c:pt idx="191">
                  <c:v>#N/A</c:v>
                </c:pt>
                <c:pt idx="192">
                  <c:v>#N/A</c:v>
                </c:pt>
                <c:pt idx="193">
                  <c:v>#N/A</c:v>
                </c:pt>
                <c:pt idx="194">
                  <c:v>#N/A</c:v>
                </c:pt>
                <c:pt idx="195">
                  <c:v>#N/A</c:v>
                </c:pt>
                <c:pt idx="196">
                  <c:v>#N/A</c:v>
                </c:pt>
                <c:pt idx="197">
                  <c:v>#N/A</c:v>
                </c:pt>
                <c:pt idx="198">
                  <c:v>#N/A</c:v>
                </c:pt>
                <c:pt idx="199">
                  <c:v>#N/A</c:v>
                </c:pt>
                <c:pt idx="200">
                  <c:v>#N/A</c:v>
                </c:pt>
                <c:pt idx="201">
                  <c:v>#N/A</c:v>
                </c:pt>
                <c:pt idx="202">
                  <c:v>#N/A</c:v>
                </c:pt>
                <c:pt idx="203">
                  <c:v>#N/A</c:v>
                </c:pt>
                <c:pt idx="204">
                  <c:v>#N/A</c:v>
                </c:pt>
                <c:pt idx="205">
                  <c:v>#N/A</c:v>
                </c:pt>
                <c:pt idx="206">
                  <c:v>#N/A</c:v>
                </c:pt>
                <c:pt idx="207">
                  <c:v>#N/A</c:v>
                </c:pt>
                <c:pt idx="208">
                  <c:v>#N/A</c:v>
                </c:pt>
                <c:pt idx="209">
                  <c:v>#N/A</c:v>
                </c:pt>
                <c:pt idx="210">
                  <c:v>#N/A</c:v>
                </c:pt>
                <c:pt idx="211">
                  <c:v>#N/A</c:v>
                </c:pt>
                <c:pt idx="212">
                  <c:v>#N/A</c:v>
                </c:pt>
                <c:pt idx="213">
                  <c:v>#N/A</c:v>
                </c:pt>
                <c:pt idx="214">
                  <c:v>#N/A</c:v>
                </c:pt>
                <c:pt idx="215">
                  <c:v>#N/A</c:v>
                </c:pt>
                <c:pt idx="216">
                  <c:v>#N/A</c:v>
                </c:pt>
                <c:pt idx="217">
                  <c:v>#N/A</c:v>
                </c:pt>
                <c:pt idx="218">
                  <c:v>#N/A</c:v>
                </c:pt>
                <c:pt idx="219">
                  <c:v>#N/A</c:v>
                </c:pt>
                <c:pt idx="220">
                  <c:v>#N/A</c:v>
                </c:pt>
                <c:pt idx="221">
                  <c:v>#N/A</c:v>
                </c:pt>
                <c:pt idx="222">
                  <c:v>#N/A</c:v>
                </c:pt>
                <c:pt idx="223">
                  <c:v>#N/A</c:v>
                </c:pt>
                <c:pt idx="224">
                  <c:v>#N/A</c:v>
                </c:pt>
                <c:pt idx="225">
                  <c:v>#N/A</c:v>
                </c:pt>
                <c:pt idx="226">
                  <c:v>#N/A</c:v>
                </c:pt>
                <c:pt idx="227">
                  <c:v>#N/A</c:v>
                </c:pt>
                <c:pt idx="228">
                  <c:v>#N/A</c:v>
                </c:pt>
                <c:pt idx="229">
                  <c:v>#N/A</c:v>
                </c:pt>
                <c:pt idx="230">
                  <c:v>#N/A</c:v>
                </c:pt>
                <c:pt idx="231">
                  <c:v>#N/A</c:v>
                </c:pt>
                <c:pt idx="232">
                  <c:v>#N/A</c:v>
                </c:pt>
                <c:pt idx="233">
                  <c:v>#N/A</c:v>
                </c:pt>
                <c:pt idx="234">
                  <c:v>#N/A</c:v>
                </c:pt>
                <c:pt idx="235">
                  <c:v>#N/A</c:v>
                </c:pt>
                <c:pt idx="236">
                  <c:v>#N/A</c:v>
                </c:pt>
                <c:pt idx="237">
                  <c:v>#N/A</c:v>
                </c:pt>
                <c:pt idx="238">
                  <c:v>#N/A</c:v>
                </c:pt>
                <c:pt idx="239">
                  <c:v>#N/A</c:v>
                </c:pt>
                <c:pt idx="240">
                  <c:v>#N/A</c:v>
                </c:pt>
                <c:pt idx="241">
                  <c:v>#N/A</c:v>
                </c:pt>
                <c:pt idx="242">
                  <c:v>#N/A</c:v>
                </c:pt>
                <c:pt idx="243">
                  <c:v>#N/A</c:v>
                </c:pt>
                <c:pt idx="244">
                  <c:v>#N/A</c:v>
                </c:pt>
                <c:pt idx="245">
                  <c:v>#N/A</c:v>
                </c:pt>
                <c:pt idx="246">
                  <c:v>#N/A</c:v>
                </c:pt>
                <c:pt idx="247">
                  <c:v>#N/A</c:v>
                </c:pt>
                <c:pt idx="248">
                  <c:v>#N/A</c:v>
                </c:pt>
                <c:pt idx="249">
                  <c:v>#N/A</c:v>
                </c:pt>
                <c:pt idx="250">
                  <c:v>#N/A</c:v>
                </c:pt>
              </c:numCache>
            </c:numRef>
          </c:yVal>
          <c:smooth val="0"/>
          <c:extLst>
            <c:ext xmlns:c16="http://schemas.microsoft.com/office/drawing/2014/chart" uri="{C3380CC4-5D6E-409C-BE32-E72D297353CC}">
              <c16:uniqueId val="{00000007-6630-4297-B283-C52FBC3C8DE5}"/>
            </c:ext>
          </c:extLst>
        </c:ser>
        <c:dLbls>
          <c:showLegendKey val="0"/>
          <c:showVal val="0"/>
          <c:showCatName val="0"/>
          <c:showSerName val="0"/>
          <c:showPercent val="0"/>
          <c:showBubbleSize val="0"/>
        </c:dLbls>
        <c:axId val="205665375"/>
        <c:axId val="1864457295"/>
      </c:scatterChart>
      <c:valAx>
        <c:axId val="205665375"/>
        <c:scaling>
          <c:orientation val="minMax"/>
          <c:max val="4500000000"/>
          <c:min val="0"/>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crossAx val="1864457295"/>
        <c:crosses val="autoZero"/>
        <c:crossBetween val="midCat"/>
        <c:majorUnit val="500000000"/>
        <c:dispUnits>
          <c:builtInUnit val="billions"/>
          <c:dispUnitsLbl>
            <c:layout>
              <c:manualLayout>
                <c:xMode val="edge"/>
                <c:yMode val="edge"/>
                <c:x val="0.36385293327399032"/>
                <c:y val="0.89650248252077458"/>
              </c:manualLayout>
            </c:layout>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Billion bushels</a:t>
                  </a:r>
                </a:p>
              </c:rich>
            </c:tx>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dispUnitsLbl>
        </c:dispUnits>
      </c:valAx>
      <c:valAx>
        <c:axId val="1864457295"/>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$/bu</a:t>
                </a: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crossAx val="205665375"/>
        <c:crosses val="autoZero"/>
        <c:crossBetween val="midCat"/>
      </c:valAx>
      <c:spPr>
        <a:noFill/>
        <a:ln>
          <a:noFill/>
        </a:ln>
        <a:effectLst/>
      </c:spPr>
    </c:plotArea>
    <c:legend>
      <c:legendPos val="b"/>
      <c:legendEntry>
        <c:idx val="0"/>
        <c:delete val="1"/>
      </c:legendEntry>
      <c:layout>
        <c:manualLayout>
          <c:xMode val="edge"/>
          <c:yMode val="edge"/>
          <c:x val="0.82553328369851842"/>
          <c:y val="4.3263870651252902E-2"/>
          <c:w val="0.15425146802143727"/>
          <c:h val="0.87414028472184357"/>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600" b="1"/>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313670166229222"/>
          <c:y val="5.0925925925925923E-2"/>
          <c:w val="0.80152296587926508"/>
          <c:h val="0.78516987459900844"/>
        </c:manualLayout>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0"/>
            <c:trendlineLbl>
              <c:layout>
                <c:manualLayout>
                  <c:x val="-2.3519247594050743E-2"/>
                  <c:y val="-0.54113006707494893"/>
                </c:manualLayout>
              </c:layout>
              <c:numFmt formatCode="General" sourceLinked="0"/>
              <c:spPr>
                <a:noFill/>
                <a:ln>
                  <a:noFill/>
                </a:ln>
                <a:effectLst/>
              </c:spPr>
              <c:txPr>
                <a:bodyPr rot="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trendlineLbl>
          </c:trendline>
          <c:xVal>
            <c:numRef>
              <c:f>Summary!$I$104:$AI$104</c:f>
              <c:numCache>
                <c:formatCode>#,##0</c:formatCode>
                <c:ptCount val="27"/>
                <c:pt idx="0">
                  <c:v>2182.2766099999994</c:v>
                </c:pt>
                <c:pt idx="1">
                  <c:v>3869.9227009999995</c:v>
                </c:pt>
                <c:pt idx="2">
                  <c:v>5905.5510280000008</c:v>
                </c:pt>
                <c:pt idx="3">
                  <c:v>2794.711358</c:v>
                </c:pt>
                <c:pt idx="4">
                  <c:v>8222.5874270000022</c:v>
                </c:pt>
                <c:pt idx="5">
                  <c:v>8466.8501309999992</c:v>
                </c:pt>
                <c:pt idx="6">
                  <c:v>3560.6535120000003</c:v>
                </c:pt>
                <c:pt idx="7">
                  <c:v>-107.88857000000004</c:v>
                </c:pt>
                <c:pt idx="8">
                  <c:v>2750.9075189999999</c:v>
                </c:pt>
                <c:pt idx="9">
                  <c:v>4814.1731829999999</c:v>
                </c:pt>
                <c:pt idx="10">
                  <c:v>7245.1673879999998</c:v>
                </c:pt>
                <c:pt idx="11">
                  <c:v>6914.2723960000003</c:v>
                </c:pt>
                <c:pt idx="12">
                  <c:v>11712.835383000001</c:v>
                </c:pt>
                <c:pt idx="13">
                  <c:v>6167.0335919999998</c:v>
                </c:pt>
                <c:pt idx="14">
                  <c:v>4099.2860440000004</c:v>
                </c:pt>
                <c:pt idx="15">
                  <c:v>5814.3106049999997</c:v>
                </c:pt>
                <c:pt idx="16">
                  <c:v>6024.9771700000001</c:v>
                </c:pt>
                <c:pt idx="17">
                  <c:v>7328.3397189999996</c:v>
                </c:pt>
                <c:pt idx="18">
                  <c:v>14227.604824000002</c:v>
                </c:pt>
                <c:pt idx="19">
                  <c:v>26043.363834999996</c:v>
                </c:pt>
                <c:pt idx="20">
                  <c:v>17381.501066999997</c:v>
                </c:pt>
                <c:pt idx="21">
                  <c:v>13801.561151000002</c:v>
                </c:pt>
                <c:pt idx="22">
                  <c:v>11735.546893999999</c:v>
                </c:pt>
                <c:pt idx="23">
                  <c:v>8855.0029030000005</c:v>
                </c:pt>
                <c:pt idx="24">
                  <c:v>15292.249217</c:v>
                </c:pt>
                <c:pt idx="25">
                  <c:v>15780.871297000002</c:v>
                </c:pt>
                <c:pt idx="26">
                  <c:v>10043.346651</c:v>
                </c:pt>
              </c:numCache>
            </c:numRef>
          </c:xVal>
          <c:yVal>
            <c:numRef>
              <c:f>Summary!$I$105:$AI$105</c:f>
              <c:numCache>
                <c:formatCode>#,##0</c:formatCode>
                <c:ptCount val="27"/>
                <c:pt idx="0">
                  <c:v>1442.6675563799986</c:v>
                </c:pt>
                <c:pt idx="1">
                  <c:v>-3327.7311334999999</c:v>
                </c:pt>
                <c:pt idx="2">
                  <c:v>-6246.9362194399982</c:v>
                </c:pt>
                <c:pt idx="3">
                  <c:v>-862.98299259999953</c:v>
                </c:pt>
                <c:pt idx="4">
                  <c:v>-4717.3332356999999</c:v>
                </c:pt>
                <c:pt idx="5">
                  <c:v>-6286.0078893800037</c:v>
                </c:pt>
                <c:pt idx="6">
                  <c:v>-13529.811503879999</c:v>
                </c:pt>
                <c:pt idx="7">
                  <c:v>-7744.480136299996</c:v>
                </c:pt>
                <c:pt idx="8">
                  <c:v>-6085.2371332399971</c:v>
                </c:pt>
                <c:pt idx="9">
                  <c:v>-8991.6631304999974</c:v>
                </c:pt>
                <c:pt idx="10">
                  <c:v>-9095.8490209200081</c:v>
                </c:pt>
                <c:pt idx="11">
                  <c:v>-10662.162852839996</c:v>
                </c:pt>
                <c:pt idx="12">
                  <c:v>-8505.766536640007</c:v>
                </c:pt>
                <c:pt idx="13">
                  <c:v>-13253.968192499995</c:v>
                </c:pt>
                <c:pt idx="14">
                  <c:v>-6876.4937700199998</c:v>
                </c:pt>
                <c:pt idx="15">
                  <c:v>-6778.209240200008</c:v>
                </c:pt>
                <c:pt idx="16">
                  <c:v>-962.50426034999987</c:v>
                </c:pt>
                <c:pt idx="17">
                  <c:v>-4806.2003198000011</c:v>
                </c:pt>
                <c:pt idx="18">
                  <c:v>-16711.645779399998</c:v>
                </c:pt>
                <c:pt idx="19">
                  <c:v>-25144.6971228</c:v>
                </c:pt>
                <c:pt idx="20">
                  <c:v>-25505.045643400001</c:v>
                </c:pt>
                <c:pt idx="21">
                  <c:v>-24534.3147097</c:v>
                </c:pt>
                <c:pt idx="22">
                  <c:v>-14210.785254</c:v>
                </c:pt>
                <c:pt idx="23">
                  <c:v>-8106.9785883999994</c:v>
                </c:pt>
                <c:pt idx="24">
                  <c:v>-5328.2375670000001</c:v>
                </c:pt>
                <c:pt idx="25">
                  <c:v>-18475.924446000001</c:v>
                </c:pt>
                <c:pt idx="26">
                  <c:v>-15163.77512</c:v>
                </c:pt>
              </c:numCache>
            </c:numRef>
          </c:yVal>
          <c:smooth val="0"/>
          <c:extLst>
            <c:ext xmlns:c16="http://schemas.microsoft.com/office/drawing/2014/chart" uri="{C3380CC4-5D6E-409C-BE32-E72D297353CC}">
              <c16:uniqueId val="{00000001-3FA2-4886-9548-CD874E2F5844}"/>
            </c:ext>
          </c:extLst>
        </c:ser>
        <c:dLbls>
          <c:showLegendKey val="0"/>
          <c:showVal val="0"/>
          <c:showCatName val="0"/>
          <c:showSerName val="0"/>
          <c:showPercent val="0"/>
          <c:showBubbleSize val="0"/>
        </c:dLbls>
        <c:axId val="1540699103"/>
        <c:axId val="1540693343"/>
      </c:scatterChart>
      <c:valAx>
        <c:axId val="1540699103"/>
        <c:scaling>
          <c:orientation val="minMax"/>
          <c:min val="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r>
                  <a:rPr lang="en-US"/>
                  <a:t>Commodity specific gov't support - $ billion</a:t>
                </a:r>
              </a:p>
            </c:rich>
          </c:tx>
          <c:layout>
            <c:manualLayout>
              <c:xMode val="edge"/>
              <c:yMode val="edge"/>
              <c:x val="0.25005096237970253"/>
              <c:y val="0.90645815106445027"/>
            </c:manualLayout>
          </c:layout>
          <c:overlay val="0"/>
          <c:spPr>
            <a:noFill/>
            <a:ln>
              <a:noFill/>
            </a:ln>
            <a:effectLst/>
          </c:spPr>
          <c:txPr>
            <a:bodyPr rot="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crossAx val="1540693343"/>
        <c:crosses val="autoZero"/>
        <c:crossBetween val="midCat"/>
        <c:dispUnits>
          <c:builtInUnit val="thousands"/>
        </c:dispUnits>
      </c:valAx>
      <c:valAx>
        <c:axId val="154069334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r>
                  <a:rPr lang="en-US"/>
                  <a:t>Market returns - $ billion</a:t>
                </a:r>
              </a:p>
            </c:rich>
          </c:tx>
          <c:overlay val="0"/>
          <c:spPr>
            <a:noFill/>
            <a:ln>
              <a:noFill/>
            </a:ln>
            <a:effectLst/>
          </c:spPr>
          <c:txPr>
            <a:bodyPr rot="-54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300" b="1" i="0" u="none" strike="noStrike" kern="1200" baseline="0">
                <a:solidFill>
                  <a:schemeClr val="tx1">
                    <a:lumMod val="65000"/>
                    <a:lumOff val="35000"/>
                  </a:schemeClr>
                </a:solidFill>
                <a:latin typeface="+mn-lt"/>
                <a:ea typeface="+mn-ea"/>
                <a:cs typeface="+mn-cs"/>
              </a:defRPr>
            </a:pPr>
            <a:endParaRPr lang="en-US"/>
          </a:p>
        </c:txPr>
        <c:crossAx val="1540699103"/>
        <c:crosses val="autoZero"/>
        <c:crossBetween val="midCat"/>
        <c:dispUnits>
          <c:builtInUnit val="thousands"/>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300" b="1"/>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507896725208707"/>
          <c:y val="5.0925925925925923E-2"/>
          <c:w val="0.77077511379761532"/>
          <c:h val="0.78240740740740744"/>
        </c:manualLayout>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1"/>
            <c:dispEq val="0"/>
            <c:trendlineLbl>
              <c:layout>
                <c:manualLayout>
                  <c:x val="-5.4982502187226594E-3"/>
                  <c:y val="-0.1925524934383202"/>
                </c:manualLayout>
              </c:layout>
              <c:numFmt formatCode="General" sourceLinked="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trendlineLbl>
          </c:trendline>
          <c:xVal>
            <c:numRef>
              <c:f>Summary!$AJ$104:$BA$104</c:f>
              <c:numCache>
                <c:formatCode>#,##0</c:formatCode>
                <c:ptCount val="18"/>
                <c:pt idx="0">
                  <c:v>10080.806774000001</c:v>
                </c:pt>
                <c:pt idx="1">
                  <c:v>13248.107814999999</c:v>
                </c:pt>
                <c:pt idx="2">
                  <c:v>7724.2923220000011</c:v>
                </c:pt>
                <c:pt idx="3">
                  <c:v>6416.7305159999996</c:v>
                </c:pt>
                <c:pt idx="4">
                  <c:v>11759.726249000001</c:v>
                </c:pt>
                <c:pt idx="5">
                  <c:v>17539.377296999999</c:v>
                </c:pt>
                <c:pt idx="6">
                  <c:v>12032.745714000002</c:v>
                </c:pt>
                <c:pt idx="7">
                  <c:v>6092.6474159999998</c:v>
                </c:pt>
                <c:pt idx="8">
                  <c:v>8098.3804150000005</c:v>
                </c:pt>
                <c:pt idx="9">
                  <c:v>7565.6418599999988</c:v>
                </c:pt>
                <c:pt idx="10">
                  <c:v>8231.3583060000001</c:v>
                </c:pt>
                <c:pt idx="11">
                  <c:v>22006.524035000002</c:v>
                </c:pt>
                <c:pt idx="12">
                  <c:v>31296.869008394431</c:v>
                </c:pt>
                <c:pt idx="13">
                  <c:v>19061.31344459757</c:v>
                </c:pt>
                <c:pt idx="14">
                  <c:v>7657.050950402433</c:v>
                </c:pt>
                <c:pt idx="15">
                  <c:v>9626.4251619999995</c:v>
                </c:pt>
                <c:pt idx="16">
                  <c:v>8384.1218430000008</c:v>
                </c:pt>
                <c:pt idx="17">
                  <c:v>7047.883041</c:v>
                </c:pt>
              </c:numCache>
            </c:numRef>
          </c:xVal>
          <c:yVal>
            <c:numRef>
              <c:f>Summary!$AJ$105:$BA$105</c:f>
              <c:numCache>
                <c:formatCode>#,##0</c:formatCode>
                <c:ptCount val="18"/>
                <c:pt idx="0">
                  <c:v>3494.86771</c:v>
                </c:pt>
                <c:pt idx="1">
                  <c:v>19640.143309999999</c:v>
                </c:pt>
                <c:pt idx="2">
                  <c:v>2302.668095</c:v>
                </c:pt>
                <c:pt idx="3">
                  <c:v>16164.264834</c:v>
                </c:pt>
                <c:pt idx="4">
                  <c:v>28834.997324</c:v>
                </c:pt>
                <c:pt idx="5">
                  <c:v>27517.575000000001</c:v>
                </c:pt>
                <c:pt idx="6">
                  <c:v>9560.0318800000005</c:v>
                </c:pt>
                <c:pt idx="7">
                  <c:v>-10975.132127000001</c:v>
                </c:pt>
                <c:pt idx="8">
                  <c:v>-15869.784379999999</c:v>
                </c:pt>
                <c:pt idx="9">
                  <c:v>-10417.607565</c:v>
                </c:pt>
                <c:pt idx="10">
                  <c:v>-11173.554767</c:v>
                </c:pt>
                <c:pt idx="11">
                  <c:v>-14921.602953</c:v>
                </c:pt>
                <c:pt idx="12">
                  <c:v>-13053.389283</c:v>
                </c:pt>
                <c:pt idx="13">
                  <c:v>-4234.202045</c:v>
                </c:pt>
                <c:pt idx="14">
                  <c:v>30646.028713</c:v>
                </c:pt>
                <c:pt idx="15">
                  <c:v>23145.905900000002</c:v>
                </c:pt>
                <c:pt idx="16">
                  <c:v>-2989.4267199999999</c:v>
                </c:pt>
                <c:pt idx="17">
                  <c:v>-29539.992050000001</c:v>
                </c:pt>
              </c:numCache>
            </c:numRef>
          </c:yVal>
          <c:smooth val="0"/>
          <c:extLst>
            <c:ext xmlns:c16="http://schemas.microsoft.com/office/drawing/2014/chart" uri="{C3380CC4-5D6E-409C-BE32-E72D297353CC}">
              <c16:uniqueId val="{00000001-8074-4322-8591-3DC4CDB7E4A1}"/>
            </c:ext>
          </c:extLst>
        </c:ser>
        <c:dLbls>
          <c:showLegendKey val="0"/>
          <c:showVal val="0"/>
          <c:showCatName val="0"/>
          <c:showSerName val="0"/>
          <c:showPercent val="0"/>
          <c:showBubbleSize val="0"/>
        </c:dLbls>
        <c:axId val="1220309712"/>
        <c:axId val="1220322672"/>
      </c:scatterChart>
      <c:valAx>
        <c:axId val="122030971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out"/>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220322672"/>
        <c:crosses val="autoZero"/>
        <c:crossBetween val="midCat"/>
        <c:dispUnits>
          <c:builtInUnit val="thousands"/>
          <c:dispUnitsLbl>
            <c:layout>
              <c:manualLayout>
                <c:xMode val="edge"/>
                <c:yMode val="edge"/>
                <c:x val="0.29295144356955388"/>
                <c:y val="0.91758457276173833"/>
              </c:manualLayout>
            </c:layout>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t>Commodity specific gov't support - $ billion</a:t>
                  </a:r>
                </a:p>
              </c:rich>
            </c:tx>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dispUnitsLbl>
        </c:dispUnits>
      </c:valAx>
      <c:valAx>
        <c:axId val="122032267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1220309712"/>
        <c:crosses val="autoZero"/>
        <c:crossBetween val="midCat"/>
        <c:dispUnits>
          <c:builtInUnit val="thousands"/>
          <c:dispUnitsLbl>
            <c:layout>
              <c:manualLayout>
                <c:xMode val="edge"/>
                <c:yMode val="edge"/>
                <c:x val="2.3534268285940695E-2"/>
                <c:y val="0.16622164487042337"/>
              </c:manualLayout>
            </c:layout>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r>
                    <a:rPr lang="en-US"/>
                    <a:t>Market returns - $ billion</a:t>
                  </a:r>
                </a:p>
              </c:rich>
            </c:tx>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400" b="1"/>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Sheet4!$I$2</c:f>
              <c:strCache>
                <c:ptCount val="1"/>
                <c:pt idx="0">
                  <c:v>Pre-OBBB</c:v>
                </c:pt>
              </c:strCache>
            </c:strRef>
          </c:tx>
          <c:spPr>
            <a:solidFill>
              <a:schemeClr val="accent3"/>
            </a:solidFill>
            <a:ln>
              <a:noFill/>
            </a:ln>
            <a:effectLst/>
          </c:spPr>
          <c:invertIfNegative val="0"/>
          <c:cat>
            <c:strRef>
              <c:f>Sheet4!$H$3:$H$16</c:f>
              <c:strCache>
                <c:ptCount val="14"/>
                <c:pt idx="0">
                  <c:v>Corn</c:v>
                </c:pt>
                <c:pt idx="1">
                  <c:v>Cotton</c:v>
                </c:pt>
                <c:pt idx="2">
                  <c:v>Wheat</c:v>
                </c:pt>
                <c:pt idx="3">
                  <c:v>Rice</c:v>
                </c:pt>
                <c:pt idx="4">
                  <c:v>Soybeans</c:v>
                </c:pt>
                <c:pt idx="5">
                  <c:v>Peanuts</c:v>
                </c:pt>
                <c:pt idx="6">
                  <c:v>Sorghum</c:v>
                </c:pt>
                <c:pt idx="7">
                  <c:v>Other Oilseeds</c:v>
                </c:pt>
                <c:pt idx="8">
                  <c:v>Barley</c:v>
                </c:pt>
                <c:pt idx="9">
                  <c:v>Sugar</c:v>
                </c:pt>
                <c:pt idx="10">
                  <c:v>Oats</c:v>
                </c:pt>
                <c:pt idx="11">
                  <c:v>Lentils</c:v>
                </c:pt>
                <c:pt idx="12">
                  <c:v>Wool</c:v>
                </c:pt>
                <c:pt idx="13">
                  <c:v>Dry Peas</c:v>
                </c:pt>
              </c:strCache>
            </c:strRef>
          </c:cat>
          <c:val>
            <c:numRef>
              <c:f>Sheet4!$I$3:$I$16</c:f>
              <c:numCache>
                <c:formatCode>General</c:formatCode>
                <c:ptCount val="14"/>
                <c:pt idx="0">
                  <c:v>22593</c:v>
                </c:pt>
                <c:pt idx="1">
                  <c:v>5332</c:v>
                </c:pt>
                <c:pt idx="2">
                  <c:v>5689</c:v>
                </c:pt>
                <c:pt idx="3">
                  <c:v>4283</c:v>
                </c:pt>
                <c:pt idx="4">
                  <c:v>6006</c:v>
                </c:pt>
                <c:pt idx="5">
                  <c:v>2801</c:v>
                </c:pt>
                <c:pt idx="6">
                  <c:v>1132</c:v>
                </c:pt>
                <c:pt idx="7">
                  <c:v>1103</c:v>
                </c:pt>
                <c:pt idx="8">
                  <c:v>536</c:v>
                </c:pt>
                <c:pt idx="9">
                  <c:v>100</c:v>
                </c:pt>
                <c:pt idx="10">
                  <c:v>51</c:v>
                </c:pt>
                <c:pt idx="11">
                  <c:v>26</c:v>
                </c:pt>
                <c:pt idx="12">
                  <c:v>60</c:v>
                </c:pt>
                <c:pt idx="13">
                  <c:v>23</c:v>
                </c:pt>
              </c:numCache>
            </c:numRef>
          </c:val>
          <c:extLst>
            <c:ext xmlns:c16="http://schemas.microsoft.com/office/drawing/2014/chart" uri="{C3380CC4-5D6E-409C-BE32-E72D297353CC}">
              <c16:uniqueId val="{00000000-3DB5-4CFE-8A35-155342EEADC8}"/>
            </c:ext>
          </c:extLst>
        </c:ser>
        <c:ser>
          <c:idx val="1"/>
          <c:order val="1"/>
          <c:tx>
            <c:strRef>
              <c:f>Sheet4!$J$2</c:f>
              <c:strCache>
                <c:ptCount val="1"/>
                <c:pt idx="0">
                  <c:v>Post-OBBB</c:v>
                </c:pt>
              </c:strCache>
            </c:strRef>
          </c:tx>
          <c:spPr>
            <a:solidFill>
              <a:schemeClr val="accent2"/>
            </a:solidFill>
            <a:ln>
              <a:noFill/>
            </a:ln>
            <a:effectLst/>
          </c:spPr>
          <c:invertIfNegative val="0"/>
          <c:dLbls>
            <c:dLbl>
              <c:idx val="0"/>
              <c:tx>
                <c:rich>
                  <a:bodyPr/>
                  <a:lstStyle/>
                  <a:p>
                    <a:fld id="{683931A4-783D-428D-921E-4A67F2F1EE25}"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3DB5-4CFE-8A35-155342EEADC8}"/>
                </c:ext>
              </c:extLst>
            </c:dLbl>
            <c:dLbl>
              <c:idx val="1"/>
              <c:tx>
                <c:rich>
                  <a:bodyPr/>
                  <a:lstStyle/>
                  <a:p>
                    <a:fld id="{3345547D-922A-49D5-A5B3-8717798D2439}"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3DB5-4CFE-8A35-155342EEADC8}"/>
                </c:ext>
              </c:extLst>
            </c:dLbl>
            <c:dLbl>
              <c:idx val="2"/>
              <c:tx>
                <c:rich>
                  <a:bodyPr/>
                  <a:lstStyle/>
                  <a:p>
                    <a:fld id="{01122532-06D5-4FA7-A777-DCDF685D4507}"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3DB5-4CFE-8A35-155342EEADC8}"/>
                </c:ext>
              </c:extLst>
            </c:dLbl>
            <c:dLbl>
              <c:idx val="3"/>
              <c:tx>
                <c:rich>
                  <a:bodyPr/>
                  <a:lstStyle/>
                  <a:p>
                    <a:fld id="{8816F8AF-8F13-4672-B341-6B1411D105DF}"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3DB5-4CFE-8A35-155342EEADC8}"/>
                </c:ext>
              </c:extLst>
            </c:dLbl>
            <c:dLbl>
              <c:idx val="4"/>
              <c:tx>
                <c:rich>
                  <a:bodyPr/>
                  <a:lstStyle/>
                  <a:p>
                    <a:fld id="{4AA92041-2F16-4E43-95AA-FE7383CAA570}"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3DB5-4CFE-8A35-155342EEADC8}"/>
                </c:ext>
              </c:extLst>
            </c:dLbl>
            <c:dLbl>
              <c:idx val="5"/>
              <c:tx>
                <c:rich>
                  <a:bodyPr/>
                  <a:lstStyle/>
                  <a:p>
                    <a:fld id="{4091E2CF-DCE3-4D53-A883-9B0294431111}"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3DB5-4CFE-8A35-155342EEADC8}"/>
                </c:ext>
              </c:extLst>
            </c:dLbl>
            <c:dLbl>
              <c:idx val="6"/>
              <c:tx>
                <c:rich>
                  <a:bodyPr/>
                  <a:lstStyle/>
                  <a:p>
                    <a:fld id="{BBA55762-CF58-4993-AA09-20C85A0A5667}"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3DB5-4CFE-8A35-155342EEADC8}"/>
                </c:ext>
              </c:extLst>
            </c:dLbl>
            <c:dLbl>
              <c:idx val="7"/>
              <c:tx>
                <c:rich>
                  <a:bodyPr/>
                  <a:lstStyle/>
                  <a:p>
                    <a:fld id="{04CBA437-A911-4404-819F-C8039AD4B1B4}"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3DB5-4CFE-8A35-155342EEADC8}"/>
                </c:ext>
              </c:extLst>
            </c:dLbl>
            <c:dLbl>
              <c:idx val="8"/>
              <c:tx>
                <c:rich>
                  <a:bodyPr/>
                  <a:lstStyle/>
                  <a:p>
                    <a:fld id="{3CB5A6C6-984B-4BA9-BDFD-5F3A7A79190C}"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3DB5-4CFE-8A35-155342EEADC8}"/>
                </c:ext>
              </c:extLst>
            </c:dLbl>
            <c:dLbl>
              <c:idx val="9"/>
              <c:tx>
                <c:rich>
                  <a:bodyPr/>
                  <a:lstStyle/>
                  <a:p>
                    <a:fld id="{9A54538C-2266-4306-9E32-A18AF08EE2AA}"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3DB5-4CFE-8A35-155342EEADC8}"/>
                </c:ext>
              </c:extLst>
            </c:dLbl>
            <c:dLbl>
              <c:idx val="10"/>
              <c:tx>
                <c:rich>
                  <a:bodyPr/>
                  <a:lstStyle/>
                  <a:p>
                    <a:fld id="{8FA33B07-E969-406E-B188-3AFE94CF22A4}"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3DB5-4CFE-8A35-155342EEADC8}"/>
                </c:ext>
              </c:extLst>
            </c:dLbl>
            <c:dLbl>
              <c:idx val="11"/>
              <c:tx>
                <c:rich>
                  <a:bodyPr/>
                  <a:lstStyle/>
                  <a:p>
                    <a:fld id="{32F48535-FE99-4F49-B75F-934712335DF8}"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3DB5-4CFE-8A35-155342EEADC8}"/>
                </c:ext>
              </c:extLst>
            </c:dLbl>
            <c:dLbl>
              <c:idx val="12"/>
              <c:tx>
                <c:rich>
                  <a:bodyPr/>
                  <a:lstStyle/>
                  <a:p>
                    <a:fld id="{EBDF0457-56BB-403D-A1F0-A1A38FF65D23}"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3DB5-4CFE-8A35-155342EEADC8}"/>
                </c:ext>
              </c:extLst>
            </c:dLbl>
            <c:dLbl>
              <c:idx val="13"/>
              <c:tx>
                <c:rich>
                  <a:bodyPr/>
                  <a:lstStyle/>
                  <a:p>
                    <a:fld id="{72299251-0E79-4256-9C56-8D7B4C1FEFF2}" type="CELLRANGE">
                      <a:rPr lang="en-US"/>
                      <a:pPr/>
                      <a:t>[CELLRANGE]</a:t>
                    </a:fld>
                    <a:endParaRPr lang="en-US"/>
                  </a:p>
                </c:rich>
              </c:tx>
              <c:dLblPos val="out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3DB5-4CFE-8A35-155342EEADC8}"/>
                </c:ext>
              </c:extLst>
            </c:dLbl>
            <c:numFmt formatCode="0%" sourceLinked="0"/>
            <c:spPr>
              <a:noFill/>
              <a:ln>
                <a:noFill/>
              </a:ln>
              <a:effectLst/>
            </c:spPr>
            <c:txPr>
              <a:bodyPr rot="0" spcFirstLastPara="1" vertOverflow="ellipsis" vert="horz" wrap="square" anchor="ctr" anchorCtr="1"/>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Sheet4!$H$3:$H$16</c:f>
              <c:strCache>
                <c:ptCount val="14"/>
                <c:pt idx="0">
                  <c:v>Corn</c:v>
                </c:pt>
                <c:pt idx="1">
                  <c:v>Cotton</c:v>
                </c:pt>
                <c:pt idx="2">
                  <c:v>Wheat</c:v>
                </c:pt>
                <c:pt idx="3">
                  <c:v>Rice</c:v>
                </c:pt>
                <c:pt idx="4">
                  <c:v>Soybeans</c:v>
                </c:pt>
                <c:pt idx="5">
                  <c:v>Peanuts</c:v>
                </c:pt>
                <c:pt idx="6">
                  <c:v>Sorghum</c:v>
                </c:pt>
                <c:pt idx="7">
                  <c:v>Other Oilseeds</c:v>
                </c:pt>
                <c:pt idx="8">
                  <c:v>Barley</c:v>
                </c:pt>
                <c:pt idx="9">
                  <c:v>Sugar</c:v>
                </c:pt>
                <c:pt idx="10">
                  <c:v>Oats</c:v>
                </c:pt>
                <c:pt idx="11">
                  <c:v>Lentils</c:v>
                </c:pt>
                <c:pt idx="12">
                  <c:v>Wool</c:v>
                </c:pt>
                <c:pt idx="13">
                  <c:v>Dry Peas</c:v>
                </c:pt>
              </c:strCache>
            </c:strRef>
          </c:cat>
          <c:val>
            <c:numRef>
              <c:f>Sheet4!$J$3:$J$16</c:f>
              <c:numCache>
                <c:formatCode>General</c:formatCode>
                <c:ptCount val="14"/>
                <c:pt idx="0">
                  <c:v>40130</c:v>
                </c:pt>
                <c:pt idx="1">
                  <c:v>20650</c:v>
                </c:pt>
                <c:pt idx="2">
                  <c:v>20401</c:v>
                </c:pt>
                <c:pt idx="3">
                  <c:v>11754</c:v>
                </c:pt>
                <c:pt idx="4">
                  <c:v>11668</c:v>
                </c:pt>
                <c:pt idx="5">
                  <c:v>8007</c:v>
                </c:pt>
                <c:pt idx="6">
                  <c:v>2313</c:v>
                </c:pt>
                <c:pt idx="7">
                  <c:v>1696</c:v>
                </c:pt>
                <c:pt idx="8">
                  <c:v>963</c:v>
                </c:pt>
                <c:pt idx="9">
                  <c:v>220</c:v>
                </c:pt>
                <c:pt idx="10">
                  <c:v>97</c:v>
                </c:pt>
                <c:pt idx="11">
                  <c:v>58</c:v>
                </c:pt>
                <c:pt idx="12">
                  <c:v>49</c:v>
                </c:pt>
                <c:pt idx="13">
                  <c:v>24</c:v>
                </c:pt>
              </c:numCache>
            </c:numRef>
          </c:val>
          <c:extLst>
            <c:ext xmlns:c15="http://schemas.microsoft.com/office/drawing/2012/chart" uri="{02D57815-91ED-43cb-92C2-25804820EDAC}">
              <c15:datalabelsRange>
                <c15:f>Sheet4!$K$3:$K$16</c15:f>
                <c15:dlblRangeCache>
                  <c:ptCount val="14"/>
                  <c:pt idx="0">
                    <c:v>78%</c:v>
                  </c:pt>
                  <c:pt idx="1">
                    <c:v>287%</c:v>
                  </c:pt>
                  <c:pt idx="2">
                    <c:v>259%</c:v>
                  </c:pt>
                  <c:pt idx="3">
                    <c:v>174%</c:v>
                  </c:pt>
                  <c:pt idx="4">
                    <c:v>94%</c:v>
                  </c:pt>
                  <c:pt idx="5">
                    <c:v>186%</c:v>
                  </c:pt>
                  <c:pt idx="6">
                    <c:v>104%</c:v>
                  </c:pt>
                  <c:pt idx="7">
                    <c:v>54%</c:v>
                  </c:pt>
                  <c:pt idx="8">
                    <c:v>80%</c:v>
                  </c:pt>
                  <c:pt idx="9">
                    <c:v>120%</c:v>
                  </c:pt>
                  <c:pt idx="10">
                    <c:v>90%</c:v>
                  </c:pt>
                  <c:pt idx="11">
                    <c:v>123%</c:v>
                  </c:pt>
                  <c:pt idx="12">
                    <c:v>-18%</c:v>
                  </c:pt>
                  <c:pt idx="13">
                    <c:v>4%</c:v>
                  </c:pt>
                </c15:dlblRangeCache>
              </c15:datalabelsRange>
            </c:ext>
            <c:ext xmlns:c16="http://schemas.microsoft.com/office/drawing/2014/chart" uri="{C3380CC4-5D6E-409C-BE32-E72D297353CC}">
              <c16:uniqueId val="{0000000F-3DB5-4CFE-8A35-155342EEADC8}"/>
            </c:ext>
          </c:extLst>
        </c:ser>
        <c:dLbls>
          <c:showLegendKey val="0"/>
          <c:showVal val="0"/>
          <c:showCatName val="0"/>
          <c:showSerName val="0"/>
          <c:showPercent val="0"/>
          <c:showBubbleSize val="0"/>
        </c:dLbls>
        <c:gapWidth val="219"/>
        <c:overlap val="-27"/>
        <c:axId val="1480069055"/>
        <c:axId val="1480056575"/>
      </c:barChart>
      <c:catAx>
        <c:axId val="1480069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480056575"/>
        <c:crosses val="autoZero"/>
        <c:auto val="1"/>
        <c:lblAlgn val="ctr"/>
        <c:lblOffset val="100"/>
        <c:noMultiLvlLbl val="0"/>
      </c:catAx>
      <c:valAx>
        <c:axId val="14800565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480069055"/>
        <c:crosses val="autoZero"/>
        <c:crossBetween val="between"/>
        <c:dispUnits>
          <c:builtInUnit val="thousands"/>
          <c:dispUnitsLbl>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a:t>2025-35 cumulative spend ($ billions)</a:t>
                  </a:r>
                </a:p>
              </c:rich>
            </c:tx>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b="1"/>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'baseline spending'!$C$5</c:f>
              <c:strCache>
                <c:ptCount val="1"/>
                <c:pt idx="0">
                  <c:v>Pre-OBBB</c:v>
                </c:pt>
              </c:strCache>
            </c:strRef>
          </c:tx>
          <c:spPr>
            <a:ln w="28575" cap="rnd">
              <a:solidFill>
                <a:schemeClr val="accent3"/>
              </a:solidFill>
              <a:round/>
            </a:ln>
            <a:effectLst/>
          </c:spPr>
          <c:marker>
            <c:symbol val="none"/>
          </c:marker>
          <c:cat>
            <c:numRef>
              <c:f>'baseline spending'!$D$4:$O$4</c:f>
              <c:numCache>
                <c:formatCode>General</c:formatCode>
                <c:ptCount val="12"/>
                <c:pt idx="0">
                  <c:v>2025</c:v>
                </c:pt>
                <c:pt idx="1">
                  <c:v>2026</c:v>
                </c:pt>
                <c:pt idx="2">
                  <c:v>2027</c:v>
                </c:pt>
                <c:pt idx="3">
                  <c:v>2028</c:v>
                </c:pt>
                <c:pt idx="4">
                  <c:v>2029</c:v>
                </c:pt>
                <c:pt idx="5">
                  <c:v>2030</c:v>
                </c:pt>
                <c:pt idx="6">
                  <c:v>2031</c:v>
                </c:pt>
                <c:pt idx="7">
                  <c:v>2032</c:v>
                </c:pt>
                <c:pt idx="8">
                  <c:v>2033</c:v>
                </c:pt>
                <c:pt idx="9">
                  <c:v>2034</c:v>
                </c:pt>
                <c:pt idx="10">
                  <c:v>2035</c:v>
                </c:pt>
                <c:pt idx="11">
                  <c:v>2036</c:v>
                </c:pt>
              </c:numCache>
            </c:numRef>
          </c:cat>
          <c:val>
            <c:numRef>
              <c:f>'baseline spending'!$D$5:$O$5</c:f>
              <c:numCache>
                <c:formatCode>#,##0</c:formatCode>
                <c:ptCount val="12"/>
                <c:pt idx="0">
                  <c:v>14459</c:v>
                </c:pt>
                <c:pt idx="1">
                  <c:v>12836</c:v>
                </c:pt>
                <c:pt idx="2">
                  <c:v>12634</c:v>
                </c:pt>
                <c:pt idx="3">
                  <c:v>12963</c:v>
                </c:pt>
                <c:pt idx="4">
                  <c:v>13067</c:v>
                </c:pt>
                <c:pt idx="5">
                  <c:v>13167</c:v>
                </c:pt>
                <c:pt idx="6">
                  <c:v>13288</c:v>
                </c:pt>
                <c:pt idx="7">
                  <c:v>13389</c:v>
                </c:pt>
                <c:pt idx="8">
                  <c:v>13442</c:v>
                </c:pt>
                <c:pt idx="9">
                  <c:v>13516</c:v>
                </c:pt>
                <c:pt idx="10">
                  <c:v>13617</c:v>
                </c:pt>
                <c:pt idx="11">
                  <c:v>13693</c:v>
                </c:pt>
              </c:numCache>
            </c:numRef>
          </c:val>
          <c:smooth val="0"/>
          <c:extLst>
            <c:ext xmlns:c16="http://schemas.microsoft.com/office/drawing/2014/chart" uri="{C3380CC4-5D6E-409C-BE32-E72D297353CC}">
              <c16:uniqueId val="{00000000-216E-4EF9-975C-5D10169667D0}"/>
            </c:ext>
          </c:extLst>
        </c:ser>
        <c:ser>
          <c:idx val="1"/>
          <c:order val="1"/>
          <c:tx>
            <c:strRef>
              <c:f>'baseline spending'!$C$6</c:f>
              <c:strCache>
                <c:ptCount val="1"/>
                <c:pt idx="0">
                  <c:v>Post-OBBB</c:v>
                </c:pt>
              </c:strCache>
            </c:strRef>
          </c:tx>
          <c:spPr>
            <a:ln w="28575" cap="rnd">
              <a:solidFill>
                <a:schemeClr val="accent2"/>
              </a:solidFill>
              <a:round/>
            </a:ln>
            <a:effectLst/>
          </c:spPr>
          <c:marker>
            <c:symbol val="none"/>
          </c:marker>
          <c:cat>
            <c:numRef>
              <c:f>'baseline spending'!$D$4:$O$4</c:f>
              <c:numCache>
                <c:formatCode>General</c:formatCode>
                <c:ptCount val="12"/>
                <c:pt idx="0">
                  <c:v>2025</c:v>
                </c:pt>
                <c:pt idx="1">
                  <c:v>2026</c:v>
                </c:pt>
                <c:pt idx="2">
                  <c:v>2027</c:v>
                </c:pt>
                <c:pt idx="3">
                  <c:v>2028</c:v>
                </c:pt>
                <c:pt idx="4">
                  <c:v>2029</c:v>
                </c:pt>
                <c:pt idx="5">
                  <c:v>2030</c:v>
                </c:pt>
                <c:pt idx="6">
                  <c:v>2031</c:v>
                </c:pt>
                <c:pt idx="7">
                  <c:v>2032</c:v>
                </c:pt>
                <c:pt idx="8">
                  <c:v>2033</c:v>
                </c:pt>
                <c:pt idx="9">
                  <c:v>2034</c:v>
                </c:pt>
                <c:pt idx="10">
                  <c:v>2035</c:v>
                </c:pt>
                <c:pt idx="11">
                  <c:v>2036</c:v>
                </c:pt>
              </c:numCache>
            </c:numRef>
          </c:cat>
          <c:val>
            <c:numRef>
              <c:f>'baseline spending'!$D$6:$O$6</c:f>
              <c:numCache>
                <c:formatCode>#,##0</c:formatCode>
                <c:ptCount val="12"/>
                <c:pt idx="0">
                  <c:v>11904</c:v>
                </c:pt>
                <c:pt idx="1">
                  <c:v>9408</c:v>
                </c:pt>
                <c:pt idx="2">
                  <c:v>15936</c:v>
                </c:pt>
                <c:pt idx="3">
                  <c:v>14898</c:v>
                </c:pt>
                <c:pt idx="4">
                  <c:v>15130</c:v>
                </c:pt>
                <c:pt idx="5">
                  <c:v>15305</c:v>
                </c:pt>
                <c:pt idx="6">
                  <c:v>15453</c:v>
                </c:pt>
                <c:pt idx="7">
                  <c:v>15553</c:v>
                </c:pt>
                <c:pt idx="8">
                  <c:v>15649</c:v>
                </c:pt>
                <c:pt idx="9">
                  <c:v>15762</c:v>
                </c:pt>
                <c:pt idx="10">
                  <c:v>15889</c:v>
                </c:pt>
                <c:pt idx="11">
                  <c:v>15964</c:v>
                </c:pt>
              </c:numCache>
            </c:numRef>
          </c:val>
          <c:smooth val="0"/>
          <c:extLst>
            <c:ext xmlns:c16="http://schemas.microsoft.com/office/drawing/2014/chart" uri="{C3380CC4-5D6E-409C-BE32-E72D297353CC}">
              <c16:uniqueId val="{00000001-216E-4EF9-975C-5D10169667D0}"/>
            </c:ext>
          </c:extLst>
        </c:ser>
        <c:dLbls>
          <c:showLegendKey val="0"/>
          <c:showVal val="0"/>
          <c:showCatName val="0"/>
          <c:showSerName val="0"/>
          <c:showPercent val="0"/>
          <c:showBubbleSize val="0"/>
        </c:dLbls>
        <c:smooth val="0"/>
        <c:axId val="1482122751"/>
        <c:axId val="1482120831"/>
      </c:lineChart>
      <c:catAx>
        <c:axId val="14821227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2120831"/>
        <c:crosses val="autoZero"/>
        <c:auto val="1"/>
        <c:lblAlgn val="ctr"/>
        <c:lblOffset val="100"/>
        <c:noMultiLvlLbl val="0"/>
      </c:catAx>
      <c:valAx>
        <c:axId val="148212083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2122751"/>
        <c:crosses val="autoZero"/>
        <c:crossBetween val="between"/>
        <c:dispUnits>
          <c:builtInUnit val="thousands"/>
          <c:dispUnitsLbl>
            <c:layout>
              <c:manualLayout>
                <c:xMode val="edge"/>
                <c:yMode val="edge"/>
                <c:x val="3.0555555555555555E-2"/>
                <c:y val="0.26851851851851855"/>
              </c:manualLayout>
            </c:layout>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Billion</a:t>
                  </a:r>
                  <a:r>
                    <a:rPr lang="en-US" baseline="0"/>
                    <a:t> dollars</a:t>
                  </a:r>
                  <a:endParaRPr lang="en-US"/>
                </a:p>
              </c:rich>
            </c:tx>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Pt>
            <c:idx val="17"/>
            <c:marker>
              <c:symbol val="circle"/>
              <c:size val="5"/>
              <c:spPr>
                <a:solidFill>
                  <a:schemeClr val="accent3"/>
                </a:solidFill>
                <a:ln w="9525">
                  <a:solidFill>
                    <a:schemeClr val="accent1"/>
                  </a:solidFill>
                </a:ln>
                <a:effectLst/>
              </c:spPr>
            </c:marker>
            <c:bubble3D val="0"/>
            <c:extLst>
              <c:ext xmlns:c16="http://schemas.microsoft.com/office/drawing/2014/chart" uri="{C3380CC4-5D6E-409C-BE32-E72D297353CC}">
                <c16:uniqueId val="{00000000-4545-435C-A367-A3A2AEE39EE5}"/>
              </c:ext>
            </c:extLst>
          </c:dPt>
          <c:xVal>
            <c:numRef>
              <c:f>Ratios!$S$15:$S$32</c:f>
              <c:numCache>
                <c:formatCode>General</c:formatCode>
                <c:ptCount val="18"/>
                <c:pt idx="0">
                  <c:v>1.1393726422407111</c:v>
                </c:pt>
                <c:pt idx="1">
                  <c:v>1.2250619619966421</c:v>
                </c:pt>
                <c:pt idx="2">
                  <c:v>1.2602787636985413</c:v>
                </c:pt>
                <c:pt idx="3">
                  <c:v>1.24140848737308</c:v>
                </c:pt>
                <c:pt idx="4">
                  <c:v>1.08765126776796</c:v>
                </c:pt>
                <c:pt idx="5">
                  <c:v>1.0648318412775224</c:v>
                </c:pt>
                <c:pt idx="6">
                  <c:v>1.1264304458797167</c:v>
                </c:pt>
                <c:pt idx="7">
                  <c:v>1.0000554557352321</c:v>
                </c:pt>
                <c:pt idx="8">
                  <c:v>0.99611964067424053</c:v>
                </c:pt>
                <c:pt idx="9">
                  <c:v>1.1743758212877793</c:v>
                </c:pt>
                <c:pt idx="10">
                  <c:v>1.0849149410946086</c:v>
                </c:pt>
                <c:pt idx="11">
                  <c:v>1.0654395320832617</c:v>
                </c:pt>
                <c:pt idx="12">
                  <c:v>1.0081417953116065</c:v>
                </c:pt>
                <c:pt idx="13">
                  <c:v>1.1320693779904307</c:v>
                </c:pt>
                <c:pt idx="14">
                  <c:v>1.0418175567270227</c:v>
                </c:pt>
                <c:pt idx="15">
                  <c:v>1.2163762851689959</c:v>
                </c:pt>
                <c:pt idx="16">
                  <c:v>1.1136593785960875</c:v>
                </c:pt>
                <c:pt idx="17">
                  <c:v>1.0954402725949062</c:v>
                </c:pt>
              </c:numCache>
            </c:numRef>
          </c:xVal>
          <c:yVal>
            <c:numRef>
              <c:f>Ratios!$T$15:$T$32</c:f>
              <c:numCache>
                <c:formatCode>General</c:formatCode>
                <c:ptCount val="18"/>
                <c:pt idx="0">
                  <c:v>0.40433643078389325</c:v>
                </c:pt>
                <c:pt idx="1">
                  <c:v>0.4533863293158959</c:v>
                </c:pt>
                <c:pt idx="2">
                  <c:v>0.54027626497673042</c:v>
                </c:pt>
                <c:pt idx="3">
                  <c:v>0.49574014909478165</c:v>
                </c:pt>
                <c:pt idx="4">
                  <c:v>0.32728908467635603</c:v>
                </c:pt>
                <c:pt idx="5">
                  <c:v>0.38811981855154076</c:v>
                </c:pt>
                <c:pt idx="6">
                  <c:v>0.41539779766798279</c:v>
                </c:pt>
                <c:pt idx="7">
                  <c:v>0.35021390906377475</c:v>
                </c:pt>
                <c:pt idx="8">
                  <c:v>0.36441558441558441</c:v>
                </c:pt>
                <c:pt idx="9">
                  <c:v>0.41946308724832215</c:v>
                </c:pt>
                <c:pt idx="10">
                  <c:v>0.41096979332273448</c:v>
                </c:pt>
                <c:pt idx="11">
                  <c:v>0.36939515359664188</c:v>
                </c:pt>
                <c:pt idx="12">
                  <c:v>0.44647224835371591</c:v>
                </c:pt>
                <c:pt idx="13">
                  <c:v>0.44520997375328086</c:v>
                </c:pt>
                <c:pt idx="14">
                  <c:v>0.36432160804020103</c:v>
                </c:pt>
                <c:pt idx="15">
                  <c:v>0.4593037816178312</c:v>
                </c:pt>
                <c:pt idx="16">
                  <c:v>0.42792362768496423</c:v>
                </c:pt>
                <c:pt idx="17">
                  <c:v>0.39928157992046065</c:v>
                </c:pt>
              </c:numCache>
            </c:numRef>
          </c:yVal>
          <c:smooth val="0"/>
          <c:extLst>
            <c:ext xmlns:c16="http://schemas.microsoft.com/office/drawing/2014/chart" uri="{C3380CC4-5D6E-409C-BE32-E72D297353CC}">
              <c16:uniqueId val="{00000001-4545-435C-A367-A3A2AEE39EE5}"/>
            </c:ext>
          </c:extLst>
        </c:ser>
        <c:dLbls>
          <c:showLegendKey val="0"/>
          <c:showVal val="0"/>
          <c:showCatName val="0"/>
          <c:showSerName val="0"/>
          <c:showPercent val="0"/>
          <c:showBubbleSize val="0"/>
        </c:dLbls>
        <c:axId val="1924976096"/>
        <c:axId val="691555472"/>
      </c:scatterChart>
      <c:valAx>
        <c:axId val="1924976096"/>
        <c:scaling>
          <c:orientation val="minMax"/>
          <c:min val="0.9"/>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corn/soy acreage ratio</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691555472"/>
        <c:crosses val="autoZero"/>
        <c:crossBetween val="midCat"/>
      </c:valAx>
      <c:valAx>
        <c:axId val="691555472"/>
        <c:scaling>
          <c:orientation val="minMax"/>
          <c:min val="0.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corn/soy price ration (t-1)</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924976096"/>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200" b="1"/>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19050" cap="rnd">
              <a:noFill/>
              <a:round/>
            </a:ln>
            <a:effectLst/>
          </c:spPr>
          <c:marker>
            <c:symbol val="circle"/>
            <c:size val="5"/>
            <c:spPr>
              <a:solidFill>
                <a:schemeClr val="accent1"/>
              </a:solidFill>
              <a:ln w="9525">
                <a:solidFill>
                  <a:schemeClr val="accent1"/>
                </a:solidFill>
              </a:ln>
              <a:effectLst/>
            </c:spPr>
          </c:marker>
          <c:dPt>
            <c:idx val="10"/>
            <c:marker>
              <c:symbol val="circle"/>
              <c:size val="5"/>
              <c:spPr>
                <a:solidFill>
                  <a:schemeClr val="accent4"/>
                </a:solidFill>
                <a:ln w="9525">
                  <a:solidFill>
                    <a:schemeClr val="accent1"/>
                  </a:solidFill>
                </a:ln>
                <a:effectLst/>
              </c:spPr>
            </c:marker>
            <c:bubble3D val="0"/>
            <c:extLst>
              <c:ext xmlns:c16="http://schemas.microsoft.com/office/drawing/2014/chart" uri="{C3380CC4-5D6E-409C-BE32-E72D297353CC}">
                <c16:uniqueId val="{00000001-B469-4A1D-BCF2-0F05356100F2}"/>
              </c:ext>
            </c:extLst>
          </c:dPt>
          <c:xVal>
            <c:numRef>
              <c:f>Ratios!$V$16:$V$31</c:f>
              <c:numCache>
                <c:formatCode>General</c:formatCode>
                <c:ptCount val="16"/>
                <c:pt idx="0">
                  <c:v>6.2391248286439458</c:v>
                </c:pt>
                <c:pt idx="1">
                  <c:v>7.9327973647304395</c:v>
                </c:pt>
                <c:pt idx="2">
                  <c:v>9.1635437686172772</c:v>
                </c:pt>
                <c:pt idx="3">
                  <c:v>8.1264576082666569</c:v>
                </c:pt>
                <c:pt idx="4">
                  <c:v>10.258026921508071</c:v>
                </c:pt>
                <c:pt idx="5">
                  <c:v>9.3318111877698922</c:v>
                </c:pt>
                <c:pt idx="6">
                  <c:v>7.0899941026145079</c:v>
                </c:pt>
                <c:pt idx="7">
                  <c:v>6.3077272694992654</c:v>
                </c:pt>
                <c:pt idx="8">
                  <c:v>6.5125667689303119</c:v>
                </c:pt>
                <c:pt idx="9">
                  <c:v>7.4823763031606818</c:v>
                </c:pt>
                <c:pt idx="10">
                  <c:v>8.2899210279748363</c:v>
                </c:pt>
                <c:pt idx="11">
                  <c:v>6.4122481635028006</c:v>
                </c:pt>
                <c:pt idx="12">
                  <c:v>9.2513196480938422</c:v>
                </c:pt>
                <c:pt idx="13">
                  <c:v>8.1292139855137258</c:v>
                </c:pt>
                <c:pt idx="14">
                  <c:v>10.626936316695353</c:v>
                </c:pt>
                <c:pt idx="15">
                  <c:v>9.2609569377990439</c:v>
                </c:pt>
              </c:numCache>
            </c:numRef>
          </c:xVal>
          <c:yVal>
            <c:numRef>
              <c:f>Ratios!$W$16:$W$31</c:f>
              <c:numCache>
                <c:formatCode>General</c:formatCode>
                <c:ptCount val="16"/>
                <c:pt idx="0">
                  <c:v>4.3954146813065399E-2</c:v>
                </c:pt>
                <c:pt idx="1">
                  <c:v>7.1323529411764716E-2</c:v>
                </c:pt>
                <c:pt idx="2">
                  <c:v>9.2044555760611657E-2</c:v>
                </c:pt>
                <c:pt idx="3">
                  <c:v>4.985822306238185E-2</c:v>
                </c:pt>
                <c:pt idx="4">
                  <c:v>6.5870250539240088E-2</c:v>
                </c:pt>
                <c:pt idx="5">
                  <c:v>5.6692477876106193E-2</c:v>
                </c:pt>
                <c:pt idx="6">
                  <c:v>4.9823071479122433E-2</c:v>
                </c:pt>
                <c:pt idx="7">
                  <c:v>4.4607656110899147E-2</c:v>
                </c:pt>
                <c:pt idx="8">
                  <c:v>5.1939058171745149E-2</c:v>
                </c:pt>
                <c:pt idx="9">
                  <c:v>5.6154960173787113E-2</c:v>
                </c:pt>
                <c:pt idx="10">
                  <c:v>6.1955965181771627E-2</c:v>
                </c:pt>
                <c:pt idx="11">
                  <c:v>5.2686500888099473E-2</c:v>
                </c:pt>
                <c:pt idx="12">
                  <c:v>8.138419095597936E-2</c:v>
                </c:pt>
                <c:pt idx="13">
                  <c:v>5.8179012345679015E-2</c:v>
                </c:pt>
                <c:pt idx="14">
                  <c:v>6.7032163742690054E-2</c:v>
                </c:pt>
                <c:pt idx="15">
                  <c:v>6.8330792682926828E-2</c:v>
                </c:pt>
              </c:numCache>
            </c:numRef>
          </c:yVal>
          <c:smooth val="0"/>
          <c:extLst>
            <c:ext xmlns:c16="http://schemas.microsoft.com/office/drawing/2014/chart" uri="{C3380CC4-5D6E-409C-BE32-E72D297353CC}">
              <c16:uniqueId val="{00000000-B469-4A1D-BCF2-0F05356100F2}"/>
            </c:ext>
          </c:extLst>
        </c:ser>
        <c:dLbls>
          <c:showLegendKey val="0"/>
          <c:showVal val="0"/>
          <c:showCatName val="0"/>
          <c:showSerName val="0"/>
          <c:showPercent val="0"/>
          <c:showBubbleSize val="0"/>
        </c:dLbls>
        <c:axId val="1907021648"/>
        <c:axId val="691574672"/>
      </c:scatterChart>
      <c:valAx>
        <c:axId val="1907021648"/>
        <c:scaling>
          <c:orientation val="minMax"/>
          <c:min val="6"/>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corn/cotton acreage ratio</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691574672"/>
        <c:crosses val="autoZero"/>
        <c:crossBetween val="midCat"/>
      </c:valAx>
      <c:valAx>
        <c:axId val="691574672"/>
        <c:scaling>
          <c:orientation val="minMax"/>
          <c:max val="0.12000000000000001"/>
          <c:min val="3.0000000000000006E-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r>
                  <a:rPr lang="en-US"/>
                  <a:t>corn/cotton price ratio (t-1)</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907021648"/>
        <c:crosses val="autoZero"/>
        <c:crossBetween val="midCat"/>
        <c:majorUnit val="3.0000000000000006E-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200" b="1"/>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'[Brazil advantages.xlsx]BZ potential expansion'!$C$3:$C$29</cx:f>
        <cx:lvl ptCount="27">
          <cx:pt idx="0">Acre</cx:pt>
          <cx:pt idx="1">Alagoas</cx:pt>
          <cx:pt idx="2">Amapá</cx:pt>
          <cx:pt idx="3">Amazonas</cx:pt>
          <cx:pt idx="4">Bahia</cx:pt>
          <cx:pt idx="5">Ceará</cx:pt>
          <cx:pt idx="6">Distrito Federal</cx:pt>
          <cx:pt idx="7">Espírito Santo</cx:pt>
          <cx:pt idx="8">Goiás</cx:pt>
          <cx:pt idx="9">Maranhão</cx:pt>
          <cx:pt idx="10">MatoGrosso</cx:pt>
          <cx:pt idx="11">MatoGrosso do Sul</cx:pt>
          <cx:pt idx="12">Minas Gerais</cx:pt>
          <cx:pt idx="13">Pará</cx:pt>
          <cx:pt idx="14">Paraíba</cx:pt>
          <cx:pt idx="15">Paraná</cx:pt>
          <cx:pt idx="16">Pernambuco</cx:pt>
          <cx:pt idx="17">Piauí</cx:pt>
          <cx:pt idx="18">Rio de Janeiro</cx:pt>
          <cx:pt idx="19">Rio Grande do Norte</cx:pt>
          <cx:pt idx="20">Rio Grande do Sul</cx:pt>
          <cx:pt idx="21">Rondônia</cx:pt>
          <cx:pt idx="22">Roraima</cx:pt>
          <cx:pt idx="23">Santa Catarina</cx:pt>
          <cx:pt idx="24">São Paulo</cx:pt>
          <cx:pt idx="25">Sergipe</cx:pt>
          <cx:pt idx="26">Tocantins</cx:pt>
        </cx:lvl>
      </cx:strDim>
      <cx:numDim type="colorVal">
        <cx:f>'[Brazil advantages.xlsx]BZ potential expansion'!$D$3:$D$29</cx:f>
        <cx:nf>'[Brazil advantages.xlsx]BZ potential expansion'!$D$2</cx:nf>
        <cx:lvl ptCount="27" formatCode="0.00" name="Expansion potential (M. Acres)">
          <cx:pt idx="0">0.2223</cx:pt>
          <cx:pt idx="1">0.098800000000000013</cx:pt>
          <cx:pt idx="2">0.024700000000000003</cx:pt>
          <cx:pt idx="3">0.2717</cx:pt>
          <cx:pt idx="4">4.8412000000000006</cx:pt>
          <cx:pt idx="5">0.32110000000000005</cx:pt>
          <cx:pt idx="6">0</cx:pt>
          <cx:pt idx="7">0.074099999999999999</cx:pt>
          <cx:pt idx="8">11.5596</cx:pt>
          <cx:pt idx="9">1.8031000000000001</cx:pt>
          <cx:pt idx="10">12.646400000000002</cx:pt>
          <cx:pt idx="11">10.719800000000001</cx:pt>
          <cx:pt idx="12">9.9047000000000001</cx:pt>
          <cx:pt idx="13">5.1623000000000001</cx:pt>
          <cx:pt idx="14">0.12350000000000001</cx:pt>
          <cx:pt idx="15">1.3338000000000001</cx:pt>
          <cx:pt idx="16">0.66690000000000005</cx:pt>
          <cx:pt idx="17">0.51870000000000005</cx:pt>
          <cx:pt idx="18">0.024700000000000003</cx:pt>
          <cx:pt idx="19">0.2964</cx:pt>
          <cx:pt idx="20">0.86450000000000005</cx:pt>
          <cx:pt idx="21">3.7050000000000001</cx:pt>
          <cx:pt idx="22">0.098800000000000013</cx:pt>
          <cx:pt idx="23">0.024700000000000003</cx:pt>
          <cx:pt idx="24">1.8031000000000001</cx:pt>
          <cx:pt idx="25">0.098800000000000013</cx:pt>
          <cx:pt idx="26">1.9513000000000003</cx:pt>
        </cx:lvl>
      </cx:numDim>
    </cx:data>
  </cx:chartData>
  <cx:chart>
    <cx:plotArea>
      <cx:plotAreaRegion>
        <cx:series layoutId="regionMap" uniqueId="{8EB85583-BB3A-404F-8FEC-A9DF7E239F3D}">
          <cx:tx>
            <cx:txData>
              <cx:f>'[Brazil advantages.xlsx]BZ potential expansion'!$D$2</cx:f>
              <cx:v>Expansion potential (M. Acres)</cx:v>
            </cx:txData>
          </cx:tx>
          <cx:dataLabels>
            <cx:txPr>
              <a:bodyPr spcFirstLastPara="1" vertOverflow="ellipsis" horzOverflow="overflow" wrap="square" lIns="0" tIns="0" rIns="0" bIns="0" anchor="ctr" anchorCtr="1"/>
              <a:lstStyle/>
              <a:p>
                <a:pPr algn="ctr" rtl="0">
                  <a:defRPr sz="1000" b="1"/>
                </a:pPr>
                <a:endParaRPr lang="en-US" sz="1000" b="1" i="0" u="none" strike="noStrike" baseline="0">
                  <a:solidFill>
                    <a:sysClr val="windowText" lastClr="000000">
                      <a:lumMod val="65000"/>
                      <a:lumOff val="35000"/>
                    </a:sysClr>
                  </a:solidFill>
                  <a:latin typeface="Calibri" panose="020F0502020204030204"/>
                </a:endParaRPr>
              </a:p>
            </cx:txPr>
            <cx:visibility seriesName="0" categoryName="0" value="1"/>
            <cx:separator>, </cx:separator>
            <cx:dataLabel idx="8">
              <cx:txPr>
                <a:bodyPr spcFirstLastPara="1" vertOverflow="ellipsis" horzOverflow="overflow" wrap="square" lIns="0" tIns="0" rIns="0" bIns="0" anchor="ctr" anchorCtr="1"/>
                <a:lstStyle/>
                <a:p>
                  <a:pPr algn="ctr" rtl="0">
                    <a:defRPr>
                      <a:solidFill>
                        <a:schemeClr val="bg1"/>
                      </a:solidFill>
                    </a:defRPr>
                  </a:pPr>
                  <a:r>
                    <a:rPr lang="en-US" sz="800" b="1" i="0" u="none" strike="noStrike" baseline="0">
                      <a:solidFill>
                        <a:schemeClr val="bg1"/>
                      </a:solidFill>
                      <a:latin typeface="Calibri" panose="020F0502020204030204"/>
                    </a:rPr>
                    <a:t>11.56</a:t>
                  </a:r>
                </a:p>
              </cx:txPr>
              <cx:visibility seriesName="0" categoryName="0" value="1"/>
              <cx:separator>, </cx:separator>
            </cx:dataLabel>
            <cx:dataLabel idx="10">
              <cx:txPr>
                <a:bodyPr spcFirstLastPara="1" vertOverflow="ellipsis" horzOverflow="overflow" wrap="square" lIns="0" tIns="0" rIns="0" bIns="0" anchor="ctr" anchorCtr="1"/>
                <a:lstStyle/>
                <a:p>
                  <a:pPr algn="ctr" rtl="0">
                    <a:defRPr>
                      <a:solidFill>
                        <a:schemeClr val="bg1"/>
                      </a:solidFill>
                    </a:defRPr>
                  </a:pPr>
                  <a:r>
                    <a:rPr lang="en-US" sz="800" b="0" i="0" u="none" strike="noStrike" baseline="0">
                      <a:solidFill>
                        <a:schemeClr val="bg1"/>
                      </a:solidFill>
                      <a:latin typeface="Calibri" panose="020F0502020204030204"/>
                    </a:rPr>
                    <a:t>12.65</a:t>
                  </a:r>
                </a:p>
              </cx:txPr>
              <cx:visibility seriesName="0" categoryName="0" value="1"/>
              <cx:separator>, </cx:separator>
            </cx:dataLabel>
            <cx:dataLabel idx="11">
              <cx:txPr>
                <a:bodyPr spcFirstLastPara="1" vertOverflow="ellipsis" horzOverflow="overflow" wrap="square" lIns="0" tIns="0" rIns="0" bIns="0" anchor="ctr" anchorCtr="1"/>
                <a:lstStyle/>
                <a:p>
                  <a:pPr algn="ctr" rtl="0">
                    <a:defRPr>
                      <a:solidFill>
                        <a:schemeClr val="bg1"/>
                      </a:solidFill>
                    </a:defRPr>
                  </a:pPr>
                  <a:r>
                    <a:rPr lang="en-US" sz="800" b="1" i="0" u="none" strike="noStrike" baseline="0">
                      <a:solidFill>
                        <a:schemeClr val="bg1"/>
                      </a:solidFill>
                      <a:latin typeface="Calibri" panose="020F0502020204030204"/>
                    </a:rPr>
                    <a:t>10.72</a:t>
                  </a:r>
                </a:p>
              </cx:txPr>
              <cx:visibility seriesName="0" categoryName="0" value="1"/>
              <cx:separator>, </cx:separator>
            </cx:dataLabel>
            <cx:dataLabel idx="12">
              <cx:txPr>
                <a:bodyPr spcFirstLastPara="1" vertOverflow="ellipsis" horzOverflow="overflow" wrap="square" lIns="0" tIns="0" rIns="0" bIns="0" anchor="ctr" anchorCtr="1"/>
                <a:lstStyle/>
                <a:p>
                  <a:pPr algn="ctr" rtl="0">
                    <a:defRPr>
                      <a:solidFill>
                        <a:schemeClr val="bg1"/>
                      </a:solidFill>
                    </a:defRPr>
                  </a:pPr>
                  <a:r>
                    <a:rPr lang="en-US" sz="800" b="1" i="0" u="none" strike="noStrike" baseline="0">
                      <a:solidFill>
                        <a:schemeClr val="bg1"/>
                      </a:solidFill>
                      <a:latin typeface="Calibri" panose="020F0502020204030204"/>
                    </a:rPr>
                    <a:t>9.90</a:t>
                  </a:r>
                </a:p>
              </cx:txPr>
              <cx:visibility seriesName="0" categoryName="0" value="1"/>
              <cx:separator>, </cx:separator>
            </cx:dataLabel>
            <cx:dataLabel idx="23">
              <cx:txPr>
                <a:bodyPr spcFirstLastPara="1" vertOverflow="ellipsis" horzOverflow="overflow" wrap="square" lIns="0" tIns="0" rIns="0" bIns="0" anchor="ctr" anchorCtr="1"/>
                <a:lstStyle/>
                <a:p>
                  <a:pPr algn="ctr" rtl="0">
                    <a:defRPr sz="700"/>
                  </a:pPr>
                  <a:r>
                    <a:rPr lang="en-US" sz="700" b="1" i="0" u="none" strike="noStrike" baseline="0">
                      <a:solidFill>
                        <a:sysClr val="windowText" lastClr="000000">
                          <a:lumMod val="65000"/>
                          <a:lumOff val="35000"/>
                        </a:sysClr>
                      </a:solidFill>
                      <a:latin typeface="Calibri" panose="020F0502020204030204"/>
                    </a:rPr>
                    <a:t>0.02</a:t>
                  </a:r>
                </a:p>
              </cx:txPr>
              <cx:visibility seriesName="0" categoryName="0" value="1"/>
              <cx:separator>, </cx:separator>
            </cx:dataLabel>
          </cx:dataLabels>
          <cx:dataId val="0"/>
          <cx:layoutPr>
            <cx:geography cultureLanguage="en-US" cultureRegion="US" attribution="Powered by Bing">
              <cx:geoCache provider="{E9337A44-BEBE-4D9F-B70C-5C5E7DAFC167}">
                <cx:binary>1H3ZctxGtu2vKPR8QSdyBDraJ6IBFCcN1mjZekHQkowZiXn6mxP3ud/uH/jHzgIpqlkoqCB280Rc
MsKyW0XUzsw9rb32TvTfPw1/+5R+uaqeDFma13/7NPz8NGya4m8//VR/Cr9kV/VJFn2qdK3/bE4+
6ewn/eef0acvP32urvooD36ixOQ/fQqvqubL8PS//o5vC77o5/rTVRPp/HX7pRrffKnbtKmPfLb6
0ZOrz1mUe1HdVNGnxvz56T8+VV+ePvmSN1EzvhuLLz8/3fuNp09+Wn7PgcwnKZbVtJ/xrGGf2MoS
FuGK3Pyop09SnQe3n0t1YpmmxSTlN5+LW+EvrzJ8wdZyrhdz9flz9aWusZfrf98+tbdw/KX79Mkn
3ebNfFgBzu3np051NUXp0ydRrd2bT1w9L9t5c73Pn/bP+b/+vvgL7HzxN3dUsTymrY8ONZFdFX/9
9+1x/Oe6ICeESU7sOz/WvjKEeUK4RW1CxY0yzFvpX5WxuaLvqOPrc0uFvHpcCnmjq6sou7o9k/9c
I/TEopxy21ZfdbLQhyQnUihOTdNc1ccPLGhdId8eXGjkDez+UblIehXoq/rhNIJ4JSUlzFby5sTJ
QiVMnCgmTEngJtc/+PwmWH51ke0VravkH7cPLlTyj+ePTCXZ1aTzB9UJOzEpnY/7qxcQuh+24CZI
j5Kait0oDZ/v6eQHlvQdpXx7cqmVF49LK7u6+OufVdToJ2+v8kbfns9/HsIMSk4YkUoRZn5ziLsJ
nl9/Tqkl+a3UG0+5x5LWlXPwBQsd7d4+Lh05V2H0gMnFMCmwF5I5otm+vzDrRBCTIsjd5p19zWwu
ZF0fXx9baMH5x+PSwourRp8BiNcP6SSmOJEmt01byn1VCHlCbEaZ+dV57EU6mVfzZHs56wrZe3ih
lhfvHpdaXNRODwmGDXaiLDbHrK9QlwDr3o1bs5NYlk1Mscgm2ytZ18btcwtFuLvHpYibUhFWefrl
85fqCsXTg9WK8BJlA+wSjlRxVxccRSKClSDWel3ydSlPbsvYY2taV87hNyzU5J0+LjWd6eiv/35I
YGzKE2kTpoj4iowXIIzbJ1RYzCJwmjVgvL2gdc3cPrfQx9kvj0sfL66qqzz86/8+ZFahJ8LkqB6R
4m9+FiGMc0AzYDMUmTcqAfdyFxf/0JrWtXLn0YViXjzafP/kM9Bx+5ABDdiYQ0U2+cptLXOM4IAF
ErkfbnP9AwXuK+hb9v+BxX1PU4ffsVTZIwPK7/QnFDFR/qDhjZxQi6g9TLyXgiz4kmDXkGBNVT+0
pnUN3Xl0oZh3jy3IRSj8n5wBFkQPqhuQyCbqRxT539xkTzfsxGZC4ne+1v9s4UY/uKx19bzYe3qh
oRdnjysNvXpgFG2ecGYzIAJ6o5llhOPWCQeXZln0KypAKXo3wm2uZ10nXx9bKOPVI0s92MXVX//8
4+r2SB6AjVEnJgOFb996wlIfjJ9YEjSZLb72Yxau8iNL+q5Kvm5mqRXn0bnIVf6gpSYV8BJ0wIAD
bnDYgo+ZobMFoGAiht383FrEDVM2K2VjRd/XyfWDS5W8eWQq+VLlV9kf7aeHRM/WCcpJU6L3sh66
4Co2WGWGX1pFz69+aFHfUcydZ5e6eWR8wKvoqv3rn7cG+wAhTJyYRJjqX3pZFpromhHT5pb4lzft
pZTNBX1HJ1+fW+rj4nH5yptIP/n85cnlVf4lqh7SXyjoZBT3BMzxtyi1QGHgN4Ggb6HAIrX8+MLW
9bN8fqGnN5ePT09niOvQFerOlxqTHQ/qRBYR0MQ3XnkxdoE2JoWbcYLGzfXPovKcD/seq/u+xg6+
ZKm2l49ZbQ9LF7B5QsMWdG4C3PUsjGVQJCqGD2+UhYh4N+LtK2tjTT+iquuvWCrq7SNTlM4///X/
8gftqFknSppzIfOdnoFEIUrwG5b9lSNdetWPrOk7CvrXo0vFPDKSYG5AXz1xr5qrCpX1rSU/AHCg
6kTYtgWaAP+6/tl3I9SigpsWBY1z40aLBPXjC1tX0fL5hZ7euo/Lgd6CrH7y6qpNHxREsBPBmC3t
GUjMP/CQu6GOo8tALUtat2Nqi37ojy3qO/q5s6Glbh7ZJNrbL1UQFQ8JGEyCageQwVYLjTB1gr+e
GYWlKrbX8B093D64VML/55XPdwbjbjLxTfza+5X7jspCBez6ZznfJNjJDaa+HUpb5P/bKdbvr2Rd
EbfP7a36f3so9vsDs9/miD3kht31APKdmdnjn15vECPRi0e/wqRV5dyc1sXnn58ynOe3qeb5G/bQ
1e0p7f/+l6u6wXgztU4sriS3MDQogaclqJ3+y/VHCmAANBzlAj4lFWLe0yc5YH7481OAbwkGDkEQ
5RIxmQQ6r3U7f2QwDCaACsKom0K/lVNbfZv3fqXTMdD5t5P4+r+f5G32Skd5U+Obnz4pbn5r3piQ
aC1hmhcshiCUCjQL8fmnqzcYKccvm/9H84KUOihHh9Cg6E4TsyTqsm1zri9jg3Tt+Z2T+SFxnAH8
gMyyMdNCFfr4d8X5RTyotGKDQ5Kq9D8GQzTyj7Icy+azIRtZhs5xefP37W+PCxBrGA4wBYQKnONd
eSTKk2pMy8EpDZK/aRST78pIxiDtv+l7ZVf7UsAAWdy2MF2IydB50G0eZLsrpZsmOyBtXjsWNTpv
bIrOVYw3CGfHpGAS6M5evkphlChgFJtSc1blXVX5deFbLKsdP4/tnd8awqnyIcUhTqUXJbaBSuqY
vMNdYQgMGRhkCrdgwEBDd+Wl5qSEPViV01Y2P42sfjgN0868l4bmXQnChFLKQgcHfWiyL8VsrSiu
iF85MQ/pBxKV2UVTDJN3fC+HZwcpNvQP64MdyMXZVWVKwkbZlTMkPFRuaA+6dZJKiNbR9qhrxyz7
8N1xmfuudb0zJEyBrqE1O6yNIHL3/OyclUXWjZWjy5xeEqMUXlcn8QvSWnJjeyuiEGI4hAimqFya
Bi0yorM2gai0K5zOzqfTImoLt46zFLTIMatYOUnJbc7hu8JSii+sQhQyt4w8q5wuquOLNorluRRx
85xrZv/SV1rdK2JcnyJG3CUGrRArLfzX/ikmfluQXI6l04vCYTQJn9dGNL0soorf24thFxZTksIY
ERkXksyso3nd0tKxG5V4k65Gz1aJD9R+7PzWVHVXyiIi+Zk1jZEWkJKWYef6gkSjl1Bj/MiCrtw4
vPnL/hX+bg5PEs4UXAvNAwWEdtcEu0kVVW1iS2LSv4ShCs6sZCx/HS0zeT6kufmxstrf7r+/uyIX
CSWbWKMFJaVDazXt/KyXL2WVCqcv2uA/E2UtQkchYkYaZpaO1FHsDh2t3EbVwW4c2Jfjm1oJhRLz
mdKSAo0aYc1KvRN6a7sIq8kIK6eI7PZVoovYNaycofA+ZhqrUuZRHM4lR0hc7McXPi9DW5WOrrPI
YYOWp1Gn5b9h5kj3AB7Mwi0FtpBiRxnpug6xwsybVL7Oax7WFyFrs3rD+Fa3g7spiBGMKUCf/UMb
Gz1p2SFSVLk5FeeZ6RfGLu5ktCFnLSJJiclZalKcnGnty6lsFVVRKUvHqNCJdi07TS5Tmfl/ZkUd
vrMREZsNiWs+DFtAwLXxjQi7+xJjI0yrSLLSaQD9ztKu/R3I6g9aUrW7v0UoDAfROTdiSmuhKylI
GPQCwSL0DeX2WW15PDWbjRR8vd79MDHPGHELdbe8TlX7+wkNK2pTkVdOySrm1DnrXTGF8a4oiuAs
7zVzCinOfD9JzphoesMpu7x1JsLDjeBoztljuRImAXJgnALNt0V2GerACs1BV04YhcklSWl3WpYF
e6e76kUgjeGyqgu9qxJtOgwm6w5jEro4msZs7It2NMoNDHRoWzbUazHcilMmZuVnG7/j+LmmflKr
pnSSwJZvtDWWO5bU8Rlp0/iPJqqm0+MKPwzYkDdfhQBFyCj+3Jc3doU9BSWiZx+andcGKXX70jfO
Mh44o/27jvvSOy7x0Ev3JS7i9UjZkLUm8uvAtOVWOk7cibX5hmJXpUCtM45UJlnqlQt4bmAMpZMZ
rXaEEplr2APfkDKfzr71YC/cppIDyM9/7p9eP0K80UFKQayeOX1gZ9KhTR8wrycBLZysCqOPfeHH
r+u2yYYNP1pT3nVQJfMMLBWLLCHbYChLzUsnzfLqWdxrfVGE7fQibo3qWYt2pUuS2NwIEVtCF1E2
r6ZhGm2keIBs2XtdaRnPqE8C17Ky+gXtRrvx9DT40cZm1zxjxpoEXQehcPtq/6yHwsrKtMrhGZEp
fmuMdmh31O7isz63SeGEudF8OG6ph1HXnute5BIOXG3Zi+NtWdDnog5Kp/Pr3JNlWXksizvHyIct
0LlirgIWhPgDIh85f3GoCZ+mpJe8cMa+TXckmdrToRH3h9I2+GZlogKfSeflEeZjrTWnY+EYqujP
WMIzJ4nVa1ImwkkrshFaVpwDE/K4hgWlocya7y3eDWW8yaM0DKfCSTtSX4aWkZ3pPCOXOhPWrlCy
ezf0hpE42diH/f2NBRLBVcAG5yp54ZgqGawpaZAwJ6Ox39JQZ58LKsoLXckpdorQFxtesWIrc5t5
vvSnoERwJHubBdKQQIY9gK/pt07B7NQpzDh0ItIZG0FnxQHt69oVABu0NV+YpVXUY82DAvAj1N0z
2ZbtRcYacRkhUJ03vmpCJy3rduNEV7QJygE8ANI2BlCWUquwpBNeHwC3byUNnDSKLK+PdH0pNGtf
DlzHTm7ZtVtG3ZbnHzjHNWHEGTUB7pCkFmcr/D4vyhI+HsRW4VCSs1OAwA4XIu8Fhmcp4FWuzRUd
AbqvwT6gsh4kYjYQY9O4MuiMzPNpNY33NZXr2+ygBeCFQEFygbGyqTaroYFfRLn0XdNskzd2bdYe
jcPk9f33hLgCUGgpcDhkISrhEY9E0RROYudD4ZStMX3sDJqqDZM8sP55S0DdMA0wAvD2/bOLpriw
etIWsP5k9Opi5M9I2mYX5dDWG1FlTZSa524ZCmakvYWopvdzrbMMosqgdkB3GF4xjb+Hmozn9z88
gCK4mimIbcpF/CozK4wGWhROxUm0qwwg0LAPyw1rOPArXGFBgkEyxuER3CjaPzoryJKx90OQKMR6
bk0DiFFZh04zdJ0TlOZ5MlnnWcUvju9t5RQZaj7YBGRadFmnj2ZQ0Lj2NUiODujFJHSnByt+7ZfB
9PtxUSvey8BWYjYKaQ0X2dn+BnM9lv40xoVjy+5XS+Vsl1O/uL9V7AmZF3EHNiualaERJIXDy9Y/
bZKmdhPWxS417WfHt7OmL9CU2BBIBexmUYqZzVBm2jSAKSMxuKg3K6fmSfuattnkZKzXF3Yg+OTo
fhjOjos+LFZgKwI3z23GuTlXK/u7nMo0TvsSsnlgY5elGXpDnieur6v2E4Bf4+VDBzoiEvYZUp75
C6947kQd0Est8uI0ZH3y5via1rQLvUrBTNC2ADD7SwqJCE1rgCElKvyoWsPYlaHsNijANSFKgKxV
ILLAOC58RJb9FNWF0M4QVTRyxz6WjVcTu5AbcWxe7R6en++T2RwEFrURXpa0i8+TnLARZpTH+eDG
IZMO6Y1TU3TneWOMG9LWtmWB5rEtxTGmtgQp7VDLIet04ahG+M+SbiwvCgRZ7/4asnCtmgOFIYPO
ozx7rpGqio0BAmZcZ9Vz3YbZbhAsur+KcGwothAwoajlySW5NhI7QhgbexW+THubu2YkwvsSVvPF
JdAGGJjAPItFF9ZmTZ3RGLMDJBHLXmTjQL3Cz62NkHxIT8xiFEWZgRbLbA77R5bJSQuSKe3ErR89
13XMT2XQXzI25W6t+1ddmz8vDOLD1pX/DDT4pbSL4vy43g5gHhZhCpMB4IEiAT+8v4ipJK3dBGnh
TLKj5i7xi4xdxEGWkZei7XvmDr2dRhdVZ9OtsnbFDVAmoBdIGQhquNy+aEOHgrSZrZ0xi1nihkSO
Xl9EzxkPuNvWPv48vtcVT0AuouDbAbzQm1zYaEvVkE0EUYSHYeT0NatOFYjdDU84THrmXDmC1rLm
yznLgsRMUS9XCmqVYRS4qaX0xZhP6oL7drhhQocnCFEWA1pFBYSkt1AeYqUklcAJ6kREhjfqtLQc
MoXme7tm4nPYZ72/sbtZKfuxC21byoH2OMIXZvv3lRYmpRiCkmmnyDPD43Ypfi3bfvqjbFXqmWZO
/wBdMjwrQqYBKGj98bgKD83VZCBaqAT3D7AkFnkxy0sSdD24FpJWgZdK9Tmt1EeRgxAp7TxzWr4F
Og+NZpaIahZNtpkaXZxx3UdxRM1SO7lBUc2WbXsOV8k3NHmY7+cbrQwZDvaJ3LOQQuOGCa4b7VSx
UU2ulUfRb+U0ZtyrCp+/KpNuipzECpvcUWlab+WIFZsV6O8iLXG09aS5qH2qqVBJrjrtGKlfnoog
GRvX9s3wna4rFm+44UrgM1Ewz/ejTI5jXXoIo0bC+4bA8WX9CsxX8s707cTreJWaHq9D8TZhGYr1
we/r5pT6vq8co67L9yGARnHfitPGYlC2YOP2NdG+b9A0xRviprJHsC9DuGvXNn/0EnA/J4PtpKOf
vKitX80yCO+dyiAX3XVQahgYEGK2uztYkmR2KspiZg1Hnmq3CXw2ndmdGdUbx72mW9RleAsHYxSR
flFxZnke+5h80E5Qt/77boyZ2o2m7T9rIt6qDfC4JgxjouD1wf6gUTd/fmdXDac0NJpEOxOX5LIw
dfuyz5XhdVL3746HgpXgJyHCBmcGWAPD3Rc1xKqZYpHBZmM+vo0bc3xvNao7S/I0PccrFYrPx+Wt
bA0MPqZe0Cebm9+LraXciLJ21IjrWlmeEaKqrqoAjXY8c3+VWehEA/xjazDLRZSLZFYEdRNrxx55
FTh8aFsfvc6cXZjo5ebe8Y2txFQLmIrPUQ6D84TtH2Q85DINWiN3zCyLgfLDOnaMcuiB+K2afm7G
qiNnJXLNRo2zJnceKAb3Oc+YmItU0ja9mVKmILdHg9oZ2oi/pCPJ3CqPwve95vq51YXGBrhbUSPm
FgAB1HwJAOXi/m471fGsMQKYTQMSwc/h5UVSalepWm6ElhULtRDnhIW7ibh6qBYHO7G+VV0PC/Xr
aXLTdqJno+ys87byY6/PAwOvQDvGLa1tDa9nm9ss1xONi62VvQrKwbJzNFq5vKDGRL0sEPrNZEXp
hoXO0WkBA4DYGAaK8S4l4JyF83FZ0iYY/dwhQZS+5FU8eTEX4enxDa1KQd4VVKCFh4mxfV2RrEgy
KRBNyjgtd6VPrGehEfYblNzqsUkQFBjDAF0tFwGyDtGYk2MBKakYlIuBt3Q85zG6bt6IN3yWGyFy
zSpAYM11DEAFvG6xKTLJqo0Qj42meds10+tMl70jgaccVcblhqLWpAGDzpNVIKo5XdhgkdexZAWc
uxrL4DKPKnZaJ4G6IMNQPJv6qd3Y3YrKEJHlHJfxTpuD1m6iaNEPGEpz+q4o0EwNCe28QJv+FopY
0RpEzLwZqGKODtz+MQ4FN8Mmgh+DwlKZl2GCwVOJtiInivzq7XFDXDlFHCJamGiP43V8S2H+YA55
E1i5I+1Q5B7aquWnvOLCd3wD1TB6Dzy8f3RExsZsMgYpTbBOCzOZtJUN4UBzEMWR7yZG4HGKblfd
CmPH/WpwhsHsvePbXDtTABLULgDpIAoXZyoLzHBVEtss2ibqLhBAm3SXj0lXuFFS4ID/DXGAvDMl
DpaLLgiXsImNIjPAHak6vaRoSe/SjAVOwulWW2El1SD8opafsQnKzVm/d2BJ1lRWGtZmDsJzas6m
URivJunbXinqcmcM9nipysj/cHx7q0IxnISiWoJKW9IIVWb3ZmSx3Kl77CrC/Mb7bJTvQ5lXp0SW
7LSvQ74hc6U8m6+CIGLiNgj6fMtYZk3gEViVO6iUTCcI80u7GNIPox/GePsyyz6KjFSeMEh1Qfsh
2wg2h1XM3JwSczU6z/0u5zoI12pgaZQ7rRrM1y3NRycNq+DK8Mv2xWQZ/q72y/qFUdQbmW82zP10
NLOk8BR0BUAoLJsdI7UT7YOkdHq0314bfkAda9Ttr8cVeri9eeLMEjZq7rnjuDjcsMmMkFTI51kT
Zb1TRrl4ZbdTEjgVeiCnguXCUXlAOsdHL35rouEwBkH6PG+EMT5w+WqR3TuVt1GEHqMDOB9+DKaw
C70GL9bOT7k/6I9NK4Kr4/s9DAegKWFIyFKo9XFHYt9rZInuG6cIB3RI2AX+uUoK3p/R0LJOj0ta
O1mMh5ngglAOAS7tS+oMTSKTA/CSoghTTxkINmga6LB37T6NTDSx/Kn3ioEUyTm4afPLcfkrOwXY
Rr66mcm0FppF7UDtKUWWzH1b5d4w4uWFgKV1I3ayE2O4EfgOvZRBk+hvgmK04awL9FTHRhIPTY10
QtPyMxKIl/Rx4pmJb+6aJtdnQTaWvxe9Ks7ikfENMz50FkgHlY4JZaJMjOjvH3bTSpm0NaRj3Ct+
ZhaSOCLO6b1dcpaCF6AQNH9sjKvvS4GNWhje7oEQe8O+jEf+srMG4+K43la3YtHZ6zHfCkJhX0iN
uTkDo2Q4yH4qXmFW3R/RCyfd1gDXiu+B3KYwT9zPx0vdFyjKBm7M+rzNnYBw4dklRu1tMwsuMKQ3
XFpWY9wbkmKAHG+WRdsMNxkw47/YV0BHXc4qMoyY7dLOSl8K8F67LBj4q+NHuGaLmP8kN4QlmJB9
UVkcEdRbI5Kw6usLEpfcBZmQeXTs04uirshlibb/a1HFxe+hCosNVzhMkjNSRL0CPl/SgzlokSYd
ZkIAvv0hMKhTglF8xa1UWU5RJuXgNl0WTC6PgrHa2PiaZLx6BC1DBvZbLnWqjalAtznVjjlp8jsU
EUknp3BEtw2DtMZsYpK8wXCX2Ap2K8EGJT1GHKBgkNFL3r+JoroMOhQAo1nWroEVXnTWFP5mqjbZ
wK2LPYJjQa4SaMggFwMNHORFs6aRMQRzA0+30ylLk/gj9mmpl/kYpNb72mBBfIGu+rjFgi88c5Y8
d+swEweSGCMh8+d3EJffhXlm8zHySF8Lz7TS+szUXXy/vHEjBTvE9lAJ4F7RvhTc8ukbYMvIi6oq
cwahqrO2KYczS+TcC/MpdGWNCVqBMbndcbdZkpgHohfJEde4MhIxFnkxejKNnbZeF0zGTpPYcEtZ
k5doouaXCTNe+YM/nJZo9r7222bLfRfGdL0MjB5iVAcDycDti8hU6QhD4qqNPCsI2ktRynFHgrY7
1VH376j0rqiFSuXE1CiyLvJa2452DUstjw613lDpItTOG5rftWnNhQ8qn+WIk8hR9UeWDLxI4YZE
fFrwaoxCNxQpS3G3BUkkRVLOy1psgNcVi1VItXMsxCAeen/7tsRGXlZC24GHOYngRTMY6HPDgjek
rG1vZk0Qb1BKHtwUK0TGfN5TQLemV/wPEL5hftawTNFzU9f59KwYayU3jPVga/N75Of/wwXEuTlb
Lmy16hrFDT/nriib4JxU/uhKzN9ubO3AFEGfz28IAOGF0gMMwP4BhhNPqW8U1B0T3jlpP1leHtPU
Fe1Uece9b0UUhsNsENqYBkKGXOiqwLWnKqG26fpAwTu/zCdvQJbyErusNnZ1oDCTopjC9QiFRgGA
/0JUm0YY9tfUdINoDDp3ZKn+JS4He2eOIfpBdAo28tLa3nBbB5FTgrEHT7R/jHasiZ/EGXNNokPz
FRVFV/4aNQ01uFMHqm42WmoLAICbBbAI3Mtk+EeB2V7AwTiRpTm0PdRWE/0s9PPizPCnzKWGCt4g
/RaO37exG2cDe94z0W9sd+18gbpRJM9zO3y5XWrYNiBvSF2YpnVmTA11uKzAQxODAQ5o8vq46RzK
w6Gi5Yzci4IDs5v7x5vg4qhRJsx30VpXbmBJ7aaDCRQQ2q+7jgnnuLhD19sTt6xsimBI/NjnvkvT
hJ8nad7tyihsNox0TQpmdlB8A3CD1V7YTN9hll9L03BHOvhvLRPNM9pSfr+WFSwFQQuxEfFr7u0s
gUuqxzTEGwy4OyIW/24TnXtoHhQbxNfhXmamF2B+nvSb+a99BcVT2vrBYMdeoYIMw4RBc2ZgJGnj
BsSqlJmaAeQEX7G8XVNr1oeFZcTe2E/kLNBWcxqRekv7h76MGI+5JYxB45Imxnb39wKG3B9ZacWe
0Y3aCUOCC6e9GZ8PPnrkxw1tVZQFP0Kkn690LKBQNWGvQYkNxVFYommKKe+a5soZDLPfsLYDVImX
8oCVB+QiCqzdgSg9X6+NosQr6yb4NCVt9k6IoDwtYzF4taWNywA06YYjre1PIhxyG2UC4Pqs0DuA
Eu3SknctGif2VFYfJt8UF9oSxgVQlr8h6tA20O4HEJnvO4BNY/NS7ogiUxmNRWslXtFP+syu0z8r
Jrc6/oeHiAkUjGygXYPUIpeBoWZm0nDcM/UKrsb3rZ4mryny4XkPiukFCYv0RT4Z1VZLam1rkIft
oSuFHLMIFL4cNa43+ZHHzG467zmmzcIis+5ti+glYswG4224ewU0sH+AWpEsN5sw9kg7+e2Z7oua
nk5xlWTnZUab5uK46c+mfYf9Q1yCOMyDAA7g/rnJF+LEMEZJaQCKG1YbvcqSdnJGNeRuxgv6zAxj
P3Oi3mfnPGz8q+Oi184TPof6FTfXcSF64eDDVBeGMQyoAqQcPNnS5HnSkC2+aFUKqGuEQ3PuJ86f
3zFIEbegznwReYp23SkrdHJqluYWe3uYGVFHYPYE70LBdXLUi/tSuiDnZTnx2POnkp8FSTm9zkWU
egHq1d7BPXl7I58cujSGltDevqargeYWftYYmME0yy72AhCDpyKPpws/akGialzM2bpLvuJve8IW
uwsbzo1O9bFnKUCMpjHRl1KGts5RjzSnHUbLn3eqrrPdcQNZOVQEZImXUMyvasCY2/6h2jkZlR2U
sVc3TaDdDuMFzEXT35JuJO06PE+4jrKNALa2V3Dh4N5mngFIeV+o9pUf4g0UkZcNJPYxZlq00eSq
qe7NykkGNdhuY4Vdfxa0JQZ7j+94RasS18wxIQHmAVpd5G+u+r6u2zbzcuAvF3yS/072DTufmO4+
HRe14hfoHl2P0OJ2HFnWNcQsAozXNZkX4vbGLswJ8fLenjai2YaU5f3lplV5w8Mu8zDAr9zO7ISb
Tvbn41s5ODXoCp1FVLxo1IKaXZzagLoNDcVYeyIxytcpCHCP1FV/Fo6m/HBc1EG4RAd7Hrmw0aLB
aMLy1PIqr4I8zUov1oK98zGN5V9E04ib0p72K2J7yOW9Fbq8BwX3Me5bcOHHV4C26cF+EcYwHglw
PC8F7Yx9E0WvOsH1zKTcjYIkuIFuTCyl6asuneogcWXGawy6yyibUtsZraqOU4dYGZGJa6Jd55c7
OyJmZr6dMjaGV1GC+Qt+0adWYfwaqlwVzQd/TOI8PldGVxuf8yw2fMs1IuIbsRMlXZ7EO9IHxGdu
OOZdSbymQ4s3PmvsuGLvuqGwDe3KMOzn3w+nkv1eqjBr/jQbUvQfJjpJ9rLKVJV9LhPetC5tx8jc
xYaOytiJzSbOLtsiji6JimWMhljcjb8NYd6gKY7qlSTqFMnXb93RTLredtBVs5D305EmXszC1PoV
BAvlz3BBqCaf7RrXrt4neJDFjsaNLDN3I6ujwa7OMYqVeoXtZ/azsBSot9E+zfu35mhI3NnUTez7
XobGeOLGY2NX7wfOqviXSguDnae27YOew160+L1Mx5ZNHvok6KifF1GPm987NDBYBroAL2kpyXkV
1kZ/1mRxDOWkWIDycGElipSb2aWdOeNY+MTToc/GNyAczfxzWuSSRmcN3k7zoaxRtHdeWunCeIkZ
We2/bCJ7woBza9YRKJ6uxlIlpkl+M9uA4HoyRqHz6W0hC8yx2gG3xt1Qk7JxWyXS+HU9v5Im8wxm
tPYH4Y+q/li0VRq2LiievH1b6xhkq9PlcVqFqGd92zwPGW2GNzIamgQlTDC1eEdQGhODx05Kq3b6
IPEmn+B9JKyuNE7x7oK+Sy/StmvD1ypsC1yXUSFoltd9r3TaO00a9GPsImsrAPxolIP+UClUuWCs
8sJufp1G1vsDbkeIyXht1SxIP3Hkbxq4mWFYQe1NfRVTC11+Itq3WuKqwxc6TTxIQEbXZUjcMOhU
HM7qrszaHdsS71ryAlv3AcTDke13sT9mmFNvC2lNZ2Mg8vz3hmZmkjgx7LZHPk1b1X9EFOsocZqW
J9OrsrUw+nhm1PZYM4fGeSUCNwka1lZOZE3U/1JXORUwZV/WuKpgjKNJfrP4ONW4xc6Hqerc/+Ho
SrYzVdXoE7GWDXZT/bv0TaVSSU1YSU5KFARURODp786dncFJJSp+ze7sRzKHd8ObmF7vmaHxN1XL
1v/KG2bVC9yLXh6KhpG9A74Sq7ZOLFMHp4eQ3E11z+DMBwgfXyWBYgR23q3EL1/2ubrVXM/LK+a6
ITvpmgOo7yC1W3lygJso7cllDhJ8Z6tmGsK7ohNe1NOUhLLO20okEbIQNRK1JDf5kk2m6SIrrNzP
ipOikl3Ca0bqNmYCHMDNRuAfbbrUTVv8r+AEzNWB8RXKnzbVIdH0BFmQqnW7piSGtB2TqPZ3qCrJ
2LfwtTN1m2U9gTIVkT+QIrdB1734KObFm6Gr+iQmzyWm7LWGXSewZmyjhSxma1Fgi+1rGsPIeUuy
vlm27kdtsa7XVYp1x94LnRRyuVqs5GY7Lx4+4bVz2Eiq8mDykhW3Kh/LaUOM0cAVv7Ko1iN00WkD
N16OOJuiyyghRnTDttcmu4r5hPL1m8kibNuzEvksGtSQptrT3wvTkCthQq+LfPzhIUl1Bweh9zc1
hEJrdjR9pHu7N2FLj+saIJI8NGQfl8dpRNTVZUaSyDBCRWi1GFvkve7Nf/WUges42TGU/yxKSnWT
JmJN/lZDtuqXqUImAJR+EChBbAgPq/4vy1GT28xhWuh2Pzh3k5SmYi8B2/n2mli9yLOUfZndYAiB
VjbxnHxWdkLW0bAFc7WwKM97wVKkOexzn7awVPR3Jcv4QwO3wSmTjXgAl2bA80xVsxYv9VBM4gjM
afFZC/pZ84fSuB2WYZPPlLxl+RrMF65pyN9sOa5Q7MKA1JzxZ4F4SLnYQme9kvkZEutE3qxBseJQ
7hjaOzE22fyWb1lNkpZM02xuSSEa+ZyJQc63KTowe5zp4MMt6p15ixSo4muvmpl9VXGop6dRkLp6
snMSmzfof2Z9WjUZqgNPjQtnzK7Bts4rCEWPM5nYt4bJc3mEVHWYTr4ffPOJI6tx5lgKicvTUmZK
/dcwOpbwGi64D0cd3ZJ/D9RhVmyJXjKcapyRxD8J6gv1Z5KjGH+pEOd4zaG1XQUEqUyKV9bXNlEX
uq/lWp2SYul9evFY9pjv4l6Pyz9Xhz35doLOam+5TelGutUSmn1mi/dbDju98mU8wJXhVtkhWqXv
fds0fCjgz9D8R4m68Hz2a1cGNavvapuSRLa6nlcYdXmf2eZjpmNiXquBTgOaksZB5y3UYLHMOqFD
XkCNkm6TVSiktV/Ode0kDOn4ZuF8N5ACeQoQx2y0rbVHPYfcYd3eJ2hBYbgr/bChNKYi7QTUF9BV
pprYtvB6gJQoEQOtX30PsvSV7WT6r1dmrAFZSieAeZv0NSXA67ocZzHvqrlfpq91i/UzRF2bOjRT
wv1TqXZ/6fF+sVvBc646VJ/5rU5B9rZr7sT7CiHPswx6/K8cCjtdjPb5k9n38gle1N7+vy289zW8
vnAhruW12me+/cKkUAN450UzneeIeI0zUnGYPSYVo77LdbMUl7gmEJNA4ju96rTCwwqRXC1LSNID
EEuetNwg/qCD+A7ZBMUs5Xgay4LdJkUSptZMMn4MBP37ythspkfD1/0yjtZOx2VOxamsQ0pPNFH9
GZsPQilMECaBkI3N/GAmpZPOQSh+WEBcbOcd7e09h/5SdjNDj+kK4fBQhiCRSeSgZLVdWPZNXK2D
q0JLXQ1lGmaSpkd2kd/dYQhk9dc9AkxCO46quohpsR7ZMnudHhKCNtSmP7+q23QmoPNIN0a7JdUl
OeQ+8ymEdT1/RrnL/qy5Vq7NQrP+pmPV/y56z/5xmNaf0gXpGrgjhCQnPmgIcJJqSfA+6LHZ26Ze
MawifciUt4ZNXjxpHdV6zug6miuv4cs5bbnN/G8Bk/t8oHNFhnYs1h1LmcbRLNdmokcW6kR3I37m
4ec5AA4PQrvOMpZlHWYUXR1oxCwCLWKY0ETGanJtqbbso9mL6abPEYtxgJp5wDUk3ubngcQZhvY4
jH81Hs3QDbskp3xYEV+lEJ9wAnZpFLR3k8g6bFTTaaQS/wkMGDN4L2rF23xM+9dFjCO70J7tWVth
UoHsYqwb3TWpNA9CljU/VdmIlJtm3Up7yvWawI7URNG0Oq4aUJODmrclRcopXv0pKY5xm8zzXq1T
8WsS/Zh2e0lG206+Mmsr+Oz9XVH1Bu7rPm/6TvV7lR40nqe5n2OSXXQ/TgACc+kZfohQTJfVlsY2
hxvItbayKGZrHKg8qcmRhwwCLv2ZahFaUqNmtnPpt/7A+xn/bC6qRhwdpl95VVZD0UMdrqqbRo4V
PdcSNRyje6PEt4i5379LROi8TdKgn4x8GPKDWptmOdnYJ7iWdFUdpiUqW7WDwLpmfilesyKs9bVi
0P53PHf9c6x6lbQGavsb7xiGS7fvGPJcNE12KDXtfYcQnwYJjNwPj2HOsr8rbfjtIPVEW5vkvUUx
bMahU8yhMO4xpb+XLAl/iRasaYmjQ/qcbRZpCQWkDdObWGYHpEysdlP3eC1DRO6iR+cr2ZCQR465
9iVuhJpDorPhRqfF1nQaaZOxXYUW/aHveZ1f8KgKd4ob31ccVdU8O1hMxiPzg2VtD5aYX4adzOVJ
QJ4jWgfrUnVilgEgjoRNvOXap290Jz8iKDg4xxMQ0PXY5A5aU+Y5O8fMJci6Kfp+OhPM0+YPH/O9
NXUlhm7tN9QucMKVmNodtsjpssDj+ggkLpMHkEguvZorm8IVRrCz4P0qB+LOUCn58aJovZgbzCrY
2gQey3gByIB/Jxm3Yj2snkbfwrTC/4BYn76zNPb/caP3/5AFwz/2XshbVUABCDUFMY9x3MSLYkT6
Q4ID9bblKlnPicjVyyJIgpo5pTE/Vb6UGAoS1pBDgYEiP5epT8VVLqf1hQ0YvmOHfX+yXbQqf17g
qwtHuI7MgbOxRC8g6FodtLQIsmKS1gOGQYUF1cm8fMzDiFyMCANTc4IuP1lOpFoq/3tUTS2uLBUY
h61LqmOUDn2oXQeV26Nppn5oS0L4+9jD197C9JdML+MW9vXgppnlZ5RifVeBsYatN4+lbqutKVsa
R0QHQFLR/EuWzP9LLGn+rbTAZutGNoduS7YC1Gy9op9BVCeHlqZTdmQF1nPoXX6yI306zR/7vsPd
0vN8Eu3axPwLrj/sQLZJBUZksvyuWaU/JxVIfp3Dln4GZ1oPHTjuZUYMCDDhE9wqwnRjwaC/4HxO
X51mDq+Ljv3fUpn9voyUfTQ2kKctz7anhjS7OBtMPBBp2gJO4moC43UcxnE+7XRah2OT+pq1fBvC
3T5Ln5wk3f1nhXRS0RYk2K8xn/WEfBmVlwfms+osEzhkANz08WNNqJPonLXyFyfW/HPf6VbBxxP0
h0HxiMdqq8e7bMySf/Dy7/eOOIOjNK/lh+vl+MILBGfAxijX663sMSIVoFdcG6CWcBcJ4W04zPsw
/fNzQj7V6scM9S2EX4O2SIRZdZT8YRxmCu50cuo7lesSuj00QhwDoRJIgZfbDZm8WbAghPlfX1L2
N+Smf9rQwh9Lye07t0U9tQ537aua7XLjpznFrK/wzFtofXzaSUEwB0rJf6y6dAWImNAgPVhUvt03
C9bwdvTCYqsK/GdNqIvhMc0mr04mGQrg8ynijU5uDW5rx3koqjM0H+l7aUVRtrDhE4QKFHjdM1gt
KwBV2OEPHlb2paWVr7CVgnivwT+R0Bz33MO2IbzX1xHELz3tGRb7YzZbCEYstfZcjbjXyL+cbNnp
Ldv6dlsrHDLmKH1gc81fgYPKlz3bgANh8dvWNjfNnLQMIQxlO5W1fxayL76dbuTdvg5rf429I6fH
psYQc1r8VNtObD90TsLS/iqdK2lP3jfNC3q6Hg6uGNTNWCbOXi1aln+1y8mdH0ksTmnN+Z8eA+t2
XfVL88wbFjz8jgK+gjX3BesCn+djnfpKXOaUqrHrqaH/1XPuIcNRTN7QuMRXum/GdkuxlqpjWSB7
G/BkzhPY1v3kHI9voFWDv0W1KKZTk4nsONHa7t0MhQHGWdNjuWO4eNyd0IQ3wH75SyHy/pdYYO5t
Bwt0qe0JZoBDJkLyTw7jdAOL308JB3pVnhY3mKqDc8Y+VjY45PhCIYYbEPeyQ+hu8oAEttyDcIql
al1NyvnYY2wvOiJpclW4HZfZwPiAFMppr6oW7zP9AqfJfieGrn8oJPR/wVGEm15uI6SBXDZ/6t3p
/4AEysdlM9PnWMT8SuMylw7kG9ZfD84IMRnQ+UOFtjfsKlerrPF7t4ATRZjdjyzJXdamlM24s6gZ
wEGyYn2WSBLBsp9BGoHqWc2PDlvq3iLTd0yh0iHFXxfW4q4qR3wtehD0T14RyhHTIe2nWIdKtF4C
/+zWSZeIhStGmbXLttYfrN8xJG+86W9jMfulDbiJd2wTyQA7ld9uESmKISVJt/QQWCU1rFwzKduA
veOdFHx4r4eS4u/ODGwgUG/oMzUjE21wi8cKBCsplv846PnMJrLfsTqNEqNa4W0786zqu5Xrejti
agqqo2sc3yDNZ4/ZVu6unbAfxQ6iS0xtYFz1RZVIKWydKSvd9TlM+tf1EpYPRLDRlzI2FLWbRPWk
la3/FH2ehqtG9OLF2FF/Wciq7+CM0OE0lEPjW43kizfs7JNtM3RgGP6HOX2WTqEFMI6MS5TYsnry
Kqn+bLnBKgflMH3lzqF17DrA6VMuwstrm4z5jUQWK1qYyvV2yFVK3oZaIzIOOwPDQlpT5EitmFpu
p4gQ8dZQObsWr3j5Scgu+yOfd3nJR2zEneyFeFA59gngQGDRz3Jm4+0SEY5wZqRJr+pVVN/9RNU1
NPOYYqTDiJHa2r8AWa7mA6THbO98TWp+qAsDKbsEIIZcS3jl7waQT1+7tE15slZnp6J0mOiVHePQ
Zcuyvifz3jyWkNdB9a4QQ9KKYpJL1yAR8gbEpi5akKfDL6T4WNMZqzJ5GlaH2atGZlXe2ryffm0N
qfZu2k0eO0tTf0vrPjRohXZ4rscwV+1k7FCd8npLT3jGJmJyg715ylbyDgkVLO4wumfroZDFeivh
iNsvAhTVS0X2hV8jAh7NkWOs5i1qEbk0PPHunPSmqg5LUcOZXvQoMhRg2TVLZXxYrZybY/Rc3AQV
lgILWBHytiFhfRj2El1NVT1ITbkt6jJUIIqOURT8rWAmfsyNT+YDnqG43bzN0kOzrzjcUrDpjyXC
fDaTpH1XYkL5AskQ7sZqt/yAnVndWx+IfEwQv2D758YABD54ndsltGwblvc0DxPGjmGj2z1lWV8e
alXP4VNEkqytEhZvAaktnkKCUR2b4ZqL/OyGpoKteViar7IYFnWclzXu7zvb0l81iMRLcAnHixPd
9qanvfmaNi35qU6VekWOOv2zaTIu3Z6T6T0Z0HXbBBv370jGhmMNafQpXUqc0qbcdnkk69bUR78x
M1wWYN1rmymaxtteNphZItbiXyVdAS+mPkMaQA4AWx4GI2rfIvNW+2Ndj1oA5sinX8IjLAFJ6lGR
1i/cv1s6YgzNqlRVx0nijzloN+NX+3qu1kMSg7/D8Dxjlw0yzN0ERG84wpE/QY4DTuiDBFfW/ZeM
P5BCSOb5qR5JXR+zGnKXbt/nsHdxKBSQqWqzSUeCjxpNxSym02C4/2WhShA6jOcwZJei2c3fmW3I
PmXVNucdMGasNaHKNyA9pNTmeqUZkQgKzZGwDxMAytGyGD51KsbicRt3cesSssO3YXesQn0sS+xX
fkGmPF+s2U9ZhhkD8ps+x2pppgXAOAx9z+OyZQn+d6fv03zE3BbGmEynCNSXdqUayqdJQkPQ+rAZ
IG5iqu6RiJdXrTXl9h80RX5rAYYk5gA5qzKHaSEcgJVp+kcXEIbTAigRydlBN7sfCo+s1a6YmnrB
0cnonWRsfW4otvfOBq3Sn/ItPwZPN5Rp8PP48QHTdEtY6l6ySJsHM3nrz5Doj4+r6tPsUCAX4sk2
SHNE7LZFALwq9wx0Vco3TALJmqXktDWAjF4nPvbxEMfepZ3Waoh3ggqsagXa4NTWMA/5o4kEoZpE
xl3eDEudXhZjrGsNNBwvHKfKQkskaw6sguoexXjACzXAL9G3Xq8Ci2hZ9Oetz+t4QIqwAZXJRtu3
NbLBWVduzH9QJW1y5thSr4Cp5g+62st/PG/ohrrV29CtOEBVW0gZk5OIvYiHhWXuZS/IRNo0HcKK
PAwqK5AwQzV1ZjKQfYd59L6GBCOPENY+QAor7nfEqhUdyOB9xrS/13cgiZbfDOLiBAIAQCHtsOwR
qF9qQQQM+xyhnWMr5JbpgN4kUyo/CR8iQEnaiBcGVYI5ThVpQkewHzw2fsTkVGb5wtskWSNw5iDF
FcszSCWsBy3TFrBUqUOFyXXpNnB8E55k1FgAPC2WrhgN/dUsKfbqFM7HZ1A+KSCMOd0wCG2baK2o
wUmFyprHbcDIe8A3LMTVJDhmDNcTNx/czt1nxkIiMe/t5nYUk0yvMsvIyxJp/gTZb5zawrIGCGui
luU4ge27i7oAAMb7wv7+P8nQNq4x39m2+AeimH0lTM/y2Czz+F3kAu3UOB8/90CWhzwo/j1rxHZg
OcjZgwmqRAliOnt1kiJd1wF9ulSZzr7YhpKHS8UZAy8at8Pm1fK3UgTAfIwOKVtbzSVsyIhvQZra
WBzR5+gDGLT1GatqNF3eF+ENkgXyV4GZQCNruF9buaVkvEN8Kfik3s7ulwk1D+cqj/gKgsmq5XtJ
kNOCab38JsiQTDoso/V9lu0jkN7Fr7+JnzBZc7sld3L8qTSec/ak0D5tt9vU3YAcgeMWat+KtGxY
0/LOF5GWoGYm+eTTgHkXv1I9ZJ6USDt06Hd15VCsFhgTn+dajfPNyqrMg2CaXHHoKwmYEnnXdXbZ
Zop4rAKpKsXBpir8wx36KVYYNUVnAKe+pjsHWCo2bFttQQF79HsZiguaYApce2IgwrM46Sfxky5w
alQWblH2coX1A+N9W9ZE/2NkorRTns9YhV2un0ffrHsHvnxYTw1VCHrJ/JA+LRhBkq6EUutxxfi/
oBzUHOQTzBsb3PA+QfI8731xGthkXCtQ62BJckMVrii8ed91MY60ndKNTh0OSXhz20he+nRcBlDB
C74CKRjQWocIf9Fu3pnHEsmoXws6zwOQ5vQRwcE6e5yhTGGA7CaBL3H8MMR+VOnyhwH5S85jHrbH
KUnX6YaVNsZ2xutVnmALBP83kp/4ag+O/DitK2b5vB6aAeoefEyhg5qXfyoBbBZWzQULLVmEAE1k
BH/M4IDdjot1y7FnKyh+T0WO+xsyDBWLTMonAf4Uaf+xx6ygs0x/JgLE9FGtKMVdGD1ObK2T6p/N
k/BMw+bWG1OXaDkBjpe0q1zhP4CDV7RboUQ+l8jB5VcDhYb8p815A6pJ5xj/dA/cDtEzGesA68a3
0bv0PQhZp63LBLmB0V1/l9UO4BmR3ch6HUEB/9lk5SoICSZw+EVfzVfTSvAvT4ubMdLSShbdLOri
H3iPAmwHVAQ/ZPEEn5WiK9YsJLwnX8BOAIsrFDXXCdCH2W1YpuS3JBTEP+ljMXT7AJYfODIDGV9x
4L8H5MfpZ7Hn4dNDiPyOC8IHW7BsSHWswtiUHZ3das87QvivAfgke6txhH5hWlKQkuWMJJ2uI8nP
IbX5e1Ko4RUSWf53Azb7joTPlJ/BU0+v8zgU30vU3LcYehJg/uDmPo2e6Z1v6nlfjoVr0i+ox01s
MzbC+I+vbVBxlQi5/1GxX4rrjCu2HCzUIDjISG7+h/fRz0APZ/DEg5MBIx6UN/OxFISb47oM9GZF
wgToJq/oN8snIAGprtmBL3u5n6ohQls4bEVCsDFosvZ3fTFOuGYwA6TzOK/hpLctl92EZ3etUp2A
S4YJ81uY3T4ZFTHUErayoguAq/NjoQo/diaReXITmVxYizCi4p1kHoyQ6uvMnkYssM+VIKnpmoKQ
cDUsPHvBR2GQBpCkHLNBpZHbom0KdKb/mQPanjHzIFVuJIr7rn6RBfQYuvSIVOKYmuopWUvXn3Zi
p7+VwXTUDQpgdStJX6CfZdK82NkX/0E9D3xGiU1X7WLhhqFvFOmF6V0eQhZvxUIH0uaCAW1yfVE9
QNBtxKFGH44HbusZRYkUG2x1DokQpx7fcpFnJudqvMlQPoA889mmR9osw8so+gC4p9jJcNTQJcG+
xTPAysaWscvCBj1xKqJ4zRNsDu2EDIseP77EQ6myaFu0SHAcGzrN94r8XnoA45Nel/vEBLxvTXld
ipp4APq7/8VxK19NjDA2+7EZdEcEal/neMaRdqz0bE6AhPrHlf9kcsi9TF9Jwrc/cLXg9VMbgwAl
TMavB07rlXY9MZBiUFZnV+uI9+8DOgEUSFopEF1ZjmIrMGbh5VTZYtp0AMSAQBMIXJGVuGKJHcrZ
4jNBU5qfpUV+E7pBxY7UY4loqQjNSTlLxtsCAa5lW/vED23vkEbUSQVA9VKHsvg2xcz/KJQUjptQ
bVc6xUh0qKGBos9RyO020EQPt5jOytvdJJU6F065oSuKCaIaTA5Aa9LUpcsBn4shAGBij8PDi0K/
u7DhQuZ86J8mLF1/PHYC+GCIRqhBrA37LereBLgoYwUZEFrHeATVu9wYgzHlNAFTF500Ydlgmc2X
+3Tb9ReRpBhuPOzYFziut6/SwdSVZHyb7wHdg/OyMEMGFKW5/Ne4afgvgFv9lkBfX6kpIZ1gBik+
XS56TG92xmh+GJyhDxZyDyjEwMEiO8kFD8rBUQFXBDLJEbS5Lx/VqFEENw60HJ3EVks3imHFo9gr
HH1bG0VbxVf62kB69MFl6l+Tuaq3dsqU/1DIp04PI3fkCfNEfLXjjD++qqfflG7Lq/A6aVrU6nSE
UQi6EyjH6IKhJfRmgJ+8VBG7W1xtOyD0BVAD4uQBc5lqqdt08/SjSC39DSvS9kQJFtR2rd36lSW9
wjyCJcgcGGjNqwkXiJGObfnNgJG07CTCVzU0K4jMRsBnjhRcZyCywKs/mTN6If+s6F5YJFuHmCPb
aR7KA4USZjgw3MC0gya4wrvKcA66IcsHiJiREwb+3ECw1f7UZPhj8IBpu+ALU7eqBtwJRk6YV8Tb
yP+Ed4uG7yDKByUxeR6D6w1oLdC706EZHfUnP4LWnn05zV2oBMWVMTglj5GhwYAbr/1fIxLxgYUA
3u1hIvElS0OytTWZ9xfah/E5Cw5fCMnSHSwc2oc2HfQaYKZlbfWDs2y+n2iW/14UNv0nwE457WYo
r/4G6Fzfex2mX2spMGJDDz5CEzaw/JUXQcN1H4b8noDm5het+vmDO/2jQMQOItod0W32vCVKkNZt
DfoFCdsIOglk4ktZQtQycmh+231W9tvB7fG3xAraY97I8X7mGBJ6IJBpDC2vPYX2qhFb2WV8LZ6G
KhbYnyakULfblqVPPt/904RvkxnAlXT8gIoOi0ew7j+Pz9BMLV9/Tu660kFfohHqTYMExiFupB86
AjAgacEX8KYF0AT4KZaC33FYCqpuodmC3rvjh04zpxvHZyM4AHGZkCAvdGIQC629t0/9yiCrGH+k
9i2lOw/QoG3kDfu4fMgLwNu42yN5MIvtH2HcQUguSxW9ylIL3Hf5kSXhJSsKBEEKvdWHCkDaK4BE
8570COY4VokEFuuWIb2HTlKVHdwlAKuwo5Vgose0Ch1qKwQbGLfUU9jw/ZYDmXM8ZG5BHx9w7OFl
6aHSeyM8N/6Q85BcdgLKHXW79x+1KdhLgckF96kk22eaRzD7SOoc8A2YtAhYzsnOX1M2FOwa0av7
g5qRDHPC8UcxgxwP/VEXEHKDdXVzj2k9X4AxTaZEewh6uSUU9aStbG/FwUo6x5aUgT1kTeaeXVbb
T0ctXS4p0jlulAT9jmlNM1CRtPgAdrej5FVLf9E5nPTAXwd9TvYZah5PibnBpa6QM1QZ512AcPd7
KHdIWgjzyGxKpvKfoVyWR7I49fFTErCZgefAhw8wPVxVzE+ILwRH+j7XewrHA897ha5EakAywCXu
5QJ7ASQxJbuPlcQH/SLAN+gPeNTu0DDdG4xBdLiOhQJqbRj0+AAtoPg4zSSIe9FoNMxpnvYMx2fJ
r0UBngnZNomW2JtK8ZxYP37tOlZ/OTTgEGHyPPmzxhmLUCGRrkM9h8KmzxKYC/stYRjFS5f/wSkc
byHH//JslXOXK4MJrxowk1exzpD8qGRyGTMDDZOPIDZRpMeZH8caY3rrCLbPdgRFB4FRs2dXEOLw
+ohEO9i+S0XyDwUBHCpUjtY7Kpdc+DrjlQDY3zyumckfDVBndWB7vr/PGTolDh/dPzOFbwG1ED6V
N26F3qtVjR5e9wCKDDjUXtzB+bzjhENQyY8bxHwLMqAMxQZfCTAX5ZIm13hwC/QZwpMX0fge4rUf
0aEu8Kmqs5vdgCLL1PsCe+zbnq/6XiWDzy+jNMlJEW/pGQV1Fl1lteUUSgnAgPgoEDAE6a6FAueZ
/rCH0NHVLRz4ubv4ppjAMUxDuXYLyQDw4gstMDsgMh+UtssF3ic8BLZAu2SLEmSHq+/EPiQSuCkg
8Tu42IAYKC/KCl8GWqDJBRQBhAK9gtujM5XMT/gCDWDsccuXNz1m+zfsV7xE8hZY5sNow/wLPloi
byHuHW5GVIupq/b/cXZey3EjS7d+IkTAm1uYdmSz6SRRvEHIwnuPpz8fNBe/CPYhQnsmYoYzpJhd
VVlZaVauXCIp6sp8CCAyUWAb+Fsv8I0KN/R4U7o25iH+pobq8Iu6HlLrpEksl1xVal5qNSMJzIDD
mRgAnlsqrbmp1V9ovCu1m1Arok8ADdoWJ6svO2AykQBOZKQFKXHqEtTVISCN1tzSKNyce8DlnWOS
4poPDEgso/BCfXWUn0FVzN9xtnow8KOh+s3nNkhoB/FqqLaMo0D5/hts3sPLGChjt6cObxauRSQM
rqITYIEkpiahHRiz8NWC+gx6LlO37sIusUIQYKGJQ10UTw2le8BUYiR+F4BE5O4cJZrvAQixgEMR
jmau2oALorq9XAC1myAllHOzrxyzFhodr9oAXUZ1z3pui8p8mDtlEClQziyT3utqD7p2OM99M5Ny
m7EMLsWQ7jEAKN1RE5KSijymmXyOCkpTblcUNZw7IP9wLJNsIj/caJicWkoI9E3AIBIwsbZtwaII
YUJZQUBtqNlC15iUs+EfKvLJEfRHOLVOIcqUCSm75foOvq8y8GIo08wd2fqEt0mRKcepQMdhaaqZ
TuHkdS9TqFKE4AmHcei9kLbQE6QxElkVMRcEAuIG9R1GES6DKs4m304mzDu1Q5I8R9i/CaABmRjg
ueZY+qYlckLjcA5dJqyqfTK6mdKrP8M5xwYKEeNobEHJyMtaMbhfu8NYP9ZplX4CjKiUHpH8+LkP
wiw8Cjjb1DOiUnkwAhkmrVEq0chWz1uJSqEknQccmm9V3JtP0AJbAI4Yk+R7qTXTQzorcntXm5H8
GhayoblxPIrHWQuK8lJbRf0wTLkmgtcwQa0Xizuf+UpSO6rYgQTDCxdouc715ksepsS2MfSfGHmA
m75LNlx9wBxQN6LLDBiukqeCAOBN6O4xU3PvKHECrrGMhXY3VH/eAbW1ersQi/aMaaQ2DHbIf6H7
Ij1MqjaNLiAHSoJAe6qvEx1yjVsBcqtOjGkRfwdjbip7USCv55AakHhKRD2eXIyLYHrSoBByQjDe
/swCuRlwopPgM1y6/cMU1j0vTKkH38Iqmn9LPtWSXVJbyXeLR7r2dC4W1YcqNiuoZmIDLOiEm+mg
8RS41VDg3tC5gLNHuJ38IC+ffytKIxpsCQr4z1RuycsMTTudi2KwvtF7BYKHKrFWkfmfY2DKimD+
TONs/h4RT7EqKQXH1mVGrzpxFGvtUsLTekeMjPQ1gsOVEUHSDJGASnaOSme09HE0vQVANC/mDMCJ
KHL4AaW6UzNMcmuLhgy2HkosIQRZFAe1Z5YWUGveFmYqmYE6Bw5F2OqOeWfi5BqiLt5qQc5QgUga
0mKPz5h8qQqsMk4ccKNOLjH9gByzH0BM43u6d1uwhZGcCR4ocP++xT6FDq69RGgWFd2TDD78U0m9
5lljGOU3ldfxNitS5TFOFTV/qOKhg1LHivrpIJv9+NSETQPd6Vwr0P2Uaevvp0KJH7tSacg2DRON
KpM4k2HEd4EcdZbNxPSIjATdi9SCEHFsKr125ZZb4wVtNGIfraHOj7k6yh1Nx4NqWuRTNeyDprR8
O6SF50cZzaXgwGpWwNUQS1P83SwAS+xpUuv9c09cA4jL8PvHEazcL5VwgKOWxIFBTgH5dV8NgZBN
oF6ANLRi+n2oR//Zx7v/CfnTklqdxkHFEOADerTfKF/pAQHdkdES9LWKRh7yupWsfZUOCZVVuoKy
wwim85H4pGSucSw3QOY1GoIGaa4kp0lpfbQTWU5TUCUkRlzfpzUGP9Iw7slH421qdALcxDWQOzdi
oKVJwaDjeQJQo3yWpyr6PpqgeZ00NfBy6XKsK6cSTf8+j1WwRcWQ4ORSag2TXaFk+pOQyYB3Otr2
7htBamenMv2OlktTB8FUGmLxLEdG/QrUbBZ2ozHV+5DW4Nk1g8o/oVJq6iV1hmeaCkr+IJmt+chk
xeKrqVSasOsBEvzqpGj83oeUm0iyxOpdMwvJYzMN7NOAPnwrKa6PxJtDdaxpuuo9CZ731uFzic/q
bJWHUYh9ADEkT382SRR8ncogfs3aSfmUEfT+7KoxiyjHonO2rGTCZAfgskkmaTB12A04+C9pSnVG
SjKfHG7WzxTkDbPcg7WvZIcYKSh4DanD4TIDzrc7BZY0L6hb466NNWHEgKeSRhYwjl/qMomeLT+x
7ikgknsZfH8WllTXWNimLtDkMkYqQcCEvfuGK0EAIoO3tBnhyjnSYuV/10OSFrvGqmLVnUBFWCC+
2umkznoG9YW4vDuxWKWRp/YhCdoUbIfiSZlpXJYIVMPUdPOxKZqgdvyOoTouDE7ybdPP6qcgwbbZ
EGlGjCciWNmZdYmTA3Vz/XuAFeY2qrJWdvtapHIemfQX2FAYjb2jtVWQ2v08CS9w1XHy4wQhuhnN
0rMyGvC1VCAwZc4Px80ekkKmBSfJrYc28WfNJmwPcSV8SeKaiLLwaYiU+ZMf9Z0ENHzJODMbofum
xo1SOfNARsaZmT/hLzyGE6U3skf3GacqAKQlwLYnxZDONI7Vd6YVAD02pAx/P1Ch3XapGA0j9p9C
vdxMFH3nMRn8HZBRNTikUmM9CHkIy4VlUbu/UfqBugaF8cb122lqaLbAAzjKsWoJdtMyYLnNa4EI
taUA7xHC5jENiXFRPMiTBEAA9FhDO42POlEm6TuvGsOpdGtxlFTHnGmNdkax6771yiAM3tDVUryz
QivhpoWWjv8FFHUGSBcEsSuRHIx+jgEpGq+bBal3soI+fNy1KQF8YVVydIJ9zMrOQx+Z91qUpJWr
9HNKw1YB2u5C8w/l7Y6OBTajUrKfUpJLzW4KZ390p5Hk1S4IcZddiV2s3RnTjscRU69iY9NSkMgP
yf5jVBl4GBWDLwQgnz2uycQV/pXmI1PWIzpAHot2gtGmYgjAmXEI7QvoWZVyZNHo50qjAu0o81QC
MjbLGH5E1ZfA4GLPCNnl+LGVYh2nmZwqmLwBgLab0kn0s/DL6VORSvFFBZ8uLtBBssjkZQ3C06L8
bfo9ISEZXrKG5BHxw2KN0k1rpOIrfuDQOgQuOY5pX5sXqVQqae+r5vwaCIN4hj6kF29oK1N+Dpqk
LGmaFKAm3B3BkRRxOFMpFfMLbQaKBJpf6UIK7ow3cIADcaOMMRYfQkYeJE6hihxYL4rac9fUFJir
TqfQm4iNdZyEoB32A+f9NPOujweVHMcxrkMq4UpPNgmuse4WaARvZwEO5Q6fgUckFZuit+eG1Mbe
jKoa+IUVFsFz1lmUnQDYyyCn8sR80LMCWCyPUHCpUjDFds8ufwGr3l+W8A9QjpjSGSYIRXNPx6T/
IynJJTu9MhJ3qKOZAhhhoMpXK4RhzQ7KcDJAaqUkMbIYnltvoRf8kZJ2gxdWLsPnUM1b4mHRqr7S
P66npNvy9EcgVTV4CD8huWRZJORBp+fls1SABcDSgsRQNRiP7ahhUrnLLZ5erUmfe7x7BVTIQNJW
A4+DMwliWk0f1YiuBod6lP5dM2vjgZepUXaFH1DxRnVrT2yDGse/LpXSWazztJNjUj5ePLYktDVz
BiIZmtllQaNObjhW4xl/Jm/0Q0Bte/JCGAoqKN4q4dz0vKWHpCiUo0mmBCpW6OUJ7IuxlC4NbYE/
a1+cL3pkpq09ALHoDmoxm9GNWUa5RHo+aI3budXT8jMRgvBZsEiLUgQqRdD5eoy/2w6l9DXNZzJq
En59/MMK4l6wCcRAKPoSLVP7sgIz/sVgcKlFwcXKNQyDQpIMlG1ACh74TzR9AlvaM2HDonFpp5R0
8thFNzEz9uNu5zXBEs3ckH1C3UA3lqzCxfe21TmVJs2qgP1QDlblVwbF+naXVN3eSIbxXhDSZYSB
H3BcbeemSSftPxa/bvdexDO2lWZ8E+pYfT2xhQ7WugW0ktk0XhEYpQCZu4MIRlCht7O8UKGw7FlT
g5t6TAEFfyxcWvd5/5EuiyI1RzrNdXHV561KJd4V5WM7SfsYUt6W2kdHpbmm18tL20GDI8yc9nlO
rC0PAcDrieAetIZlB4WKbaTA6CYgSxwyqObGp7v64ZgkKEMhIMEKveKEqEYsYacSkOZZQLKTbrUA
KEVKLjBpCr1wN/ZC5qD/5ilZ9sJgDDIXA+JXVVq+/xeNRy6S56SImduJj8vh1ZKPIcmYmeglxFoR
AC9yiwE96iAJIuJMumW9JAd3g29H6r/S25ePP9GanOK/D2ShFrCayvJ6EEs5qPlAnTvHDmvmdzUy
FCBytEwZdjRq43cfF2ODHOKaMhoUBXQNbtiF+WO1BWCeiqShFk9LoHyvAzXB7ZXA47bieARBZ+3L
nP7tQtE3xj68F6zqoI31RQ+pbVurvZ90gWaRsqQZMBeHhdx0Ok/U0G7ASCjgt6vWrcyqerS0NNh9
vMnvleyt5NWSzYL+R9A3FBth4KPhi0R0VH7K1Fruj+SkKKx/LG9NV8FF1zXoaDQRFm4Ia5fP85eW
NZNWSJGKuWEykngKwLfy5JbFBufOe9VBChMCURu6MvjqrRRER4pVocvKILUnbYG/mZl0ojA/PBlg
rjf05tomwri9UIJRFIT+6a04Bqr6ViagqXXLO9aSKnbIQH6hwUY6/Pv2Ya5VkTmmUP6uzeXAmASV
0iapc4ggBiceptZ0SqPp8w29uLaDJhPYRZrf6UpYE0DRN1bXY8RT5FdydcRJovGLXuXIAU1KC3RN
HnmD82xL4oonSSK0r7IOc1eGwvDDn8iwWW28pDDrMLmHFXKLB+qqQBUYCCtcuKBXL99ggKJNQpbY
Ur8HwB428wlyi45W/0G7A2nRbZAJXtN9Zh3BpyVBHgrx7Fs1iTp9wHlB4FwZFQDr1gLoNFb/w8lZ
MOsyCALkEtbkrRS9qLVgMpGi+AF5vN4Kj0MO04IzBoEheF2KT7NxqZdn8u3TAb5axlBD7bZcu2Wn
/7rUMJ4Ecb5opS8n0ghwOmniPRB0q9rR4QJ9AA2HtNWEUhdb3scX4qpoxeAy6Gyoqq1EF1aX4n3T
/UzqR3pdwtCW7LoT89MHs8mXicxC23/+Z6GQUaE6qI0GLeRKVX0A62PL6Coy/r34QptQQhUi8aML
OiR9x98BpDnQguhv3P5lMat9hgSWejcTFDBta0qqXo6K0KywM43fmV9lWr9j/BWpPzAirdsFdGhv
7O4VjV2cQgbCKBIP4jtrPVgtKL+UyhoAVVeDYHPXCco/Dklf5v7yEiCICfOMJlxr7Oybs6KB+7Wh
iaBJVzL8fTORTleyeFelvkmSSVH3qgKGdUNxrxhug5Ut4jHeNEm/Vdya3neDVlPWl5TjqWo7wwG5
pwHLV7sNnqYrispIQIVxIpCZwmW6euKrVJTnQcvQGZoAXaEGYzZqNR24EVWlhxK88ksiWVujJ64s
0FqI4RkepDHDeT0kgc5p6JB7tjbiBrpiDS6JHhd/H4i0K3x8Ka7oirXw0DJig5k3DLB6u5cx3eek
k1igDzOQa7UAmoZK26KBey8F2i7okiChsngH13PVxN5khEfFVBYBJoFLMiQA+8K43/DHrkhZKPP4
GxMKEdUqLuhoXMlyzeKZNQCLllKuAdsJ/5X42GQgCP4CzNg8CMxZWA7vL7M5imE/EmkwrRL0SHap
Ydkp3KIW2nDDblxZDvZOgspexEQyseqtIMpMapBrDJCYB/hRo0yuHZCLG0y9743TwkcJuydEIoap
aiujKNOxMYw5OU5Z1JITNiyavKgBFFKOtP97tFqX09d/VTmoeSFSZkoEDWes7e26KG93hkEChAq+
0FA+Y+omUMB09oXd/yCIkZCA4jkudO+tIIbUM2skxUtWlJLQKDTLXTmNo/uxlCs7yAQXPC6Rp4x5
l6vldAV9rEVc8Zb1RuPQnwPVkDE2YCwT6jZg/18+lndFLZCnL4MleUyYc/B2VYUu+32yjOMRgKDZ
YDikXYP19f5ZCpQ8ZMM0BTskmit/hJR7IrQlzgFVNvMBEgp4ImgO2H8sZfmsb59G7g92nJcRym08
n7dr8fUQtqmFS1Nhmh1AbUhZaJoZnnBcq1saTntHraOlnybug41ZIu8tO+MhcMiXCgsv2HoaetLQ
yCGOdMR0Q9Mfklhbkltgpl5TgXrhrSATvt/jMpTphr5cOT8TXmpodbG3srbmxmbuZBzKEAzafdgK
d7GmZnZTlsOG17ro9npnmZZERZV7Bu/x6o0sypG+ehNAlpWa+Z4eQ7+lmN7poqeCCOo3btq1c4T4
j3zcsqPSOgvRKYykAjNKfGiO0Z58Hl2SUaJPTmDI8j3Ro/Cga3q1U3Bynz9WoWvbufivTPswGU+l
rK6DEZE9DnQNJD4go3sJ/iWvgN9wI1a8csl5j3GScc81/rl6WuBfKhXI0kEJ64lhNwAJXpURVlGw
sBVlLL05fLyqa8e3hLRQ0GIpzTXv/Qy1SUG7Hq02WaiBU1QDaoU6ZVMwWLBWbTgBV1dHyL04AYtX
vgq8oYoCpwllApQqPqB+xvNSt2gKa0wPSaaJzeNMK47170KXaSWIW3b0HUf8LIMbLmcaXybGplEq
oqdqwmgWEM0wKnzj0l3ZT/w35tDx3uAVrwPjbEhoe4Xnhh6llm4fJ5rHKn2hGcuoRlq2p0Heiq7e
DfNAURghosuLayzhh69u4JhZYaBTIbAt7l7mRX0rnocRSi8ravODb1LBkaKqoexKSRroLFUiO5gM
6nIZpHUb+nvlllgwkZiQJ7MFxjrXEQ7AJhnRVAB8qQOPabbg6wJ5K/C4vua/xCzH8JdvFOtt2os+
Y2j8eR51u+4WtivmNaqakylWe0GbhaM4UOYyU/hryxQyIGjMTcbjxOKGgb+i1Cx5CRAWzndRXbnu
BexuvqGy5AAwN++I1fxqgB9dOmqvh74h4v34yl7bYvLRPCgctkaG++3aVX1mtgI8ibahKRVEaLT0
GFM2bKzqmiIbTPMmLABNBT/tWynAdtV07PDX8eiiX3moh54GzobWy2HaoFK+toEGKDGyypRl38U+
fSRGVcUUL7vQ1eCFHlntZe4stdmlBbxWtp6Av939D3tIuLVQpItUNVZnBmMyQAEJr6NmeLjr1yAE
KdeEGwu7elI0lmDr6JjAGX27h/Q2+aXMuFTGAweRuYOqSO1cgiy6oD9ezrXD4jXkSacUsDwebwXV
+L4mja0IElpxJ4BOd42iNx5Kuoaf/hdRjGsgvuLVWCfBs2ZsWktAL8qxLS+m34aUR0xgvaCLhvjT
/yCMOaIEQCI5JGOlhFDahNBT48H3lB52Xdcy8BLEuNu3afY/aAR+IXsHD/uyl2+3EEyTqjcZyRNF
0bIH6CzMO93szQ3zuPyWlbe0ECUbS4KGR8lcScnTXp+iGb3LG3CUdgd29Ig9Hj6HpDR2ZUfHz7/v
IMk+IIvMlsTxXfkTCum1INMpoMGplTvxTItcHTMgjPlP4cZhvV8bKT4VpeCtJYmxXtuA4502YKyX
jmpAPn71UJj1CVY6/SDWUb+xsCvSzGVqlIK+ywSuq4UNnSIwZZzCujYI+inILOE5tujKIIs430PT
52/4ue/vMizWEiOCcF1wptczNyJRB8AvFDS2U13/Wi5tEZkiD48fH9dVKUw35BqTxUDSWy0UhF4f
ZxiaQLjBwqr2QX0HpHOL5fzK3i3uF4UWgpIlGfxWCll0OqRMcPZ5P/X3kuQvYAk6f09qNuhf5MpP
f//zslBBmcoViQxi19WyFD2toyAkFIFljCAhk39GufGPs6nJExKHMMQJg77URNfvoixAOJHPPTFe
ocCk28AfQ3ZXzR1AGDSpiZzZxm1+f1pLTlkzSGvAJ/jOFlZ9SRdOb4HvS6vu1phj/yx2A8xPH+/e
e+tOiwXOMoNTse4kSt4el5mB9AH6kcCO0RZelmS/5gVkVuvx1hSsdwtiSAlhuEH1SJKZgbcKxmH7
rYVOpBlRqqboa1YIpZe04VZ+/JqU5dLqKs+SwkyIt+tJiW+WlltQQ3UKRiWqlfBWjbRs4/V9Fyuy
GIr2TMDCR6JkvRID/hSQuYGYmo7fyk5yE9adYRoS5dx3JSjBuLFA6dGSj42BVLP693Icz8kyTYyH
mZdZXT9fIhTxnbpk8GgNM11LGX7lgI43Irgru6lSZRCpz5MXAoj6djdj8vqjHiJE7gb/ho4YUDNC
4G8M9VycyjcPFwZ9GVOCf4bPBBX1Wyl1lDd12+ivHd3I5RJlR4dMNHaFJNtkFHGjaC9jGsaG5r/L
nSxSaXEib6xCTbS2G2AV4QUe9dexO1mheZv1nlz4TqrH7jy/fHzJ1jaR5LQo6zDCE7kQvr2bWgpF
zKRXM7AuNPMLvCq+0w1ZfyPA7O4Fqh96H8tbX+q1vJUXXxcF08O0BRUY+oMN85H5yPPC+zW2/sZF
uCqKUUCMR6EKjTf69uwodQcQD0/wVtJchSxLWHK98DU5dLBvAUXW6vhnXX8JW77/V2QWTJJhQo9H
OyqDvG7DnAbauVfSjd27ImXJidNjt+T13g3p0XTfN+aK3aMBcqBrIvP3MLj8q0/IWghHNEZjqGDw
9XV9q+ukEKg/FJBgULT9QN2detps7D7WhPdrIV9A2wWVGNJouDNvd4wWhznWdLoh/agsicyb0APz
+K+m/U9W4i8pq3Mh4oF4YOxhQgDEbEPO9VVMpK8fr+S9opFigf/VhDuGK6SvfLIxFVo5mOFrK5pe
/ymNkEakdAEv5BXG1jAoaXmL/rZIeDAII+1BJYY5HPLqVRwgYlCnngpZNpvTyQpEmuF5q5tbON6z
e8athg7uXHkDw6zsjFEsH6HiTf/R+BKz8iIzhVAkGynK6yg5q7q8yULjxYpoOajgcnRGnWz8x9v6
TkEWISrB3R/P8922ZnDLwFUcfE2mKrM8pVK0U56rk7X/WMyf5OlfOwrmhr/YS7x4nWrnug4kzppc
G7HA+Et5kFxwf9ItnGvdndYF2j4ktKQnatRoYaTzaUgYOUJbcRccrQBqLJH53xv34k/I9X+fh1qv
LuP1sHi2F7zOOrGlin1PtlB6cF/c593e9hzv4G4seVGS/68Iaisrh8eX2iqG2vrh7L4+HxHgPH0s
4E++7yMBKy1tqqakXVZ62Nm73cvx8XF3tJ1bB0HO4ebs3jjORh35401jRStXu23qVG4Xge7Dy/dL
YF9s7+udI9obO/dnBvJHC1tZrSyuGxUA08N5d3k97p53O87nm3M4OU8bkv4rbH0karkffz0p+FeS
ILGkm+Nldzm4iLJ3N+fdznV3Z4f/Prv803Ud+8BX7vmGPT7yM+cz/3lyXb53cE98zzvxJT+9Ox4v
7oHvnvnDR37UcY78NlSMX8mvX35kV/Dnj8+7y/HIb7P5dba3fHt33Dmv/AgfwXaW/8PX/Idn287B
OSCXn+U33u8v/Pob1+VXvfJ/jp7tefzGF/dsH4/PNrrGn/G8ReUcZ/kxjz/P71t+mXPLF2dWwid6
XMTvD87ps3daftQ7HdnoO8fla1Z92Bcs3uHT7bwDerU7njmIP59tz598dL7xWw/86Onu6XB4WraJ
jVr+tHs+Z/Yi9snhf3+s9cBPN+7V8lL8dWSAw2mJgqTp/HCzu1k2a3f+8zf/vrzu2PcL+3B+Pe9e
z5fK5lDOr68okX2750MfH/fH/X7v7fe39h2f/uTcHNiqr7e3f5Z6azt3BxSNU2XLXefhxrE5e+/0
4NzcsLLTYcPI/4eD+EgDl+X+tZykN4y+QNlvOCgO63JZ9vlo/7FJ9q6yLxzb9+WEWch5+Q4/eN49
7h6Xs0C3OB++euQPHO071GDHV4s9Ox73d/z78MQa3ZPz8EedL+zUcpE4qDtntzv+UZLD6XTiGN0b
dpDrdtktCw3tAzvJHrCPO5eduuF3sSsvZ/TbPVxc/szHJ7t5sKsnnsE3hWCwE4hkjXw6e3920TS2
wmYJ/+mWs6FP2lvHYvUSYNTMt/sPHxJdp4sF2L1eAo8LwUXjDP6o1SN/IZ9NW+5TYHP+p98HCFft
3+7hcPg92A9PG0aWOHJDv1fe+wwp4jQsVvaF4z0/HZzlUPjCvbjOzfHI5T28ouDcXQwARmPveRW3
bbc7cMRn97AYBfdlt9/tXt3j5YJ6sJjLY2DbX1jajlNFb7wTF+eFS3yy/1jy4/54OT7+Ogb2r8fl
l35/vrxG9vNsfw/sI6ae5+XyyH/++sUWYZ4Ozt0T9ph/PxyevKfDbxQNI2A/Y1RG2w7sPbfry+3d
3Ze708H7dDwdfj49ON7eecA6OJ735NrfbheNQu+fuFW2dzrdYt9PB47fxbhx/7gNx91v/o2tRSKm
5nDGTJ9vnIN3h2b++cHPT/zv5R4/uTcPLy+u++T8/FgvteW5+eCG/vEW/76hhQBVCQYHm362X9id
ftnSr/sdt265fh4nwoe9WW7QA7aXT//xJ5D+pFI/+girpz5rTSXOFp24HLmfzu/DMbI54eUmYhIu
rJqLz39yn/mHzYvE7ea7l92z+3x8PLsvBR95b7/cfF8uOOp92dv75/t++fDYkUe0yHnyMANeaXt3
32L7hOLxwMm2+4AJfbXsT97dYnhc++B6rNI+LeZqwwSob3aanBAQF6KhxTUzTWayr1S/zs18KMtx
sGd6xG7rMYGqslHajfLTVSkkWoHuyMhYY3cU34iSnPwqWEZIB3S9190uFaSNyPiaFPJp5MdJEqnE
km/tSpZ1PViTEAKsHApDemKnm2yqy8ePVeOt9fpvx4iGYPDBgSdRuHLJIjOXYU6GIYwuVcheGI9w
p1fJ4EbQG2ykaZYP/H86+J8oAO0aLTPUMcQ1EokWVmhQTOYQiVJtKb8ySPaTU96AILsfKsZl7pJo
zuRHiHejH3PEyI8NlPa6ZeaPdgB6JRclMWcb1/3tjqoqE5eMiXML4/q5o78cxlZlP/vJgUkZB62o
X7toeO0kpjaq/lOudS8jeMeJRGPVJkfGIW2Vxq4cMb0xJD7kpRpP78rbD1RJkxxOUI1Aw6MLx4RT
uiUt2T19fMRbUlbLzvpuAEcKV0FVtIatSIXiJUwg2oiIrkuxlhozSSqCtLdrqSE18fMUde3mINzJ
1ijsShl20f9hLUtVlMhafd/yZTFXK4VslyMs4vgVTpzmTugFfeNSXNFUEiok6/+gJQxztWMga4Oy
z+DUSSIJNHhGmETnrxSQawvaW7GEx0vuyvKk9HH/6eMFXhNtysvEY4JdaBVXKgGxTi4NGYelUIo9
j5I2fGMSlnCE6Ee7z+ARhixX1+/pB9vqBHl/gDRIkl2HLI6kJgRRbw9QGAAQCXUMY5upVuc4yYtD
aDVbmJ736zPBmYFSAk3HAtdWLRSrXhfLbLIhZXgksv7Wq+azP+unHs4+WPrbg6HWGy7RKlPLvV/Q
WHBFUVRfKvkrv5A+84EiSz7BOwJV1YtVMgrmUEpKpDsMFShDVzKjDrq4wTeEXx8f59tYY7F5pgTu
Aggz+B5FX2fZQUmHlpUg2tRpPFNGP/aKMqw8plvS1NrWW3Wma0tV0RpJIuVOSXAVDDDMRo46CwZE
f2lfleA7/pIGgb+j9y+G2sIoD3lhRoePF/n+DVlAZ3TfgTEhQl7nQkJGW0OLA6M2FJaCk4iF4DJU
p90F89BtWJlronRAx0uyGFjfuokIat6Zed3QCsIVPcjYbjERPd+K8mwnxbOkb6zs3Z2gt4bmQMpA
iknZaQ3vF0aYc0yNTltthLlNqGE0LRNG5f7j/i2dkohYAB9o5xp+rqSwLpgMlHJg3ShdSU1+xYbU
ulmV9huS3q3nT0+mhhjG8GHelu//5YmG8xSKMFJGTjBV3RHauMyhITt3P17PO6VHiqKjfSTH6I1Y
p1otn6BphkUVqufMbDyCkTh3Uz3UfsJpYMLmW8bqhl68XxhVLIifOCJeU758uzB45PvYqOCosZJG
86qwh8PD1+f9xwtb3y7cBm4VaE2VihZ3bHW76MCXmPIJULvzffERUjMIyfAgmHKMvbYs5VGQjQ0v
8J1Iyu3LW8fkclBcyrrNI2XE86g09HNHTS25IxNrNMcqWuFegkvzYpntwlA8td7HC5VXCWxuM/lN
/I3/LjWYk7f7OepNCCkCsz/lPUhPm4FnnnQHL57LkDhH88Am2Te1fWLGkD19+Vj2Gj/3TvbKJcV7
6/RqkV26r59zlxFs9s/T/bcNKctv+dsbXa9w9dwpUS2p8SLlXHnfE+f5l7b/9vlpayD321hcf7eW
1YVLx6HrxQQp7S6yO2fwir1ylt2tgt0q5n8vZ7Gbf11swrvSCmPk9C5eLecVeV9m+8enu9C+b9xv
eGV2aMcb1uQP4PejPVzdh6zJGwOi8cauPLg2HapEDhMJHdPV3W/7r437CVbCDdsiLefykczlwvy1
Utq90kmK/sikK8iBM8r+DCn6ZXaMT/CsHzfUZEvcyrAo8IDJ6SJucr7PO3HPoE2v2YV30dG30323
4d6uC0fv9GUVwCYq5AzwFiznGDoZf6s2ROKkyMuNfbxiV/6+4NbKzzSNuDHzRf1N7aXzDxGDEUpG
nGt5AgfZFrJsSz2tlTmJTUHWYBr9b1nphaFMrrFj4KvzKXIjlzTYhEER7d+b+7l+ila3fI1ZGoKM
wUEVgpUn+dR8Lu6qk/Ldv6fsV092+W16zk/RRbnXnjfUZmt7V9YlaMdIL5ZzhMDbhVwJrekPPIiO
bxtO6eVe4JqO6egbdvtdiLte78reTHKepM2iriCNdtFBcp8zh6Sbb5dsb7GT7S3Ls3bI1gJXhkcV
mJQZAqqzpZzJM71Pg25Rd6c+MTbPcsNir31bawxz3l9EDc53NMn+kdun387T54+PbrnQH9iXdf8c
fHNxKixS5h0DLx3Y8J3c2bp9W0JWVmVMc7gbc4SoD/6+ggLvM82+J39LGzZe8bVjTiE9VetlLcJB
dQaHNnj7h3E2TltB3dX7DfyL7pCFG0GXV0a5ScwsFxctqDyma2K6FNfiwVMd6yZzGNr80Nwzw2Rf
79Vba8tCX1OLv2Wv9hI2wSnVBmS37uDpn9NduBt2k5vsmqN82EIqXLvXgDsUoleQOOBx3r4+MaNJ
YpJwjV0z70eUYBmBnFSdfnV57cbzw8equL5bS22BtiwZvCXdnLSHvBWmt5Hsh6k6O4LSKjvYMZmj
IdURU3WneeM5WOzC31qPKPqHgHUS5JgG8eNbUakp66PcMyvVh43oprDyHIC7km48b+vdW6SQtFEJ
QOBGATTwVooqTYx6aiC7bGGFuUAzbpzqPmXW/CRnl7jMsk+0jkv3/7yLgLNVEFokHsAqrpZWQIhV
NyXTuRkxXnow8WOm1DZ7YEBRuqWL6+eGBRLDSWC1/kQI64Qe8xfr2TKEyTHyPrccOM6aT1D/wqBZ
a4WSPKdS30LxnxlMKiCJ3Ag2zNjZfRpP/metzdvCrqH37I9VpssPYIcrpkrWUWnapcikzI/35Z2f
DfZNJLaVSDWBu0J9VqfB2LS8NQxmectGopWuXIdW7NTLcHZ3bHSfVhxd68d4x0z7/lsNL+2PoLEC
05VAac27uFT0LVajtV1cPhKfRCO2X/Daa1CTAEVnJErl6DBUK2G0hCLbjB/LvjZKBAHVUPbmaSpl
PKKoHzeM5fvLpnBoNCNYy30DtvV2N+DuF4aJNmCnbs3XCqjupxbqyQt861ttSFckyWDDdPIYZBWI
/N9KCpplyLElz5ApL1xyIU3tbjHFcMUDGvr18SG/v9eQ8sjWYpOBeDLVbyXLEMesgMjUMaA89Np6
/InRCjZi1PdaD4aV/AWlChKImri61tPcD0FRodgmgzN0Lyh84UlNRJovrBa6wSOzImDL++eFLTwh
tLiTzwehtnKUCxgGgf74HYSLTHqohCY6RHU7uR9LeeePo5CwcwDgMpez4plZ7R+wJiWeu97xhdC3
x95koEgWKHYaTNkp6ubCM1I/9WQxVs/gRdNfWjZJGx/iyhladM8tOS8SwmRWVp9h6OU8/H/snddy
5EiWpl+lre5RAy3WpsdsAYQkGdRMcQNjZjIdGg64Q77NPsu+2H5RXT3dXb07s3M/N2nGJCMCAeF+
xH/+by0n7PwguON4CVeiW83/5FP++a50TSdArXgdRGbQ5A8XsVqdKtDIgJNilu1d7SornWD0nppx
+c/EU//8ha6yWUZnrlNpCOT+sGPbq6nqzdbAgLZCnMvO2E4ZAL7kP752/7yWhMirmVKlucJg/x+7
rtirMGK8hioJjKJNTROLwxoHxyONKWMXNt4MEmBR0ykz1O/a+3/5vvwP8dE9/GXjVP/2r/z8vcPP
8zof8Icf/+2u+D50qvup//X6sn//s3980b/dy4/2WQ8fH/ruXf7xL//hhbz/75+fvuv3f/hh1+pC
r4/jx7A+faix1r99CEd6/cv/31/+6eO3d3lZ5ceff3n/0XBOCqWH4rv+5fdfnX78+ReH6RnCkH/5
+0/4/deX94ZX3hUYv/7p8DG8F+r/8sKPd6X//IvhRL9eHX4YOr86INDu4LmaP377lWf9er3Pr5N0
190JPMgvf2q7Qee8zHJ/tR3WzuuY0nWy9NrmVt342+9s+9frUnDVyV1f69veL389yH+4YH+7gH9q
x+ahKyDU/vmX60QBj9Xfh0SYGLOTX+t9qA2Zqf5DTDtBN0LZ4drJymL9EHrIU9nIp5jqc3exa/sr
ytn7NSrynaVFujWhmTi42yY2BuBtMFrv/TZHJ/BZYi+DAVWiAPAKvQTqWTM22M731c6Zy4yhCfeF
XJHJ+6ZrL9TliluBz3Ts6Lo6Qgvsk9/E16YA44EdNBAQJq3LUTz0KluZ8y7vp3KU+1yvTwBCDyoU
FcLt0IBIPnyqBmO5YmNsPJQHO+kHHO+L3lOvco2GW3zXs50h5+LklmXIhjS8QmhSN0Dc3O+AsNS+
GYA6hHzsoYLQEq/Yz76PQes+h1W07crB8/eF9H54eXvBD1McTE/7VMr9ZeS04HJn8fwccz+sEgzM
viBylafFCIeHshBBwngwYfNih4duXdcLriL3wgianb8Y1qG2YA25yKe/TpQiIZ80GO1PES71jiHf
ejk/q2yY93qNynvlKhv0xXXQoGOwWQXGuKtgp8X+6D4uRusBqAIdAM+oAmOy4OOtOmsH0Hu/Bvhn
OXis70TQMSYwtE5qtP2udJvgnIfDZQq3cqdVuKa4M7ziH2Lg32JAOlqGgXqsak+Fn02xOUjoCGXp
PXUQ2vZrD9mIzk8f4/7RgN+dnzZtYbXk5tUOPmN79rLuBMDHnWMGwGGtm+JMcNx/sjYifLgLMkZa
2A+AQfINQIvhnmBOqNQes29DOZo7qcf+KTSMNwTiu9n3lz0Z2FMj1wcRjtQWCgOL8xAT2jG3P9l6
pIRUVzIJ1/FLuLSfjNo/tM7yyc1K7muNBUkkcjPZpuE8Lz0RqFdiGam8AfhFDWgFC1fm/Ge61ACx
8R2Tw/AiAhcPZnw1w0h/wpp/fMkNIC1+g6vwpoaH0ViieFDe/BLkcri1Zv21qdbXcvHeZKR+VtsG
D2uYDrKLLr4US/XoLcb405qAXZ235sr1saSl20R1nlwgm04LeO+ia4MbmAUQiNwhxDcYxMrFZWYR
Ox34iNX9tGXN/RjWAD8S063CN21IH3AU4OUVNkc+uDJd6gjcjsc+hETbwkfEQ/y+JaJmiCVu+2yV
uzyjLB67+Sj817ZymKEuB7sPuBZWTi0FOJi537y5kiliwmqJVzxS3bsKO737tpNCXpyhLAroW70t
Q5CyPAN4PxRF3uyaue24PXj/4sfQuRksEmPTAk/KRr7hGOo/LiOuIGm+MRmZmIGBoZzfAGOJbV/M
X/CRnAQcgbC4CE0/6YAv7nbOmJwwADMENQqLrWhGDKhArp2WHl7vq6zgw53GadZMDDirHZ6q2fXG
tLKxfMd0PcpSf+2rfudGtfnkTwyMJdqRrUgC2Usq1tbcOvvKzdboWFSEZJjezjYoMxBTG5YCMKxh
bMz9aEbMIWSjDygir7YYZ+xIHw187L00aMgY9jadhX6/Ae/j8rauxnXaqyKyDH/CQisEWlOkOse1
JNGBDoHWYkr4yQQJb6RLJrstATDHk4STtDorKEBlwtDWuqai1n1/g40aqEgr2JYhdeSQn7o8lzJZ
/UJ9ohgorJ+lteGuOA5h/jgxw2nHkdXAihcYQOlTHVSRSjImEPWlUTBid0roTd9BrSiMyxC1BUOW
xijWh8hUoX4x8J5UqdF49hFbIi5wZ3tTdaqyFgfuQBb4btaDAU3edpcZS+9s++iUmz1BL+GEdFGx
Rrsij8jn/XVYJwLmwfG+T/PkPkTM3rzDL1rfYfDAMvELB1pHBQdM71v21ijpJCiMw+Z1E7NjQdPb
+yJypXcUIZvGY2aPQbWTcwTvzVm8qopDB5pfXApveR79Rd8P7PV7jIAnUJfbjQnL6KbSA7yOVreP
nugvRWkuh74K5zSfg2U/KtHdY+fAfHVkzvcBOlpAdQ1Z4Co5x1M+v1ui3A6wCS7L4BuHFSfoWBXK
vMWXhKpns5xMn4etzWqdYHvdx8siUrMH54sWXd2Rnq1wFEcv9oOx2EejhX1CYCeRjLKDHOjXO5VV
7Cq4HTuwMM+1mB6F42ZMfTVdsgGWxnLRj4a7cq1E9TqYdWXcZso9ggHA2F1qetQuKdnXKuQpOaDo
eGg7X547dE9xEW3eqRPGxev97aYy6sOgllhPOSDT9i5fpHk31v1xnLJ3Z2tgw9fdz0FiGpVD4N3D
PnwoIiVis2RgVakwSIPahwSjM9aE7iG73qGg7mCYhPCZjMW4enTDS8OR49L13ZysebannV0DvnB+
yNn73IvZPHcKvyEWm7usDRY4atK/IyeZUrJz8CSdfbTXbmdYzdHfLOc4zFp9+JuX2PirpxJg5xGe
hQbRp40u9Ue25lIGn/CNexksU59WbghcNxbYBaqIwN0P35QAOQ2fanqCRwTXiGKfve40eCSbnarV
fSLlkKXuNLJiBJFzg5FnexhHo3jWwt7Ckxu2bXTKvWj5Dl5gLM/Wiqcp8y6DXX/K/cWDCABRbjtg
qLD6l0lY+sY20Eftg2gzISdm8yR2Q1PZXqxqeaUXrLiHPKJq8JlIg3cC88ZrsZ02J/NQRJCfu9wP
pht3M2UFQ2wrH0uoLM9lkGE4MBWKan/jWt3HTAgm93hhed6DzpkiTcdihT7DYLhsEdfN67FbNp8J
9CoIW+dY5JtlnTEggzowV3aN/1gR9T8wCc9n7OGhIx1nbWpO7ER74zSqPl8PcuSNTr4Y84bN27bn
6Utr5I13iHIsqId9WQ4uy7TdN9kpz2EFAmfI3PK8VnK1XtuwZgdu7bYojm6vGCILWxzeb3AXqKDy
+rUliEMYk/m0BVd4oIMiqVCJLZSv7nAS4zN7p2jrB3815/HBVOOC97EyjC3bhfM8Po2YMBoxupX2
MTKHbdvNZHr940rgA74+n9z7zg/WLUEEBLe9pSRFJ91uRfCMB7inDxteXuF92QdEdEM+yijN/KUj
RCSskkeOQg3AAeYwP/lm4cHAID7o9jqYC2HuKmU157Iya0IHDXbMEJHOX5tmhUcu5zWsdwaUOuPJ
3oYvXlNhg2mGx4L0FyUBhpxWvR02ax2OxngNbBU7URBBHmHlvQEZNb4USMZiQJLfo9z4VhWYozIH
D8iCiBEYu1sI8V1QhCREDjM4Z93rrP1zZ5o7grcUTDUzo457hfht8tAoebQCxo09HYnXEgZHaPV3
lk/23TUtgHfVUNCmGxn7zMP5PCx733Cjk2vWUYIHxXnsuxfa6Fhczdw/7RYdx8xIrW68V4M3P3KC
P0FMzOPFqe/NsDprbEATkF6Kfa8/r0tbHrPROxEX3QvHkl9Yy5aLp1FLFfnzaLT70XHB19S4g6j2
s1VaI8tOl+07P0qwXX6re/mgovGY2+23OgQYCRH4GVrHY66M7crSWb6CQ/gSDuKMg0VxXk3dHy3u
Pq/KU2eRVJxLmcdDK/zYqLZv1pzd1b33rCEixE4w3SHaxMY3iPpbWBsISJ1rWORHn9zepPTfdT+3
Seg08ywSFti5SzBf8Du8wVv1AI/rzlfGY92Ub1ugLs7aQYRwirOf1d/lqMt9o4QRw5LMD04O6nzu
u89Xn6LECIHTZWsNjqGW8ts0Ds+jGTxheZAnQkx3uRsdSaj2Sow3I1QdNj1fJvmA8X2riEhHIGmr
vni19RhIhztjlg9l5D1i2LinzP42QbaITVtFPKLbkDgIS+I11J/Zr4mT5/J2NCzazSI8EO9+7oTe
92vPTo5TVXLVn6wzrOxJnu0WmEJpqPpQRvJHZnvDQczh+5DBE8k9hhCj8ybWt5D8aCcdjJek8H4s
EZG5hCTqYJDsQFiaAJzrhLbXwS3qzyUZERsMVdAbV/ufzK3fPkzfmG4zt3hlUFM/z8pPJtOFPLKc
WAbIXZdlJ2DZDM36WjXmTbvhDaHa7GH2g4PX+reKBI4gc1cG5vS2juPtJpeHiuzq0gfBswvxMiUH
NlnvbQgKwxKeirGkpoLh09e5DtPVK+UTnuPOF8+d38AMqFRNgAmp2JKbiXpIvCZ7yHuwon60GWmk
Kvsms/1mtyqLy7OCTtgXrr0+IGF4qLJQJkKZ801XyO8b/F8oVf58y44jY0qY1m5blu15wALmxHvY
IomcGgkKhd1dU5QfUW+EaedOHdYeYBzrMBr32+gN+uCOjrQP83QFN7Dljs2nKltg6KlKZdHOnafs
3sXyzgWsowml7knllm6vQHGOJ8wbeBVj1uaRWL2UqR6svD9UwGHLHbmPi+1+Z5emOLVhOFEAhfwF
AyJUuC8YSqHeFmrwg3iLVlixTuVdaX/hCPHNaIz5JRzL1YrnSBk3Sk78r91ACr5deshSxExieZmW
zP6yrcAfb6cGTVqKFA8IoDlz6GOBiQ8ei70KwRIGg0/UNqzRGRrTRh0bk51kpgojWRPWcrdM3kZI
O3R8KwNsbloa87wXainqeC48R1WxTR5zB2iFhCeaG0Jyo2gIabES6H6Av57OI4mVAJ7nVycptQDo
ruv2xpDK+ekIp39pxYahkMEWSFC7UHVTksRTLua7V2+fheuUD6rXIeesi/JzZ8/htF82G0bW1Kuz
huaEkPMNCNYNvYuLMlbZpIO2zbsmWKKbtsGeeN+7cMoOAHuGvT+2l8GB5x5EJD7lMgJxntAiZuT0
JfWYDvPEpGZJqCH19dsAjGa0zu2yPbhzzffvt8TJ/Vtwj+nYs1k2znhgEPrNIQu8yYPtYnRFsgxz
d8XX4wthNO9ahOtRVRDPxxBReK+aC7A0Ykuvn+PFst90rdZds/k/2IIui7vcit55BlyYZ6fZuVqR
e/Da382ojZ4zkELZblOFFvtajU9UtrJbXHAsFgqjml9ENytnN6PsfOqAblsw6aTR7izSuTUN/c7X
twF+I4fNDbDc6Ep35vt081DdOH53Z+Zw00tsrG0eYLweoKLZP5SpLzbFoMzuUm2ovorbubuDZrcv
TPmthOl8O3eYQs729qUsTHGAeWml7RzkLIr2nn3oe0N5gKgj6uuEDhaLVWg/kT6S+KOYbGKBGO6u
a9fPFJM+wMYuCRu1+e563bkwp+5xWfA/GVgrD0NmbO0zbD2ivXDuHf+hA/iMX1lzjbomtRo3pOQR
ZOBB8idmF3QD2AqwlmQ/nJ3RZLl0C58oTJjO2uzMwc5ZJO0wY6AA1vBCua0ZMac1unAX1h5PvisC
YrkSW9xH5PaTe+7KgkfSrYrlhf5dxlNryKJmHiHbckIYFZpVUjXzFfQMMm24GwDYqKdhrKM8Dgaj
ULTIumnYRX6G94mv6JR879so+Awjmcpb7k7GjhntuU1c+OYVc/TyGlJijtHtl7AazJ0HAZ1w1zHm
bzKvPAj3ekU1jN9FES/Ms17xeCK2cNl9Rh+qb0BeVw+ucoKfRQ/rIhddcGyoIRKc46oPccr83jkU
4GKcp6dDU4/yNcD3DcPh9UGuCma6MNUpGMePBgZfMnPH7LNxCayzbO0+sWe5GzpbR+d8CaftCP96
cB7L1V+wn7JCNgCqgZVOyEaj8jxHeAemFsal4kb5oQSNTXD6o29CqIKNGa4/e19gn84ASjXGuqrm
6KAgK2aX2e/ac7lUmTzp1p0KYMVN4JwqB5RtvI2WWm7U9bKkVU/JeGf4bBBYOJlFSelFUl0rGicU
Z1lT2d0Z/RWvKpTO7mkI4LsJm9HFRiJcPveRE73ma28m2I/XiS4bKykoT13qK5oSa4Nv3eYMJxN6
+MWlqPPhZlefRFN45fsc+PUBTQugKjX77utU1ZYdK9Mz4p6J9fO2jdGzU+XbkVs/iig/8dlAqqi1
JGabB8ut7ox8AXqLq31zF1RysZ5VidH8nkWl7XGCxmTu6HhFTw69kKicKjtT5fs2mP0z+Z/KmJgR
/fZQqxkW81J20FzwDVq9F28CPrUbBhMY2lB4y3ZEVgIkdmjzsqZUF7iv82C27RMBr2wfnXAthtdy
xYH0pDO6nShPjAi4H6FxuSW6D6Jup8EWt6kdtpFXxnbZNdtt6Gecg7kdiQ1gCbc5KnIoWnEzGFX5
wleB8RREpOt7y6y40BjkifyxVt3gssEu1ZcMn1AD5pxpWD89q2++FVybn+TXVvO5l2Tnscq7VDm1
5s7MAcd8G0XZ9wfDxyMffJnJMc5I+6kGQV8277O61d9cA3DWjsg+oPqodHNTaGbD9lcI+8ylg+MW
a9FF/W6pKknCRp8VVylLO88ZW471QFg3OMk4OcOtMKIp2POY9EY6zjiFJdliagqKnhvxr9tuibWY
m7/LQid/JNOB8z73dG7jbbC4PY3Vt7cdobD4oTInA1VvYPV4ZiUzsBgpmo0VQmesYipqh+sx14Xe
MenD2iUzXy2XyK3z08i4GSrNGjBxUo4FNzNE5tLf4e1hTim1QckBoAeuDgFP1gV0bi3uFxQhPEPl
GGDCTtHfEM3kf7bHPPgyLbP7xBpBxBdIg8W9Dwj1dQ6IlKApmgktaWYU36ZB5LtAD+Nl6/rtTkyr
81R7BZ5vIvT3c0M5J5ycU6+1/bb6GeY6tjoytbbsMgqdrxGHeiS6ICTaCpldSqdfEoBgI/VLpAv1
1rd3nTVVx1AO77mF3b9p4sTWeeDl1sxZL0PtLzHEGpSrduazCgr3MmSFew5dw0qk55yMcPto/Bld
xGrHAZnztjRmstqRTFdtvYSDQnlKERbOU927VLozNy774hnj4nPbh08u9bzvCCteuyE7eSbbeE0A
ksKX9p9bHd6KSN4NE5yxulsPQVRi/1oEO1GJbX8FkL7pMPwxtVm0L53JOgcAfXvgs8zKzAXnIYZi
7NXxQMOGKo7n/2Xc8L+7ib/g+3IV6/9H/cTk43343//r7zuJ//6iv/YSg19RLgF6sP3r8Blb4r/3
El3rV+RGtASvZsUYQ131JH/tJdq/0uymQIVRH6syBrx/ayUGNCcD3u0aNwHjoUf9X2klOr/Zx/9d
JxH6OwMX1/FKBHLMA/1RHwFmeKLRWtKN0pMxp8FYQ70dt179WKfOgxRvNvkhtOC+JqKwl2+MYi7f
GLOr3qdgqEB6WXNJ37Frvc9UcMf3tRxVlm6dInQNp2D9IUxm/CCQ+1Od9sXqP5bGtopYgKOoYj/q
3J8aXRXs4Kiqb5YsK0nU51XY1201e82cbiN9r4wJuSoQu4cq9CV68Y1ebDLqyeoov0Cjv6Jx7YuV
FfWXrLDvBp+OxtF0x0xgHz6TOZBPsD0P2zq9TvTJvJ3lrtUD4eG0pOaUOWfQk26XEmy1lNJWLOVg
lLXdebBUzW5NG/LrMpcNWEi/qe8M01dyZ1PvtqnNZgPB9mTqGz1iHwxXTYsCOKMNPsVfFMBO0LX6
ycwD493ue+jJk1XOQ8qpk++jUupBLnKkJD95fX1Yyk1U6Yzb6Z2zhbC5pIog2vj9NN5YTlZ7e7Nq
9MssQp0f5gyUVwwyxT3BcFzHnbLMcmNJraR/bqizSQgVRfmTroQ1s1phFZ36QNXPW12F0UGorHzR
GbTVfDJWRiiKsHlvMiSgCSOFfZ8Cp52/kBMMcGlZEqtjQavnMyCtOqQFTD9jLxgaypLcyvLv2PrB
WbdghrePLfxaTEedMcing6vc3t97VIudd/KzGlG3HQ2J5S61SLFYBplYkivXJG6ICZ2EeZPqyzhu
9mUWXkCkbbsFOnMajd17FWxbcIO8K/NuM28e/SkJ/LlZkqbYhurYKysjcjC7VZ2aAilYbLqwx5LW
nWW5Z55Fqz19u647dBj2eYcwoPdSaZhkO4Qn5u4qMCPksGTgprUV0el02gaEuR02dGAFnM4qdWg4
ygR75Hp9KEMZMAVdWEhEwGfokKaSbX9xKJi2qbAiyf42t4ZDq3aibgKsuAxjVTHQCCWyJ9yeooY+
Vojrx7xTdm4fpZ4X92yVtaZQmjHo+cLD1b15k2VyLxhm3VGW1rWTbJ3skmAEnAZV1Hw0lOFnaWRn
0DkzilBxPnnjerAQFVpvbRFs9Z7oHTMzaYJqpFwyzo89tpNfgWOb4FZ7ouCEEHapP5NnhNWhCqdx
jenERyr2ShPHPyanwq+DWxLtt6WQ5aEzGQSNc6PO77DNbeVnQM/jnRA1RIDabdbH1QwdI84jg6Ns
jLG50Us9qmSebRIxp1U5J8NYy+eKzOml9+3opugW+4uwHRoV2TQpdAsu99DRiir1JpoOVaujejiQ
G8/XXpZ2e9cv11Z2WJXLvIsKanTcf/XKkPjkfC0NZ/082Hwe1YWgfTU6DyKpZ+AeS0V1XQ4gQzeV
NO3WvHbgIJiAnKL6zukK39sV1K9uSQQztRPONL5NjdFSfl96ue2E3XkIkSy/O5Yh+c5JE3CZjxFp
KdMmmzeMO2PIEf5W/RV14oZcDagnKvskFuG6u64XoEpNv8HDzjXn/idx/uDwlHt49MG8r68K3mos
9zj4bKxxxtR/mpewj2jchxhIcZ86JMLDGqabNSPqRCDoKVpWVlXRNLGNe1pJnZ/kqnNewtaHrGia
1nxai9qF5GpK570XV1o7uo5puqErLuBeN675pmgCUA+zhWmmzTzKe9lIbPXnwXK7Y9aK6vE66DYl
PG3Ddlepef4yrVWYisz7QslZWEkJqpQ0FRSwAuzXzinGaRZ3ErMOMzR4Axdfxgpxd84GGhog3WZ7
YeG15+po5HouYsfVy3w0AtOh7uXCmlp4EB4L0Zf0Y11b3TfDSrTWVcvCptAJhTQgNJ6XoOOuaj2n
OgdmdFs6bh3cVfa0HNdcl8bNdbyeQsm6jM9ZxMZ3S100+tlC37yaFxfFS7mqqk2N3ChV3FbkEmch
qkHsxdL7NWlwRodyaKIgOrAfwJXf6hlGaRQU41OVd0a1x1WNglrrtuT0LFME3wuNWpXka+1myLw0
RT22aCJrY1T1UwU52kr+UsHLCiW+b21uVjEJccebV+a6W+zes08rtrzfpTZWmti2uW5knyOsmdAF
ah2PsoEdHjI1P8MU3vTvJqr/HeH94l+ZG/9vtdj//D4gaP2L8uwqL/vtz3+P63z/V5/IjMjNsrC/
+G0K/3eNWOD8ihmhycwsenViuGvI99e4LvgVw72rVSbmiPgvIqL4W2BnWb9av+FSHbhZ/2WNGGq1
f5SIEQzZVBKI6jhAdMN/HHQVCz6upFFmqsqpr9/NFRz0PPTIjaTt4B5bsTtQbh4DXP6lK5MMQchd
BJ3+zBKoHyoW1c9Z3wT3cguXWEIqe0Z+gWSnq+c6XoDvFum2jKzQCIiWvSCvOfbDFUXtGPqRDqu/
k25UuQcroCNcTCeVa9rrnWH0tBFW+TnqAsHordObfmLVTRhT+Kp/ACnxPpbc1Rc9G4JCFHDtc4DH
BUXELHuo6f+VySzhYbsWoA+ZX80GOo8gEU1zta/nLUzYv0qCM3Y/qTf4RXBPzlTuJuwRqsm+nctx
eJwLmjJtXdLbwqXrpze1U8EOnkX3ZeVVB1VbA4XJ3q5vyxV9U2304uRZ8ys7k8lojNNkn5DOZLfD
6ItzQKfpthXDS6HLYmdOvXMG2h5bboO8ZNuKhw2Ax5keav7UV/WDyBXiB2cQFzkRrLrU6j9l/dYe
l7AIYF1DoowX0xFvymuZVF7hAKWBr42DBt/9InXlZXEVhW9E3jLdAFSTrnfV0bZr6gmdgQRYjYgy
0PmLkOlwDA1YkASTNnDZKS3l6530W0oCIfqUfp2209iKaNcAcD71ufU0rfUZqsAnHVl0qEpinJHQ
J5gpqlbE3larLQi9vk6L1QsTkpzycEU5ADCvcdInRlr2XEo73kynPgvd5je4p/eIClnyI7vo93a/
0bSp/D5de1/ttb5C8ELGSNDWoXEPOvuUV0X7bUOgs9vo6xEF5IS1VOxbeh00JRO/d7L7VrpPVls4
ceh2VCK9ZBDKTbDo7p/WwRR7ltDlie5ycJwDfRWa8H0rvy6hg4cThSDHf+QTuidjZAOi/yv2TpRP
u0bL5lgCcEU/NHUpXYlZPzaLN4d7gHA9Tg2q8uMyyOvJoy+HbOycjZYuvza0Y5W7m+Y5KryLUBQM
tljQ0m+OTR/gVJ/guFA57r7qwRrMcWlbxN2pu/V5Z91JCyz0Ei926wy+jhkoq2b9tBbTuhU3fjUu
lfVQ+kV7mv1epHRDulQOPRwwTGo+6OfwRoJOAoKq4kaQvP3w861/zRqfBKda19MQrcXnphR0m2fP
jB4mL6PFNHCycgA9DQLEXO3GMOyealXK/eJWTh6PFEGO1jD7t2NdVyUOLb3xZQvleEOQpxN/cZgQ
Qfd5MT2r+lJn7I0tjZhvrS2jA5j34I5UcjMTz86qQ04b9mlbBBPpFEhzFI29Ei/T7DY3/jZc9T55
yCI1X91WQz36tAjJ/3aVO/qXUGb5MxPLPX38IeLrS3BUorZQskRIy2rclXZb6Xrnclr9o21k+gHL
DIg5Inpx0LPe2jnDq3GZY2tK4DH2XzwUOE/QGXXCcH4VL6G2f3hBsb6tVY24zshVf+s61uPWOvmu
GXlg/KC0n7H/bZ4CtQW3wWh2uwLO4IPpjM6noNvgDdVm4xxnG/T42VoGOrqg2TmPhLruz9y27BfA
GeJ+JnV0ElW2xafFMNRDjhJqiV1tBc+mW+Tp1BSocg0hvbc2J1cZegl1x85pK5VLmcJXnFvi7jI6
yCDcAPQ0DnpUz6OLJOzSN3adaagLBpo5K2ZdPS4acbC5XfvHnVjJQMHAktC3KD7TrMq2e7JLGi5u
H61JYVPRjXNUEV9FlvV0K9vFh8tdmMdcLBsgoNrn51K7L5SCo/eGgZdsTxlE35nZ6j0D8WS4czPN
h6ju6+ctj5xzMRXu+zxE1mND5eNuUTXq23wNthgqhpMuQRv87E0OB9yCnB7g2Ns7vyyqOwinxueC
Cd3+UCxGcJkdb927zjKdWIvQN6hxHffB6qvHxeppsYWLd1Nwr3zvUCwcljUy+5RD9WMA00VTpq6S
zsmc5JjSPkbG6jhTrOzgm+nr8IDd80IMXeSaP0GzkY5slalhSYCyfpen2IjLY2l4M21kX3/351Hc
WuyW8dI74aWFsT7HFjCFi9WE23li8u+R1hL+CIuBWjnPSghfmYNuU+jmyYgstVvoYI3U82jkarsy
HjT9C8oFtiM/zMjsjovK/w97Z7IjN9Jl6XepPRPGmdxy8DHCYx43hKQIcR6NpJF8+vpcWVXI+oFu
oNDoXeUqBSncPZyk2bVzv3Pu+pGIob7tTXbpsOPYf1s2dnNLC4YedtnlRejXHhpllYzjy8y5KIMX
tbyjymT1ljDIL7RHveyCSXPt/eo1+eO6teIeEaTbk9MM8as5w4WlpzuLrkIupvAN6P4VMI2DU2zu
Lx8Z0zkOgNI/Mndig88SQXfE5Vuty0qsEcFLzbVZZ/2YWhqUJFl1kZ+46WUpMu3W5ggZCno/aLt4
977qqVpeLR7qfZaxqWGncpMP0JKE+Qbb7dQ59WGpm9BUelgnPQSNUaN5k0Fy6oVx55e2D4+zfBAC
IU+lbpmvrg+oFkzS098AmrNQsQu/C5i4n81iGfHGOeqFVa+/0DPzjp2Xbvewsl2QZWsX6m79Ajhz
6XUwG7n49rmzRXlbD924k7l5wA37lHsM3Ryv0sCuyprTNXwpyR39dlqNMVqMadxZ9N74CHyfUeEk
8iwyp96nLl0C126qqC4XcSsVcprs6xYZzHOOPMPAIqaRHQoxOCfwIA5giCFv2GD0cCCXP24cfb0Z
StWeZoFXhJ5Zsl+kVhxyocHjMTTviSQdP2ab8qFIze0eNWi96wo/eyMYvbv4s2qeyJ5p9jYjRvZ6
mQGvNPoaKYcO5FQkzmkt2vkOuTG/2N4cYIiYdjxnwxQWWREUuvmcm3rcUx6sXnkFbrLbdmxOXp3F
ebnt7KSPZuUdGhSqTMzBPHx25reOoHIHCeJvJCk1NL0ZEqP2m+tMyFG1mTzQiUnfZCP2q7vKSOnG
90Q22kfLZPoLyBbljr7NGRiy22pCaTcW4T36bc2Nt0QDY1+2sK6+fbf3v008oQhJY79FjRj5Afo4
l9GnK67B6DEh2R1vjE7yXE798Ey334qUl9I4bbfMAbtMkuzHPHfbsbYxOaQ9T2I00dRnqqJ4a1Hk
I6vNN7itCRJBFMzKKpYMqY6k56CDdYuNctF+iqvERIp1H9OBUrGOUXDHElDRI16M+9TNQW+h3ZOF
vRePbvkuRT3GWgof1lkJeJNTq081iXkH/GCEtkB9SPOp+RqFS/4BB7xLk85O2CUrgllZO7FG4z3K
iIGjvbN2lHG59G+Hckt3o6jbB9g0qte5KPcVAUQnS0vlIcsM/9Gf13U/cLsemZdCWchcpTx1lpMz
oCg5aelEizk5e2c1tZNgNCf/pNKDmc59BK1nRHmNR4QjNwOSZ18/963+zuiV58pN37Sr87fzr3Vm
V2I1SbSzOSkn0J31ITFVH/asKsEy0D1NsmGLek1fH2WfpoDFRRYxFF2L1dyWuxoLxaaaJKpSrmjT
IMWpAnGkyudv0xyyWNJGi3JL3WopUuAVdEGCV+jTHsxNLe8sk/rMzZMisDfnwrNyEa6EOVK08TOZ
hqO94RJAksb5mv8s6A0GlpIGrlH+dVfhi/A68TEyL6TL6xen8+9WvW8P6JRrqNfo4wXzQ6NOwLwn
zVXyrNFRqjzcMIWeknTlrFK004eQSfs96dNCP0tq+kFqlhNWFRZjt2DgDtzo1cJifY6d355lldY7
U2vcnen23r4Yi+qxSdMlXKXA51+MzxM05cWsGWzet9be1bw2qNd64u/URFaYe5NvAFzzqL8bJiF0
IPgFi3Lzsg3zcWDWO4SmQWDgKoOqYlxSfx26JpP8gBmtDBNmEKFC8r3pRnIeK9t7rLol3fU4f2NN
K4bjUtrNaR0z/wiMzM3PrrIfTWMNRmzgpy2rxK4YmzlWzKoN51HTud3JwsK+Oz6B5wxHDc2YKXIK
WNqjDs+me692X3EM4sGftjJOnSTwZIVq+hvxtuPnwPKq+Xna9p5o9KhLq/ncucUYm6YGk+bcFyBJ
sbUNywEOPhyn/OhYN4oBZbyWp3ai/q154BbTpWSY4Ilddz40w1I9gaNlR8tyxFH5W0pXd4EMu3o2
iTRJPOP4RzX4XwHl34icQsD4vygo1Y+0/fHfrHZ//8h/dsfsv65RcNexBzZTtoje/K/umOnhpsOD
xzuIqxv5OiDgP1UU7y9G6wk6Zw5DDEydSUL/UFHEX2S80Ru75vEjLvve/6Q9pnv4B/9ptMN77viI
MbyiwObK7DH+/h+JPkOqmWWSpm3gKtvO7slDWAFVrGTC/bCBN4yztxgXy9towzB13KBfsE5Gsifj
Fd5/XhvpcVYe4OAClzk6IvAgV75Xaqwn58pBPGWzl39mXSM0WLbJeVpwozym1ChVMLbszQGd9fKs
+RkarFm1VBl9kVtuPMi2KvaCHtlNNjtp+2zWo/VINewWV/h8wUvazzJ/82t6GTt0RaHQksFBQ8PS
hBlZHSRczKzUKcTJzpuVrv+6zji9eXi6oXxmCCbnnCIRaJ6Zm79palI/4L3mV3LiaCbTCHSNI+Lp
0Fzsskst5A6HKj7rFy2ydb++wS0s9aDMDLx1Fmfmg+hWjpx52S6sC4NkpEqDAfd23hb1raG3pCHL
U9/ExlC0wOhm6T9lzDcCIRrNmrNnm48iTBCxtrCbHCuPGtoxb0snveqwTZYydtd+WKR1lKWBK64F
RElMJFOLZoOzt6+qj3GlmN3lxjoRGpZeWyrm1JhNlHV9paLC88vLvHjpJ/Zpc44QtiyN7mObgdbm
4E6ynBcnpAGwPdmjVedxgwMoC9pxnskQMbr+9+QtpSJiwWKkharbLN3ZjFCWL5tuYT9XjihuB1oo
8IQimaaoIYsCVK7vq5/sFtVHa6TdU4pt7kfdweSy83bDXU88H/Or2usnUA1WuoPpKvOhJ6EV3xGv
YMUuVK1/OyHS67RsbPHbJAvwd+YvQgu8figemhlNaOdYjZeHU5/TeRqqrHvtTH9xQ6ULae/sauAN
pkqWE5h5hka4zt1aBqPI3VPtFpjDaPO6Rdg1qO2Nr3LEGlupd89X23qExqcKw8aEnz4tr9I0E0zY
wGpHg5xxM6/ZTova5v5QUbtvIX0Q7a1y9WkIJaOzsH6KDYGwV0P+sLmQKFtaXA1vTq9/ucXM7gC1
1hpnYwB3QXVnsmHAwmI/j8yqoqDLB6bxusg2v0yzb+nycFyfYsFzge8gs83qQD7MuAR+olUESmlt
P4XVpJV6qGSdY/expyu1rw/4IVBYPFJv0AXeRsIxmzDhUGkGma31+v4fS+J/uHv/6eb9F287Kwxa
8D9mv/yLg/7/7+yXf0nWUv8vs1/+d0P8N0Zcmlzf//OO+Nz++oGVvflve+J//NR/bIqW/RdZm6S0
0FpgiDy+8f/aFG3xl0v6gePpjM6zmUr5D/s5W+mfKX609QwyQsBO/7Epmn9dMxqv/5G1AU74P7Kf
E87xL7siiRrshbwMjxAv97c9/R+7Yorq58JZlwjva3NqTQ/su1yAtZFGx52RptuR7dHAYzR7OHrS
RUtfHNOz79Q8jY+JHFiweJT2XVnICB9ns8/y7JuBy9udgN5nscHXEjha76BJ2FjxGHWPLutPzU7k
an4XmZ3ctQM0hl6Y7W1hz9qv3NfVD9uqdm1n36/0tI8MeW/PPU34l6VO3xnWuHzaTAN/Rm1KHi0A
1EvTTfqHlRoTI4K64b4CUQPt/Zp8rbnBBDW8cDDxdgkxJV9zYsy05lAAd0sKGOnT14tG+K9zMQsD
3yUx5Wq2CZ/MR+x1hYv0Z3OyuKtcvz7AKZT3wHFPhkNKUjhaWwvSOknSvhPnknQJOnG3tpFXjcND
1nwSsaqi0Zw/af8R4260rYtjDozPm5hanF9Bclvkb4OAhK6Atl/oEZDUjTEVJKCuT71bH51qvWNR
xP6/VOteCQxSfraWu2XhqMJIbJ9jlVsgCEKcsLKXrskLk+9TJFMbV8s8h1Y1OSTCOUkeYUnvw3ZK
3NhNclFTgsNMxK7D8fAXoA492lQ04mCjXftHbcH3v0G0rDbSZ6J5p5H78nbDBPlMg6m+YzzRSJ+o
9A+pnlMt9Hw90Uq1tOs8r9m1DZ0c2t+du2+zujZ3Cmv6G1kL1SMZL6kIGsuJB07TB4bgxVq5xAOG
spuy+KUPP7PGCAyPOESrXA92mn5wtHvb9M0N6uTV2vI9/td9nziIGt+tlf1mAtVppunslvq3SOuX
qXAQjc38iEOSo05zTAcVOaZ2W5diB+ZxWdv0kbPh2UuSc19nh3Vb5EVnZYiMVh5QB0IGguaMz971
ei0j2xpo6D9NeW6Q1rZqD1O1hWzMgIAiWGXePBcZ2EjF1h3PhXdraG4DxgNO4jUHGKk4L/zjCIbN
IQg5xdwvxvzhmvle9fQj5p9TYj2AMyG5PPIlJeunvsAUeMmMMUmMND2ufRUA/sumuzH34V4Qo7jV
7U5VqxXk5lBGy/wgHfyLjb/s7MneT+YQEVgABJS/VdNyoLyLR6+/kBf/iomD8NPra9itDqmYhoIt
2fu9VShAbhdl7nrEiLHvp1bfg0TMiH7FS9+ZxQ7E+DktXToJK4Kg1Xe/cT4g2Wr3kOdxZfsvY+69
ZIIwG5W0Is41XG7MZLe67xwAfd7wMtUOAH1PrcpYyuvOrTDXlEsD4gtfIVW7V2b1m2pafDYtIIdT
YKG0XHgzV77pfk6oRRNWtXaoNS+cfZ9GFQ7hdjN+r5A0+8xiDrn9MIr0i6f2LbMPDY0r1K+72rrd
SvPbsuVjKtKXpdX90G+kCq1Gu5Ml4w+Ra37oFUjtlDJeXS3FY1ZmOh2M6i4Rxm3iIUIJBFBUfe8+
0fNfsNIUlI66N5vpYbHtj2np38B8qsCvtJuNs0Hec5d1IxE+jXwQY/WhZxb3Z3kL3fSRGA3mHxFP
TIkP0xbek6P/z1TJX2oYX6eENqkcSwelTPvJfvKDvOizPuHJVe4rRfqLl1MjzWnxmTR6w+c1otFe
Kfmk90ANu/d1bafy6W6egEjGtL9vabtRRxU7NcA0tb+8ltvz2iLapDg7431mIsG1n3TodhAvN5A5
cPjv5sLo+AHgIfW2H0nCkuMU+2uvAy8jYYli6iKp03jtLpmvX4v4SDrT56zq9cc4pTujVoFRvnTJ
WbAMCjH9Xp3xd1loMG+GH6wup3ds/7+XfnigvcN0TW6DbRjPSfUF3I2bKPtEQ/65mPgeG+2e/Yh7
NjtruJJIEMF5YodANWVIr1kL9bGvQ7ujsk7krz4Xcuc7zRsj4u/9hg632b4gtIfJLH9uIP0tUG9k
5v2xT5AjSDfZmVLNIZh4uNnz78nAirqJ11VPLwxcvE/c7LhsSRNU5Ry5XWEG04y7QaisPBayd8Jt
WlW4+EaktKYK2HTprBe49nIGF4TZXLykaXNfL+mBMcDAwPr4BdL4vAj55bZWeq4LDj0YtaJ27rvY
bJLj6Oxpg51zNaJz0a5FODR2KwD6LiGUIcq3I30EhLXQVkBbRfcF8MBwje1q77L4kqGY684ngyBv
+mDUaDUKNV7ytX3NazwRVhIDG2pBp3PGmHl07wxMfI5oH+WE94RoiTfol/FNkBX4e+lW3PMGulTl
ywOnizpY24HI2i71Q2x2XdiXy4VF5peeV3dlomsPQJKxzAC+XGmdXQPnqmPMfMf2HVs5k1N5VjsL
74usPvrtyx7q+NpbmacnS2RnOo03YJlPXm7G6az/KjLR7BrEuIOrEP3TX0XXD9yIeeDbGE41MxoS
bCpmP5x6wj3ulKWnByU/s+G1X+0w4Vqjts3BMFr4aaH3Bs53trKjyu/vpZUeB706GMivWZbQY/7I
3OYonGxnm7A5jRNU8/2M/lVQLikjvfNbPZwhtQru30p7lwhlWXZn28fKW0LZw3fRLekceTIAWH0W
W73i+vkGlYOI0uy3J+7zhp4LzofMT0Jzzi6i+dVYdDVdJ+h6fHVLejM5dFMz6631e5biJmqZoiJL
9elsFY472HA9ncO0aC9Eiuwy6R50gwgxwuT92TpKN4vBYM826FajpZFl57vx2nQ1JwqB+r2sTFzl
dFCUeUt4wZPw5k9Z+Lh/6MbqmEBKBOrW2DV6ElpmemPbP4vWvBfDyBFPP+DL3ret/pBxq5jm78lP
WFhwy5ht2OjP87RE3pYyTyL9rIEcCvEm0WwrSetmrO6AsK5eBC1uJJZ/RBLwzpPkpBcUTRHhW6UM
82DKJGo+XpZnUc2nEmFvgfFICekh+qHdaVOVBRxcD9KD9ZysibCL7epKs8ELsnQKJ3hJLvozO1Jk
U81kFYq337g0YTqyUWq53lloKw7o/dpL+2QsvrdbTPeXk1e3TY4n3oF2ILzDOdKJD2e3vGOY7A6H
wishl7HjZbeJ7FgRvaB3ZXcLTrTLuUQTTpGA7ry6YBENLPCJZvg9aBQ7CKVOFiUrvaweO2jobrMe
DUP+3OsAaopREYG2YQ+evZoHY5XQdVZvRTOd+qzhn9PiIkYFqMalqZ/v4dn2ja3/lHhsZyM/KteN
iy7hk6Z3Tq79yPMkbia2eH9uz7bvhIVVXIAF6r0Y3B1IWyAH8xlz2RLJbo37FV9de+17i1gO2y4x
/SOlXWwZ4KXOAG9ym1daZFKVVEsWC80Cy54t+lrJR0JZi934SVZtqGNmCEBV96P1nVzVbKqk4BoG
oWlTaIxECpR4tQMNn5yHm6ZIrTi3HrvpQjUbznZ1diYLfuCgOzNCCTHwa42Xehp2WABtKts0ZtIA
lYRxYGgCvbnXMaF5PrQ38NYGNrw1MgsPjSg/lqs3Ayi3mMzUcz2+dxBF4sFbX+c1OTA2B8tmD7RQ
vWrSi8drlolGktOsm2+FAQeu7vXJR6UX3zRkycfAbk8ooKFDQjich9QHA6j3sLavkoU59X4b+jX8
pz/qta1FKSkdWW4wDrij61KfMISG2jw/k4EVA5cF/sSQDuimtFqImlkimkk7fXNYhPsnu0MlpxC2
00DLaWuJW716rv33oj92rX1EmLt4znqNOMAWGPusBFU2B9T5QY7zGPbR7ELDVHnUKl500OIEItKw
9J0HcnOEQO2vF3RPREu+J7QBZJJyfjvT8Y62yqhPXelhtQY6q90PyQPvlkkdW/Pw1LDuK1yus2ZE
wC/3Nf7gZ3or61PWJoHj3tl+dit1/UrB7Jxx3fMUHDNwHMKersEVNh+6SpvvoevdA7hR7GBzqvvi
uHYJy4gdlGvyKMfXukZh802MuiIo9SFgEAq3wFg8JyZ8luLqI0+VuRn17DQkJWAS1SdIXODSmxLs
aTVHEDBmoTSTx7Y6ErLQFA+9EHvfya6qEaCVRfcnMWIDmsJfbAx4eiejasVf7iX4AckW6OJ8XZ89
nfBMtZ2Tst7PJlrS1Fp6WEJOn3SMCwSDoMDWJL4kOMiIFNttI/FAqR/lipjWDWDlMA5vQ0810xjg
LVU8Z4I4hSxsM3KcQNFzEPRpTh8tzW0vdkpd41SsgAvLlvF2BQImS7u0cuUZ9iPVjJHKr5Fa6Kql
HdtakQbjhikhU0totNTwduExq4KMJdaTqTh7Nt+viItNRVXvpkHtX/q0vHGz7/maaWP9nLQPhUl7
L4pmt2Tb0e/sR+JazsLvAwLp4sJfn3oCz8T26GW4qcofvXgG/jskXC0EtxAX1kXh8XhqfaMOJ1sd
mLK9GzJEXzbviNhaHJ/LEdcEPct0m74h2Vhe2omkHYPR9G5PTA4+CGcu7xIETntNPohJOUJARmKh
4MzraNTNaxZnV53dxTy7LtUq89jjDNzu5GUDDP4kx6shLASk9gKDQ2xUNpNsQqfE6bYb7CUhzMyk
1XnGMXq1cOpL/7OCzrZmkqyRQvMG591cJP21XKtf10TiKN0KjpD5+I2v7yYty52f5iU4GJJ1QTQC
e6Qmxpt16V0QcnLR4hrJtjlkjMfBP1dPnXzwfLyI0ax1rnbqiN2xyjoyiTxK8pF7iYtNEU0lfj82
4NGpBw6wUkyW2i/HTeOFeIkAT11IYh5P1Xq76R4elmpXsXUn68HkRoq7YY0LApivZlxu5yzhIFAU
/szMAro2TUCPhsbmUPPPZ+W8ERE7/HSQCSKjFyoyk7F63zZiMwZcjP2PdB0yEJkmcUqIvux+3Jy2
u6ubvk3jniw5LernJk9jQcg4mUOstcLpr/ykSO/nrnBjS8rkTgozP6u2W744RTc/Utkfm8K0i9hu
hj7om638biBziMxKSMkxU5ucskJ4rADiRWt06zXNRRcXjbJODEeTIVlmaCUo//HSDPUOj51+02zD
z67XyGHQzGd3GOtDWw7WifDE+aXCMRLbYiEzfGBtpBF/o83ei9qktQOX4wRDf5SSYax+tl6Dyp6B
WHGmb88uHv4Py63dT1FUWBOoLtUzcYLuZ27gDiFskT9DACCaePmMjZaT1V66nX8jJsUfIR7O3uJw
GsDGSAHh+ijiUpP+TTmlCD5eu2YPbeGT+yCJtj1isfAuJZvfBYjGu4xEc99sJVuD9Hy+wmTxbuk1
z6dm7Y/G4DxjfGtPWTc5oHS69eIZHMfK0v8qm4aPxJNMlIQqxMFL3I5AM/ULmWt4ZPyVgnMhE4I0
O5zHW+PFoq2aiIlg1d6jcfOkNlEzTSC/fqZxGI9SOvzDoef10IjoDBdwKnLlVVufTAultFcaBdkb
nSDQrdmkXL++pexogKtZercZ8wJ27rTJQ2utZiTtcjwqBX/y5z3Ttl6eva2e7kjYkrflRphK6ebZ
g9c32UNnzfLQj2TULdV89Ab3Sxgdr6tofqkSepSYJ+9WmTXe6dS//m83oWXSTLpVnuL+830+SjUr
Qms0MySCl8S+nA8qXbz5Ipk9Qjauv6nh5edkGBIkDQtDSe9/SZsombTLzI+0SnCz5LU4qGziha/f
bTtXfCFDwWMFZYQTZPBiScQsxVR3rxSIHtjfSeXU9la+JHcEnpBB6UgO0crcTIoTTade3d7oV9NM
77QnKWt+MZO7qF/rX1KvYKB6vmCRa1+CDDJsXB3DNAz/S/ikk+HHxzTOHPNQpj73C+fKj6IRj39u
pj8fYBPrD21LP8keQB+kZf6YYgLep772qhI++J8P9ye0oCSKKP7zBVkZr2qtBBlIqisS8FgYXJvT
OMJhSX8HRllP7qrEyQ9jiSFPLtdt3XQoBInOuJEJnUfySgDZCN7dcT0cKK+gFVfisJ68vTVzearC
/zQT0cd/PiYK+Zc1p2/tkvIxZ98MSw8DhyyUf6O69O3PhxsTIiAgL+xHHjnOQBi4A9aW4d1aMQSW
1/Rnt/JOrL3NLm1NM6Ltxjczcry6fn/Kw+prdvcNk6j6MvkqAXED0gB8jg5E9XnzTLcrhWwmOPbL
Kvkg6co7tL32ShDLL80p3NDycFZCaKh4uN78Hmmju4IHnvtJ+zL95FW6PEeuIDH06hWjH8XrWYb2
2kITBsxEw7zTWPceQFDiwQum1H8RLbTqMBBW8vfb0yc9/QnI+/NbpgM5mBau4IPhzz+skRfVCu4s
WTk84svcjlhm+jFUREuH4JLXMMpqPJKtRw5Fyq9ukqQXZf52uvpnYJivL8eS8+dTDcvk30xNddFI
Ldg3/bWbfP1CWtmJgwSrjP/8hu0mkjtv4Y9EQjYnS87Vo8oBKptx0c6apbxbxpd5e20ZmhOQG+tF
r7KHP3en6rflJ33m4b3ViU+RKX6edOb9FXz/bWqiVf+51PCrfkAm0xQ3Yl01cC+eyD9PVDqw4vzd
nsARfZaZBFyCj6449GtPHJdQIQqJl2bwe+9Z9+gVy3zwWIevS1o/8DdpyW/mLevwXmma+zDln85g
oKQD5e9wCZrPk5/ah6RMu+cRC1fo5yQuFD4JagUTNG4WYxLvvlWwtE2Hq8Q+9hShxNsI/IJasU9H
33mAhtLCUfV3ZJT49rxjrtUOJupxLntO9BpRMdPCGYCqb7eSjQU0a/8u+ibczA6nwGZ+O7UJFLM8
KsL18PDpMVxQ7EnXj/TMtHdTR1BtN0/HZOOHV3E7WGo48CCcx6nTXrPNn4NlWU9jWfQHR78y7+5w
Stuqup+mEfMX/+MP6hvT2cfUZA2dUfmjtbSbiYqXyQAHa+o+HfJ+Pe594L6S8/NXRSAeIluhtJ2c
l7fJtL7pLhCTIn+wgt2bbeV8VLb9q9EJdUy1Y2NuAWF0d4s1cm5bmiPnTfICxTxFRMh8LB0cWtuT
6imr/q5vfcrE5mFKx4e+y3/hUDWICRYp84HGYb9azhGqMnRXG11Wf1um9mkgIwEzynHzxS7z2ofG
cwNTmS+Z4xztyXuznPZmsEz/YYGOY/VthjnUFrQlMtwHGGH11avuQC6jQTRJuaLYdFbgl+vrkEEE
pimku93jZ12N18F36WXZ9Dp47Go/LjJpvPqN+T3l1kH5yWmWxmOurnleVZw42Pk6ULWBsA9Bnl5p
tFno6F2/a/riGtnbv6x4nzmcXLKMyqfqI2+06BVYRwqzT60ScUbbIPGFd25t/dFWYx35jb4QfuyG
2WKt4TBlr3Tx35e0tSJ8uxl1LsXxUPZRjiYWOCxWuZ2fGodWhig9O0wFV0SRT1stzRh7ea+TPVSK
g3ASkxzN9nWQ3bsiyCKatrmIO82vdm5NIokabCuYWKUiHyTU1NsCqQJotEPDDsfZTCO7XNYnOX3q
iRfZgHYRVKQbTfCCEcHL1cmvFsKcskI/dDxMQSKq5aWi2P4k0BHH5mZOkW3z8YaqqPf89lVQQ+1T
VHqo+jhs74RWVdD98xavRanv641Tw7Ju5d5vTaYMNdrDoEnO2BZsziydmHZkRfpObz33qvmi21Od
9MRcIwJucSOwUhCx4ORng5R9wg41+TbrPchlihG9tZMhmgu8QbyBuVeOLH+XSjBgBvKOM9Sg1Xu9
s8uLa87lez7CUBS0kDLEJ9L4HI52srt63ZnFcUq5sYFFYbKP0tazHYkA5iv5FrCxw5yGufKAesxl
ysJJTEY8OCSFBPZqo1YllXmSTOzZparmYtip/rlYeUulVmKKGSpM3AvxcL9YVnEMzqI6Ql+YBfdw
IT5bDOdr4HR1erZTwGtAm7zepdhPjm3CBQq0GkSfGLbuFrqO1uG6uq+FryXE/Xv2qbqGvuoWCX2B
1/HsYokmiHnCvBDASdEmSinggkFlbpAb+qeT+W7QsPlQ9C8DYknS3kl7Ms9Wv/lBMfki9EfZRBNs
0s1CEAEBRl39o/OyUudM4gtiYHudI7nx3nn98oXlgAjCdilDb6wJ87g2rAPbXnARKMLGSJSCX45E
QyUqRswv+01fERosHG8G3P+RfB9ShyynpwJsW2q0nB34Jkn95B1LRPGjvIYwpa1GyktZGf6N5VK4
qcXxbnHcVXtt6/wnFFGdn97I0fPIUNqneW5+/Cl5FbYWi7QjH4Tdx+7yIUeHArctsOLarsLnOa/L
lkZ/l626kZ+9zfMuVinZK0sCIuNtdNBJsU2TisYlYEYMWyaiNq0emp/jjvE0yW0x8WsHSzEtX6lu
sDaX0riUKRc6ahOyTdFtFcm8zojT1MvH4V1d89pSr6JI+7vQ7in1waQJkCIBiUiqtKHGT8HWH4c+
Ty9tyTXArQIeOjfOp2n38m41NLwGhlXc5H2S3K5OZT+SE4HNadKcKO9nejuVYW8HfxDkezVGoRPO
OV+V6jyn5UesGlCZ2ewJv3nm2JsHWz27L1LLu9vJbpP7YYMtyjYE8bTL0zuoNmrsjvtO1KQ0i9EO
ptR3Hw3GI9w2E3105O3RjzLHbBBb1tpH8MrtPU1r0gvdCXcUY1myEnHEnn5jf2RO0aCTYZlv6rxQ
W3PerredtNOVpAq0KtCjZl+3TnK/bQbn2kbIG1LG1zzwyC9G2tOl/oV8bd5YtV7d0/yV6PmGz/Gi
Rk3ua5tHzJyFdtFoid+RpuiJXUuT75EZNdXbqjCYB0u/tmHlmfIjZ3bYt1zSem87rdYgPqBhlZOl
WI0bVTzWlZ0cEgdfYq5v9ptta3RrO6DCr8oVYxPMGFTvLGZVxARilt8zXpwv6WCjU0s9/Dt757Fm
t5Fu2VfpF4A+IAJAAD3r4096T2ZO8CWN4F0gYJ++F1iqWyRLTV3dnpYGmkjkcUAgYv97r51vQrvv
3hxlKAflNfUNSTxx2Y8N+A7GzrQFhh5E46rw8hMRRwZHGm8ddDDUxykq4isIXgHo327KgIQ1YX/l
qQG8chmL8aBz7goscp762FhZc1VMbTuQw3ezT+TfUBDwFLbHuR7UTRkM4h2snC82WqT5HekkAakm
xjoIgm5Vc22d0z3XVGwZzci1a1vrZb/u7hvfzi8deN5i02tjZQQpXG4Wgrg8pZ0cr3Rd+dcFdzBU
LXLdKf9eyYW5JpkD8lvd5VbTHGQ2Rc+M6VDl2eZfgyXP1uRqZhHRtl7INYn4U8hJm5OUgXh0Va9H
lW3CczW4CbKWm6qaC6AS0AgZVxK6JArSALBGA4qVdVmQykeWY/uLu7Cdc6QzqbhmgOXpi7AenVfY
Y2jODVSjcmv5g5tdIr1h31aT6UjyZ3l51VLb8AU33/hOvi17mnonW5uGVOzv2Il5GAP4Pbm6eJjU
Ox5C1jNOSZJtoR1x4iI7jpyINHEBVxdo10SWPEacEN4VsYyAaNK4wNDEVUHOPEQNUXjkL3hWIycP
kac/TC4JjG2GY54RglPEXyxSaa+ADunfEqnepw6lvBuCtRGAi7ErziAHqjNL7VPSTfdzU7fET2sC
xSpovnjzeMHu7pHobn2ff9PZ3fg0UBiDOJEuqEwD4npKQvehJHUG1HecP7ltfzcvwr4qYgulUPH/
Rgt5hhGXiM8RZsj3XKDuDuZ4fE9rl3cBDm7ACxur/WAC74qDj3/vQz0jlzphMOqT9h63o3s5tMp/
Uz70VtILEV/kurEMKn25EMv8NKWWOUzsLy6ofsARwng1Koi3eO/p5MFIGHv3M54BzYTGUwvMtIZo
IBZ75K2Tn5bTdA4n2Se7pfOJluHuDafj2ICfjLM5rvaFpcRj0/eD2XPvDVd+0znHRGLmQWvHr77z
htrm81G0pHZ5jKTvEsS8WEZvkHsZyZ4xpOjGx4YjwWev0/NtFC3O2+D0w2kmRlGT3nHY4EZKvEgP
CBqz/LwmOTyJ8JPk50y3WJ0Za3kqeGBVG7gNK2VO8xDOn2kAoxQix0PJ8ZAHgHVa/CQjtpWRCCg5
eGHGZooCDjrKjmVTUcYVNUDCN2HmqVukWzb/00D6uw54927BSs6+IpEXYSuaZ0DlyXvsp/Y+ziL8
OWOJmOVW7nVmPPmZZcT/lDVNqLBZVopdm1O+saz1d7Ec2qvZ9gcCMyJmzxY7wTaGko7HtSsPUweJ
DY71DAkZ/M/SM9u3+g9NjbK0CVtnYC/cSdxA2jubuTAXgpToo0Mu4Ql9onQ2xPsZgwRF7r9NSzo+
SsuzH4gkBa+hEyz7wa6Gm64ay4fSG4KT8vV8YRd9feMkTfzVr+fwcoQQ8TtROlIvXR6ay0K0FlP4
Ngaqzm1bZlHSbD1urzfCYMB9RsCCAqcXqJty8HYptuMrksXxNe6Fva46nnqWKA9tvMRXSN6YTJwa
20VRIdQrks5OHHfZphEZcLhweSWw4W9HuGcf54pQSBt4l1aXA0lC9gobWZ6Yq8ZwZainJptl6lPq
tvZ+btgMl8lSfYga390ZERUXNkHjfetYD7J1mnuDsfohFpSzu2XBqbSObuJx5uZvLPPSOJrATJtq
xOPIuwFUo1499NHbCSvh7/ECNS0hK0zmKgHyiOcUzaqAqmj8G3Y82b1QU3+qnTy8Q5wy717vZcfC
Nt07RPb2IporBqxYqY5xH7c7QjbOdSBquh6WJmImsPCveKDxBCbjERFz2pROZ50jbSCn6GbxriyV
jyd7nhjvQozSp9mZ0KIWG2a4X9vOtQUVc5s33vDkO0W/l80Y7ClYOCdVcJqq7qTD4UVkaMemNVcQ
Wtn0CTe9aRjiXBSd1He0fcptibP8yeTtfMG2xeeQjETzD6FkYc2/ZKOCqBI4pJ1yu0M5rQo2VEAc
mbjF8XkGmbJ3mezvoYjylGRFd291Uad7JL/2YIqW0UFikdQbK00XlcFnYXverY8F74oYcXfRGJnc
MozO96ZO5msgPN2ZWdJyclW9XVGAeERYQIedmTAvIUYwL45rk94osNxnUVYTizozgIqz7dbRVnGb
kVQ/xHkV3ujSDy+HPEyv2sbi+U9R27kvmuBAXgCaAH0B8TmJqFWoRnHqq9Jct04HmdZCrrN3Bgt3
cdUxG3C3rjP05SPTCEoFZxnAZSQK3EGoKRjlSW1aHmTk658aU/eguv2Ma4dmgtrDx0MYX17EHBlx
STJ83MCErMlXJ4KpENDXq5Fz9CZhb3hXFCVyTTRA1LNRBvFKLeGV8kpwK5Fw63ETpzwqyr5vzokP
zsh0FA8BAWrPXtNGn4BAhTd0umTvWtOzMUgXrbXtnYbxVhnjd4MFgoCX2MWDonLli8uh7WJOHHOR
zxChrpDOoluJ/nTpQtk4BnPlfOjhGTBU5nRdtQhvo0L4gsRBmKJFQAxoXfimymUaxbMqUU3xNCLo
y9wev0LYRhSXdXBUcF4+xsF6rVBnsGUkE14hi6WX38YFVatRyTD3nZWFOF9zMkDPSjm1dPTq8VJZ
x5tdqCVAvLOTD65VMi4dU9Azdo4GWSdYNimjgO3G9RfeoOewV/gmicpVHBciRCL1tf1ZqGVb+CMj
ejO/2+Ey3vseC0tRkEfRPlSQdGS3GYAe5zCeE6bqXOup45B1CEf9YqvHtMOP5tnLXRcCHGbbT+nR
jMIRtmozQuC+U83c7mA46YMOo/TgsxfZIOa1Fzil1C31P1Q79mwCHAyjsIQ63ImdCo6LpS5mj5Az
/kqsiE3JXiACvgMHuNtEyP8x67ItdgyTYBqboDvkVQA22Z7AgvZheznBkWLzx+erqZ47wYsCez8q
7w5EJrBU3DhNmRD6D6bPFAJg2qLBZRpKwuA5mqgM2ZvybOLwlLMov9dVNT3l5dI+svtgpJVpLKs2
R8tv9tqq5Uu1zRB/0TmdFtsgE+1j56FtDiTVQSYFXCm2j0qNeJleusHICTLt8SW5PMN62qgSN3r9
TzrNzP+sgyPf8P824/8ftIMf8Y2SBjn+yD+d+OFvAfwehy5HpjsBXvd/OfFd/pPP44xgmm2vKJ//
iqe5v0H+WeE/hNRw3UME+c6IT6iN/7JWxPm+J/jn76TT1uzZv9CNHm8MI75wfenZQni0x/6YTWOP
bTNSXWtjBLoIyilzOZbKEFtNxRuskTZoVAOGvia+hyaJ8AJY4A6/+87+JL/iEDr46W24ksrcgL+S
NJ5Qa8DluzBA1GTENLVkUeM8lG457sXTYYbz9SaDMvqYeGDtSOuWzkcPx2t2XJKF5283yxHLxiw8
+6hJ4VTnjLQbp2hSPGrz67f4J++QxBSRCIVzCgrGT52Odlrlei7AQ7SWXT0YJf0n5MvsL4I87Jl+
+CYIMHz7ErDLUMq3ZjB++kHiNCYfFrOwxJ2OSKA5HZafulP+58y4kO7E5MfYVR2EtoAyAXhK43Rr
hO8+BUGX468P0giTFT/qvF9xfu3G0iRnb5t8DmnIzhmRwiJTMriyqmB07qJwTtxrUs+TeHRrxK19
xOKINZrauf4cO7VcGNFOSXvhE1JYXngcLeLg9H79QSlVye0c5224dfNEsorpBrI5sUrMsN/muLXd
aP9+BFETslJZbXU5hcYiok7wH9dth//rEEBM8g/2lBfhLvfotEKwFMhprqz4rwgr5Xg7Z+5Cmzy1
gfkdpEGWtC6oVJdgjZjspNk4iB/dRRckKnqpqoI4WuEv8LtJt0Un3x1C8SHpXOY6yEhm2iHDEFpe
6rmpPkLNJLof55lmtA92H3hJJ0LkCDAXxNSKBnaKxcBFbzkeROm5c3t830Db8muvzRokrWbtMdCj
Uox/GOLoHfl1sVJyGs7cIF3ptcFrD5I3wNW2AwGUfQyXMjH7rAixG6bjPIvrmJYrNnJduYitVkTO
2yS2PqRTjpkFAIhhkrbEQbDPZ9NxV7KvrDewKycCzjrEIV/qwekOQo+2fqnCsA3P7E1ExlOMTfa2
dTO7eYkJ+JgbsuQLWAYEmiff6MLd0/1ihSd8gLZ/RpgIvPMYEWfemN5v5rdyqUz5xNXfjDvqH4Jn
GIOiPlPNiJlM5ZVk90u+5ItnZHNR5g6PnyQOJn2kKgJYDk6osL1OAZ7IDVuD1VWHhRQbezWgwMDe
cNM7OrN90NErHAMgt4MnP1cVQL3aodKa4z2KBVdPJp8EOV5mvVAr2NTnqRu8TDGArJdotMovcdXA
xWxdzva4aTr32U+7GbUQdxYHnZE0IQ19K9Wx65fgIXLq5GMmPP+zXbY20fSkwZ/mV+N0suWSWDdj
6/v9xuLc/xF07TCCbR4QYLGgPBRznX3xUw+vR4Px4r4ZR/8+qXE3bNNg0CijjuZA7nT+hY3EOD2y
5M3cEh0c+GMf5qF9HKmtb5laR/R2yzrU3mmhDImfNOhKRrZK/w6yiSGFhqG6izgB2puk4WDKHNjF
dNV1lDYciARaNw7jETBh3uS9YxO3uMcznkiIK6J1903SjacsM4aDIQ7pgx/MjntwwY0fjVkNKGQz
G5vuihmjHrtiKgIHAxRKC8izx5FP8yoLbyq2dEUs3dbLB37AdC6gRQzWgiV01mOfn7t0AMLt0h5c
7LsmInfVpNM4APeyuukitklr4AWq1Ckv2auSaR0DB2HOC6ONs74UFiTBTqhyCKJstYMXYCcnwSXI
4Tx5mMwi1q0s3C7Bmf3ZzVT87MVTBAwpCO8dPDfwuFMmNodQGvmsau9jgW32U25rBvtp4TN4VgQT
dpRv8mADYwbhBTnJH0+qmdIbClgztbN5qIxHKBP09uHj4uAx0k/ZbrXxSBHQAO19AnSOY6/M+uyJ
EY+yjoVZBgtTYLWIPQzKgvxI7JH6pB8jjg851VDuljb7hF4XdpgvToAkd1RpqS+Zl9EkBVxPgqmZ
YT1hgmsw6XtzWn9m022+xL2D6w+yfn4hIVV9soYlfQ2sIo2PkxzCz4BZxs84PCjCG1ukg8GDZx8V
pbjSoVWS2FJIYGHTfqht+5OAFuZuSbzLV0EDURSPD5B2k89KYxobrTo59o6RjI8X82XWWo6bdpqR
HSu7tl7EXOjXfIDbsJVlyOglneP2daRA6DKMFyxRAhTpW68IMW3yqDdMRnvRfarmpCj2SRbP70mJ
9j1VIyMm7TuPDIqTTybUK9kqS59TOh4zJgt9lGyCRdQfGzqtcDXyKjeGm5OGCdD54m32a+OTZQiG
8YSnIpm3vunzr34maMcLCPQsLEiRxlOpNP62JglHxQIUF3dLmtZrFwAdTBuZyuoxp2O0PeiI2qW4
En6zK0ZVvFR0GyAOF9Q77qyQ/h6u4BgjfyibL5JnhgVqKqu+4F2NmbE2OXXtDnU1MUt7ByDd2CFx
uWTocbsXwE8vSssJHqYsc8JzT1fobd5EhvC8ovRzQ9hohsvXAdWF9kxuGlQzrR9pGcc+ttOBm3rx
Ob1um1h0tOvmxPagEib6a1/apJS9us4+YuVvcKdabXZTZWl219tY7/ex5ZhwjyFp+OAHCJIb6Hs4
jyxfrs1sWRLfR4CYym2oGpyRM9nD6goJHiRvYBTJnLqYsvtZLqSNZjsMX7mosFT/58zwjzODWLfz
320u15LqHyuk3039v466pq3sezboH3/uj4MDOV1hK6gRzh98Cijyf9BBfec3SglxSEtP2IhiK/Li
n1wL9Zuk0pOuEM4GgRQex42OUOO3cungN9t1sOdCpCf+67vO3zk4AAD4cafqciKFNQqKlFeybUqp
f9yzyynWdNzVAWP5zhTMwTTiLuAKh/1VJjr4Qab1njx29iQK8l5ZZ7+3CVAw/XK2SKNtf58EkB+3
6MUWCVSu5Y0nbUiUne8m8a5YqMw7LnMUkQrCN7rOiibDeHdqb0vquewtVpPr3Ewmv+/nig1W12C1
xQyLmx7EqNDLW5maLr3t7cJ8Kdu8qnfU19LCgs+rvXHHBAAe6Wn9GjnN9FQuA4wBW9UUq5kygdAT
znZ9w7QH92/uuUFwmwAdp9ZXDQs2Oo4Bjs4dJvRpVI2aSgxZAsHgcYSviaxTHqdX4RhVwAcBI1eE
xpw0Selg6YSF/BXSvmaxNFRbMdp+djUqatC28WxKPAc0y6fQ2II5ICIxtMlOYCEabgrmRCHAywb9
HygjPmPLpikY94PfmgNNwguOAFADoJPbNpctPiywhUcnQPne1GwdJNxT7cn8yjV6mi8thw3Z5xXd
j4SW5sAMpjAq6a2W1SxuxdpLva1sIFS7jG1ndwfsb16Ozail/TZ7uvBeqMZIaTQLkyTc6bjq3Dt6
pY0gqIQEs7GTAvmMihd6gNrQ78wFjPLsmYCy896LAu2YoTEt25FgNojPAkhWELvHvKQJbuNKKfcg
BNGq43Ak9YfZ71FKDOa0E+3VEvKRRRJgN6q+KeS9nr33abbS9i7B1XinGCZvynIcnqZINh3ul3bd
pCQVySZLahpJGxOW6W1roCMdoDYDk5RBRv4rxbA/4nrRETp32qX+DVt0EwJAA9d36AOiQztVF0vP
ZNeKWMtzcHTTRmD9Ebt4MWtfYunL7uDDC9wzfC/etWe3rylyFeyV2dbeRiPNWfu5H9l9QfGDDlhE
cX3ROFkDUmiNpLalqJ+IzjTTRZoTdjjwtYCp5maZ3PeQQxeh8nVURBojdL5a5TJDt0s5wZ96HpCN
DXR05GHC95gCed3XyPQGxUtL1XgRPu4FMu98bSZJV8AFfz++2Z3rOMs6WdawmfRQb1He5NE180fl
MVZY5rx9yK04OxMEAG3LZXqq43rep9XAQUaMKTdh3U0EVHo2q+zRAWiRtrDVgpujpToYkmyU3Qh4
Jy+WNU+vyTwUJ/Ah06Hr++raCnpoeWldfx7z/KEaGm+T0M2zD5kI3YVeBVWQcj6i53Jc6Fuh8of4
q4GfT5ybCGrNZp+gi2WXR5oAPDiQUX4hVDfe4dOZ7pXbULoQm003Nhh8+3x+pNhYPwxw4zioFCGW
08BmEWsiJOTa9YMrheUawOIS0cXtE6vKFj3SV2jP1gcCBQ0nOzfoi70qO/wGg7NcgQXJn+KUbG2Q
zmsYo+Ay3AjKD3FKoAgnzOeuwEyS13KdSYHeFutpGSdeKbj5PH0TxwbCpVcDSG5kO3+tkEQojqFE
Kt+FBOYZZjd1TVkoU5l6T2uzg5mM2tRsZ9cxMTeOTz7R1hRu4Z3vF9adozsNzDy3z20XoOVQL91F
+64eRbpXVj4/YZTLCnossRJzcYpEQ6kb5akxJmAt7onQaavCnCD8dumfGAg7CJq0E9xStlQN1+3g
WD2zs7KHlzJG7rJfA8jZVVk47nbyGEUfPOCj2c6bJKJNoRVs+F67bntRGJIjB4ILoN+Nfg5j3fX3
UcNY5hzSShZdr+1Q7MZLBnOHKKRy7z6j/XyX+na5nfq2vAGTGwbZKRka1nDc+6Gr83Mq626wtqOy
PYtWSWzpE/AX+oI7/Em3US7w35Xh5BB3SzlP0yYyUFZVR6YPiTI6dX8c7Ia5NzZI77xYAG82ga6s
I+UYh0HV54XzXLkfFw87zJQ2N9ApazKzzALmgxaR+yaFW0FXmANyZlJQ5g2Otj5bLoexmGqThP2i
TllzJsWQv3aJVJAsDnp7i6Le3tpZe1kH6PeXDDiKACcXzOJDkOXUXwGt9oO9I8aGLiM7686aRuXg
eolxgS/WuHrvMXsGHygcRSsAsxicFviEKNhDD+PODbKA2h/O6IGE/Wm5/F/QgRQBBYyC91mG9Rkb
Kn+K5NZSpB/7pH4CU78+1/LF+2x6M18CD4idoy6zuwjt5LWmC7DH4881soFw25avMGIr4HGja9MO
X0BhI7tkcEC1i6euXfbDnKHq2QIjwCKQHYB7uRUJcQHYtwH3zVGxxYsg/eOKL74o4HEzf1VvBGKY
1C7je7XUDwMHQ4cuwAt8KR9tgrRLx7N6kF8wQa7AuzCAHOGRThh7TnMeQyhmpZSotPvS7y/xpNGz
1vd5faqaafJZ/wKu+5D5NUYMbXN4l613xv2o+v3sx/4NwLkVn1Uqn1O/s1gDhQ5dy+gPw3T3yR/x
E50cx5Sf6mIQLIhF/TQ7QVJf+Qxx/fOEjKe2yg0AEVIU3XSEnGi2JoFHxnWj0boeRNxP1oWCJ5Ls
BfG6HDdQBvSpTZlvuNxq7ZMg4Pzc1f7Eg9q0JHInS89HyRYASPSk/ITxC62ERz27A/D/hL+a5bI4
daPVDXu7HHnFCh7kZ4gM3XPjGmKUMefdr0tS+w8MKNtsCw46WSEed3Tg7JqJakOR+sM+XxmtA7MG
vtXkgjU+2w9yBLQnXOThKaUqdqgOUeuEO7o71StQ9ZMaBefnwQ6diSlqKO5js9I3Uafy23lJ4FnJ
otrbi7eZfX9ax9ledqdSVJkzEk1x8nFPUvnR3AzVlJL1HukgMewMYqhThMYi7WXPOQ68ywI6A0Fm
mkJeaoyqVM5D/MZ6oqe8LLA+LmV2v/RekSVber75haj9i/y1YaukMa7dD9YgupodWhmznxvpyrNA
TuWZw7FNGzLOmF12UFdqYkY2+8Y3vw6Gaxi1OnirbZN8QCDqA94qWXa+QIpbjvFE3FOmdI5s7Bpj
noXgE+/rTIxfwVImnC/bYa2BJA6hLG5eCgoXGAr0I5P2sfw5urWMXNM56whP6gXTp1q97CpqqG3I
5Dr7qawFjGlgOxRFahfTGImI0e2jDWEqj/5WeP2fuo6pGBCOpQRn6mmD58sUkzzP+CIeyrrE5pkk
Gg2oUuy/tr5bRinj0ypM7pjfO1uqYXF8d12YynOr0sX/pG1b3LaQ6r8u7uLuTcRjg94jSAGLA1bt
gsRz8jxIUPPEopav1MHPD57CqzSNcdFzopxVTt2MqeTeeMOyhjpUcen1rrhrChlemrGU+d6DU+oc
srRrL+gry+2jw8Ra3OZZOgJ4jqXl0Bo9EH0flppYIAIiFSzlnMRH1Wa6v5zaBMGYnLTcRl722I4e
t9zc2M2Ohat8hr3Mn8oMDUBKEcWXtkx2/Yj+em4mE2JtCFsWKK80Rbml3lU8J1PQHslEWsB70764
9QbmfGfg1bC0lyZ7N2yv1BH7cuMdy94fp6Mw8wHNFu3R+dqsakU8LHSVZ+MJj+Qha1s13RCCxtk6
8FANT4CG+zfwYPZyTgrX6oCRNtgm/LY5OOmsqYvO2S6eBH9y48uY7hFsAFdxJHiqxomXa5LSOSYH
jyAF9JZANcHOx/4IR7S66Og7gafaui+1EdzLcIvn6rMTpMI/ah26rIauZC86i1lx+4CQ3ZGOcPOb
hjFufbK8KKQdtW2JA6/iSrxzuGh8EhQMckE440gddkHSTunRLq2EQlcn950rUkIkvEQ0Lqe2tJuE
d0Aty5ZNPsr77LveUVQusSIrQZQK2Xai8P8uFaCEYQgOnb+4DwGWpg3G7kjuUZLVY++1UU6Dulkz
EJN/siq6BrZGRuk1f2t7WaTOdOoq2pmjPoRrUUlGCSPQiLI2vbz5j4rxh4pBs8ivRIzNe5K+/yBf
fPsDf6gXEh3CcxAFUBqY63Gy/C/1wvV/8xS/rAoV4C9aRZAo/qleBL/hZfQ9e6VuSuaigrfwnXyB
2CACm1sREzayx9+RLxxe5buJI6/h8Q9mNqUYfjJsW9WN7yaOPHSEVmz88BiPzs7D6XWFvb6/Qev1
jslkMZ2JJ29jAnCcY26oSxpI057ZomLJcfLo8N2X9ycT0J/EFN4OVDbyFpjymaG4P4/9NKaysWmm
EVf7QmHUlMN56qT5R9Pi5+l/w5n6775KyFBD8VgG9cbX+/2HlpFKGdiAnSbjyRriD+QvCsu5+Puf
RTAmZYItEO/Xufb3r1KW/TCMSUIUvuJok+lhvixn3Tz8+lV+Yh5++8agqrrrNBzpTK7dNd/9gGlQ
CWNqiGlARAkZhK1347c57BmGE9e/filnHbr+a0q+XiyKAUHocfkxnLbXq/n71/Kj1s9dRqQb29Gh
/FriscsvsqTtu31AOoeIRdtW1DHzlBUPziTSzzruLU5nAyi+/V+8mT/74JxIBRcM+FpXrlf2dx/c
xU2XrTVUjOn1E6YoDoe1PC4U6zGSOrF7fevT8a13onPqRo/gvT9OdQS0udnTgHNmEthsfv2O/uTa
hdrFbcnoXvLw/2k03pJZ4hzPrZQY3zrn/GRXruv2j/9/r/LzVUUDpBO4RM3aeh0wMJje01dl/f37
kM9C2YDLFhuHxU9frtYdYh6wJPrX4uQgwsk6NKIO/yffGKIbOxZGlsL56RsLOacXS8YzKamz7I39
ZndjDZb/8OtvbP1bfrpqfYVTwZaEzX0V/GQlsKSKm2EtGshT6nWGsmGnwTgx3sdgrK/sJs2vRN80
F3LIhue//9KBYBkHQOkEeEx+vEYJoFYO+Wq8aCAqrifHG9+Z1FpnCOfeXWmFBiqP79+RiFfbX7/y
v1+MATYNnjxIpNQGr0+X7+8OShF9z9IZ88bAba85z9YnTJbd6dev8u9fbQCuIAj4hDYf0PsJuJrA
RfYxis3IN82D7Xvvgxs8RZjgh6wjSBKbk3L15a9f809WIRo28ctxZXoiRHD+8aNB7Bjj1qyt6dFE
si1wetNdh81iqlPjyNTfdi5uhR17uv5bs3Ky9iD51WOJpbP78Os385NNhRUR3EnIushTVEpf/ST+
e9pNwjDnvWAddDZyPQ7WDayTIh7ZbhlE51+/3vr3/Xgtr6/n8mUD+xbYqX787NZQiLQPGSNHtFXg
4uvzD0WMtRgVGr9Sqhoau4P0L37lf19pA8dDHKfBxXVtFw74D9dSsrhZh0rKi7oEKIlKWDssDeYQ
L8jAv/58f/Z9sk1aV1FeR7C5+eGl5MiBN/JAeE2LBJ2M1lA9LBGiHcHMFJ4LBRyO/xcf799uFfZm
Lmucy5UMKfZb+9t3DxJgfpwcPY633gSvy9JBuwf4nP/FDfnzL8dDil9MsdDZjKu4WX78ZIHAmgOh
TW36KLIfRF4oHNTyWA0tq0MYygdLqL/YgICP5S/9/nJZX5SrhQkVYxkWv5/WH2eYy9nFMI4mTQsq
JM1BO+A7Vinia0lL0bgSLnDN1iJoJsB7eKWJLMVVET5loLHK6y7rMuchnN0cVlowhN8qOhPzWCQG
N/Y0l3RuzQTcqlcjSvoygYT3MjpNsWrHy1pMkd7WRa/Gt8q4g7Dx0rj5AlJ29tcCH50u7VerC2eS
BS3T3fA6JCVElYSWiXORxwbS1MYfbClv3djuqkOnATEx3Z+yVlwOeL7ba6H60b8GQlY2+750M2CE
S8qHTOWSN6e6XwvpiiCptsYxHiFiIyyBg6rlS6myYRw2RovR3MW4smbUmnDhhYlcGVBORTSTrKB4
6lEOHZEJ7juYk6JvLQTsIEnnvRdbZBK6PAaXCwt7JPovF2btnBVfy3QCLVsBjZv3gephsbcFLq09
eSLlr2zvqNIgxprlpResaETr1ll3mCKDbOYmbeVpoRX0hfESdgwxkmXZ9G6YkqnyEdxnM7e3de/z
BemxVVeGlF+zupTDeDt1QgeXkJXEm2OGUu0j2+vVlthREj2IEZPyJ/ZlK1qCqGMyPjg1yJIW5lhB
Eh2PtTvPr5ULHjQ5QHSNmt9bu0/OciI1i9A8eIgX8E9eB06+zqaug/JtxLv2BTm1xkQ+kQaB/j4y
RnJwxXweF9rttxadfDlN1UvsXi60b6GVFK53M3lBRwucTIJ7y67pk63jhvFEEkUEX8Nwtg6AamKG
BAE0B+rZHFwCEwCSmJ5Zy/99lcgp7+rJUW0NA6Z3GxfYo+tgHaf2hzqYXeKVHt0cI369TU3vGknW
sVjuOYGU2VFVCQnBEF/RZ8JNZHxFG6l+VzY6estaI9eMQmSelyVB4usx6+FBGoj6k6fLHwvjpvxe
pSs/NFyEMf1uKWVfKZ1kLyQ5Tb2d7D4HnUNL4AFeb+VtDcGb8YoCufHGLlmyyZIN6ujNZrQ3MeHH
Zz/xBg7xykpuyI+hRihG29Umz5SCA1f5mk1MbiX1Htf9UhyhFc+Pns/UY8toxTwFyqIkOcVZFsEP
0MuHNlX1V6ygQ7njSQb4fnIDCDxl6MkXMovGpjjYLomd8brYzEq+xixcwuum1bLE2bE6kwpnqli1
VnD9gqiYb1xgAvVm+Ma2d/BYMdb27FiDOZ24GtceS00kJWA9aZjJYeuh0pmBY8H8IbAkjWx9IuF5
VXg2iA35+SjoSp4JMNG0He6tVOJ8zacVO++WXg/gEx7Oq7Ta8GNg6ULvrVKnAKI76eh9BDUQClhF
oB6lfC6fu3RhWBvjBCfVzfqgdxy05wTGGmkfbiBBvRUsLtIOGb7P8ZCiUAHYTEYv3KS0qUP5A35Y
XzPLmV4SK6luWdaYl3ISJqnTKNkXMG5L3OtTEiUzgfyKSq65X8YvceusibCIuOrI20qw2zfdS8nF
4xytbuY6T51hGfe9yMoTKm5f7emT836nYaEveVMBiQM2axjDSoixNVsKWdG4ljZc4n41R7gF5hVQ
yxqVlPdzjfFuQ3Z2yHZjJJrpSC0intik8pmKzwT8iKArSF1oZHp09sxIvffao5HtbNOeMZHacaeX
ljkcP64Aa7hLnGG4LsKRPixAltBSG7WULyYvrQ/CVDlFXQB449209OnAtR3SwThnJTpANyQL5IWg
ae6IqbqwCXo7/1LhyXqzTFldzRGdbduWYJu9YVHBKlF79fQ0djMi8MomojQAANbMd7IrS4/fhuoG
+Wp30LE3QAjTaV+VFZy9PiB5bWcSzZdadkbq3UAKm28jJuCQ+lwJxWgDDKgzij0psZLgw/Af9B5X
fGSH28rlWUHhfdkV+2CeB0aYgrz/Zp4zgrf/l70z2Y1cSbP0u9SeF6QZSSO3Tp9d8yxtCCmky3k0
zs9Vb9Av1h8jOrMqG6gCal9AInEzI6QrudPN/uGc7xhG6ERHbBqrh5TIQniOqNdu/LQrbghdT/vA
VbAPiDtonYfY7RhT207JYDvso7o9NIsxg30Iza6+asTSvrkOTtx9X7AA3Vb5SnXQUxNBRJ+E3jTI
rdB66RRvie5Ynx0s1VrWpvQmLjhtAUUibI+BNvl3zPAc5MlwkfOh+06l0yPemwYHr6DFSqvikMi3
iDuMZMuYhpcIdi7f9vdEfmSN5wfsVBRCaemQOeqOYPGDrJPpoyXS7MeaUk+AIeXN3vTd2KJIbJP5
wU5q5MWjVLO9BUXUA8hxl/IuqTrnmUeeXaxtMOLfsFDqWKMmS/sqMnQm26nHxxew9EH2C4+TP2SN
Gn/E6UwYrbKMejt0HQmkvd3G1rZYMme+DJUGn9fVLfqMLoQIcO79WbKdBKDzBmcLS1KaR4IlHqxE
K6hK3S1Pszb8J86iQgYT6os+CI3F/446U/5y2XgyTqUezzaCzjDFWePLG2qHRAWt0OYXy8Hsnsde
OdAFRw2wBeY+z0DZzdWxJfGxh9wKe4ZlTB8/gJaZi42GTMICn/HGE1pj9TOgAf87wQ6kNksEXvcA
0qbjU0dpDhIYEc69zdVnBK6j2GxGlQsms0OR+cNM37f3wuWmDMIlKjCEo/T59phSuwHLgfBW9EWY
7wdZIgjU0tYWCvjJfe4Kdt6bvpFTsyGMdGSpYqLwjVBoECAg0DwMUx1VW64+74ZY3sg6Rbwn6R7j
gHkAM1ce7JhAqT0miOkXwGVX3mfSkyv51UMUJ6NOYVJ1bI5z22Afshnw0xJwbKMACNwwnriMchBp
EJhC/w8TiKyxnJ0VICagGARrAWy3CywMvUmxhoiwzKh0E5930yxDuNfohvgttT/wzDvDUBO1/Rte
V/8G2TUmGWOcAixWdjGoS2B3k6lAeppdhPPQRNv/6XI5TTu/td1kC1UOIZNtsrDat63lA9ct8/Jr
MgQxckpLh+y1ipEJnw+jER4pCtrqXpd25pUJy1IfRjfuP5tRzU9zv6aLtiNRbQFVnx9dN2CpRkCT
K6ew+c0snB2oAGccT8l3VwtsgK29mO8+8pzNIpGAIAcObTNIHUsT2ss77ABlt8adJjbBCzD41xdg
8O7ffkUvdbT0WCYs1FIyGjXqqHBPcPDyVtVSXk2uU99VtUKNyEC0JfEndWCCxoPhVzgZs5o9phnO
21IWMfIEfuyPuNK+uHSARy6ZmaGtnQpObVYPxFNyFcPubMPOu6VjHwPha3Fko+2Di5GleCbcIKs3
oG6St9Sux/vK5dxiTDKYvxatyYLH/uh9LtYcU0roTL7gzKvare6mAaS/KWruIhgE97JHBAbXbVQX
l930ky4plDdzs7QXyN0rarZe9G4Z0HFuksRBeg31vRUBSG/3RMhe9JiAbvkJO6N7iIdc3S9LaD22
xN+AdhrhCLl4o3l/yk69hUUkz+VgdT9pXhWgncYUjm7uG5jSgDXZBCM5cMWIQoyfMA4OL8SGloAD
FwviJVgazJDRgEtkYrF9ze+QfPTzZL+qycAx2ZjjIg6u0MZ8mH2vepwbdOBbvNXNXQiaN9u4PJE8
8pkPJm2pUTFxVfcXW9fOx5gl/g8jp+oTsYgHZZufn0MyNKp828auPiVNzUp/KqbufuB8IxQnruMP
Bzt1vQEtnjws1BXkrRUJN71jzE8YtSP+KJ0FTom6guXejR3W+IRKI7oZhTmQFZjGM1OAxgTD3Q01
f0ofCnLVHOlFtkYBiwRdyISKi2CeTQFLeN7ZpU8bQhGm7jWC9mTDkBSKapT1AzmnoSUBbbuqm3dk
d7kKSusA4hSyY8E55zchVAuQP19JPmoDBZKrPtN5kRcNZvGHAIzZ39Jepwj1R4BRW6eMAS83Y0X6
McDb9rHi5kNS4Uj9jRIif+0NTUuB0FLxLWB8Heh6EPsbDLkfOscjVK7oR5EFZVaOCtmgjwAYjqP5
kCSDvQRSpfVtpAfT3npRFeeIEoa02kWFwl+LT5SCKdHaBlFC0N2jSqzswZbx9NNo4V1LQLdEcnTN
8FLAA4GPEpfFQ5/hY+UU8zE1VJlQaAIMzyOl3OfJMg1mPQgM6jmm7uJwNXriF4J+SKhxLArMX4Yh
4uaqMFX+2jWFElyouviycpJ8N0Xbqk85g8Q+2DLiHa3aSr4vpqXRWQ4tbAtQMT6jpd6hhzNMpxHc
tpOzZqU0kpmek77oSHIIoi6r1dGIwdPvebrLm8EZ++a0EjPsbZH482EiYQMhVWq0jzmf5jMFGgJp
Q7j8uC1Xf7Qd0dg8Qp/hda11P5Cb5nXJHrWVdoI6Sdxr2tX4V8t++RXuVs09MIQl8F+7qVnUh2Lg
djVyHnIrGVbrj5F/4MNcwxwShR9lITH4OwcmgbbTUXlKic7eCXRMTpJEYefRdG5TmRLRESF7a9gf
IzzNLQWi3yUhBxhrONxnzVymu8xaC1CzTYePjI8jNu/Snb/4zssnAq7W36h4QTY6mnk7Bmlt6Pyg
qjRDxdcZXnSLUoxOlMsS3N9Q9BCU48JNnmqP1nMLN6b9VTXITDZGN1OypQ59LyVCkcg94IIu3o8Q
gVSwmJ0620w5gE9MDVEEcdGWFKQZ1mNyjRX8jcj200+jm9S3kRGcFcCqzO7dBtk0KT6lfPcQwHrH
xm7UEOglJhLHIUv2PDc4xjdgSPB+lV7Ffxv5WGTnKDYckmvq3nN3ZLtHz5Gup8s8Dii0wDr1Vrv3
ZGrHiAujnp+G8GWQHdsuhRvHnCGtoyOqfe8dLaL3SuR9+4b4M3+w+mZBYkNEGqaFHrYWmR7FmpKQ
+M33KH7bZlu4BCCEStcjdYWKH5lAKCmb01Ke24GUtsCZWnq8yjexEFQAqS4MLEa9yxZ/eADeYDz4
XWLjotaabivWfv3mzvb8g+zN4wgxRvEqkeIj/UMDcdf3idPuonImX5QAuQHQuG1VP+WS2H+Tos2A
qBsWqPW5Ow+3mWWNFmGYYbxsHdRXNx0aA1jz0u4PgtYKyY1oMHpFTHLIxKG65tZqtFFuU+qUFCSO
YUfgtxcT9QAZnmITjiLOaQZF9IpTPDK3C6s3N0CcjJChzKlWNsNs+Quy1hhCRRqJxAlci+BA3gAR
4kOAgj9eJ8kU/4ydEu9zqwU8sWRIv5wanil9iIyrLRHdCalFbvhpyCx7JqcFqsFEL7SZrSoi1GAY
SVBZ9lEzjOgSQzRxuwYjVXtyIwQmNJ1TDPyhj4eLVaK64/Gx21+qMsJP2L7LPR9l9Gp0f+7HYniE
vioMoe+yovhh2IRwBg/nHP5tsiJ7ldFa2naJDImvrkBmQgwzuLcLDErIUnuq/W7kXgM5am1ZqbbX
OJ5gxjHQoc/3HLN8AV07vk9kjuOQx/8X8TriI+Fc7JYT5kHAV1Qmd5k9MdaIGVjC3guFvPFCBNeb
wZpkuB/qsqv3wCfAv3NHRPl25hZGpD0QBBOIGIsAmSmF6/z8njr/b4rav1m2xcz3v/VtL1X5qf+z
guHP1/zDf+H+haXBNE02LqYyUXT+U8Gg5F+K3DTLtVavt/P7j/6fgkH8xX4GWYMHLRH+G9vZ/xAw
4ARnl8ASQ7JABgrzP9Iv2O7/t5Mm6Yx/PSsoZ3VzKFYG/zpXt0fOKRK7GnRvBRVer7MV3VUvtnjP
2B+BbZlM8sy2U9K2E5huvKoEJvYGj/kH0UvjuHMbPsUMrSAWEeoNJwVu9UjeLfE4yafVRM658etB
XsclSO4NHoqmvnXjURNgIVUz3Rnj0kYnDkAn2dbLAJszn2pj49rwvKmB3IduRVFiMR+zA2aYbsu9
RJW16R34PmAgmjb+KD00oA9ezBTKniByABbua6TuulLqQi9sfhhVX/FN4tjaGFbRHSO/T7dwE6z6
W5nVuM9mVHBPCUXLeNG1SBIsJ2w5XWCAuMJK/HDCvuKom54GF+52vBmydggPZEBPT4v2y47RItOD
+WDUnWVjo0Islc7I278GNsQYQnpsw0PrdNAi3Z5RVRW2iPHSkN8YmBE2jjdwNfGr1CMjETks8WsL
Q9snO4F5+Rn4f482EXzTUZZJz2m1WBxuOOsGTTnL+RKPfdeDrpqi/JNU1RCPdFZAxDN+66BjMxTL
Q7pSMrE5qmgflrXbnIvfKmrO9sW9zzyZxT/N5CLAdhU6TPx4Iuwt4nOQaidL3aa0/S3ISOZdMn/h
aiGp+Zi7CQlvuqid7ssayepCh0qhYhL7Qe9rjFCB8MvZyy/hGnW6fM9sbMyGjEzfHvYjEBOOuiSb
XPHiDrGK136mIMEgZcD+ZTOI31mwd4LRjqwVu4e4kszxvxuri0kRj9RFRWo6pi6eDr1Q4E1jYf3y
eVLBki25s4oTvQUBDPMMuzjME5vm01RlYQOlxm7DI1M4sq42foZ0+x7jgeHeG3wgibqx4rwNGbCG
8DjaSc/ppUobAPVMTEpGmc3YTq96MppzmqWm8d5oDNK3vrsMDmQ1Ii2CFoecuHIqV05bEPiM87i/
R6FPPagkLJNxK0QfzGaH4YGtSJoHfJ5ceYsaRVLSmJ6R0UM4xEiVqKPHaQ5PVB1xeT3GIdE/ojfw
q05pjeWYdQoSYlvV8ZNRG8BbyyShsmZjlOvHtMHRSeT90jev6CfhcuHJ42fpsnptnq25Yk0BLqsF
uY6vJBJxJc4m6oU80I3vBxMgrEoH1rJiXKIEz2uXDbPN9K1cHNTwIHgbonB0epu6FQHxkHhUKD8H
klkTCF4oIscbvBlhQgC8VKDO+igMohbfkrYqknFstyYNvdKtM13prMa4b/s5Rdko3Mm8G2WdP1SV
P5Gp5GXTZm69km4/0voAqCC1b9gtM/eb1NTdpKOprUBCjs0hDPfG7KTYEg3zinmIgoQQm3vZMERd
GjsjbKWe6mvtmx9D5376UdMP+MNcE5sB4TnDduRm3ZdR3TGUZ7QFqT2fyP+zMUngwe5BtV2lcZwA
tEHj3U13kZ7G9pogAUSTyB4t/8VkwNEF+jddfxyx7V9F+DaGIzNnmKqVizUbPMBaodJsIcGsLH9w
dyZvSb7FGjqzEB8MY/rwNYLId72S6ZOcbBVaANDnw6fup4IwiM70yrsZMkB6F7FQ30t2MZKMg7yM
9mT8roA7ix+aw2YGVnXj0jm8L6WyonMDQsp9jbxV72hivcasMRDpErkIYD8ltF/KlIHNxZW5+CWP
b8aKtC+2GlkRku1YG96T63s8e0yJ3UXRaI4ihU5nG64ie6Zs8/6MlkCOd6nF5P8UQ5wuH+RslDgu
5nBhvybmmIj2ZEwskjX7YphPaYLC/habD9snd4CFWWxszk68IoiOKZ28H2r2/H1huEGDZ3zi1M0u
+If1UTFe28a6VHduCrn9V6Yo5F/jxYk6fCAVaNhc+7z1rCuSqIsefKJpku1UyY6KLkmS5tEIGVm9
abzo+YHWF5UbTl3IO/jJGsMKcmfJozMWcf9XJpVIp006MtPb1j7Wjd2Yp+HaJM1JcrTamTo1NXu8
gnAYl68CvhW0ntyvnlmVRPk1QX2zx8QIB9J4EsAkm/dpcsQ84MiFOnmPWWMGCokDCCN7DYsn7v32
h6v6EYCi627dRlUPCg3/Aff+Bcv+k8Vuajz1s7PwF50hhjw9rHpvxhr4nSbTTHeIsPtTwaeJJ9qm
JGeGgkniaygH09i6MEWXRzdpzGRXswtKxJH5mzc/V0ZGqQpBRfoMKewWmF3j1fOIYZuMTUYg/ZrZ
0hVpjd2iqauOSadfq0cOdR2+tR5ahI3Z1r3ax7YhK2L6wE9yBczEi7AnLmTSvrBXJhWKZD7MZhvh
RosFxH3VzqSgkaAjvGBqVlrvqt5YB+0lcW/6BHizghmi+nS8yUI7dHzSJONuD0ghI0KrYdN56KmG
34hOxbiMkrSwbpBIygdPuX16Yy8gzIiPapm/3dYlo5JfMiJt5gjxIYFaZ08a84xy5+jSzq0qHoE2
dowMmdB3z4YdDuoljjhoj/Wsdc+EpPMuNfS66IT/0kQxLfLqmC2M/0/KHkK9lwrPIj6AMUUv76Bm
HPaAiCt3K3KvvvFpc7/TqTR3tmjK19GdpieZDWz2Glkend5Iz760vCawzPIr8Z3uMNmMOo8TZMTh
u5m7rAyMznT766GRFtVN6fFowNyEluf4RTP+DW+mqQiER3GQHCIofHsEzmSGk/WjvW1IKeUeam32
8z4x5BLWGxtBq9rU8AvhcyNucLNkEy1NSBiYjy7h2hZRSwARZo52OrMeHiRLCzl4PGHGOEAV9NWi
L1y3yYObSWlgU2JmuPpe0eZGt8rVMIrmjbBHl+n7jutPRqSwUquErQLM3vna3hFd26UfInWYA/wR
Q/1v5/JvvpS0EEiR/uvm5aEqv//Pv5f/qr/+59f9o4Hx/1K0BpinUOAK/hH5zz8M5O5fyNdwSOPd
Rk+FuOk/JNjqL58JJJgjqFWokX5Tqf4pwZbESguJ9dyxQDKYzv/IQW5Zvy3i/0mmQw+DnhvDGhMO
/kMz8689jNcNbblIkW2hJfx4dVqd1n3WaUzkSgUdiAXoUmVeR5l/sXMhd8VgeRu04X1QWr71XjZ1
x7Z0Pavx2gNtZsdzisrYOS/kyBEJNch5XxsnkPDFAdtXdj2YFssu34hmClNLHH03sdldj1K+JIKN
bidc/1MqgqJxXcp3naT1XkVjdUraZj6gvwjfUn4TAHCRyag8L7uX2lm3mgsLUULaIEMOU+l9tPRW
eBkURb/MPXxsoqQ0ILLhs+it8S5sSu1uSLJMP0Cm4MPzM/2auAydoC7OpK35g5RPbeIvVKPRAMsx
5Fi1M0vd9KVDQJrvZV815YbY1Ob4JhtvBBINg4/VC4FFXAEsL+flXIV6rYez6MFKU8pnxw6cziu+
iBwenCNHmv6qUnbQO1Qm6m1A4TNuElNfA/jRhyEq4Rz1vCoxHdWy6fwwxK5RSufLJAv4e1ltcT5O
1n6Ha9xgv09t99rTdb2XBtu6PHXRrU19uI1h/O5dEv9gX5vOfWN6QFC6EENSXnfHKvUymJR4I93I
aq/dagj3TDwcvGtGG//NxHv61mFovFgGE8QS4zZrL4NLug3T23Cy8YMrQzMuJQagqJC7drEbn0nx
uIUC/Qh39jzBUZGcpW2Ss9wuyajC/G5v7BHFW6PS/hVx9NlQq/28UEe/oQMqxQgUuqzcwOl5WRmf
LedyLO+djD80RkIMUnC1kco6ZuSrgizOyn1rv3pLGFiG/vTGGuJ/cQ7ZId3LxvrVLhpcjJ0+TE3a
HPxOWYcRC/Zu1jjUkJ2kO0gb5a5yVc43UGzxY3aGzLO7flMwGj1gs0Q85OVYLxVwwL2Opxb838zm
kWBcz6IVwdS2SeQocWjaglxLUtScxrkujdo5ksLjv/JiZG+Z8It7w0GNGwPd2gHgx2CTW4tcGTJw
BMFusxQQA9hDplfFGxqtjhUHJdJMZwStSJV3KbfiqY6i6VlQoR8chGs3UZ5TOv+xfrKLuKGnEOce
q+TLUs7djY8Q7xdV7YdbdBoNa8y4AjGWfKOwd/b1bItb6WXA6C12CwFnhT75q72U23rHhnQbd9AW
AssxfehXrrpHrD9fiNkI78umIJOwHKZbYRv1m8AoObtC3HVeP4g6KFJbG08t4PHZ3rNNTS9EZEuI
3yvazOcADViKynMyPRtd+GpkWr9XOJJ3pgMPk/BfYpgcbLLYSMj1ScivAKfER3aNwvkdSWVWa+TL
n2wYIOc7z3DST/O36TbDrPRotuQ/ZWKK7zXE6CvEhGtuEH9xFHAoAvI5CeWqwftyYNTy/XcmjV4T
cLB3gfCs1kSfziM5qSWcCb1RvctapItRZo0/2WrY1S3AUcaGMGY9kxnE7y9255T7uM9doFJOpOqb
VMX+WTE1AjtLOQuV103DKy5oZHeNkXkkMiEiCWq2GX8zf0j2CXXbsxdP3bEDvqdFBnO70SgRyvA8
pXJ45jE17oln7I+ZHouTX6b+RazqkHx1MatSDIQxtCZpGgS2Qtdd8uIRRBe5L2EGQNXNiuERpHay
b8yQlD9yPpqrZYiTQzqZ43FQWu1ImO22dNLiCqd5fKtS+ystfQcVR7QcPAQw38RGOh95YrcY7KM2
34J2wgPPL0x4ZFKPt7VbpgGPhMtqu2HsPNV6+dSTuOaDZB8TFod31mCpPRyHfG/+ziJDD/iQFcRh
eSGU2z+vfUVuPJRw3qQUAQvL7ZY3iPSR6RWKVXoCXo2D3OwFYobWphOOHIcjUyyzIKKFYA7iriFE
3kTCRpUSOr1HUiVQ11O2rJ5tYiJLmmfe36gviBxikA/py0+mJztcu1Z7quLX0SLIaxylAAI18ggt
xnLUrW4es3G2n7PGp7zOSju5qMm2n1Uq6jMCtulYrllhWezUwUCH+SSdojmD+40fCG8nm2ipm0et
UDXwO81YS+2R1C97HWNhV+dpipomfgXX2r6NZtEXhz+fiGxkR2RrooijTPIrmej8tlLCOTZTEAWR
Widlf35EShH29FXfvmUVmNkU7NM3aGp+phnU/S5ac6HMHE7dRovfCqfKtJ971SGYwWjpfYKVx74Y
kzJnJnxSefAFrtexKHK5//1JGGs9faEFlUEVQd3PBF3in4A7zLr8LBxTT567/lOYMPnLJKFsaHD4
P3P2GZtsJB5i8+erTCaeQdVQ9vKhpyUKKjUYF4Sj/J4Qx57IwOAr6kLH/LoWnsquDHhvyscSI23g
9pX5Png+CfK1Bf5CTA4Ek64szJ0g0hEPf8HfH5uCDq81JUuKoYSntW+XcNwqhan/qHVGHy6MlkDp
XkKsQ1qKXLOigaMRVlzKiKLIsfbu3NhifBKzrthNLW7XIOV1ukjSu+2N7I3lmnHv8uiw2MLARse8
BVWij+yIGKSqqKkCFEjmx9JE/XkepLGDBNGfzUWS+8MUCw0jbJZ7RkTIJqE4529OTT++GSO7gj3F
4PXNJWPwRa2T23aGuQEecTSaU74odWoBPdz2qVm5u7qR3TsKTtKOqJYmcBxyUYE5puURsZbqH8AE
xPOhGA33qTHBKIDKIaa6G+ixjUr6P0rO45fVzf4Z3XYcZB7Llrhd7hLWRJR9YVrQ3kfTa7NOoJ00
VQ9jLMwUIEEcH1omY6eQTx0lVWLKC3Ad77pm302nnArL2XnoNlDweeFJoFExjiBZ0yvUkriJx0YQ
YtTZsgcq2K6m3j5/YbNvBcKJ+2tL1x67ySg8aBHX3dau+xz8Zk42kGuJir01qnDY4M6xxEn4DNfF
/8Lzo00e3dY/w4smbqbLeh8BKoQfsS9CS5+tsR1v+dBPjyHWkpfB7LmGSzFRxE4ox9OI42eLSIrc
8ray4OGVxpkRfsXyk3v6ZmETeK7wZZ9RXHt3PHPz9TwBYLYqdhabZF6zeEJhlgXB1mZ1RqRrvvTk
YmGP7XtyFlDE2ruB0ure7hd1ouWLDika82jjAHEH2TmzHXVtBnBqyEBT9JB1uDOs9JrlcmxRlDG/
QoZF5bxjHGo88z+jX76Xyze3Zh+4hdyiEHytg3ipHBayue8+8Xi618xFfLB6jDzrmKg0PMXNmSyk
+bH3/BlBlTnUJznG9WsoSu/FiAf/e+0uPLpcYAkcIRZXSZVyzjlLGH/BTUbAxc6b8Gq7zeunWiZF
e5ZOY1z3XlK4qFK1/gqnMruaWbgHQ4Njz+h19cWQvAF2MybXOVx9byXpN/JrsEPj3HGaBXJpxcmS
ttovk+vvPWJSrmc5qh+18v4mH0SBP5e8B+WIbzTtsymwTc9/CAHwHjVRJLdjhqzMxF9yBudFjemZ
3AcFQ7iNqAtW2CPskrvGXcURZDu1UENmTb3q5jcKOTjyqsAkBefKyaNPFEXTFQ+Xe/SzsAPWAKhI
pTBi0GeQSbaYMLMirvqVexcdyLlNgG9ZyaUiMy/AimvchVQDAUIe9ieoFHG3duM9WzG0uubonYrm
1Un9/o2XfpWHVfl14SrgP0tkZFtOeWPXe7k6J11pHZmJfgm2APeg2AGTWkNxGguB1SCe1P1I3gah
q6ZNdrAU9VUYexGqs2oE8kRBmIP3YbQSTo9LOMMuycPpgqkNZbNli62FFP8BLHsDPJvzmpI4lazd
w+WsIse8Z4AzXAmRsz6toq9xxcSaBKWyAyeXhmmazG+S2G6pcJEeBGGI2DOjbQQ22bLnppKeIMnS
RHSCYX3qC4OYMfIrGFPCpzDT6diw1791RjKAF1Uu303biiOiu/HsOLbYe25vUCH5xnUCNPDvtbGD
jlRCvVJ9Pb42LMoCF/WTW68EE0Hk3IZBXfQJy5OXc+LMQsjo3zqhh2yZjOf2lKfWcGHc2R05EBBd
F2EvLyz/k/rAOiabLxXW6o+cpEHwsEIld8NYFvWh00b8lWYr+FukEFfKeJ1Vy5osUhsVBYoZRj0/
S7fEt6TPoBvOQuJi1ifRns6cJcykpsl+8EVafZSWBwdYyZoYwDzynwzkpCwb/Km6Kj0y07aq870T
CUMorZhZOy+6U/YP48I19HyY+kMtJMJ70/fOOXQNCblqsKd96zE73syiNn96P2aRwunMJqPjtGVT
TzrPR42I77NS48AhV/ACtTP32abBYfpoVdXEkMwRDHMr43moGAr0qLMfbOLcKQsLeIfbbErDm6EL
mxsWLtFOtAPBLhmBUrtEhCigoZxKO2gItf2Y42F8R75YPJaDSs8xn8NH31q4/gYq/ZcYaGjG9zOd
7cxuDKAEdD0qEER7ewAR/ZUhEm83jb7VBoglkaC4QyLvdN53kEKqufoIM2cV/JluxBQjSpEXdigG
U8sjh202RH41ktj1RBR8+EEYT86SzNRbYan61qffO5ZN/qhzx7qUMcRJsA7hK4ZPKO61bLgxLKaA
JB1H4U2iFsIQQoSRxzY32QZlhHrfTtDSoBuhxITAN0WPVRxmT+HcDd8Th2+Bqm1KzQ3AFEw+sHZl
xTGQlW+cFvzbFq4MyJYF/KYqwkrEFqEqBjrObPqaQXkcU9UzIZgQuJ3cJT/zkazjHSpNnDixK6Z2
2/S1+U0l3R5XsdS+pkynPXJEgvQ7QgGI7MSkOLFCQXppG18PgzJQIk3x2fKJAU30cDJ7xyUHrJ7K
Q+w09p4nySLaTCzExSHWvZuYbx3qtovuLLygSRBasKPwb/RI88DIUFdL8qFi+JpbwxuB/kE52bsM
rr96o4uuljT0fuIqzupgnrVzq8ycC3JoE+uG1qqdthOJgEQ19W5SEqVoqTnI7DK5TKP0D3Y+5zuT
hHRyDJi4zrV/Sbj6xW6wu/Ihak0AdTVK+QJfl7MlTX7cZXFlPFQ2GVBmN5kBpu3kwuRo3sA82XZF
9MQhdd8ZmLsNEq6chKmDmxlyO6ezt4XDE30j4X+G0YFpITOvzbJja49x6hpROZlxSSgORW5n+74L
0fs3zsOo45NRNzsfPfp54Nj2uV3Q5t0v5rwvDALM2+TXOFnXbLJuaY5b8tzDnZqsHaFfJyQq2TZ0
7de4ag6LaT5psNsbKEn71B/f61Bd2pogJ2Q71YGMMVRS8TxfC93am9pm+pDqaRUrbVqRLSAU2U+k
ZTUv2xZnQBv57t6olL5xWJzuyPSyT7ndJa+tVzQfVi3EfvQwuGo3DE/o15AyhbK1j/C4iLUk58L8
2xdzfcNTy1GELPtliKPlWVQTUwfk7EQZxaq/b+VQPnpRZ+2a0kSixOYTYezytAzWRRWapWc50Gth
KNwt+WhfUPe9LYlXEMZlTIds6gmrr5dU7G3gWNeTXihOEacjL4cI3rZ0nDEbJVp3ENDdGjTM3m04
J8MYbv3CnLtD3JbNg1FZ/TdD2upGxjhWMJ+1h8oWHuqFGfpx4cmLwnV3XctI37iGNfQ4vwb12A7A
qrJYLZSTk/ql8ngg2lVY5FET5eRW5EyVUKgOs10ne99e3C+DrXuQQSd801Iwxs/N9NzGNsW0Nn2K
3Mx9lXYsdjPD/FNexu7engUyvqLpinvtpNaNXRv9zhJ1vStG3zvOyEGeDVCD+96Q3q9iIqmlaGb/
dhJ4TXhK4ieAMOWPOUmUoTob9XVeW+auI//77EBQu8KCCWgTdd10yOMUfwvH1m7G/rDR6CzIGE0r
mo64s7dtambvEvjjntDr6K40iB2n78h3VhJld0M1hr8mwEJ3zDXlrhqFf5+2nbwjcqpBlCbrYx4a
7m7B+FSgUs7OYWK/VyTEHkqjd3bFNMY/adR6ZA9684N0NA9SXhsMUZNBfjYINYJJ1uGpAgvHkMRs
H6MZlh4fAn6gqmu3VjrX114N6D1eVLTtOc+ujNhgv4vDZt56dJno1XD9Vabf3ubCYLHWLqMALg04
ExJ0ulQ4P6w6SFHqIAiMS4sp3LzsseVnVyprSLSnbPqCMzqwJE1WLlSxfKV+Tlki7PradwfzmE6N
cUlQ0O6Ey9KJldh4mZdoPDFL1sHvEhUZ4HLsAPZ9oEyrOMZa/MTrZLmv5wk1Xdo++WbZ7CsvOvxf
9s4kOXIk27JbSck5XNBDIVK/BgDMYA371skJhJ2j73vsphZQq/gbqwN6RCadP9JZOU+RnGREkCDM
AFV97917LnV4coxG8hRpRWn+nIU9zy7pAxwyB8jVUs8nUnrC6ixX1W3zgKqYDmJR4oRuJut2bha4
aXkUIhLUSd3MScCjv5fK24HtjpigCfdoF2rh/TQn4tqUALQ6pAWWW0Q+yTkh5/EZpsgRHII9qvsi
GMvmpwn5P+Oiv6+cg9/NirZvr2/NU/Y3L247lvLuo+Dt58/+MS/SQfaA3REWLhRKF9Aq/5gX6eKb
KlbkjiqrDKOJ6vjnvEgxvhmYrckR0Wm9rnOmfyreFDR0kAJADjPQWgNO9H8H2QM55ldXty4ju0M4
pzOwUlXT+kyV0NcHrc0x6KE5Q3uVKuaovkyDmkRHZpZj/VrRTrGIJ7R8muwngTD8pSSsQmuPsIOJ
pqNV51gzsO/sobHGrazLezkUx7yetmTdXS1JR58xhgqJUyatX5qpJMFBSG6WVm+tSA55EHmDlF+O
JLLipS5cQ2k8xOTbTmsaLyCiqyIvW2ZvZNLvE3dwh9HbHwdxkWbLSReSTNBri4cz7aKvjMsIbcwq
yxrG3McixGCqkVBVNz7K2m2emZgFYvnNSIPrkJN5IaiCi172O9V+GGvFnxPlwA74pvX6NdPes85I
NnWEd8CKd3o674hkO2U4sSfpa5vQtLVW73drWn6hVQ8ABnInNoIDn8wBW+J2fhur0868oQ+yobPr
Vv1dxgsPxoYCYmnIaAdr39VuinaP5LtdnvDPbP2sYQ1AbJtujbm/LeToGFDTeT1Z6DqtaWmk/h0Q
uT1qmNFM/YAg3dMFynmJGCXC/Gg9E2Hfbwsw5eH4Y55vl4Tlp5NcqSW5leIdETGV3nywdAboXbTH
EYJTwvLK5UnAVsWq4fRDuddr4zJMvrfF7GkEeuDYQcGTOLpyKKDOyeEVkzK3Ge/DeNrGRuk3fJ3W
GWJrzqIWig9mK6RFTMOpZWeuCVymQeTPvXIAIAl7lY9pVDTk1UEWLeqHZjygWd7k7Xk/v4aGSkvr
qo/uQATM6Q+iV1nbmq2lPUYcgdLkIGVXauTWnc35pfVT5O4mJcIkJRvShCwYRraLVuhatfINZRZA
6tAP0oyhlnVCltvpENLESILJtYxoC7zpnGnXDlHi3rLM+zSqLsLFuJrjcRePBGzFiRfbfINdcBcA
ns264gzo6GkQdr6iGf4kE2g5VMZWacWeN2qfxcM2xoYkssYH7HtmkooHbGNbpYEfc9YMygQTYE6P
S8g49KJTFN7cVcpDSmj4aKM8MtTbSiXLjEg+dzERf4QaFM6xZpCWbeZZe41Fso2MUIV11wBym05y
NihSSH3EE3QFArKr180no8edadqBQs3XzcBtSd8DKh6gUlF3eOu/1zFZKbq9m/qFU0noKkNwjBBt
+9BoLLQNkUcg4B1Ky+/h2N9r8Lu8LsNUzGJw1US5IJodNL6oj7Nc+UYS8CLG93OtWvvJ7vdKb7zU
EcTpjmDv2cyf1HpEeNlgoqBfRtypYDPFjnYtuvmlNCRXZPE16w8dTWm8W/I6oxCg+7KmJ/Wc0OpQ
D6x7G6/CshmpBNn5Ra12jxInh4GQynEn0DH6qJuIc+hamrBjtRWNne2LSh3cPDZfqgCVLjan5Cyv
xWuxpDfTqGYuOHN8SmSGeHoPj1mq422aYZhWpSR/puSNt8HYDVfki97kJTfUp+SU0YBzwKKjgYzu
WIQIQVQ3Y6HtQjMFgfZdMy7Lu5QjbYZ1sRM4BUwSFdQYHdrMKmCgoiu7ciulHetpu2m5wUbPLtSR
Q2luDl5hKz+IiUj2Warth3jZVFZAx49UIj6GXTgNe4JaTkfV2MRSSPBZJ+NolTb6Yl83knKU5hGn
eqIfDearjQIAOYgnWj9R+2Cp5Wlq4i2AspowSJ3RH5bF8oNgBjC9yRpDWpueZlhbGOivRVvCr7b3
6Bj2/VBcmHFIty8rrkc53pmjthd5Qzsj8Elnvc86m3AP/HhEAKNc2oEudjszPWut/jTEjQTVc1JZ
G+AI9bo/QJpZ5oWjkiJegKKfKGHOuFU8gx28DOP0NMyGyymx97TJYa0uD4ZCJoqdaebGDKNzOtrY
6CvN3uSA6x2DikzZ2KlsnxaNsWhek0nXlpWfGkule+/b/n+OQH9XZM4DvzsDbdrqv/9vE5O6cP1E
4ffxCPTHz/5xBlLFN6T5K4cHopxsIEr85xlIWdPaTIwvIAuhO3A2+ZNaqFjfhK3Y/BQHHTSra8bb
n5IZVfmGP4DjkYn6hQOSZf07RyBV5Vf9AraRmeQLFDM6hyBkqOt9f8RbkZGWD4GNToSmvFhtibP5
FEuAoHx5ScZmG9s5csk6pkXiMm1YTlIFkLEzLmmOjiMpSXfTzbBPfHj2gDG5VogEnWD7GyB70Tlo
NdxK8jzo5wlZP9ZWhXf8VtVpHu4NSjSSpm1AvfwBc4caN2POkesrcVjPANx+F5Q1T2sWO31s9Erj
Jtajcj8HchxtZkvSL+nlDqGLUCR8xr9L6E1RtWQuas1Ao1WVl/a+w7Y7Ha2lHm9bmTQ02KAIXyHf
MAfa9lg1nyQrwhDEebM0nTyjB8AYfpJAAJYonXcszkPC/DLEjjb3Ul44y9gkGKBJMI3SUwT4TejX
KSfda3VZ9JAZTZopyQ2wENTNUddYZ4W9pPTQaR13jxQzxhuvcpKvsGxpoaWKokPJXVUqC5LKpAmT
YSLLc+OJMY0e1DTSr/OR38iwRVrjFmaNtIJOmQiIzlPjeinglbuKUtLx7xMwaWAVjJCjWKdh7M2k
pCPWS9X8VK/L6zV64Tvqepl555zZD4QaZc/LbJEj4GBCyDfG3CA87Qs+VJ1Jru6tXyBoZByRGF0T
TL4wSnr9QmdQdtV1wfI2DymiaTNVn5ooyBYHWmGE9QigPwlTExhsp6ttSCKRaQ2P8KFCzUMj1UZg
hlvR3cSVEe45fJbUbVamvlLjEhswMiQj2LdT6RXXnUlcl42/gpZbWInuLBsMkqKUetQ58UTt8BCp
4ONRzsM6phtexJexguGcboBUo3WWOumuo1aFcgyBGODJGIozqwHz6NTsCijJC6s4qtlg4cyvA7I0
i7obrxJsX8lOzjXlMXiHBOsVJGHSdDMIONTAK4U9qMqFY5GK7SIK4pFdAnvApZYk+ALwQTIh48iY
QJOglkKABpEW76iR2skWoKwsb6E/ZaBvUnJPEKQTohXoqz4qDAu8+6GlJLU7WzhAAQCtpIfaBFTk
THUv2062YDLB/5gy/uiVRpT0I2PjAba8nPhQoRl/c3bPpsItB5Kh96VJt99BoE7qz7SMIx2Tchx+
jH1fQvdfGoWpjMVvoaQzwAHZirVJDLT/QIGG7AlRGgoDbGU8X+AZu4vSwmPqVH2kEoEgpjUwNVyA
1mTgk11rBC/h8EmKM4QYdBTCTCdYIcTH9BrOfbnSBgrl2qq19Fq0IJQ7VNLPXQsz6gQhr3WHREAl
dTw1RtIeyq597uuqeUoCE8ZXOAjz3sb52G/w3RQ8a7R+VBA3IFo8wyzi57qVswSsY4jQmvQry/Zs
XgOIBEuQ3Cpo/A6LYETpfNgCLn6qDP9W9PkFrr2u/a+/fyomWYsNk7mvxqItDNSM1K0fV1Itq1Kw
YDoitAj/q6Knb4mldCCOs+Fn8+H/n7q6XslE3kEOhy1k7ZNTK1rmSEYaj81yrvs9LWaai1Zd/Nzf
/+VVVkPar1sDl9HMtRJXKMMBsP56Q3YAbWMxUNUx5RXtBnkuHqRMyzd1IGFbRglkvK4q+m1Hat++
6aPYHUOrCrClWuIuITFo8/tP+H+Q38Ta7VYJMIX+pZEz+usfxEwVCzFiJLznzNummX60C+eMRIqo
1c/pSNf7vJ27f/+qbN70TmUEWTofyK9XFVZCjzoroaAY3/tgF8OMqTgvG0VKpS6++Go/P0Tsj79c
7NNDhCoepP3ExZSCAnIgKMspm/4wpLQIf/9hrsS6D1JZ4/OVkOx+fFyzaewHOeVK3TZ2enfclL52
qnrRF5+esv7Fv7vOescfoIAMILNZibkOW6yHVuHQOnf4Yc8pBG7RV+x/f1fKXzwjv3yAKxfxw+Xy
tgBolLxfDjOziwrMxT/gAi73nvyH1rsld/urF+Wrj/LT+9gJRpochVpn8GDnOsgiNveL83J7FjkX
rfc0OrR3neSLJ0X55Nf8H1/gJ60z/visyijFuGrkwnNwialzCpfx21f399VXuN7/h89U05AbE6LD
Yuo+01n2iRXZtNvoLN4DCfG/ejD/6htUeL8hoWoKrb5P95WgTUmgO7dOM8Cowg2U56tM5A2znYcZ
+4vn5fMi9+k1+MzJZnCn6EBPWue03jyn7s2b4T/dXWtfvGzKulb+5i34vJaCXu7Ner1M5T3eFR5R
C87r4eLp9zejfvFIrHXDxy8Kl01EwhZXUX3LaXkQpY1yVnNNxStdY1M4jXNsnEPvJM58//trf/U4
ft7+7IZuAZEUwFN20K5cwgacF+vUOvy7pNzPX9indWsiMCElpgn1ymXgI4ov7hKnOARfLVtfPRef
li17ikhPW29ndJ95xZyXwjn8cK/vvvjU1l/zu+fi03JFTmeateurlTvaFreYd5O7i/MWOCBnnHJL
UOVXN/ZXr9eH7Yz68ZdnJOym2KT+aB2NhcNwdN7lYcce7yJbc4EJbkJPuAgTvrrueie/u9NPrzUd
ESGJer3utXpo78qz+qA9BxcoIxrgf0/zTXGIz7UL4+aLT/iLxdn6tHghD1YNEo5/LpPZeXkaeDR1
HMO9Rbzi/SCRkrdCdn58tYyt9/Ob+/0My9ZRDpJVx3WXLXWLi/HKLdwvl+a/ekwVjSmGKhu0ZtVP
d0e+zpwZI1dBA7Ux77ItWJXt7KXbdq/ugq+2nL/6LD9cTft0AGtTkRfyejrB6LVR2HY0z+b0QA7s
MXdhl1y2F4U7+CDPTuz9+/f4n27T3/nmVh/Tv3Znnf4z3vNvr7Sc+uxjw+mPH//TpCV/w1Aly7Km
GYD44Kn8o+FkiG+KaZt0loi/Mk3iMn7pOCm4s2BJKIpMX3ttA/2j46R/Q/RoWOsz9sdA7n//r1+q
iPbT//9YJTFV+/XFQJhoqvyPZ9Xm8Icp7NcFKNDUOAw0rKNNliATZQCl3bYW2h+Y1IzISbhr+jeG
b/P3pJdlF08zpC67r5V9pZLViFtEuda1efJwHM47VCL0efXqXrGy/oVZfMporO/Oul4NcOuHw76d
aPNTDUbDZQTCWXUStNZwFuCnztROoRsHg7LG8Q34gIfxegIid8+EOdpWXTIdRLqGu7UBrSVCCS4s
WmGyr8VldgsCtR0dRvjtdkQyS+S8hYfCtfvWuleLrgFPYy3dCRCe9EGhbFSgJCULFoG6fBVMr45S
XVkPsdRZnirUq5IQAXzNS4GOXLH023aIbYypU3EgvlpzYVBB3RpHRToCOkJHH7dRXDIjDE0XJMD0
DJ5T+CDWpaOZzvo5pqPkFFom8ghgL/0eI+2qsO9qyfze1j1UywHnxru4fiwmVG56DUpJl+RVrJ9O
N3k7qLfkgNoOqW8QQuVgirC+JyOfmBgX8JtEUmtg05Dv6V2E9UXO+ugSqST6TJhYMAJSqa3gb+TT
DcOM8LUkpxyLaTYj+hdCra/fnRCjPiG2Jwkv2iZNXMfM7PXliHgAtWHYGQrdIYAHDNMsGZsEzvDC
KyM+D9z0nKMUNb3ONdonGwEz+DXQJFpN84C8iR5uCIMpnYOqY5iijwc09JpHM0R7CCGJnguYv6VL
KKN10Qa5IIwMdLXTWFnr6XKP9IovEhyjDMptnovqfjYUnh11HvEFTsF40UE0GjZZMsSHWTcqYpJI
hsRqq5SXcEzNl3Eg+Aj/BMMKaVLcrs1fYik7H8twXpUdpbILOxgq8JQAByvA6s8RNUcwrK3OL0Fq
3KKsTUF8himEIvozlmtIAdjRsOuDfVAF2hmgFOLg4sq6JLkj2qPqfsOLvGZ2j8n9JHpmgTFuZ5mM
7Yeq1s3bYCThbh271LdtGi1rIZ/dg/DVor1APvpaBvUIE0tXihNTraVHe5ptaSdD2gTR0OFQGOVi
yTdlqIvTsuBBlRHdEKoe6cnTGPWZOC+NkW9zwJPv0cJD5FsAU4hiJobcZ5bAi7F0PYI8huNCRTgA
zRPi9TmeDZh4mVlV2SbJNREe8HjQwepaVFJbKxUJB0l9wEFjxsnkQVpqp6Nc5WBtQ7kT1n40DaZD
xdJsTSFhbZjsyVfsqJtOA7MrpuuRZK7e4ZGIXFuKxos6Hzr+xMRQIWfkRb/KP1XEZOzazqAnIdot
qLJ2X5n6U7NMGQn2FHhF49aKPl1WqGFew1JvCL/LFtszWFRviSUUfkKr1l8IoFNwQBGQ3dFM7JDd
IUfKo2troofhjBaB7fy+UKg3cj/MlxmQxY1hBj+Mkcg9AuYhpR4rAJVMAbMY3ZItRI7ebNC1RxIY
15dhChC7QaDGKNaWvJfgMozwaiwE7zhOgHZczWDaQzkKVoq0sOCXIYtdoWtqEpteMIm0deIhbhmW
Dykmo8kgo9FozERsFxrehHXBx063MT9U7ic5aknPm4u8Ozfj8lLuFuFadfRdyuxDqdXzFSzSYQul
+bEIg/oJ97h9CMsBCLRGolaPFFvGevies2XXqNCiNVUcZSp/rCj0q0a1t5Y5Q8Su4h/1GtslS3P6
QkuG45NJqJdNElfxvUc/zsj9Pfcrtep5werZYntrLEs5geadaJuWxSL2MQSmYH8zsWaJRX2/YNaS
wWt4QWLibmzMmOwxm1Z3uQvIZFJJKrdOY5NGLkTAZbJwF82WcNvZflTfA83QVg7FC/+eoLMg1fU7
hEw8usZkIafOtgqdVc5oazwai/bokBtEbFr0HqEWZnOdbkoWqRMj5IkxQZXLcAIsprDhoFTVFvL9
1q5XsnNsrFlt9lD2j+OyJriBWyBjJX1PdsvIeJO1fhetoW9dYU/uQA7cDA3VNJGb9PC3/fY9La5/
T45bkqemXO6k90A582e4HEDgc+s9ci5c0+cY+aq3UN9QbBf8BaZfT2tU3TCusXVqJWE97VaQfVqa
J+N7wJ02qMhF32PvgK0j8ghH3iitPbcXCIfuvIbkiTohLy+Q6jD04V607pIlaEMQpNT9ymG3lfPs
vaEeNYykzsV7Gl8cE8yX5fqkbHu0q9hIzc4+mr2uXoT6nB3792Q/yDq5tpkhMeDcrDC7MBwPAS9G
0XxVruGATZlLPvLb6BbMTrkchr5vTV/EVnaCvah+g4pL1iDOFPO5TcGn7wMkYvJpuSYTZhqs8Yta
tCI+K5H1Lm4MuJcgw/dQQ7wewxW5DpO2D82GbnKc1EXMsr7GIWZrMqL0MyQxA3npTCl6WCejVw2+
JgM3A9syvEIOKZZLXE0dEc/GAGmZhDsG2dhon5uCjIfSaYAryR4q2BCTRhzU7UlVGbiNCTbd6MAC
XctmzrvgJTLw7i7k4KXwm1qYqTlfw4usmcVwFEnH4lkVFiqPVkhwfRFOu7naMPhCyDOQLTtZetDe
sblYK0vDVKYzJVZIrqwVVl4vJMd4dKrRYlLNk0gidxOtAP9eg3ZLGvvgR3NLhKXW0HB3+ojuujdq
TTxegH2MU6cz5+o4NGQmsK3OwsLsWld4QiTGdc405Pa2LIm9JvGiT9kzp8qUiGbsGvukwtsL2D6P
7MZD6jER9Ruj5GBkMjPfL1M2Jhw9gFMH6OBlYsaX9sCNbaCzxAtHlVVNI9dp+FAPSU029qChaJj4
rWAjc3tOMX5AlEykrq7PcESlnU9ohlyeTEOkJrdwzuE42d0Y76SUTQ5UkhI4IRGqmdeJKEuw/gcc
m8pJTm5kc0DcwSSuR8PNkYJ0rjxCD1IDtELvqlUbs8BRx0At2I9KON/ngLpIp59mziWqqaHJHZG4
Wv6oQQd0FHnNnYyI4ya1s+90C8wzknu5mDNIY2qY+Ea5pg/Z7Fl0V7DGmHtOFrGHDhwhTar4UZUF
5iEdBuIIrNZITXzOAbJ5NDsr5qnKKnkDpRXIFF/KpqwHCImiW46MdlY3yU7u4bGWvbxrJlY7xSzn
8IQFan7Eb2YXfoOw9NDGOvsHT3TvG6J+EUayr8BeToToBCXKbILmtgFJu3KXX6tEWyLN3PYJSqpO
vQOS9NqM0UoF90C4nsizOCQx3pWmtQo63uBFk+ERc9i+zomJmLIns2zvRWHez3p7rRlaAH6zhOtk
LJ6UQaJpCap1ISASwkrkxKA5xVA+cu66IrHypFGkrehfEDE+RrP10irzoekQcBgwkOWdNGnlCbri
pt7PZQUha1g8cr/r6KIbYZIfx5oJ0w1xDGjZKrqqZXs1wXo0vG7IvoNn56kgkc3DwQMNqY57Z7Fg
NnmoxGIDq18XGeZltAQxtofeZCA9KoiziVKZi5uGTI7LWuIB8wo+42iPgoafyccOmYpEAZDc4gF+
Jpx9vsZk3f0Y+sC2DgYGw9AFD2ysC159b872+FLpLfLFaGJW73AeAj0Jd16KsEKmjO5G0E3yDv9J
wbx3aeLC6zptuteZR1sbCFTArwilQEjIPSP3gaqlHmayQhKEVJU+epPSRIyPR5iqvsVA3VSSQ7sY
wOoRW2nRSZ7mPRS+gTP0dmb/oAmRxeETtspA8C1p1Fl1HebhqRQpsJBrc45mhnY2OgA9kOXXBBIM
L0igKNFth8dq3xcVikUlV8DO1piNU/8/XYSf8ZoMxgTNxX/dRfDL+L//T/uxc/DHj/wp1zW+IQxU
qPPtn5KUD50D7Zu6AiZRqhBgB4qSkv0fWhX1G6FKDK0+oF/+7Bwo9jeypzSsDjQdFHTF/xahkuTq
T50DwsrkNSxR0YHAaj9Dmj7MIRQ9ErNIqXcjC0W9k05E6mCnp0JGaTMGZ1PRT7ZPWAn6THON4tkE
pP38iM2Bt6O1lOhVDtIGlZ6R9OFxstGHeejgoCmlJmReDi4KrHvicJb8Ms4QUFxyShqWHYE6g30I
iPpWJrN2jVgO/L5KapCH0lxt1J6IFw5q1MUBQHTDxsGKJPI16ak8s6yvbudWzAd9SVqccrr8kuDy
wleYFxuBPWAHZxz2tWIggVQns2Nd7ToobHJ5bev64E1GyH7XkRTk2IDwsYxq0viMLAN32ChQlW4G
FnVUdFNFZQCuq+LEb/KpuFmsShvTTCIMCYVtfTdxkdkvgRkAjdTHamw2ZiPF7XZgzLxmIJcschKQ
vuaUMmZtNpgL6kuO0iocYGa+cbbVjJ4oB4Jlppuy5VC7RVo96IdUqaNLfVbQQViZ0ef3AFsEWSNr
GomM6YgTC5sMgZZtjgJHWvgrN7qk8m/BVAEFQy883STmmDzRuoB2kDQV5xt9Gbgj0k1wzBOZQrWF
OoLwj7w2zAtirflPJFDixfVgaKMPbk1yInkoL2Hmb5XMwLYVs3XkPfOqDunnAL3sNDImFqWJUv2p
TrrbpoWiRV3RrN6EWjjQjyW3BEbpFRlFuzWSAYGvtXegB7xAw+OpU+f2JM6SH9ES7XO9u5wtHkrM
Y5IDdc3p5O6sqvmrXol90koq0erWTppXK+dMdsQiyLFS43wbuKTS2L5t4mg4QVhdozJOyqDYVHmQ
Knjz0+wqKkdsKToazptBjrjbCtrhoU7tF4lPNtxCM1UDtK+FfU3LK3zGnRdyItXqhAMHCLMy5aQy
g5GBzQPX8zUqZhK0igQ5J+eB0Fzg9sf1tjeiY9NZJxmFgSsqvdjnfXbTZljpOkyubmX+aNrkKgPa
eRwV8YO0MS+IDZ2ksYwJTIeBaA7dYJa9sZdv2KCPrRw8TUJsMsnw8Yeiza5LD0gn7rY1J7aPbUrY
qA7doY1OBIw7SU+pNZUiLHzwTaqxhTNhH2vqrVMBJjT3LEWcTf1w1EztDoPoeSaNpzziVsIsfhTD
Vtez+NDVHeJeqbCTCzNbvtuJ9pS3ZG27Ab2wKyk07ycTd7avh1p9YxVC+5EhpiTtHcUGD41mbtVZ
e8gjoNGA2KvhgOi+fA2TfEj3U1fHeDRVucWvNhFjLfAnD9diQFflAEBDDDOLfPGqvJb2ACJMtOoj
KTH7KVfizaS2g42euwOldgRhEz2jnzHkLTlEOk4+1LFtmPpabTfLPiytGYBFolSWmwug89RfgRwd
RvTrtBOlSEeoS+U/J2ezPqa6D+Nbt49BjWlqn2MgAOdXoStG4oYzGGPRWHXbMcCA5WIRCrHNNnnK
GSxk4DSSUXXorMY80+pW0J2BSl6Qcy+PayjJ2uFBs5NWT+MUqA+Y9qebuRbDhEW2iVK+uRqm61jB
lmsz3n4OytJ4Q0HEP9VTA5yGbM+sI+HItkPfqmU1KeOAjkRoUOPhFRJgLstwoslHWaNTHSfx0Cab
aLbj2jcCqPSeruPcJF0Ccq7IshTrUJKw2mFiLOtzDRv7avxfESM/IblyYgarmBGkwf0YVvQiNXxc
qq/Bden8trHhLdoupXq+laUwXCVN2Mtm2e2kwvRBG4cbk/rwYYiyc0XO74Mou6hGjophYzhNOp5H
agcsbzE4aaFCdHNzejEJ6rys+0WCpKfXHqwuonlk5U3o8+AvUmlQxATLdjLT5FGGLbCKksJtztnc
yRr1ogrGmykijSAGXeDYBAnu065cLkoUQL4Uq4RQ0aD3YB/iOW96XyQ5Fr+SHmijW5XHqm+cg1dB
gtZ0gGcDQ7gVB8Yz0FIC92BWnPLsBn4WR3AfUz3BCbJMJ0psFF4Y2JdKRDDEpJMPFvNH7OmFfi+q
tZWCq/UQ52Lc4C/vfTjx48kyzpMvtFz1e2N+Ssb6ri7ITINmftYqBN7UswxjIRzl6xRVF9TfCBJb
dVuUmXywo3LZgZ7WjgY/6PZBGG9NYzIdU+7Y4KxwciMe8dVE8EPpxVHWKPlq/hQCIDTtcQnBHrPK
MdSmjPTMKspv7S6XnCng1gOzQZGtNgWOwF6+rCop2YplmTcL3oUlkl5CNgX031THvE7jWaSrj3De
0KBjfjg2HGBRK2rGWTtM4zHO5R6LcEAfMTYT1zKJGUOwkACkpk1xncl5ctEPuvrSx0VyF1oDDSvQ
D12zgeSpX1l6YeyiXJ0wg/A+KFVojpuB5/qB1M80IoBIbrZK3qOFX8Sg7WCKoHSNQSA6Mm24gld5
6eiCdOSOBHCnHgiG7o7Ze2LJCI0OpzL8n2s4+cWdBtr5ezM0shtUTf4gU/gkdAcnAeZX0i7ZOuoJ
V2BXv/EMZeMBZHS3hyrT32lFMr4OXT1beAvWgBWSiWweWSW8jJRFuUD6VfRQgcsAPTnJLPNSyi2N
6OUNR7Z8IRYzOxg0iX3qWenU5IwlKOer6jpFRpVu9EjBdVGECkRfGY3ixsL/bjgtixWG4ZwOlTjM
uUosntZMr+aspheROQX9rVQ3mPAZ0mShtAHeZHrx0ozWZu7UNYMKMLG6MlfXZJIkiq+DJebpjXt6
/Ozs+1oDzewaQS5fTXSJn2ejz7Zsd6rXM2iCTzH2+W1X6IrltdrcXdNnyJ+6waw0iONNWO/qHsdF
3MCuocEplAcaqzkrWJhZ+9km29EK8uasK2XIGstUpZeT1tTPtMGJOkrKuUv4O4e529JDli+HOC2x
4RpyzqRpMuA5x6OKtnVRGweelPycWkOcwVTDrd/DaI4azh6STWBTOaismG1KtgAMgjB8BcTFkQlg
bEdmUVYCzM6gHR8aiawyNxxYl2PBkTieYVSTnq2S9ZdpAJNyK48vM3V5Mdro+8II2R30/pAN2Y6Y
Bz4zsEnTvlZ7RmPtGsNWVJVH8Xk05eVCizhQyaLmjx+fW7kwO6fm7MuLNSceR5wNO9hZbxCJ4Oga
4X4EbnFs83GcQDMbaONvdYoNXpr3TnIpa5AjhATqTJQth5kS0zbHANNqQA5QqWYHZAlwOhr6W8jw
mPCExcX7pErMOMLGdmJ6U0dA0jgmOCSIaE7HSR4seG3UvNtV1Uk0o0ZiJYZdb/fD4toQqydXUnUQ
f8LImWKlSmWfRJj5krsmJVv1sliIx7lORBLPW7Ok6TRpWHEcjaE60gBiO1CS5r0dWIUfwPegtaXP
t6lRMXHXkLu8ktZOYSuSTVHTls3L3rrvw9yi82TR5buQhLbWBZpWpTtbLXMyeTD13A/D2FfbOm+l
1zSY+DBorUMxEkEkl9s6kvLJqwt7fOXVOoIar48svoz07MW8yPAoihcdiGp0hPra3+sEzPntUHZP
wqjNmjJeo1GC9zE4j9hsHlRml2dAdTFGa2Vw1gfwXHmbq1I6VHqfRht6R/ieFgRZwRoIK/rTWIEK
QCtqzhFMCNGofjJrNOspJRLjTia0Bu+xPWT2yRgP0+J3EflWGwxN9a4sLIPFqsQE70m2WiGjbmDh
V0TD4QUzI4TmOp59aZt3qnYrQTjzIf7ETsJxXjpLAEVvMKCTdDWpjBOAAM39sEsn/PNW2ZnNM+TH
km5NFbVeguF6dPESaPVGlaa24Xi2lOeFLVkQHHKtBWucyvPe7pg2MQAmQA05Nm02l2Ayne1WhVe8
iRZttL3A0KrhjJxG8q77dmYnCwvCxtZ0kRyE7uJmlLds+RzLFT8j5Xdxy0pUOzHlADusrJFJnpLS
FWUeEBxAgLXoUiwCQa3RfSzxrhOvHeU7JeqvEvKoM2emzANOAfcwOkHzJPa84UX8oxzi0DgNW6nk
uQ3MkrYo0ms04qZZW9uMsLArHafAVWupw+o0nJ6WBKgfz9plEoMg3MQBVeaog0cZwD4kkMNW7AKn
6qMS9DZ9Z03qjgq3nlD7KvVZLA3NgzFGOOplGojnXcXH1LHYuybpAFeV1aKwtosdobB03ZTpQdTF
Y9SHA1arQXqgwtbe+miq4/OS9ym65G2fvdFidkW9mxMQFR7bETcUdClelCS8WOryITbqG2Bx2v9j
70yW48a1vP8uvecNTiDIbQ5KSR4kebY3DNtlcx7AmXybL75H6RfrH+S6HUoqOzNUve3o27UoRxkJ
EDg4OOc/HMpa3vomIvY858g4YyPdpTYqf/j+ILcwjVcA2On/dQpVD6SEEY+G8Jf370rwRLvFRm6B
wqvY9gr507pCsn3UYkGBgTNKzTPKaIKehA/Xt4c5KF75RXhrK8rFW7+byB4jLwY42ZT4PLi/YE0E
/h0bdJgPbRpEGOA5Js97gXmAuVHUZTe5TalqW0dL1T9wL1hb0WPbcRNmvTRu3HSSyUaanRIf4sgq
P6AFvSg8WiWufspWbXWTPkbC+bG/5j722rgW6LtlDv30WQq6cQlF74cU4jJaFpZu2KWPzbtKNaTN
o+kh1hfE+m0+RzRa+de00HAPit41f/qAYekf5GN3UHlt5hEnLQwnkb6l5a6biCa3CTVOOl6Iazw2
Gt3HpmPSactdI7kOcPjkNMbZJz4WHcrhsVvpPXYuE93EtKAjZwilFdZnFaMKhSIDHrm0PZPUXXZd
7IK7TdAvyUMr/Vg89kfRXCcgsguI21j63Ko/vVRiRIEMwGOTFUk8iEPJ4sfvJ4ugFPEUm5Dr0W1a
Gq/uTxg4BlrTj91c87Gza/AKvxlHr7nJ0iQ5GItuBBdpIZ3/wx4lf6qGsJLOM93efG++l/F//v8j
jtvf/9W/C4cW7jUYvpuOcPnHY3Xwb11oeP6ap++ajmkJIC4akPrfhUOo/LaN9LMLs9G3HZtq338X
Ds1/2Z7pIf3gs5ssxwxeQnJbIfEcio8uWpcebne2g73OCvFopx2/HJ4ppt5aBtHHEuOLWuYCJngd
uvcqG3BPyXx0FbF4zDHjfVJmvf8D+XuKeFpjf/X4Ag5gID3LhTFqrsZ3bCr9Y2dWm9lr7yluZojS
4RY5ICKHBVQbi/cZ1pMjD5kRmrcdhqFEXKVVH+mPlvXm/K85sRhkeZYPszqw4Putfoyd80yBC4ee
kyIxyYe++zF6s7ED1wenaA6zN63/iR5ZfHt+3FXt9s8i+CggehggsSk0KuxJ7dbE1ErwjEQ7dgah
vO2AgC2HYLCS9sJyrxC1jwMh6sCuQvecTbcaqCjLNOyRYsPlow8/ggRyeDtYQfgK37Re/uknHKHb
nn7bU4Npiqau1UEP8fWsn8yqQ1YiNjqcsBfXM2/R3MXXvURzavCq8cP5BVzhZ/W8OBIMI0iJHelS
nn861JTKbkkFHGAjdekLddb80e/kcMjKPL8Wpl//dX68E1PzqNi7Ep0NgBb+aqPkrsHtMBO3vUr6
OwN3NdSJoh6/P999+SfzXVuiCMLU2JYrWGniac+8LoU5MbvIcLhTTwddLKVzQ57SXuI16R/+BJir
FxK2KxOzeGgDd9SQ2iffDFsFD0EamqwWPpXbsNLsfENhAYxUemv/1eHFYB4UbKA/DgP/4145NS7K
JgzpUAqhY3I8Lo7QyKs7utE5lpgiT4j9vLVnk2ZemcQfx8qtkHKOjbsXf0a4xZD2JBk/u2aFthzk
ADGO0v6GbQp2peSUA6yCoifJmM4PdWKH0mdxBahOAn7w2L55srDk0b1EeYTCY7uQMPe4vs7e4F/3
6KrvxjIyXp8f78QO5eII0EBCIxNFmNXhUyOqs5OPFFDVut6NbfDIx78c1RU/yS/sUP1XrfcMzyaA
tdgYQIBcHT7QC3YXzahawSDO37rYVeNWhHLG+QmdHEVQ+AUD4yHTsdohJp0b2MFEE5XmIDFCtDBi
wGpvzo9yctk8U2qnN65gbxUgW3pFDfAMRsnBL21hU+XztZvCld3xJjHVhRB5alfAMXfh1Fvcs2tO
imkuXkOdTG/A7v3QLQ9FhSmAh7LORvIOv/ChTo2GVZ4f2LbpktusDnddtqnn1BzuZlbRbZk0zlXL
O//GnKb6FWiZ/sLsTnwyIjLQaXqnjOmuOJKZtOtxMrBEGQcMRTdLbKKzFVVWeInudeKrMYQDWR9d
ADDU+s+fHK6pdi3sqDnHE6KGhfai7Xcyq3xqPjhPvT+/RU6sIovoWranJQgsf7VFwsmayi7yy43H
WwMhcRM5kbJxBfUBw7YQXh7c+OXRkRub2A+F1gKIvhpyqfwCDRgbdVuEMreZwevLDpMNkiDoeYTU
f6bJGnfnp3kiFyI1o6NN9mm6nIfjNfVqAC+Ufmno0JyhLE6Z+RNRFH0NGkuYfHc4Ib4bgWxY+3Qc
xD/5pKDuRaCTcBPJq+PhY5Ty68JAYkW2+a1NdXMPWhsVKte+xEU5cfUEkuDl61yFqrv+8yebB89c
P491fa+blu6wzMK4X3Bm2inRqr1WHEDKKQk/n1/dk4MiqOvr44GwxGrQpghGK/EdaPgjs0qCPPtY
zN7H2CubK9NTzhVSku6FMXUcXsVpWAVk2bZ+cDDs8URpYSFN4zSoD5aKdlRc3gb1lH9GOCv9Sbe6
+CZQWdyBsmxu4BIUF4LP8/3EZ0QfVJJhY3qzDgamW8nJyfF87eVkPfQ2Hfs8bqLvmIn1bxbf0Mbl
qtU+jBduwudRiIF5QQnBXch1v7qeZjvIKnSniUK2UA+oGNlaX6b/dP6DPp+eIylEiUBwA0rImceL
G9NsiU1qnpui472PJkgp7oN+yQDUZi5meQ7yGxIfm2EDOj1VFw7r85jE6BIJFQyIHIdU5nj0QZZ9
kuBIiFFmH3+LgCTFuw4MQgmUaKq+db2ILtApn4dcnInYSNxaLk8JzZd5emo8lSSkrYQHe0J+iP//
ngGKOthYiF29fGXBcqACw7NX54fHIw0GlStoqBUQrhqVC2nU2GqNosI9OgBRZW2SMlzGXT2ZlJFH
ZVi/zo9/YqYk39xfyJxBEFrHe94SSBjn3JolfcMSZr0ZOKSpbSf2YBzBY54f7vkpRRWQZwV5IhJ+
z7KpNjWydOpopHsgr//iQtllIypuVhZa+64rq0OEQc1X0Ke1rju7F7bx88PC6J7AK4psztK2uUef
tes9L+tbRsfWM31l1XgAibS0X3wk9Sjkp8hRm3zb1ZFkj/pJFuii6mgE+L+6b7H3Nm7OL+TJqfi2
PvWa+ydXO7R1XQ/oAoN441Lfg7UOZ6ShTXSuz49z4uz5HAW2J6wxn8TqeMmwNRbFWPZwOEzgClg0
pYfAQsGnCSQEKerYL05RseMhwPh8INQn1vGspfhXKf2JDINGNDrZ+VsRDYjjRZN7f35qp/ai7wmT
JMDlkbROT4s0MXl/AbiQcmxvzFSBYLLcYgfPJ7+p28a8VU4nHkSTInEosYI5P7z+QscXls4ceb88
MuK4N45XVuTZQO+AZDzUZsX4QgTq3kX+XpsQZGragqCOcO5IcO67MPFTI1sWp5DONXxAbdn2NLoh
PQTEilLMxqLW/5UPkXj4QnAQtz1AHezUwyx7B75YXAp2J4INaMDADvjAmqq4yvQ6jfSPBh4Es0Wr
1uAX3gw473yxZJ+9v7C6azkIQIKksdQddcFEH/rVLNHNz3rfnmk8B8rONqlU4nu3uBMuW7Irso0Y
J7PbJ7Ot7ANSKP6ryix79SbhLm+uqF3L6GDgsP57Io59lZ1flVsgBNUCMUb5v8q5nsstLMaJ1j/A
rZs80k8aYOANThdm7SIr3eL2lQghtepgkodbaY5AdpYJ/gieyvRwDITV5b4gr8G3Z4jF73ZJU2ro
Vo13mN/ya+j4SblDDgEiQAaW6S8QSdhe0/Cc/H2qRiDv4LH4a+kbTN+Vl+TwAMoWM+CgNXVrbQKh
XeAEg45Qj2sevBPXgCQc+ePruJgS+cqSZqRQ1cYRTkOplkPjDbnY5rDpXGRRTTvagy2pcX2jjbIZ
5iZ6P9PGBvbINH90nesExKC8wC+ul5g7zQGW0gadGYz1aHZ9c6MUqdCM273YWMmc3pr5DPLDDbry
9eKVwI+0OPoe92YkXQzuAbzwvMV+E4M0hH3ZdCKgZNhZV3EP1GeHXHFP6ziqFP5Mbt/dmp1QyU7y
TkDmE07KA4YEZof4Zq+WzeTnpQ2DdIJ7Je2s+kGxDGsjbCmK+opbHpMLBKRw7EREyzU3Nj4LD7kc
pNg7PT56ULmCqt6NCRYY25Em57t+DiSvvKDvHmIEos2tPdvdq6Qm1ecp4RBMVGH1b1Xu2PWuRTxj
2o50ij4UtNARFkxr5DWBunxpKtl9BgihMY295rX5oYZHOnFo/UyHeBS7YaAFvffFBJ0DwEaHJ96k
mukKf2UAWtgaZPeDZ4EESpoYXRq3rT1o/FNIToY4GNSKWCI6BY67nGZ8emcA/4ugm7bDeo794apG
RNvUXoyvcQUvBJxDaeE9B14cJmQXeSDqCwCKWxggS78ncUV+tYI29lnhIoVU/1wsxs6HeYulzVQD
kHVz5T8Uyo2Rje4N9S2sqbxv4qhd3mauhM5r4zjab+xRCjxzgzD4UAQtylzOIFwgUQvNXHC9hnrl
z4BEd/ECO2eLDqlSwNaSvti2zdx+wGV9QKvOm/qfQNqUv3Owxvi2FDL+wG5gGcAaAJBIzemLCFIg
Q5HfBvY2UJNr32SFE043TjzY1g6oUtN+H5HKHX+jquRg9eKJkUZfU5nYTEtnrHd4dtX5YShby/xS
uOH8va2bMtqgLhXXb4ce15J3Nc4g2aEUS6v9yVvePFBFspimcVg1h1GCmsRscHGMHaSNML9VBYTd
60HUCR4c0KFB6i9z426B6rXzl8gck3t4IWByQRIASh2sAqZT35j+55G6m7V3h8IAf+LhcnVtUHIz
N+bSyDtHzsK769LS+qDqGACJiPMqvg7FaDe7psey/Y0PKCr/EqFml+3x5Iir+w77QnPXj6H6q5s6
XAPMdMl5whh+7/xS7CJkb3MRzjhn+prY1MdzCcYasO4mBcgMT9a12u8z/368C2fKOndhndN1LZ3S
6dDSFCFOMJtSeEX6vveAb4MhGt38JiUCQvkkTiGuXObJm6lbJoT6iqxE0lN4eXdIJtcdt2mvzM8G
8vLhJoCfTuecDa5uI2AM3YFeLK11HJ4AhxmZMu460Q3BHomxAS/DDl3Zt1hKg3btU1hX28X04mjX
LDNKtlCKZIh8cWXdq7pWwI/aYTzAQe66rSON+PVQVE585YCJNF7lcaGSr6jKpvHbYPTshf8Qusje
akbpXHNX0jQdu8Aa7/oQM7zvqheOs/fNxEMUq3DLattOaW+87tLZ+x3inguiOGnr/srMYMhd0baa
5EOJAXL7Cp35HIg7Xj3yqg/s8bcLIri5LouhkDvozF3LBwm1Y4BppT/NZaghXNGe6z9ZBDZ/mwcl
nWl6QKMJcsWoJUi6UKhdB5PHuE6KKXhnOxFqgTY2NtVWNTRsNt2gfSdEPZjJ1g07ZQK2tIf8Fd3g
gg49DZDgBhJR8VUiskhsSFXvb8yuavLDNNtDt+to2YP6ptS3Qwmcrg5/n/GDOxa1iKSf65sGu77D
KELLAJ0epL/mVs6fvWiM3njgy+8Csy+u8CHL7qwcyv2NV/Rq3JYtPvF05WZ7uWqxf+y2RZ8O3VtZ
ACe5Kd05xdSiLSdBFWOezasJy7NhizV5bwGwKNFEq20PFIFl9mm+W2ai87YZUrcC85ThhTo1eQAX
SxRi3ucOMoxvC3MogGkgSkDhIk6grgFVW27Hdsiyazl1owEeDUWkTRsaUU7DOgFp2+FFwAVtZE4I
09NAH7DJpyT/nMvK8Q+979U539+P+SGZYZHvqBwx2hLgTbStuIzGLec1xt68i2t1Q33DfT9i1QNt
LvFGdqO7LPTkA1PZm1Yw2BYek7QBEiYIpiA8mr/COC8UOwD0PeqbAvzOpqGFiLkrGca2xjgkxVJZ
8VKwEnf5FaaG9caTdS55y/PrgM+AtbI4F81rONP5XdtGkb1Ds6/OdnWkuMaGyczrPfewg9fOHJJL
AXitP1epaT8U/kyaEUMleDc6oJEQVxAQJHHviyn8RJGDI67bO79pgEj0X4ADJ0gW1tGEiLKTx++L
pi0PaedhYJIiFWluXEtND+7Q5tnVYNRmtoGcl8itMVBt4LAP02uoAaZFOWuMfseujL+jHMGV43Kw
kFAocnobeeQ35Z7QJVIcKbT3aUyPsz9wB6eYlRTwtrzO8+6kqL10Vw9aF7EQdfAt43jSKQGC/MmP
2wZKRTS01c7r1Hhfp1QmNzHokdcR+wpB3ppO+6bwQ3E/gph8ndR29mXsR/kDeJOIdk7Sx1/ZvYBk
E+GXtxMgMu5K0atsS1aS6x1kzMXWBwnuHAxPVW9HqwneelME/J6qT/6tqYuR9eqa9idgRFPtSWjl
frEHr9xOcsH3B38enOmnLB9+Q7luPkJXLIG2N+5tYjthiwhx3hVaWnRwt1FtRD/jagblONYcGsCR
YYvNmjIHRIJhn+PqRJ23TUKc3JuoG71dQRIxv3YsJ7npCzx0dvWMuQOW7wkq3sFQsrfq3FMf2sV3
hmusOiBTBC3xftPXvLTfTouExCzBMUKM6ylUAmnMmuFGFFGpSMNiRTJW1gDtjCVFTNoGnIv3OXKZ
aalFI4cQEkrLokNYn9hL+MsWB7uqoZCHddyTlNHHr7e0d3m2GKDl0j1+lqSei7uA36LCmr9bmgVc
uWEO9rIfeEg71/SMmi8tpJRgV4ZgXHYG7knOlQ/YeEGesjEDiG0kDNwZQ/rdaGKcHh0kyrv94jcC
SCh6B++wNAK+I6vUCDZ2kGPJ4VqL+zsagVzuxyL0rLe2A8+FHDwxLfQaY+2hZbmoH0QDjjskq1Ns
7oyl5G8fSgeMDwFiSg6Sq+8jgPkAkYaGpAOrybhyri0cc12IEh1ZTgXrkPw1HKYAkVrVNWghNuGn
2PUNhZq3W3ys5iEn9cQg0XhV4MwidhCo1LuwlTHuywaCalu31Igq7opouepau6x3k+f5r2dVujXi
4XENwM5rpLn13SnHM8taOq1g6iv/1g8S/xf5HSduCG3y8c6EMWnw4uo2DRoz95Bba6xakz557yyJ
pzTWs8UKdgjcjZFIwEBp16Im0rSzHwMSjpff6ZwG2jPQafd+NTnvsnZY3ix9Pn6aa1HPRC+juPaX
IsI5roOttfUKbZaahpAr0TH27JvBioJXOGjyIzzgS799s63hYOIlOG2FUtjRhY1B35dbkwcCkCIU
IYwADWfyfoEGcUQK+pfAY24g5GUQn5UM53jbuVPabLnO0FooZQ7C1ICshqqf3/JvKjSYcFbFavyw
DKNWPikVyF2qmWyxkF++j7I59hDTnaBK1GJOrqvFQ2k8G8153I4j3o5bNr/z1W9q7Ftdgh5/twGI
fGNbS6TBsj2w4GbC2ncctXk2LnVsaNQcgAWnhpaAKPt++mFi4AogOECn86rBsJdHl8GNQyLpjh/G
paiqe9Q1RHFdBbEJyrqbAb968Fo3ZQltbienib3tRDFyHK5qx1+NxvSNecAPxFGBl8pAcRcmFkoI
4JHRxblLwWJ/NKeSl0s1k+RuyFxTBCURcx24uifm40QzO75UKqeioMZfqanXsRJT3O3byATrNsZe
7m5Tt+GhQ14VPwAfXiyy/ZqfUybD+MvEKJQI4efWfFMVoxndYA/MCM7SQSPjtgteN8VYyNewZ5gO
eW7wGgFr/vM2HKGUJbnw5J7UWp/DbhTDlVMs/tUQTVCvbKQeLgBeVoUlF9SEFGANADBJ3YhcNXP5
mSJQjsGDiz/9ZvQ82JHM7w8yG6d7w0C5EY4RX1Z0PfL4vXU4X/pYFesfh/eoagmXU0UhcjW8CMem
qx1ZcM4xDgCMV6b9tRmFNR89rO9qkFI8Bd3oVTPldXMBCWCtajx/Rtc9CVcibOSZqxqri9tWi3oB
/sH5AB8BqQjSBeg9TVdF+5zV35WpP2OdjviAPUZIxs6i+Ww47FdkVQwi9xztMo/HaexP/oVfd/LH
PUroWh6gNE//+ZNumALKSJqUUu0ueBLz60bYa8R+Wm9t5VUXKnxrGd3HtZCwu8nDqHcjsHU8XGkq
T1DWLyndII+xb6wQumcRlNMe0fDfCVwEl9NsJCbaQ5T6rQ4SYAYyedMUA69P5XVfzm+NVTX37x+k
jcgp5rIxV6XpenTLMbMwSZ5T4f9wE4TQ4XgXo9wkk5h+hFllX6gfn9qMOKZZf9oLoPFWSxCGbZW1
PgmuKu17LwTB3YeWv4862AfzYAaHuoz7beV4F9Avzwd2KfrpRqDkf9ThjwfGbEvkmEvxnC3NUdd0
ca8F2PRqAhl/1Uyq2ylfqXcBvqcXWjrPj//xyKtN5qMo4polnchmmKt4V9npELwlEE13gSowwBjD
hcteWSKpPxZuYw83Q9wCcz7/qfX8npSX+dT8CmCWmCZJattSb4UnW72dRUXCTxDKucN5Mqf2nUb+
35wf5fmGYhT8mthMnkP3cbXKDJ04gWKHO6PV3QqLLAKo8a2vxvG9dGx5YTc9P780AQktqDHTsHLX
ABbfpWxUGOzfpuP92k0I5/QO0QPK5PX5iZ1aPoK4SwVEwzuk3l5Plm8EQwKQPoIXA4WXSsQ4d3Dr
ZDuUF3bLqRX0MWAwTTqNTGs1kIXXguJlW25wKh5/hrNhbIMOU+mNgGd53+BfewFucWnAdQwIsqaZ
ElrVIch0zGEjC0kRzR72JQpwNHSlfHt+LU+OiCy67qXqJuPqQhql3y1ZzIhdjzbGZo7b5TZ14h7z
qhHeHSTECw2OUx8PICideAIOwKPVCcRiE2P0gQEXqDikix0p+jSpf/DlKDshWgTOQce44y3iVVRQ
Z59RnDAyN8sQxDdjuShnO0WRxMo4L5DwPr+Sq87N46EObMI3xiD62K16RsEcRhrxz7ezMwunQJm1
6WEYrEBddVQQYgr2MIU3sdWnwf4fDA25jkV1+ZJiNXQV9HkPnIsCt9dY36QKOX48DlDV0q2KkgSN
JHH49OJBaQOyddg2ADvW3UfsD2cKk6AbEP0xv7QYTkBsy8Lkjj1k/ZCeCUEPhvEQXjj9J3YsTBxB
DwkArM2xPP60FGar2FfEmTbs/a+2leHBoXpruG4WCncR0j0XVvfEjtWpImg5Wp/IdOof9CTctGPQ
CTem+Fo4BiiVEes3LDLNCztWx5LVncBNwEAoOUl6uqsdu4T+4oiqKjd+EsdXbDIM56nobJwivVJ5
6MOCctwDCps4U5z/kCcCt2RmYAAlwZt5Hs8PYRpHdj0fssjq6RYnCok2lhDIbrr9hfh24oyAlwZa
YKKC6lETPx5K5aa9jKJgz9Ap2xmN4RwmgbcUql2O/VBXSfMls4JLOJwTE3zskoOsBBOON8PxqAgF
9QHqbeUm4QTuzAZ+eUnx9QDJcrmwlif2SuBwDsEbAQh05KqLmjZd0fQLEwxz29X2dtNuVCgDnf9i
z0fR2BfQHo+on2dsAXOgPpcoIGoYqfR32ZiVexmnw4Us7cQo5CgW/0cIBTi1WrYeBQiqygHXrETA
qLZKgblLfEmB+sQoqM4KyYNI8zD81emiQDhMvD/waJlpqNw1KQoru6oxuvj6xYtGvLPo64N5Bc6r
f8iTY+wMrhtRJNdGQSaUJk03q+Lp2/lBngcn9H2BmIHtBmPnitV1CrPGGie6XtQIRXZLDEN/jIYC
s0MFx8YXOqrnr+eHPLGAvBd40XoaOE+mcjyvwTZ7idlliUIvwq4bI28iSaF7CY0LEerkQPTrAV3x
uZw1qyIpkS2Fosmd6mAA3sR+fYXJ7LQ7P50TKwicjYzL5CrzXFMf5iefqa+QuqvQ8EMjTrbbCqHF
1+D3cLbE03jr2lby5fx4J2cFrBvWDZcJR/d4vArhuiHT2ERjxmLKLDzrCk0i+eI7BMAEqAoYNgT3
Z6OodMyMriY5sMLGf2ixs4LkM8aH83PRJ/L4DmEU4jg3o0uYE6u1C724i+DZIFoP1P8qzhGkc9Jh
fE8eiU2qPWPQ2STwOKN0iC4Aq55Hdo4uCTlFbrahcOzjZczacgzMCeHXnp7MdZaKnhpKb1vfUFFF
mcewedTfkzLU+YX9cuL7QTVACQLuFDtzfXtBykFIqeqAP8QdTGXhYmFZ1+OFrPX5FcL04MRBlUJw
i9N9PL2qRmUOP3QK67lfHugcgk5ArsEz967TRsOFk3bqOxJvQR7qFUWj63i03gGf68+AMvBISw6I
K6OEl2Qe5WZp2/e8Ho0HunkK2ado/nB+C51aTp2/An3yNTlwlUrKZFB0oUVB0V/Qeyok9N/Z8i5c
YCcOOag1kmTSc9A/j4WqJ4ectlgN/45PVXhaZKc0jG/OBE51zlx1PRmIHp6f1anPp5+08jFS+trY
+GlQWZYWEa0ejIwoYvHOnl0YU76X6tpKnJjthSRgbbrBU0CA/CMhJwvQafnqMCTTnIVp7GAStITD
uGmA0aByXAUTlDBrzst9MP5Iu67Aprus6p8NlqTLBlZ/Nlz4JSfWWeO5+Al6mZ+ldosdOV69gNib
AZZvaefVw0wkxVUTfdbiwkm0To3meED3uYXIldeuB8WYYaBqU4xOrTBCNq0owpSODso3eBJC1sFQ
Ah0DzGlqAbm7jCmtb7LBRnKFl60of/qZjdefmBAV2+STIWJQGxWScHDqQZsg2njRdUMfpFXADFzY
2eTbAHwpJxzvi6kI4sjTescBB7rYJ0h0vhmn3DkESVdeh36kcVGqPcRw+6E+GAqxgWiW1geHH91f
OBQnjl5AxuAH2HvRiPFWuyYGQZwCgtXiZMgdwR/MMe6yL71mHoPHszk/GWaVL6Relw8m/c5NuCyA
vQCgaJnMGAjptnCC7o4jYtyY40BjKFe0YPNi2RioxQJATM0Lt8apHUMRgFcHVaOAXXO8/tWMZp90
mTKa6zGXU9Divw1ipY/N/HpoeUafjwOnlpjSN7cULzkBpu54PNdbzArqDLBSgTpFYyzASudivDCr
E9GGLEnzT3nrMNrqGp5APeYTivgb0sTkFx2+eI9GbPQGvvF8oZ1xagGxhQgoYDvktusH1ZCYiVLg
pDcVCtpfNNbyy9IHbnuVc3DijZdBPbj6B2vIG04b6pnahu54DYcUEQ8a59T5kFbfhUiR7htEci5M
7OSX0gBtFosikVzdQyKSYW1DUAPZFCX+VTlNbr/j5YbM0vnpnPpYXLHkCXQduJFWp67hseBD8mQg
NA+vgPynO1kN8qFGk+39PxkK1fmA60GX3I5XrminFjwO+6KeuvrODzuwJZnfDBrAPaYf/8FgMLd4
VZkY3K4X0C2g8XhIwiDKUqP123dQikC/7FBuKP7BjqDMxj1uayrc+jbXwkdeC0CMh4EoHjIz8d96
/nDJg+/UVkcyQOqqD5famvlcomdLu5J9V4KeNTf9MqbAhZLxU0yd5Kruw2z38hWkgggJDPYO2bT+
QU+SFIeaXVR49OpQswROvBTmxyYFy1AgMHfhYz2fG3VD2ALUYSSVkTXlbSSbz9HPLDa4+DSHOFQP
ld/cAr3zrs0mGS5M7MRoPlYl8HUQa+U1vJrY2DsY16cN2dBoeLcolBsfQDGh72f1y32o4vBC8vz8
LHsE3EDodIgM3Vo9sRJoZa5lVMBJpIq+1tYCNMexx3fnP9fJUeCPcIwpjZB4HX8uwxi8CREb+Kt1
lH1Hl6R5iy5Ktj0/yom10ykd3RteOlSY9a94siloBixR7QPkKgdsZywrlNgwl6m6dYvR+2yrMP99
fsAT02IL0g60qY7wIF5Ny/HyBiQq7xtY+Lw8CvuvpJQvZAOTsPK4cQlLJr0ii1f38axsow8Rjxp4
OFaOA/ExLAxKxm65bSBzdxuTb3ZhHZ9PSxeqBZrGFvIJz2KhQipKzAO9tjlX/Wu5pOEbsx+d8cXR
XZJSSTjikujOZj+emF8Y1uAHuBDHqNRjxl78WmpkdhH5ueTC9WxCHlArSqiavWRTh19t8gior9Gb
qt5Yak6+FpVR77MuvlR0PzWKPrQe7Abf4Z/H88GG2cXjCPmRucmHCkU85L7dRBQXbt/nLxhmA0DA
pgCotS3WIUIinqF8yThoazoK4IyfOq/GecycN0Nf51pVLDCyvalEPR1SgHfBfRhSmdiUlnp5v4+r
BdooG5MASQ1vlQuYMwAN/E4q1ChHDIGc8VfpmNGFJ+KJlXVpY0C9p12EAt5qZVMaB5MXM4gN6PpV
Gi8Djt1R+IdC9X9+af+BqItuHv7PSuf335v//H9Phc7//i/+rVfk4WcGWZYvAMEdPSDeAn/rFWGR
prN1VAkd0yM46ZfR33pF9r9gvVItJEujm849TXj8t1xR8C+fvUtSTDJPw8EWL1ErWm0PiG+PxR+t
EMIuNNfolAHcUqRdUza+bQy7uQPPTIn5kqnx6nb5Mwqsd4xHtVaCtdqEVdjWYG+xOgcXhEx6byBu
W075t4ibbQdx0bjQ/X0+Ky5lVs83LeQLILutwom1gBuYUGfumwAAoz9OVA0H60IQPjUK1GSKLwDS
4fOtQiOqsUnamMDTUje2P/NiKW66elp2T3bT/Z8X7FPRn+drJ5C54kpBSobKu7dau4bmUtxJhC3x
Xo8lQogTkN6sEQJxnGAG726pMf5wfszV44HvRTavcwGEeAQFhNXlHJSOQgttbkB9lvataSi4QS0G
bygYeBemd2Ioj2/EILqETCw8/lQ2rlpV0WcMlQ94AQXlclWDNN1itpFfiP4nVpL7S2sDoBpDXqp/
ypMcB+R16RslerAYUaU3UKC8a0+kHR7wTnA3Qo+6EHpPTe2R4YweDhIa6/iehdjglN6MmCBMOsfO
4tetkSxv66RxDy/+XsiNOdRW2IzUqVbvf/zkFkSehaKMq+JhGwozgXBnG/M30OTqwrT0hntSaNGb
42iw9bYvBhtFIbS+A5zYdwvCqrtAojD/8il5dH1ommgZL39VQikWEhvuNbWxW7nsQ7LQt7gm4EFQ
99GX/91Qq2hRi9QxO8dSaE8lKSw+OmidbKP9PDm/zo+kb/T10j2d1OpcDYusm9Zi6QTKoXEM3dPP
ZvVp9q3sNVbD1rfG7y9M7tTX4q2MtAr1KKrfq/OFrUzcLEbcbGo0XO6zCoFrwy+dl/VUH/cEIZAW
Iak8e361J0IRumjlSoU4EqxMZ6q8q2SovAvb/ORcMHIxqXBR7FoLFwQoZQ/DQKywMMLzHkrE2Nub
2OmLS3X1kwPRdNPAASBm60gxo4deeQORoimtpb4urLA29ungJReO0qmIRI+Oy1eL43mPfOInEQlC
e4IJpae0cqjjbX1US25zrwh/F3UbfwiIiN2FEU/FJPYCATfgb0TZ5zgGAvLm3eWR+naA0A8I8n2l
Jf8DPvILO4OPO4I3OJU0DjBs99X5hQOPVIAgJMUh4qxAt/2di//BhSt4XfVlGI+rgzcDi8hVtcY9
x4af9Pj9NRvlNA4dF2fcigXl+bquo0M5Vs4GnuwhhF1+cAR0KtqvEEIX070kWmDps3t8tjW8lySH
zSlI6/WeevItpzbyYwuxK0wu4gzGsT1cKVU7H6qheRN5xnTb0C/f00mwqCdBLaWZAhdAbjurC256
9LAu5EDP9xZvUMSUgBNq6Fawuu3KComfVnY8cqLAe1dBxdg7Grpl9nn6o0ua5eqlsY3xbC2PRj5L
KFg9SeehDpZIe8uMMW67fZTb2xHHT5qK0WYOvlao8O/Oj/j8lB6PuNpis+1MMO+4XzHX8rfo2mfI
SvflhYvo5Ch8Vp1H0gJe55I8rgBYGBMgalD1G6A4BQwOiDrn56LP3fHuYS4uODsNYeefqzA9zgxv
DIxSm/7obMYoKOCIdGOECa4Z2TWs9Dj5NqJ089D2HQLH54d/fjFRjNFBlWeKfh7rP3+yeUtMR6Er
cjGR73rjblC+8coOTbTE/aJ9g/Zz0O0qfGiT/+W4q3Dk9fAhVOXiaVKUzasU4d4bOFbLG8irzase
UACi2qm1Pz/ZUydD55oA5JkO4IjjyU64cSjwHpyMxBJfYCZN/d4OBsSrywAaXAyo8PP5EZ9HXbom
KO1QECKvRlPteMQeEmIpWjQPhhCBSU+pZgf+DaeaEkvP80Od2K6CHaTRaCbPufXVlUHezEbPpZIy
9hjgZEt/NXXi5am0bs3o2hM9J2oLq+9WzjSeXXsGliPrEaIaLe8slQ+mygTg7xdiCAny+rELCJuP
RmBZUwjcrkzyOF4QeR7M9jb2jeJQlYWJgr/w97X0hg/TiMHdppgRFr+wQ09sFkbUrSjp6VfyaqYS
Mfgl67gwl/9i78x260a69nwrQc7Z4DwA+XNAcm/trckaLMnSSUGWZM7zVKx7ylXkxvJQ/X1/t2Wn
HSNHAYIGGq3ulrk3Waxaw7ueVxuDW4hQ1Sskk+4I1ZA2b5sK5xer8ydrBQwUiSvB/CYp/LATEGm4
BKMLMSIE9bC1AibgjBwDUB3wxj+vlZ+89Zii/xlgb7qMD8vSZ/x/sBNEGFrazLifdtMR41jnNGOj
OozCY6q27IZf4eG2O/Zhq0NvQh2AY5s88+NWh5mgqcaRq1oTPpNhCfdqw10Mp05jTZdym7uq/WCA
AoGT6D9/4R9ejg1+R62ZCoQJQd/+8DAZU6rbruMdT5j6QstWW3uCwPkXPKGfXoW6yvty3ZoR37/t
NLfdQdKjAi7oMt3vJrNWxQJbkPV3lwpfZ+t4I2+nPUVv4PsLVWowepopOIjUyCAMYypugsEYYjNP
i+vfv3PsKwSFSHh5Hz9cCuIa5dh2hAjDKBGtgUlTTxD/y9+ctqDGwVfaZi2Q6TA09fEJZSpv/UWf
WlY/ANmhXe0zjN6x6JTTsP/nr/TDi8alkEeAC6fqwLH3YTGMC2KBpqq4VIdRLeUODVOWFTSJvh7+
+Uo/WxAERbxqhgNw+CMQsav8NJNmS9XZ1jPa80Sg6ZJ2v1gNP7xXdA85YDgUuXkoY8zvVwOijmJd
BI3kWffPfSVR/blDytT6DGmlMw6F8g9Vbx//+bv95C5avFLU9bjm1jv6/qqrgetVPgjUHQ7SihZ4
zw47+fxadIl6/OdL/eQ2oqbg+3H2ADS2to/y9yClWTuh1rwFyz/fU8W3drUp2t9fFd9d5MP265kV
hihJsdFqJrEfC/gXhTXnEY3AX4jGf/a8KFNuesZtdvGjtNDAE6Jq6B+GGLbLiHyzDwe7mK7xElM0
EpfmGCSOrcJmkfLkn+/kj8kKa4VsaZOqoVJzPiaeqivzEl1OE9pJwLfsDFyLa6zYAMhMLwRgY1zL
mQpI5gQnHHnGJxs4PAPxRC+DU7f71FqKm3/+TD97ujzXbYCOsi01n++fbqo7qYHRPKh4L33yJk3b
Icqef1EC/NlFPIdKBXNWFFU/SrlgUihkyw5c26zHFXNdkA3FA5Pkv6kE3PYxcI5IFCyaZlD/Piwj
YRdI8VeWUZ3jCYRozt3QfHvmRg71qP0K+v+zr+XTSML1nWG1zfn0uzdjkoMrgXS1oTc64qyY1+7Y
ssnGv/+EAPORKbgcnyimv7+KV3q9tSZsmDit9OfNlFY76eDa9ttX2ejNyFLJRziiP9w5PKe1IsjY
xlZ8MS/LJbAjzOPS3y1Yocqir0JFbGuzsG99/118NWujtr0ARWZVF9UqTZztav8XW/KP5YntMptw
mRScVvRH+lzlqgY/Lg/p4CSyc2ix9h4IzallqToamuVqnurzlhE41ronziiDn7pB2/7i+PkhzNsU
aGhe6R5sgyIf5dOq03HiSUBwKHc2jR02tpV1zBFK6pfOtOACLZegzI44JZu/Smu3h/VdrLddGigv
t4CaMRXq728zpAAH0k4AfQ/ccRGlOqyTpc3OLRv7lWkQ/P33V48BYZnqoEXd4+NRO5merJTOLmJj
/x3iFtTvPWrJv3gTfjz0wLQieGd5boKxjwmJUZK39h6P1U0zbC18rzmutfKOtgh+peX88Q5yKUqd
NMe54g+HHnulq/cOd7ApnEyL1wbkGfyt1LgLBst5TZmkFr/4dtuR/f1Do5CFLGNrxm9B8of8OC06
RyYdbrLgtbQYRqRz302L+tpNXhkbRm1+pVwiz1oMZwkozOHpnx/hj8t10/zp23Dv5kLxMY6BpQzm
b6HWojPyEZeu98o48ZNTUxDpgE2Fk/2roPPH7XO7ItksTbatNPph+xyWLM9Mo4Ovg4cVvqjTdOBV
+ZVC9SeLhukZ9gBiNJ2y5YerMMbnFTXujYyyiG7vwOgYo0AYKdbGKKl/8R6w5D88RYpwPh1nuseE
JuynHwIzgwnNAdNB5KeVXWqHie36DWN0rY6mNR9upS4CI5SBuQY0Ovy1PQcr2FonRP9dFtJAa7pY
aTjE8vsKyTdeWeY5LUFtjgySdUbN6qGZj4GlyuJkEbRBTxd/cLK9bw1rc9iAf2BH8kJYp0hw1+RU
LMtQHhnKNZrYw/4pPSTYwTkHn17ddDJ0wVRfpXY5tEfsigsslYscuyxszHofAqMwHlsOnyLqS3yz
omHZWPSNtwF2Chf02w1K1HIJPR/P4utBr4wy9pskMaBPgjoUZ/4iANr4VSHXEzgxOdAHDJpfcUUF
xwAfUKQH3cgMdWov4zuMZAb30vE0RYSs2ZljbyjG4yIHP4vt3ITLk2DGBnGTKQk7Qh5F9rBSjM52
ht/0/Q5sZ94fSjxoJXxhJ0lQlsgc4ZFpqiBcpokYAMmNXp9qmAfbfASsF06gcEk3DhYrr6IGaN6b
2CgtUlXMwE4t4Vxsp5Whh8ANYFww1L9UJzQETR6haqjGwIiCqyqRd80Rzr2Bvp8p96LDnIMsOYUT
7jkEzwtUI31RYtnzBCqSAx3X2AjL2cTfQ4QB51YsynV3LpifKqRbgF7G5N1vdtPcZD7omqpfISYB
YIKfpN5ZSuqdq2S/M5YKZx3mY6Ix7rEB+eAwlUx/bwRFMQ+I1/o6B6s1DGXkDw0BUbfhnGSAR9wO
w1AoT0ZjbMSnNBnnmDweEBSuB+s5lBvuzoCzJqyoeoU9GeCu9JBtMKlqsUdIK3mp1n32zpvKylo8
j/DkbMzPYTni9LbRqVKm5E7zXNTfvG7t79YNY5UC6pOA/ja6lWXUXh1VReDtiqkzut24obCsPkNj
yiBU+eQ6KwWEpjaDS1UYzWVR+ql1svaWqpgGGKsy6v/kbXHsk+dtGC71TuRSwksfAaLC6ZonkF2r
n5dfoPg55/UG9Kre2V7pO+cr25Bf3Tv9q1uN5cpONiaYz5BVH5orbpJFE3hrXG4AsbKr8Z7EXM1D
4bshxpjehDYGRzO/hsixTicgteGRje9ssjZgcHrXqBkDW+edXzbDVx/AWYE1k22SfnPUxjojNZfn
4p2A1qe4AUU94B0s4aylKvbOBkwDcAgJEqtzOGrVqOoTxvXq9HZ+J615+WBmgEA3AttsA2PLgsqc
Ivud0aY13QQ3DT8OLL/tabjBZxCiG7mQyfxP0j1k1oy0bUILuYYKTF6765KNCue8E+L0XIMWx5tS
fpJtq/fn1oaTq8eNLJfpGpQ5LQc4J61afyPnXRi5U33ff4E0FchnInGnOktFPiZ7WaGzPcXdvGvP
NacIyhuzyMru3MgbR1x1NgMv54k+tl+UbazpfVIHnXiZR5S1t2YHIXHPE/K9685j6zzYoi0QdOv1
4p6OmdZDI+I9ceJSx7D5rJ5NE5fNQjjTad8EzhLTtgEAJQDWElGXhZsYRw4d2Z/02KS6+6LzUnHS
aZV4yy2x6EDLx1TEutUP1d4DeQmXEb9W+khJJoOvk1EbGi15TuzkIAwMFq63yWj7VMuJ1veBsHN3
JyUexMdAgC28grJWuV+2hWC9ZfYsdWhHTY/hLarIRZfXhY1X4EMFWDS/rVfVqVNOAHuA+ipFWdyL
xB/1GuPTARceHGQ43NBTOn0ijYNs6FNI8KJ+3n9jmD2BXAb72TrLZLny5Bc9Y+fsnCIvrlbfZwSj
wdh8+YQZsCX2CwZmSaTjadXHyWzxpRrTLkGg2kkvzYtB9G19BmthCtgim9a9/hPmxLdlIyZYMYOw
23BteFGnNbFtPjYPdhFIc79axaruiylJ4Hm2uHfudEqM1DzTpJgu6M5O5q0k+zDtMOkL0z/vC322
9kw8+wvm10HVf1L+QLd2LipN7lo/E5ifc+ewlyZl+pxYnvyke0t7awmDKbfWYjAibKrBfQHMTOSy
CIdqLjAmLMnwnhKPylLDEiZuyas6ej0VG5vXB66DbtbnSHBnY7PC8nGNdAztCq8ZR4sLf2LuaM1M
bYOypctDqhljsBu31I/YvkwuS63LL1MqnTqKhib/Unkls5Oo5Ps3yW+ryKgaKnnMsqfcH1skRejq
HZosG+35M7qgsr9QqC5K0Mvky5HltTRuOasnB5dPGXxaIUYHx1oz/JumNBOsyNJ5WsMJ//VPzsyU
COiLlE3aa4vZPxU+/m7ROuT1q423PDbXdd295njRf0qAAQ7xXIoJWtmsHPCaS1Pdp7XpgjIWXfMF
aP7U7fsyb24bzcmsEDEqPJ8ySMorw1ulx8nUlBXyJDXAjs4MoSIvNyssp8apeJO+na5RXvrzQkiH
pWuUDVZpPjllO5ihvibdZSBqbB5MLZskLkuel0c6AeEdya5k0G2tzFvYcUuxL9Iqw007SIpyZ0/m
8NW3MOIMZ09JKJNNlzxJjJmRurOwzly1to82iQ8cpmpNggi+Qf+ofEO7x8Aa0oqrUIqHwlHj62yM
1o1ldvIV89T0RYgmuMXdwnq0uiSzoyVNtG/WuExXFDXKr+MMYjIE5QVIr1XgW1ZrDl4CrcySEx5Z
9mgPrfraYx17ape5QTXQ9ofXQMnmha4QFg/2ajKRSNhjbSzxbIA4qfndGUzhYDnRV8e7B/+eGrty
gk8dyaGhElNkDbjw2YKfENKNUeYOV4pJC00BuvYE1lf+OVsaxw5l0jhfMXKYkn2dW3Dzmimo7UgD
1QPjdep0DC2IfD3KS1526cC+XA52gNEGZuwMTIWDnhTueaVW2rg0AoKFI56p4nBKHABwdArL+WnR
0VZHG+4bh+5sdRcDmK7p8RAB12C3mw95+0nkIjVDey2aORqFMJlLZoLPi23okBNGQ2s14QzsEf24
DLA/B9AbzhKLFmeMVRnAJGXqm4l94VhpaOLq/tQ5nlwAbIL4DGsaUnvHAcCAh05VmHi0+tU+t0v+
0eoycId15s5PVm4k+D4TbBzsRCwmL4hYzspJLg/QfIMmCoyy/QR+1weMAR65D9lN3XFvNYNOjheo
ImDScmjWKJ0x6go1x0hxmqXz5ewUw7M3Tj7pYQ5GEwh2keRGtLhaPoaV9NphAwy6V5PGjTk6HhxO
yKpWkES2kXuPMkm3wqKuOe1lp3Tz0CR55Rwbq5SCX9fsOS69yVChRcY1h+wtnAuDyuxyz7GnfTJd
LMRjL12GUyMjiT/JF5eIwEfLj9ANHmIIhDp5TJPOM2Kr8IJix0uKo/cUcO7GrpcRBIm69s6CMvcA
1GsrbquDnsoyytE6Po/2nC/7OehNyDJDqmhEBXXxtjodxWwCxeTakrr3bGsG1mXoTsUSu8gdvihs
XdtIrx193OPXnllkAcV4aYk8+bKYaUDAgQf5bVWwHwOZxBwSrPA0OxEQchy4A6fvcJ2SvXOfytTr
YtPKnfPer4vrWqArjFJrTm7A9BP9trj4nclZ8IHmMskxix/H9GFWbWDGbmMnEh9uO0BYm8rsau1M
80lmAIFwlhrn21G3ErZvP8izqBazXoLkNuy73tTXJ8ZyBCBFb4YP7gaYjEeY0pVGiMkHe6q0Fgop
5hzo59J3sa5+yQ0L9P9McJqGNXAgMjaboeBITQIUpD+VyWtdiw02mvpmu294QMHexhcJ+ucMGTjm
TlY3JMfdS6GTJmE7zXDofm3dYTgEXgm3E9cqeJTtlFtELH1frvt1reliuMNq3kAsTUgfYHL7ew+r
3SNfa/yG+WD3YCjQF2uTj16oRq9502tdffUHD3BEOdm2jK3Uc4e4zVtM6KlC8zYi9xs5xqWd7CC1
B9fGalufTUwUCAjxr7djdFnO5371iUHG3OhjQJ7iWl+HjF1YNNUhGPuqvDDA+vfR1M7aZVuQxVJk
N7LjWgZ+cihWl7yTmX1wwzIVuhtZfmGcCit13bBS9rY0/NG9WlLp3fltZ2Fbh0/126zny+3UjMED
xFvAR709zCjqS7Cjrl+Kq0nm3TNFC3MISYXVveM14qpRQYc1d4aLpuG322i4cHMSrK69FlvNdpeU
nXhV8KluZqwehjCBv/qAAHe0osAs5ltGLpcnE3srgP3EK0dfgVo45exb/ZAjyIRyS7rYnODhzYGl
YAabkRqLAdRgLbCXNeug+ZyrIu8OCVY4vAEt6rbQLINchGaWzX7cGpP4IlbZ3SQ2hHME2nO9xqvp
Qo5oFRaxke/2NRgkoBxlZFHFx9KalyRhZeZyX/Zp8GQGdaaFVbpa40GmWXCOcqtNv5bgHt29stut
PIAzwg3KZTQtxZCB3qROB8+2H/V+2fkdlecdKpjAmRAT0PgI1shHZTCrCQL5XOsV8p6CQPzYCU+8
Egjny4Wmpqk/yGIW/YmluU53SyQd6AerHXN3PwnfNnel0NG3qxLySoXtyfowLVNBXSBAFxWtekrR
Uw7WmMNCNPT5SCIOzMHWnPlz3yxmtmOZWSIqBZOCEYxN0ixMt6R9pReGq4WqSeAm4tOe5DEFfyc5
r9um6faQ3mv3rPJtDtFkNZ3p3Gy9yowgcwI3tZmLS04AHnQPkwZ6mygBDQR9+HV4JLwuPkOJtM0w
s3l9sYfrCQqZDanuXTl7adzlw1rS01Mcp7ooiI1XgAOg1BFePi2W2ReRl4IgYf3X/j2p+9Shp/bb
rXCQmtblmA9l9g6/xn3BX0tzP+Xe3EVOUIlXvLXHPCrtxXMimhfiqLwMox+83vL+zFgygNvCmHMn
Iu+2nIjx0vTLYE4aFYuMFgGnCoe4Hyd1mZslnO7BUJYPEa2FbI6fidaopRjuCjKL+vheOPz/QygM
oaA/+1sVNX4en//LWz1C+758rt7+478yhPL8P//H1+fv51Def+lfcyiWjW/21vCwzM14axsb+fcc
ioVvNroa7KMoMG9Oa3SO/+2bzfTK5spLfxK5KAoYh4/x70EU/w+UuKgO7E1MsYnjfss3Gw/v7yuW
iErsjRHKTCU1dUbnPlQsC8FKq8uuRHSS9vetUeZPvTEln20ml7wwKEZtPAIYEPdNq7uvSQkkpDI3
bKHVivEsaWXzzWvr5FS1Yzrs9dwzVo5Cg3NO9wZeG6yulR2uLSrssEBXU0azNH0KI1Nx5WtysuMU
loUkbemzr7JuqDYuE7T/EMxxk+5GYVQq1lfRPSJWSx4H0jayTK802a8o7o1RaYmpi/sFX6M4J8K4
XBoTeDJWclu+2xdDyVGnUafzm4H3Rc9TCo6z9Oq7onWmmaKL3wVs58q5w4knH6CY644eWvOk31gK
lXhY2m19nhX40V2uAF0KCMqZ+aQnquwOtHoJS1JbK6/WMlv6/SBE7YJul+ahA8ZfRpqe0QXqa5B6
l/4ydrc6WFQFslyaL4FfBdDY2+5Wg9orY1Ep4B7raAyXo+339i0tF1uddJVesI0svoCDofnWHkOS
wj2624itqTfLY2V2AH5V3bkXKPizZxJytEyWLtY5ttEzp6ft0Nh3zVKsWdyBaScX6sdhiYO5mGCe
48ih0RnyJXVJq+a+5UFbXepj7VEYTQTRSq30HRNFqxEOpWs/Zs6UarGw8I4IF2o4KkJ6rKWxazBd
FAnVSTLOJCMTYvDT+NxAQ89Dj9ykjpfR6q8nq/L1sFTS7DYm5eTftxSOKy5mNt/auu/SQ95rRhoF
te5+odE2TkczWarHohwnC7VbFhzlasgkmtUqHlyN+f5w1oxi3EHTYAYpmNfUO/E0MuDYT8ycZVeK
YolE7RDON4R7BlmpFA9rgltNOOdDYkUkqNqdNw7ZNfUOe4rWPtP8T8kgG2qf8BazaBirwYv0cYuA
10KzT6ZAtGf1KjNt1+sA4KnyDRgU5Z5X3CAv7cj7ExC1Z2vj4yrQGtnshKOVZ/2xM6yGFiS2nVU8
pvZy5tl1CkAaOtDXItdUemJbyrNit52xlrCJWGSklzqmME0uqwejbJYHmTjWFepyZv/dcUNRzMMw
XpBgii+eX6/fQI0GTsR0duXtAiE4OVC1EXrlZo0JmBOMwx0PqSpD2S7ZCEVznV1q6V3Z7hOcaJ+0
Uuv512Ip7krFEFSovKK8JfKZu9gxRfBGudk093M/zFdiFCM/Y54cB9k0OHuXGCAPdSDqV6Yv0nHf
Ml53ZVWZ/FLz4sKrCXQaTgEacutIzLGMKDWRn+4AT61T6IDYAaRlewkE3xLYhTYURBCLnq+4cVCh
MGmP1DgG+JlnXC2Z9F6GOpUvVtWLMU7cUXvp4BY8VE12r0sKW2iysVCCRWQPN+bQL9cGRT9ECWZu
OCdFST0youAzS5LAQOEhgl1iFqvedJqdWS4p1gR1sI5xb8n1Wgaz922wdDK0FBufr/W8GW6rpmix
cSDvzMLSqqCQM67mQ+NxxgTO61RV1ubCMp6tS9V3rEVhmWG+OD3uHC7xc0AQjW8Tz+JJSxSuPFVe
N6ddThIUZ5TW7WjNwUvExkyDh6IQxRNJdeeqt2wUkZZTzneJLQN2V9o+JBpSBAkYTxx5DqT7F7rI
ysdSBcZlui46mXtrkbmXDY8wKqi749nk+P1VXWjzwGMhZgj1hjeiXlZqv6Xsch2mK8bVZwPjhteu
Zlvf7KnbCgKaWrEBmSv3GiT4VMaNjo0KImqreDOpB7xqbkJnuCmtkQVtmB63WubuvbcmmbcnS283
PzFg/CTdOWRKTlPF6IJFQzSWdEuPg9SlHYq5amFmYyuD8xhk0jOrHFAJ2RiLWSFlihxFT123zDni
/NRH2Hl2X6TdnQkJ3PhiSpjB36ELzF1K6l0BfQdYB9ZHrYeLK3qA9fPSml53tBOcvfqU9hJL1LAe
5q6ixGQh6alPU1g7+5yKmrMvk8K5a6zOwAhOnyixBZhOHbQuGScGBlvzrSP0v+RccXkIOJZNh7Rr
l4OjU/s7KSAZ8SZnrlGGVulUt86ge2/9qomVptUi7nBBctMIYwXIeNz6qd+N9ZQMe6dMuwPLx+/3
c6vnTpivOuW3ntLL5ZrmlrmbS0DDYcBjvV7USMFCSllRWuiWzyNb6L2prI53JzfGx95NstNukhhL
uHjXUDdf5+YumFufE8sQ8OuLoidBHFvXuEgK8q/doE/Zs2crcdfSfkPegB3Qi4W0mzp4ntq3orC5
b9kwz89msmqvnbeg/Pn9mPNT+1bfjv3b23jx3P63LVx9aVo2ZPAF//37H4c/f07emi2C++6H3Xs0
dz1xY2/ehqnkV/mD/vV//p/+x3/FhJ/Xlpjw+bXK6jgbxj57Gf8eGG6yd2Yl/vcjzbdvfZK1bz/5
nX8Hk+4fVoDqD/YF04YAh+io/2uomWCSgQgYOjhpMlyMZPqvYDL4A7lvwOARLChmPpms+iuYNIw/
CG9MEwPcTeGHR+X/xVgz2ls+FuMv8FH5s1B6EWr+TSoIzCfwO4kgkQCDNmFfPJKtPf7tnlz9KYj4
+2DuB9XAD9f4IFSyx0DlDqLpECcOFMXrkO4o6P1qDpLY92NYvOlTUbKQq4JE4q/vvwsaTuEhe2Qf
LBgRjPM0aGhQuLX2WmNj/jT1Lf26DJOSR9vL3K2MtgBbKaU5rjFtdqOORIoz1wFzz6q5yFcz1U4H
d1JfTL9fc5jfZfEtCDpjvSEy6tYdcJHmzitnlFhh0ZVe/Zgvyk+OCaGcIizqmu584ZCqojpwyFPx
m9Q640Rje2Dayu/0Ompo7jwARaFoTImmck6wZhyCw5LqKXM0k0bEg/aqmyIhNLi/huONkp3SscqD
YVVjHzLslU872+oawmc8bl4YmgVzN4FuYIsvRucz3ZEW06fekDpz0F5jYm23WcY3bme86kmOp6nu
UVfolz67znUFCXPUuxavGs+Y+ojug/bAmcx+RY+DGVmKY7U6rV2A0kRsWL9GabGaFJ20gXN4auiA
xUGAcd5xzvLlSxNwzEcdA8W3ep3kR9ORWNVkgQouGGd2MeYzUmcO896vjnNbjJijWYN1b7QtjUHF
mGazq+dhruIV+9Nnd6DbbgXrQ4oPDVabQZYtMHOeaQaNnw0C/yTyOl3eDoOGrRldx5RJstrtF+wk
bGCNZHsmnOOZtyEcPC29dLg4mLW5Ke9s7DCoveu1d6IqfC/YpdflMp26ZDm3/KHCATPFNmqP6rq4
zxAWNFHaesn9uGZGEmIBNCWhX9nWg6TqTSXLy4pbk471vbBoA1HzyM0lRijanM9JTmRD4UqdWqPQ
HtoqKFmvcrAb0hI9oIs+C/jW1VjmzOaV6tpeFJC0frHxMEuwRUujTsfYJraM1cDDDBjZ7cDY1XMy
0dGMDGnghOZOs/1NuYHAzAx+C2cWLV4tzOni+fQfBkSWA8ZRIRzCMT1HPp+FAjqaCo1+9K8Xxx9o
4GE/e7l6JmOxGt1W+0xQ/8X3S40+A8CTNr3ADCBK+P2z4iJ76bEJ/zZ+fzC8b/Z/nRr/r50oyIh1
5nP+tn/+tEJRfw/K+M/f+jcqw6fYwHQUxxN+Cwa1gP88VRz7DxeqHB16KgPv5Yu/ThUTWAYEpoDT
ZlNRU7/461Qx3T88ToG/jiPvd04VTBM/7MX4pTNvAW+OQSB25I9T6QBZU4NW6RRrDR0bupXdTJBk
1NW1ZvYmVW3N1Y62KxsZdowoEdKPkyyQ5fqgm6TXmZG2oK2jwpFRaJf0ivEbNLNe7GZbH7YXbaCz
TNibHPEpnGDdo8MyQncdRjuiora++L03ikivaCf2tD4NGmED5b3FmWys8qxK/+RoiXGWLMNURFLY
zBANnLnolRZiNF7PQeECF3jDtZWZZh9i8NgzXWgqXUZ0fgBB9r1uPwQuUKEYn3jmd9EJKH3USfsb
Qxxyt3dfR1O211tY9kxCYWOyiWKPDwGFF6krUlMVFRkdIRIpLPSMBpfDMPO1aQlnelFHt9fZG4u+
bwd235RuE9kGc7Gynx1ahhapY+RqKnte05bpUSzyEkxzUzmkJ9OS44CXVip49kdrQJhUpby5ZSmp
jkzO3D+JAo1ypDfaekg85D0Y95YLdu+iGr7U9aab4ijyjn5SF7fCWobPeuNmfYybsHlBsbY5b5tR
ozTRY12IJd3gfW3S0eewFGI9BIk3fXJEy1Pv3SIwdmvujWf6stQXyZJ598ozlIinysTUkNa1jtNi
vTx5dqvukdENHCT6lF8tXdM8UZbvbrJ51dG4IKxH5Ryk6GjC3CmckbO+WT5rdAZfuaKjHzUrc+4M
n7M5FFqGS3G6NJ4TM+NnrPsuZUfdUY7NvtKN7t4a2WUGqq9sGs1d5s/4KQNQoLsuqV+nkZkV60Dh
tpk+u9TiKNn2myClWsz83jArezhmeTCeFsJLHr3Vzs86uYrnHks4FPPIBdKTtkuLc7eu1XONrICR
mZVmMFLV+TJr1+qSTigxOG4Gwtz64yKn6+Yyij0JbCuoDTVLRQ3Z976mDv6SUTPmQuA12pUaS9D3
z3Vq/RgFG0p9EoWDtbHhml8qv3GfNgZhErrL1J8zvFWcEf1tWojSwWwV6+ObtV3I3buqNejZICm7
pkjWJRziFa2MAJHMZ7ud1hSrWmw6c0WTMtbtZtjbKgluiGP6g8/sFul4y9yDSKpnIfxyitizajxG
556CzbCkjX+CQGS+0bKaXlHp68MTQVfvUnGREqooMQfX9JSFIqHOV7G3G6O/WJgCfcHKbhDUeLir
Yw8/blcacln3mK4JckX8r2kpN0rR27ebAjNPp9IZzchnZcYqyZwbMrbpSfmd6UTodCycV5FQaJx7
hW3TDiqbYLcU+vha++i89khm1EU78RAPupsU+d7RZ4I0gbHlfJJ2Tkr0s67WufSa+hoL4QDrQ6qk
r1OqkKvAVbOfLR6RChnSpQOJAyxBn9EaVdQvlEeivl3IuxARVzLum20p9XlBwSRJl9yJCy1gghix
R+IidHXTR60JhifmnMvzZc7rr5hMOm44kYRbeGaCDKa9otXOjuDNHa/xfvRuIVIjq+MCDAcbI4e4
52NEsDPGyZxDv+ODaFg3gwAuLOcxz5qZMsnCY9yhDhz3s6fRROlT3ewOLh3puyx3gBDpakR5ldKz
vq+cUkfohXBjBwe7v8DkOc/ivlXlA+opxgPKyR++9UmJXKCCbJ7tWsudYzqaXUbBbMbocm619AVf
PqZebVNjdGftZPGm8VWGyCxl3UXoflcvxpVOftPxaSE71fuOjig7343o/GTdOVnTvMpJBLczzmBU
loZ+vBEVvUj2NDPIIzY81gToAYnIEUPjI981cbCfzNj2WiVzhfZFp5qgzIlIDcexkY0E4T/RDK7M
oWfI/EuLXx121VhinC52hvwJQ2ac7jCIvGtyF6FVURg0e/Vp6W79Bq1jnKwOVbik1ljVjdwazHqQ
UHgtaHr2KDE7qQ5Jb+PCx1y549JkcoskTjAl5vPAk5RxYqfya4Ip5SMhb3drDzRZ40YY2O/NVHi0
ne6xU4eVgwoGbc/YPgxjCm59EPgzh0OhaAo2Gm82m/Jsn9ZGqVcnyWqxtsu8uqRcPyMTQwv9mEvT
sfbZ5Gk0KluRdSflNNY8n7HLX1H1uU+0CXxzh7p7xfeN6VRtT7nfLE7zekVN72i6faYU/doD68O1
YiPAXjVGos4Xa9YVHqwu+6w8Dj6FOCxLi0BdDxy7d4meA4cuMGedjhTsF3UoRoMW/siyRejSuP+L
vfPYjlvJtu2/VB9nwJvG68CkIZlM0UkkOxiUg/ce/3S/4v3Ym4FTRkqdK966r1sqI0piEplAIBCx
91pzZX5Vc2t7HaCtlEY3Skovku2+8tdyoi1bW3MDmjhr9Hv6gqAqYoSS0oEYB1b4JRPB/BDNfXgf
MjlN1NJ1YzqrhMUrXmxVxWs4KksKu6uSdHz0lHp2ctKhhiJq3jwgTCO2Sl6cmYyXPlyhHyldaF11
6AURyKwE7OyXSkvvh1rrFHecFjN1FxKiSAzOVTyYq2pndpBOlmQGiV5RNJ478nh8tW+pPFObnbug
daa2JCB5VomYNhUUzopkFQaXi/hkmghk4AVzbGAlNrSe74/NpGBLt9aSZ9kavRUtrWOboaktD5Y1
zsMVso1h2Ccyz6i20NrwAId1pjhM4e8ROZbyDfmo/cYGgBYoDGuKqaEeT2AXp6SYOKKcf57aOXwM
myn8KsU0e91pmScUgvNkTR57rea6Shrtpc0JRoV96ugvTTLDrG17xdlT5aUol2VpWRzmaA7vAQfW
8NFSggaR3WZkYSprQ2JknjUMdVVE62Zzaes0mdA4uhiOrA/dJLEnrGotvKokEp79no9MU7chHtTT
ukV+kqn0fc5bCT1gzkbbpO2q2C2ZoXP1oUx1mOL0SegJKGoXZyg3CvOBJxlLur5TrQ94z43Va+yQ
dZXotk9k6cjV45zmtcmqx1To8nfoazz2n7ioEk1uZl+1hpgkRPCXgVl0mhnk7Wqd8zgcn3Wqeg96
WMXFTSPN1tcQgRuSLLVloFS6IUkui8K+D+KWLZIQCw5yEBPa8kTsgsx0IK0MHfR21cuYplwR0T2m
Nb3y9N5HMCSVwMJtRdpsYqGF1bI5/mSHiD39ilcywSRED7OSs6LJ6wlx7BDLNxUSckcpeZC2a0Ea
GuVmPzWn7MHs0n7Y18BMQtcolZaOGynLLHqMsmIxMM4roemTynSfD12kuBEPChNTQVw8KYiaNEY6
MfCwaItFecd7cVkYIi/CxMUoWCEgF53NmfFD8SkckWg5Ou0tCjGGr9h5t1eqMd39sH36i/KTsIv8
WZQ6fv0/f4MQIo5ikJTDrgev9CVvRa/lqadalPhJC/J2Nqx2Dwx53ttGSSOzXGOPqgIUAfAhwe+P
fOlq++XQbLh+rK5RyWRuJ2/bT/Gq9Q5BrmO0SgGMaclrzE6+bXTi1ePGqoNwDuddIyvOXTj0+off
v5G/OtGi7Yz5HU8Nyvmf3wcaSmsxCF3zyUFKgl7LbV9FsPjOiRY/5fJE/3iUizpfWyVgwSyS5u0o
Gq6MxlwCORrGXZWM7/nKfvlALEdlRaX5LbjxyqVdMF3zIYxmBzo9OQZuM0T9XsKq+w4Z6C+PslHc
BDAOvuXPp62rtCmubYlHxrTK+6iy+x1hEcaf1Y4/i9J/MT5/OW18FmALGLVRQlrKJYgkWtgvaY2d
+kD2qf8A4t8lk5Ie5hDv2O/HwV8eyhZGFzhTFqfv5w/UrhDrIlIG/DSJm50aQj8hXNoCfa5M79zb
F+Y0nUIsJBAq6LZsySrtt4tDVQI7mSSZ33R99IUWefFoYFnYNakx+51dSVekIf9vTiXgWsrqFPIo
u4uqxA8TCmW0Rh+HMPWdtWk/raGCVNM2pGM+leE7V+3XsYENjhtccICommgXg11em2SpBzvz62mt
9k6Xf2818z0n3K8nEWcm2AV0iyLb75Lj1mk0x3X4i36tW8sTtdWVR2M531Afbk8y8qtTuUoYVH4/
Sv7qo3E8Ph6sbmbPi0sXmksF9murLo7rYdJxYMV18V7U5a+To4KVEDEEvm+gZPYvkTqWXJRsVVI/
rFi++M1UkVtlsvJG/YqVgLjrKtFuljiTNAKn5fK1rhoyMHspVzQ6e1i43hmyvzwoxBsSkFkNjD2Q
KfXn0WPMC1o76ge+ZA/JhyITmSxI2r1Cr9VrJRa5SskUagc97kMERv9sG/3FHPBXp5zbkmYOXVjB
Ev350PPa1ZI045xKTXP2zUHNbiiFx/7/4ijoz5gxwa5hlv35KKigWTWFRuITqELOdl1lO0VsDX9/
FDHyf3oMcBo5iEb1T7j7L2fNMSr1pll1ruva6PuIdd9daaAwiJKuYf01zc47RvhfZzXkWOBC4KOr
sqDJ/PyxegkQotKMqY+L0doZZboew2RAu0/pUX0Pw/oXt+RPBxOD6IcpJu51XRqtCYWK1avUzhUV
y6NU2QdsSmykobLcjFbXFcHvT6oirs3FWWXSJqmGRwSLGfviQ6KpWbBUkMdSWYN5ywrcQdXTSQ+N
IVv+mOVU+dVEoQPTVep8IrnWuZUdpllfY/+371sYHdR5wv3v39aGDbx8W2DcYVuJHqKxve0fTkeF
wjROFj3xC+w9KGFmlt1Blhthcj2UivE22mInSKyl/BqqI2GIPSJgHJKFss8mRT/VKdRw7BGZhBQh
zQ7KqkrfhkLRuNuzJHEl6iG0uNG6f4gG9gN/jtX/KCH/ptIDYIz8cxL6tc/wrS3fis/Dl+rH9vXf
X/b3RoPq/IEYTscWbXFbcYn5iX9vX+vKH0TbkIYKIBgNkPpD+1r+g9RdlmUsNzUeW3z5rz6D8wfr
T5OVhyUenaI/8G/1GS5uCnjg2N9leho8Gw3TvDDgt1WlIpai2jLG4eQWU23fw4khyIIiwDuTzOWs
dnmoi6V8p6HYNhv8FcR31Z+idQy9YSrGa4kGYoAU/T2cweWkth1v68izhtKBb/w8z2hUYyksUYGN
7UnhszmSSK6kPezJbNz+zQfD5cEuJhcqVRbA5xkGkhJPN3HZoSAftfydOezyIcdRxBzNcpAJDPzS
5eMHL4wFYyOmV5oIVV8R7is8prsfRvH/4FEqjuKwWMfPz0SJFPfnEzcMSmy2IYJqy3KM/UQvjP3B
ar1zlE1M8K+JD8IE63ULBT8iYOiBLNB+PkyRtp1OsvndaXd+Pe4edzs38N68w5X38M61uUhV+/VI
FxeHtlOu0k272/l3z5/PkXt2g5dbT3bfOc5Gc/zdJ7p4snVNV8eWOI672z0f7+93R9e78bzA8w7X
J//a897ZjFwsAH/9YJfrTIWCI3yOu5P/+ngMONDD70cCq46f5odfjnC59c9GamQVF+naP/m+fzqf
d8cTH2vPtQrcXeOeuWyf3YCvT/ziX/jG0+5+d+/yV0f+kV+Be88Lju6tyz/xlXjt8bi/5ffDg3fl
+Vfe3ck7+Lvz7rQTA8D3vVtvtzsG4iMdrq6uPM/zr3e7E8PkvPM97yp2Dwf/zGtOu9edHxy8a77x
4B+eT2ef384+r/n9qaBb/9OpQIFEdAK3g8rSFmgQS8yfx+uas1Jj0du7amMWka/GVja5tbpKn3I6
fB8lQUX3Ymwt0o48kPHUq6OKiLMJZfIZ+3z5aJO0PXvEmKbxcdEG421BhKYg9k5UDZ7CgI83Ks2x
hzMZo56LbGxf+3mdWSolPWJgUv/ktLiLZ10tPdR7oeLBNAKWZUsYVf3cYebGUp0Ns9fhdV7dQQHw
RQZdZnxfK/TlQVG3xQEBsYxYxcwA9g4huUJ7J1e7jxM9mPhKVUcdgYTOLGmlS/tJBTQnjKFhvLj0
R3qknJBw8ZBJfau4VHytBbFLV55l2KYf0Z2g+yGVcMm9NZ4Mx43NiUlRM9Be7gBaTDo2fBUhhm1G
kPBMCAcx2JcSSqnU4qRz22TVaRprS/EUyo2FRVBHLQOyTFfbgARGxCqW1OZtoEqN8zzGefNS0aYe
0X4IAU+YaJhTEiurnUCOHf00Z9Kkemlf09ruY00hUiaz49jX8sz5usoDLdGqroySXpONpwlnWdce
CF6HN9Ab+mJ5UjHUHwEqCjGQE9qJh7p6NHZW06Z35MfQEGsr2fxumrXyvUgbg7q2ZS3OSVDs9GAZ
VEg6ujVpdxORb/MhrxKHJGieViAu0ro953U0UY7OCv2tVKP6obPU/MVqmvxzWxr24lutPQ60iPUU
V6wpp6dF0XMzYAcVdU9jUcXRzqQaPlPHnFF6p7PRfC/7ccRx2zsTTwpVL2kl1ev6QB9xNj06zryD
Mqvim3SadcmFwabRFleb+DWznexWKatiAraf6aUvRwpnKGEoSwEZYb2y05wpfxmGUcXrHDvdacQH
SxeuKWh/R0jR/VEJMcA7Oa6HQ1GP2ScaH2yYCi4agk0qQLKXFxVcDoF5JJRVy5yHoqvqdrfYSKeC
tkkAHU0M+2+6ZtqnIo2wLy+lPS9UyaEUePnU99mBMvX80vRjr7gsv4obZJmAUQyjsb7rWR1hEG6q
vrzVjchRj1lH+9orCdb9mGL1fcsVEAcEoCW0cO2kL+6xI7TZ4zwyUmDUzNLTvNiA7OcKzTdFH+mu
NRmZPgJd45YyeVHubMmuhY2z7xFncS8twtmefqTS79g+JXeVO1JOKdaTqhWe6Fuips2LaEm9OlRR
oi0S+bCIlfTKDtoWHvtBwSx1ZxK9Orga+IQ79EQAD0ylHOND21ldezNovVEEqVRUsh8iUYp3ba8t
SB362pGBKlgdLATVqR9CYbFI5UT9omy+i07Gr9Ztbox2mnDmtZtLQxaGDTzLeDeazBnaXSIsHWsD
Uc6li5ChVROmj6YKKdMsTTHHt3giypsWQQ13vzCLUD5hfYCbGNWgbhbGUw9u0mGJlQ+jOwnDSScD
W/DpOC3Jodk8KYldtqilN68KGElmKmGSvaWGjpulnmOcLd2sJ703/el4QWPgeJhDoxdco83L8Kc7
pmzLOIiiZSKpYXPQSIsdf3aaGl9NrbdgWKo4CR/x7NNJLwquxLr5cUKlptnZ2ZMZ+5FG4Kq7psK/
w82E0tgUtp5YGHxUYfUJpcWEUSSv8yMAEPPr3A3hR3C5Tn/E4YCPDhN29OiMWvIKzbP52G7CXxqw
aIChsb5JmzA4tmXtQd/kwmXrJF+aTURcapH0JHM3vsWbyNiABHHKN+lxt8mQw02SbJgJIslNqNzY
etd6ndAv90k6vITMVni9hb45bjWUzsWwFP68on+OgVbeTZso2qQhSDNSaKXHEZqqJ+Q59NY2ObUp
lNUzy/JuF4ftCE6oLh1iyRUbIfbYOOFTt8mzlTSzv+lCs11v8u18k3Kbm6w7aVB4t5vYm/uHR1cy
6OFtItTga02AB/ZkNOJVpDv4Ywbu8mMmVOQS22tj10OywkBd6+UVRQpcq6NQn9M1QlCty81wG6UI
LY9gn5ZHuywRraNcRMCuF2aKmN2paUWHkAfkQK0l3ThhA71ehAa+2+TwFQop6hh1h4bS2CTzgJ+Q
z0dIRq7JEjQQ1W8C+34T2yuppB+NTYKPuw05PtQwRd+vm0y/kM0qprZFtOaO7j1K/k3UL+Juw1vq
s+U1TcJFpu02tKFP9ubwBkNBf+6UCQJ3SvpH6xqqmb1NbUEbV4uV+FMn89a8RC7i/TpWRoIysOm+
Et6SExJCW3Hy0S/QdXOyup+8sUa349HxQS4qDwNy/6mLuH8aQI+F30hW9IWJx1CPWKeQ1w41/ni5
jMHphKkjfY5G/JSuPCPj9aKxy+8JDaOjnpkMNy9Zcj30F6w+6E/wx81+RZuu8ifCFDJPVtMw24VW
MtxLscOTGgx2QeMtQR+5VxTKKQiFayMPIJy00a7CgVZeRYnEtCCZfAR/7dT40eqWnvDOqnO+S44+
Dzf8qPiRRONZ9awemdApBch4bnVIOezYWhqS5aJWPWArO879tTDaGdWwQ8hxuBYR7gN85di6iLtU
XWuiv3hcxqI0ueE7Uz10htp191HZ2meFRnvnpnmU38yOUiVgOJTxYcGSQ1mH5u5TyEBSdtOU1rOL
Q8ohRQAESMmu1W3VMvti1QW+pLla4yf8G8UTEJHsvOi1dpdoa71nwI57JwbM5ee0NctdtmrfalVc
csTA6p0tsRNyKbxKsxepYfJQdrjQvNFJTJmdHEMFIYGd+4sSh69p3Y3rzmyl9Arz9dh72Fn7PCiw
J2Ibr6FzeqnWYCYqZC3E8JrWfQa1R7Zrv0wW1ktLXKDZsDOrfW6tjGcmcC+GmcXNh44HcOPtYOTJ
HKwdI89l4aG9hEvd3JqDEZ7npWLUdYW49lg2T2O3TN+q2p4eF2zVdEYlmrAEjeP59iJG/U1qt/mr
PsjZ1yGDNuBLZlh9kM12MV2zwVTmTbKDPXxah2R8Z1n+y46Ys0aUAVtIuNR0SS4W5UWDzqGIrWcH
oZnfaKyDZjN7L7Hyl0qCOIignW7hm1RJfl75F1qiQ9Hg6cMj0Am0RjOuNJAVEC7ahIf17zca7+1W
nYs6iS6PI9Hnyp3/7D/uto3W4Z2N6obh/M1G1bmo068RUDUYuHfXu9dzFLhHdmdsvo5sW9m78YsN
Hl+xrQsi17s6XH0/cA3d7/7hcPg+uXcP7+1jDXGZfveGLgobRW9jr+MN7c5Hdnje98MxcXf7ndjL
sak8+/4DW0f+yI6Q/3OvDif2h/zreffoPx7vT/5zxQZz7z5ffxZbRD7Kee/uHz+M7DF9dqL3xz2b
44CNZFC7we1b6l49HLwr31dd/87fnV4d9ym4FVtX3z34wZ3nuldiw/vOaN0KNL/7nGI4/1DszSpp
1mD/3fmnw8l93vm70eV9v+x3bJHFXll8PLa/12K7y5sIrv13Lr22NQ9+9xbEYP/hLazWQgilONXP
7M9PnAWxq+YL/+x718fjiXfw6h5PR/7n8wY5cUHj8uWOc344+Yfdq7vzn7k4u1f/eD7zphk35/vI
dT8xinZcEzb+wZXr7p7de+/K3Qoux/3xfLz/dozcb/fih35+PL8m7uPqfo7cIxUZiiXne/747Ruj
ced6B+/2gUIQv98dHoKHw3cqBYfDg/t4fzzOrhu5+9vg8Onm9vbT7dUheDpeHb4+3HnB3rvz/JMX
BA+++3YjSgIULh6uDgc3uLq6obB0deDU+5zV7TTzyb9zuk++xxEPVGlOR0oQ194huKW0sH3jxwf+
mpHCa6/vnp8ZiN7X39/vWx3ydxfkYnaxo7CSLEos1DIonoixuz/5x63G4lIbodzBf713xgGY1Xdu
uYuZs4MREY4MxROzwDVjT9z74j/8fn7dnbiOJ4bAKwWW07lxuUdOr68MFPdmf3Tvj/f7436/D/b7
G5crwfm55t4MXm5uuGSue+N6twdRyOH+5Ux6d9ecYfcQXN1519eifnM4/P4k6rK4c353Fi9qbxCr
FZzTTGlcwjO1JPGJrsWcwTsXtSUuMpeUK80Y5pJfc5oZaFSk+CPzAP92YHSc/OCKL/nu3ZFp58C/
cib4mjHpMbp9JmR+JD9efMuu4vXHRyYtLhd3wVbrEkc87rxXvoW34Ioymfh2/hC4YmAfOC7fy0/8
sD/z4xmM/ChuquMxEIW00+nZ58wfH10qeryG0yoqiMwKvDlez88TP8y74Qtu1hPviJuCOZyr8DG4
Et8aXB2ZSW63ccOnPuwrPjyXxd0FB+qRooQnynO8tz2vvPfe+KkMf+/qVtxk4jRxosSrmRAL7n2m
To+/3i7ZfxpHfxMYdp6o/33j6OGtBKrh4ctsk5I+9594DaG1+vtL/+VSEcznf3SOMDn+s3lkaESz
mpYMk3mzPgor3z9AGqrxhwjxRBCATAVqg8XL/gHSEP0ohDgILoRrUehY/n+6Rxhl4Hugtkfig2Tk
Ul1BXWvqumEo/JIWmJc2evhoTr12WLVq/PLDGfofNCW2Q/Gm+VSs9+RL2raMPw32NSLomGiVIC5l
2S8nZ31nJfLzLILSTXygH45yMYv0uP56PcYrR3PE8kYFXBfW8a+//yicmp8mK3EYRHR03VDV8WGg
Df38DJacjNC2Wl58u4ygJAAX7PxZypfbimh066TH1AO9uoRn7mloZW2U5qEQLfd4lq/l3smoKLfh
tH6Vp0gOEXdI7eBoHkpxCBRqoVk5gNiQFdUHFYyqA3nRSPdWpNvJLlnCufTTNumhvEFlmw/AsSRo
dTAQMbiZY7T4bOOUb2rEpqBMpvFrHmkRjkQwlphMzDDVgJnginGlqICwps7URg8I4dfCRSUofW8h
QZ6qQTHZ7MJFg+eqpsM3vOiw7qZq7FKPGL3pYTatHm4jXpGn0q7CWyJl8hRkFckf3gx4KvFWq0BU
VcFgwzGiDg3FQtADnyAiTgMlhgk+spopMmXkoUScSPy1SY0Hr13uKbLef28yHVM6pTD8/ithfB8N
NTWA/RKY86WnxH+lSQC73HlU0zd+vgqEUhkqgET1EpVuaOlyQT1RjdVrwEvlrWyliE6t2jLekL9b
+ABVBVLVMtrD6FXgyEyivrtx4u/L9VRGo215ppmVN/aSUZJqzD7RQdGu7MYSux3sQyKZc3azdI2D
gNJqO9BsTmcsd5IChNWLS9N4jfFJwdeb5/au7NVEPjSGxnkmn6kD3AEF5CQ3RfsR/xaFzMhe0se5
mKrPYCZxKGKVkFcBgzZzKqd5rQA7MWbISmZJfh0aRlW/zpRZdwhzN5JvulE4T6EwA2lgB3rqQ2OC
HwPz64Ke3LLrxVWHqL2nrlq9qnKafjA2n1GfmPnHOLObVxUjiIwZps3PZawuoR/VivkxQ6V0osTW
X5cFHgLEk+WwBKGwN4XG4iyHWpietMQxP7ebE4q6La4oQxikjFRXTsrmmhrqrHt0hJVqFKYqLG/4
q+LaaJ8BdOK6ijcHliLMWNLmywIM2r4aHSFD7lAuOLeczcUVCUPXuHm7erVu432+eb4WhJKRawgr
WBVpLW6xzSHWbW4x8rcokcsyGciesTnKUmONjunmM1vaHhKJYrQxBjDoFHeY9cfFU9SclIxmVaFd
rZtzTcqn4q0TdraxssyvFHTCAz40qIdtbkrPoMxeKyS83GTCFhda9A7cITPXmfqA2eA/21x0yzB1
d2Rl4a3TVx3AjB2uah8sm/+OVl2fYWjDlmfOs3yeN69eSgoWWK7Nwwf3pH3pbKkLvUqY/ExpxhBW
lnKNs1sS1flKWAK7uAnnYNicgjCO6zBAy46DMNvchG0hYcbRNpehKQyH0+Y9XBr4LBSGyG1yDUKO
jqtioAzH6lHcgYITV33zMi6bEhonG6podVNIx4OcP5GwiW662DTUlJuEfWbTVk/OUPYewwjNdQ96
YvKbTYttbbrsTEi0GyHWpsGAbjsKhYa72/Tcw6btni3yQb1603zXm/47Sxe04LqQhWtoMMDdbWpx
OOu1EqybirzaFOWWvjTCwoXQXI7F7Z9t+nNuRfspwvQhB8mmUF8W4AhBBcFGYhIUKnZpU7S3Qtxu
bDp3Q0jeCyF+r4fKOlubIr5dw6oPCqeM98uq1gLbLPTz2qalt+Q4Tr2SGz7Zz9bS7jOrV+odnSA1
3mVtMeLBkDSMZ3Zv35N9Wr3MtW6Gu0TT8SoPSjJ/HmPdKqCPTp0PYXv0u1XK7inn4EOY1lZ7q6dq
QfBkT82xLdZ8DBTyGHoP3b/8CBavPsxSGsowU7L4a5cl0ctSR+lr0S/aEz0I5+vQzEXimWGTMq9q
BfaaSE+Fd8eIqat3qaN+ynM1Phvpim+oiRX1FpbxPMI+t5wEZI5cIyPPjPRVmcusc8spRmdak8Ig
IVlqkXv3uRZ/QEWK7Uupx/penB/8WKYR3lijqjyn0G7nIGxKSD55juvSC+e0vl2GtZh202ql1jVF
tx4PlDU6z9Og2K8rI/kmr2vsacU4DJaX87Q33SRdiCNIxnn63FfFOnnNbCZc8ShnfpZabh83tvL8
S6hz07oRNfWrQS1WnoB2mBiuOQ4dzda2rSuvX43qg9HVyq1t85gO8kaNnu3UlF+KrqVfQ7V6wikV
NsYVfdwF4ooNPw/qrax/6UZpaIIinJe3hg+kYTkg7dQFzp5K1Maj4hk2CQEVuV2Hj7idlqfGxjqS
o8MnUHIViMg2tmTmYRaB9yotUowRepzd604kv1Hbx66C6AwvY1jiF4ZMC2Me+I16W/KgjiE0atp9
yTzybNgDNvkC+tJXpaPP5CfqoO/gMyVHzldGHbiE22X08nCP/yr6VsDPVdwVS4KO40yiSR2RkUoN
MKMBxrggj6LAPPIgRUn2KKXjQK2f1u2naU6iN7x61LTNQV6/5ST0Na5SKLQHK7nPyHntiwRl69Iz
Raf6VDy0Toqh2NSL5Yaa3HpuqkV/4HmVa+AHjPpYFyV8QFOTgfsnyE5Td6pL9RkYLA3aLI+7F4gd
00ddxWbsJbltXHXGZJywZGGZbC2WXNDWCgmPCLCm2aXASYHYiuSv9QRT9VAAsYiCIlkQZsqd/KGs
QpoMEulr96ZRSl86BAI5GGAReWATcD+4ohN4U+UGgO2wJ7GW8WPwjFWXUWhi54EmBo7g/iRB6P7k
ZHzO2RmSmyHSUWFr2UilFoMW2snoZuqa7GzQcyg9DRPzw0y3PqHsufS6H8Fdvyag3VhQpI/mzcST
ZfQwhsVepWTOUx4n2qekr3p7V7TwpgsFqJHfjJY9u1PSTnRHgTa2qRFjnrXULL62ZAP0dObUUMdK
cEwx7r9q+Zjak4NzFO/YTTtPOCSzkU6ut4xa9aGbRXLTrJKtEki62Zg4Gcv2LrTk8OtSKdy+C+qi
t0wz52tnGlETOAnmRFjkUt6Dq85HAgOMDAlVWbbxd3WFCYgVeW0+O0tnSl6StdUTj+7ydSC5I9yB
TleOsLCVEAdbZJyIw2jO0mymDwZkoxR7bC4f6RZUi9vAbn5wSM342ESWAYNCsR/wfNENW6UZQX/m
9OaXmQxEaCKdFZ1JYe5CH2egTLJCbzMqqO0zgorFZH3V28mncppsyYubcvouL+r8wUkHGpcxaNgb
26pFDzRtwtGfwlyddu/sIy53EUhGHUS7hgLLBpTNRdF0hnFToguofCOTmrtcqh1fZpTsY3h9n35/
KCE4/KG8wo4FjZYiJmWoCIgSLxMM6bW2YDaLxievQHsErF1Jbi1L4WtjQ7F3OwvTImbphQdPrutN
snNqY/leLI2jBZmh1h/zSBntR62lm+dGWQzAFYSgcj0jQn8EY2fLPldU/TaVc8LzvVi0DvPfmH5X
LLm7gwu5vBrGRPNcnw3Qnkhbnbd50OZXJZmwHtG0se/6gg6TiUf0M8SP4gE6aYfHfWJn9GeJ/j+l
i79pRIcxjP770sWH5G34v//1Y8ni7y/5R8lC/gOZK5YHFdEqvmXRK/mH3lUAPi1FJqDL5jDY1n4o
WfxhiQAoh6RWgFEUNXjZP0oWCmpYlVkbMwxYUXQz/xauibzIi6GM2QnVOu4MiyQmfBMXkteubiUH
yQxgI2ZDkjD00L5daSJVfq328iEyFNqd2WzoT4WT8ITE40Pwt5FZFXlKS2g+9ZqOfTUFI09Wo91I
+U6CJ3mmsoB9V5am6GtINFjOXjYqFS/vjVDfwY9Uv0klHqZDgnBj8TT4L5K3aEbH+i00I3/kYQpv
DViisk9WIRqb2nT9Xsr03QeYl4+tASiCDUWxQCeyjfi+VmWSiFk09wOgRn2tDnDjAfCoqd03h2Gh
PBQsWGrvysWSPytGyl5cqiv9tlB7hYVNmPBy5nd2mNWS6l8QpDhfe4tZCyh1RaDF2knOIw38fn3E
IdgS1pNHqn0YVrI9CM6NymeW5LBAjL4086t4tFSeGtWYG0FBFu9yjVc1jN2or4mfkONsxXlCDILf
G7H5TcKT/jqadh8GM7RqFWFABAVVgdIJbTBZ20+LXQ9hoEktUOuVFr3uxVVvPGlWWH7QlmrID5Nh
osnRWNizQZ3U+b7vp1bxS3gI7JHnVFQSyjX7lsKefDAmIqw8Nj7NAKUHzzCozmwk2cMx40/tNAoP
uJ3SGMfdC2C5tFQj92URdoAMaDTOQMtHNGBT2H/NC9xf+IvjjFyjtZof40SXQYkqYDBcA2yg4raG
VNtuwXb9nIJDwBKL6ofhYmZMbO3cRF/RV6EBYGHDPjkpR3j3aAnb505rxvrGhHgcHwajatq9LukO
2BGQkiVoes24N4nQwr/TmOngGSjubtuxSKJbcrLTbm+H9iD0blZ0iCJo/ape519kcp6+TrIM7XMW
/WVnlGg1S6LrnEo2Dei2q2BPUHhIHoxqjsBhp6OhgXOhc61UXdaysDW/UUgoET5tTe5C9LuhLNZ7
KFjaXS264Y02FE+L6JCbW7N8VNXsy0raZ+zWrU47Pe+eUTPSYB+G2lJ25BkoTwsqyHAXZsn0MG2N
ebj2+Q1EMdr1FdEo5w7gTHffycw2B8YBC0p7a/TjzqPpH6tcIndInAgkuAxJ3pU3kUC8CQaqTTxQ
QJcDqlnOkCZKhF/nkkXZcCoLY1G9CtYLjPFFxQ21xEkuXefYLA5jspTWyZadGx542VUPO0LUXYBw
4WqOSTHCKj9TJIq6N3OM+3OitdkgWBDFXYWCDg0lmp+zrvfzdIiSfsLinahTdhg1Bipix5ValZ7X
bGnlaI4RpttNNe3yIlRYpZTlhNkn7rt9NpP6wGZyjhF79vbLtGQIDLppepFbfMon8nfk0RvWNrub
W0WvDgBJ0NAMhVGzKJaokvYYpGskd7r8UQTD555ZVON43UbtCCa30rU3U1LQfJLEPB0dqGQOHMNK
e0Q0T1RpFcbRh2VWMvi/Q84lkZUJNxurOrQxEIG1G4PaU+nOMzxhuv1O8wlhxVp5TKJDukOkmiM4
aAwTxyRAMnYzKLi+2yg50c4CjczcmPWrHhhWF35CgDoS6t5YzHMpVbvOHVqrGwJQmSvInoZt2l2G
bis71g4Uy4NuLMYJ4HKzBmtEbcatTHv4SPVH6oKlzyIgO4lpBFVbFic9yQHXwJEpnoQ3Hsd3l8nz
3pSm9BjV4Eko5CFWk4CyqYGm5utzmo/aa97mxeKHSZh/cbJ0Rjc7O2xIlKIrT4ZZGepO7xrlpQKr
17iqk3UfdX2wuHXHmlJKrGoWGabVrL4seRResyNsH+VISh9SkUXusnJmVBkVOi6vlIbimhCxePBW
Iicl9n2WqCVJVF2HVBpO2mjX9XMi5fGpsqcodlO5bNJ9p6dgZ8Y0cV7NlAdCsDotWRDk0JCTo8da
d+jTurGop03zgzFy03hZC63FjRMLkJL6/9g7k+W6jXTrvkrFP4cDfTM9OA37XqSoCYKiJPRAIoFE
9/R3JawKy/S99l/zGtSkLIo6OADya/bey1rMB3KoujKGy9HLRwW17OTZfM2kKUlYDGNFh3qAYd19
a4NB5+WH0x5uVdbeIVF2y0NOoPewtz2G2vt+Iedot9Yqvy7cMiG/WK2QE/iXD5+HMUffxBjf/rIM
0mWGXZCSbIZJdRf4S8GALRlTe2etMrg1rfnCaNaFD7IuGPx1dmy698aaJGCovT0lJy6Gz2imw5fJ
wmmIdFrjKvMmiMA+IV/C7RTk8uBaUl2MNcH0uzbTr21woJ0LsWIhmdjPhjk8QMCBqTGuSapDo3h9
7Oqm9V65/6PqopiS/h4KCLKuAYEm5zQR9ai05qU/y4oBc6PXUYafrK4vEMyROsKz3Aeyi3EcTOUp
gi61h4NXS5hYMw8QLEvve1R5vX0Q/ozYmbi8GjY9LIY3A2HtK9hzYmyLAgYR1KW2qo62qtrqFGZT
dt2nCrltRxjAi9PWJmQZ3+ObIjMEhAeDiA7OhKD/48EF2GOHObnHAXnJRLcAgit3gvvdOgvkZFn7
NKnH9SAtwxnisBsV/IKIOqOdFg7OiChhWrLOEM98jT6IMTKoXgpDDuFeyjJnbl6aPtkYPUSAAGUX
hf0XXv1duK/dXL1LaC4BL5Wqf8LAxiKjsx1B7PUaMdsOlpVxQqns7hJVdOEgJfXc9FhFcDhIDEui
J2sKvHlnEbGg6Pj1OAO9+HoTkVU07HpldF84w8H90RyF90TaTN2hXHUhNC31Ch8xRbBDvzrmL0TY
8K5ZRLOoQ9CMxDc1QnK2Ldm8GLsWEAMNeFsuI/PMynhtF5OQsVZDJQlNbvpu304pg52oF9OyjyqQ
SfvRq4t+D0G6ZGLcC+iAZFCQXzH5XMuYXJbijvAaeUxRXor9OHdyPvK89NOBf3lBt+KNvGRGkY8e
lMXEeu8TCIQcsSWiO1d1WhuIifcly4wejTtiqqrx8UoyzTWfektac+znviX2nY8+crarpeHjlMjt
lRqGS7DZqqGDTsnyChXxRhYKPJKdevOBtKSW0EUDmtleWh0Tt9nteUViepjuBeItc0d1LsNLn1iq
ARtBSyg25Rn1VIhs/6u3BhSmWgZmw1X0Bcgcu10Hgnit8b7ppsmIBXVtug+S1b8IZwnfYiHETlK/
TIq4shQJuU0yccR8fMJTIP3Vvl6hMHo7Jx+FFxM91c0H02/8G9gZzVU588LneBHFBZmk2iIR9Sxt
6ParL0iPySsnB0xrONn+7z36PtT1NW8kxG+p+XUxAty5apHpYzamxHp2gxQMQJEkHwgyRxnsFFbp
xVg81xMG0cI6wtDRuUljmAaXIaPSK7OqQFj0XWufTJiK9P1lQGTNaHsLW5Q2XPPd6ujbJffX8t3h
lfJWj+PonhzLVAbcEjGFB5BTDDaZRJXfmrrwQE5nrHdBfarumqFuHZzJlYzLnRwz70eSUIlCv2lE
cLADn/d4ts6sFEYh3NOscpJfiTML2K8xl8PhqUyK4yLzOnS1HYg4g8nfuSHHCcuEOfOKyuwu/M42
R5lHx2u8Oh4C8mgC2EFo5Q0kxewps6/kJrTy6Kqx7645AMLLvBqEfbICwioPCdwZJrqrO3MEcKC/
mavJ7V/K2QVb1QIyYqqTB9HB48WBATwH7k0squ2sxKDOlGVROIjvpWia4eDVFrWHWYfU3G3mUN2W
qy60xEwhH0L+zk/FyhI75mwHJ+nlms44VA1rTwAu3HqZWzvAE8gc7y4s7jrJtsxgztnWXXMRUu5F
h6Iywhu/Ysmg3x8zN4GN52LnGBkZhCZvG3my0yHwd20busa+gCDKYZh3vnOv/HbhexwH4+glqjm5
vW2eqDKHn7kq/50j/D87YHL2d3OEh7z917fv/7p4a77n8s/+2d9/9I95Ah06r5/IZ1qrI2j+mCe4
v1GTOoy+EGYyNfiTBMKEM0IWs07qJMSCWJA/5gm28xvgTZ8hBAMHy9Q/9+8A7J86BLKz/8/skQ+D
MQ8HLiZ9beM1TZQVzodV/qLEWPA4dDG1nwdbfVz3tPPr6ZeL87+oHz4oUHmYkQmgb2X2btkeLrM/
CwZYHdtJVrkreLvBOVqule1qS+b7DPH3/u9/1ccPxK+itXX4XNqZTAbBn39Vhfl4tgnZiQGMZJdt
RMdXQWv7B5XrnwWfTEL4La7N7JL0bg170f+KX1SIrrWUddDjuhjSbLmVsx1cyLFCeL7Y9W0h6voT
Ad7WP4T4/C9XEb+0yxTJ5Bp65gfZaws5V/bCJS/fwOYzWpKEMneo7y0SMc7//iraH6ZM+gNq+zZS
FX4Z9+iHb0ysvlwjvGIY9cYmYmZd9Z/I0Cop9xfwCCA3YSlYpSApNKwh/4VeP11TSeEpIva4N3bp
WtR3bGixmwzNAJQd1QeDEAnQhfmob9+TAm41B9UHRP8DDWbcIMxwfvj7z6H96b8Ofvkc1NEIVliT
a4GP+2Fa5rZG0TATmqm0Mva/DQMa1NaEDGT3/tCzx8zX5qmvfQXUNVyXT2U5te6VVUP7OPneOBfs
K/3xTZZifU972rZ9tzTV9TokOquDiEP5D3eWluj8IQTUdxZ2b24swtj9IEDi9Oc7y4AznZuWmOMC
mMQF8xZ2sVNTv/bEmjJlEmBCF2HzSdj0Hf7+Yv31/mJBZ6IcifSD6n6M7DW6zphgKM8xRfKXjlnF
p8FS5m3ZKvVPQuK/fkjbJGnAB7PEtFQTln59fNLeA6Uc2cCYsaHQQ2MD2DPDA7W6usv3v/9Uf30h
OIxWdN4AGWM+7+APvysw57oVK3fyvFSHQc7fyApJ/yEc4IPqffvaItIEkdgzNka09uGFsKzjlLbY
+fAx0qPs6tVMLgl7V0fupOTMSyH9ME/1D8pijgSRtrlwSxPdxeTOzhc4leowzOP6A+EL6ZJDIr2r
wWoAOvzH14JDhYT8iCPJc7dP8ctrq10NC+BoQos+GQF8iz4/yyXh93//Wyz9UH24h8EWONRY+usl
jenDJcdo4BQrsqLEAI4zjyERm3XK/Cxd6otcre0Bzm51QITjXoNAqL57RMv9wz9C/46P/4bAtDh1
yaBx/Y+ZMOk02k1GVx7PtLlYdmB+ejRH//Bb/vrIkCmHDNGiEuR6fiQOlAvIziFypjhnQXtdMVjf
Y6r1z2s1J/+wLnMc/X7/80dyUQpwE3tEZ5G1wpLh16fGnKOgZHnPAKQTBDdTeDLKYZTVPztL0+ak
a/e2TzGL/CB25qF7ylTVjTvuWoXyRUXhi0M0tDoUys++kgqYRftJdebrajTEKi0k8k5xSSDqM8+/
8TDMkXyxlYAuUHS9OsNg6X5f1Fhh4SmbqD4mKC5ALSxWJOPA1RH7nF3A15PIrO5wcSMq6OgryLLF
2MhqdeyfOBnnLDZFa750I6onPebJHw2zCh8ahl8dMD6YUXUyUZSD/1se5OBG2X4AJfkyM80dWHZn
hEZmVYFGpSYn74SCwWXSO+IhPY015tCYiUykdj2+01e7MWma0Fg0lybzOw8gQuBhtOlsHq1sJjAW
RmMoPoPV6p8Bw+MxcgvUVvveH9ziRPW9XmNQZZ4hHP5YNwU1sEijxgdOF5heKo86nVXK2quXaFnM
7oCwrnj1m3Zk3tlH6llVQYbUMw/dh2oJrB8YrpJ0H9XK7PcSLsZzWsmJkODEDInLFDwNZ0KmehFh
AVTarwZCplhQS9g7BpWjxQC4GyGP53V4X46M/bmEqfomS2cd2bnXVrBX62jdNFkh012UieG1QwJH
04PYS15KH+ndUToqa6/wnkqkU/NgFuctw9JWxa5bV/mnNulMfNW+46B1HJqu44ed6GQwpDSBK3qI
tooEEFaMx9a6AHJsMn0UwXw+NBXNrmnJ5TpymcMdkyEglijvvMU8eEVruoeR9ug9w2JuxgZCRRzf
9VgW+76ciL4bGROD5m2z5p5HO5A31hKpgq1Sie9kP/o4uN9cIGrNXQEAic1N7irpQQBzOz37RfBy
WQ5EaV/5spuvYHMa6KYmDlLULesKfgTyQXUgvLonoDQnCCwO/AaOQbLmpPn2xG9/8sy1z4gZb4No
Tyg4Q9mFgNcCTI6XfeXUsvDQmaPL/A5AgzgmfSTUYWLC9FImPg/bCNPtDXiD/DqULHwxKmc8k1M2
Bc+qj1brSskl+9rPHoOVvqgefUKFH0FmgKDKwMZ9o0rG3JfIocUQamUh9Lk14ppWI0PpOUtJpSXk
Cpi3syrziv26zf+NMgbum2jELuhTMzwaZgNnJUgkN6c143AkXJgnAxlEV7H5WrzoTgCdHtCK0cbj
/evDwzrgb0/CML9hItt+DlexfLProubOkcvyVncu7X1YloYRj5iAKyb+YfvMaMF66ewOORrzgLw+
MCOttEOwrov9PHvygrCG3Lxplt65aEdzRNixuF2zy5aSKCuVZuW9W0RLCcrZKe6JruoIM8jmrrvS
31h7XPLUNG4WryrzizCYUGsZTGsbMvoX9oisNnARFklU34rWX8OYV50GgDZmwA1ckSHNsMpM3ozF
QfFlOpnaiSD0UYh1VgbqA11jFLMEbG9nnolx1zqDOhCowFVIKfOqOMohs+v4BsNjeNCVJxce0ftc
ZASZQd5lJ6h49u+Y0GtBVJQEt11pwxVOq6A2z8IGiXnMgRvNd10u82emeiDV5sBbs4t6TMVZo2p8
+vU8WQpcjZxvaeR5v/kDaJDjvKTtHFfzHDyGsii6y4EsdV+rlJXDyM7ukHYgbu0PEdnEl26naA2s
xhyfGBdrv2KIuXYX1F1WHd0qYKeAMd7fT4asCdxNU27qWhQSHdAEKHIJMd/3M4mCaujFm+0MfQtV
1laPi7sIIM7uUj1bquMqqWhg4kv4Tv0143O/m0q28Aizvn3vWIR3e0H/hSca7PjOBMj8xV3mWhwy
9o2QH0uy4clDKDk0I+WsGqC2klRvQfAExNg3SbArgim9YeTdkF8uiuDBYMr1noPeFUcfyEK0W6RE
wAmKLsh2XWe1pI2URngHh9AITxN8w6duhIKDD3j0ir1LvRnuPNeDXIv1AQAemhkUho3yb3AirCVv
kLG9YsJTRv9Q6P61CgltKgQs3zbn+Raf9euRbS9mX6G8AdKw5ulFQXzveTKTuPD3Bddfe4YQbI0O
9NSOb2qDPxcGLS9J9MphT7gHnCvT7KPzyraLM4ph4xDW3qR3wP14nhj9+vuv/u8MSM+AdDn3f2tJ
9AzoJN8a5kDf2n/dtHKgM/nFC/P7z/8cBDkYXtAdMZIgV9LzNlPLHxwwHZ8HeuXnf6HX/rcXhp/y
PArYkH4M1AvhvX8MgvzfSL+F88KAiZlAgJbrPxkE6Xvkl+LSZRRFkBvoZAuJFGmc+k7+pTXA6UOS
fu9/UWDlRGvc+/lZbQbHlsKDlnUn2crsiFj8h4bkQ3v++2/VjwhDDUf/78+/1VAeiSiz/4Uc8ygL
r+rxwCw2rli3ruvnX76cu98/yq8QMvK5PnxEmh46Eh2n+nNA9OdfZo8mOz5yoHdp2y7kL2/oz4Dk
deMwaiIo0rHwlBQr+367lBqDqbIhiPsNIpptQFEOuiy6jaRgcM/8IL8fStv4NG0g0nWDkhY97nux
oUohNGTuLiBHbeLNOpTsrje06SxJRjnZG/I0WJyKifKGQlWaikrFNKWsOGGlFhs21SIe47Vl6a3O
Q81VdVrbRg654VaBpLY/2g3COkk5hc+IAPUcmEPOxKuR9/f+hm9tNpRroqmubst0YUc87syKdgO/
uhsEdtyAsMy0m2jXWYrYH7SX7qsGo1s7q/PMw5wX9T5069DfG7AFblDIMu+2w5HdU1SmbMTIN4IB
LGtrEQfX4LjeibTr0ktqf1wMplO4FJSGu3gXU+l4lORzwNqoD9n9RaxOb3KPYDhIqc6NCVGVErhe
H1yRfu5TymBqGxTVce01Tk+xUdYMjAzDB+UjSyKIeikTFwTPQPaLMTF3J2FmxcFvED01HywrSeW+
DlkFH4U5S3LGXTAQoD5H+KqtZanhYQ1r44Q1pTVu3awKvqHkK1O9VRnUUTV0/0dZhFV66RBjkJw7
XYCy1l3D9nOrwuJ71+NY2MGHFP7BVpxxsUG2OfCxseGQ6sN6vI4i6Mj7ShnR+SA8SDrRnGfT0XZk
U95iQ2BoicQBEkVPNB5NTtbA7rS6tWhPUIdEt2dQ2xQXBmGYKaUbCTMdS9ksb+47DCEKzcKYvU9N
5CcoaExBMAQy55BCvi64hEtUnrVS6cKFW+y1G13+RjvH4RNDSK3fhnRAJzYPRXDTEvPz1FRiik45
eo+LSIQr15yspCnOrLxAGJmiug7tpfEvepWijQ9ESmepgsQ5d4my1qFGJhAiBobDU9a6pY6cGtUl
dNgh0leNjUi62MbV4NukUY8uhcdpSNfB2CmR9XedNYk3ELggK0Bqoh9fs8B4G51leJgRWj2385K9
R16trpAUA241uNEAmlC5tHGq2a49fQIgA018NSDA3mcbBtbakLCL1HjYBjApP7JhY61lnZBJbzjZ
aBhs7zT3CDh2FnrU+3Uoh4dqw9ACMmaQY8/lczd6GRBoeLUBWI5hH3bT/D5uPFuMZndVGTD0EA1m
r924wW+DTn8XUjNxidnKhr1VjbB/0w2bK7MlguYiJdspL8PKc15HNXrzwnCpb4NonD+3msOrirIY
jkxxbOrJERFcuEF7E0cDfG1fDd+V7Me7FV2GfRwMFX0PopY4IsI7ykcPZtu8G9uy/ITRC0Tw1JrG
61zUpTg61aj8QySiDNzLBheuUJl/ym2NHG43/PBc8czGDpvoAByKRhQjsVp+oIlIPq/w16+9DWYc
rCuB7JNmHJuadtxo7vG6IZChQ4BD7qhI0Q5Rrzh7HIJWdho0PZkgOGZFfQZTuUvcut7TgmHb6Tfs
crshmGnEkY1gs3GNyznUmOZcE5u3Y+K/Bc1W0DC/+v8taB5V9bGc4af/vdeKfmNn5EacIyyNfueT
/ixnvOA3xrooYVG8Ehv7ay6sYQe/UfDzczZrq4hznyP63zpZKqQAbSqjLdS1HMNk03/YY/3dXgsj
6ofT3sdkbzsaEMCoGc2sHt39UtDwH0vFmqY7DI5/53epuHUUSe2aJY11sLobq7VHselD8QJFBGaF
hESkAZKunK6FrCS241a+yEc7YsXBBMGZgQa1XirfVC8NebcmvVn2+1pFnp8d1tpZsre8ZDPlnk+4
W4znsDcnJkre6E05Oq/c9QhJWwGmuDurkiOq/QBoM3DSujASelci7OiuxsBrki8TUq9gl2rKL9A0
7Z5lcoSTtttcta5Mcdi6xEkF117Iptid2lXuA23HnTep/rzJ9nsZ8Tfmm5p/E/bTAi93Ve1MP9a6
j4wYGW/+UrZtgFYmxLKyMxCIhDHFqnkhTdiU+1L7CJbNUlAWkf9ubkaDukCvQRJuHj3SPfvPifYk
QNFpH5fNqDBqzwK7N3QA5IyhF0Nfdhtwfl1z1dleFNrzoCxZJqSQ44Qg2ar9lGz2iJqT8auzmSYo
crIfwzDIMg42WwUgUCwWWY7EY4fTCmYMKsb5ctV+jNwBj7cztEuj036N1XQ4iqtwMfRsXVs6ujkX
d2Eq7RJvlDZ9VJgOr1DkYQXBtIMrxJvLDJGqNosYyFMDrQDARGLkAn1Lqb0lbhKNz3IznDSMW+19
wkd7LDZLijeb9ovQPpVWO1bwkWJeWbSPxdwsLZl2tyyb0QWoKqaXQA7y0d+sMK1rFLe59seYnDkY
QRJOU7NDRqx9NIl21KQZ3hpspcN1XjAE2zmb+SbbjDjGZsoRm0HH0l6dcnIQWtWbhWfY7Dx55hjv
qcTj0252H6kynD+bB2izA3GAYQ0igsv8Vmq/EDsJbR1Cyz3hj9CWIryGko7eqr3rJa38C2+zHy3a
iaRPi1ejK7EnpbOHrW0zLXX8DXiQ4DoGu0j7mqi2sDhJ7Xbyp2C5DbQDqt/MUGQv1o/5EDH6hDSD
XcrFk9yhhtU2qnqzVFGrrN9BPTkl7b5pfFHafYUIWtXUhqp8guTmP7bEcjGK0Z4tV5SYms3NymVu
tq5qs3jhLEy/I/JUD2muLWAWTMUHHyPrV3vziTWbZSxx3CyWXq4+IxB2HuTo5xkhVZV9422es3Xz
n00o1EWc23b6dZlG8y3P7eKBOgw1hwrm6KHfvGxDZ7YI6jePGxbE+szWxrdaW+B6S7vh5Kzqz11h
4CuJcC2nFAraO9doG11fJxR6kzbX4dXGZwfInDBJxHLeBUABBk/KcrjO0WbQ01a9aHPtDcFq3agV
Kx8KU2RT2GPB3zib2y8JuwX8mBztC2PzAw6BWbHg1C7BPlPM6+XmHswshO50Svn01ScYERWw5Zns
GIaVxqjePIimtiNyIcMvGOOizyS341ZsI77Cyxz923Q0tKGx3ryNxuZzNFSBRkqWXBPsBdoPKfgj
D87mkhSghu8IV8Y7GVXSpw2pJWBqe/NXRtpqOVeynU9MQ3BgVpaYxjhzh7yCZTiu6BNxep98MXY2
Js01BRyWWw4Da3iHWKmcAoVpKofgZig8osyMHPMkr9ai+CxFmT9FSRndwbdESjklycq3MU6zjntF
xrqb4Vy2KJ/85g0Nl3g17cwBs96yEd+RaJd89bNULMc+6goX2Vhmkx+rhuXCXX0Q0LbZo4ErzK7K
D+6Y4ZavgO45B6sOg1vkqspjxqbW877tU8BWajTDfbhm9hVZapDTSplsKvb80qykWo8hRs1iZ6Hd
/DEh8LjKu3qw96M0g2CfQwAiztLWTlVv6LDrjetifOYMBXzFFtTah/lqPWkDdEL4JzL1HZYojNxT
2dpjDDM+orFNVi1qK7PkkCQWCeSLqVtd0uI+JfmorNi21CzQ29nqzS3Q/bNUhPWOWdzk++pyjKFx
zxz6DnkqImIxYCOs59XQ6A7DOcN4+FSXreRpcsAMN8bI+9Cq8w4LbjCs+zHCq3igDVjfugKiRNyM
g2MfzdZ207PK6qN7A7L9EEfRPNiXDsDBZ2vFw7pPhmXpD66PyP7cLnRmIw91dDs0wMP26WCY/cHJ
oqY4h+HdtvdruXgiHhfWWsQ59m8egcfEyVu8Vg6CYF/okVOPBpbkuTCJZ1ILaUMmYzpMSlrFkSOe
pDpv5hCLnXyCqOeVjFb3EO4MBiaoCb+s/VRXt5xAVnFQ1O5jXLeDq3YzwQoIPmGF5xcVk5n6ehrz
8M5Da9HRbK1Vyh+cC/vWXBsWJWo1Ry5O59TfrJKz57hkazLvEbdn9jHNtpaCyytRYOKXRe7eu9NT
Ua1MwutKGBZZFXbykHcBkrKuYKUSr8OIvHvBiv29amYxxnnaRA8tyEdv361LfW37zvA5GRJUvsjT
/evOIx4zdlZ6ACw2gi4vdxPrYVQQ30jh482HMYd9Pg4M2ikLP0RFiKxXfWsTsXzCU1LcCg+TCqN0
xHbI3VTwxj0gfoREORFTWlruAyF7/KOABKEWGagivvS4YoZ4JAADZNqooxCFA0Q9ccP1S2pM5jX1
5mhehuAgv02e5Si8kBqqCg0qPU9cB2m8aZrN7cKtZxGLwO5rt+Ap4MsE9k4NNhfmfbbULnN+bDAr
/ZrpPVHiMZvoYP7Vu1IPVA362U+dXQ45qYJKPZI5OOe42yGEW8qpgIXLbLwfHEy8MSkI6qoXOqNE
Axxvgnxi5l2ZfYt3tJvBE5W+AdItJxd5x241SO+nceig1MsJYng/irhsR5uqtCnDewwPKRcHSPxt
V+mucOT6v9SmN95Oi8D8wb7V7HaG0dI3V0vyXuq45Jh61SDibw4xNUNgql5Jd9TGXZEtwYEIX1Si
dRH01YEa332vUiMEOG6L7Clzm6GOUzPqXrFgEb5RiIazwepIzE6SMkT370+8Gwom6nzLrTU+YaMn
8JKShsVrOjtS7W0mXT+ixV/HfVY6Io+nceFieylDip0IXbI7854VYmeV/lfwlsE9Rq3mDtdKeJeY
PSSRNkmtO5ubXB5MFh8QhqVgUKTf8svRLhyPvfQ8VG9B1RETQlBrbRyNZEHf3KxteFnXLkaJ47Sk
80vkrEl9nG0nIWcDi14HZa4zrrFlsDxJezMh+YLxh03WeAoh2mnJUbjtvSj4Vq5BW7LJtfjTNWjT
M2n7/Tn5cxPc43ZyPvspRSuvyaBEw9xFOLX7oHBPy+pldlzXIZG8Hg+xjN2unO6WxXWh6bLaUjFn
r/FMG01pDwbaLA+jv8UvTMJ6rZqVVGKLcqB4j9JiZCpipMh/Eos1x0l0jOxeAkiz0d7Py5Tpl0VW
dIFl1GV1M6aphS9nBTD6SQX8xr2M0pnoa5FaoC7tlc1PFXlX/+2bh0WHWjn0o3+/CGjlW16//dot
//yZn92yFyL1hFESBDg3tfqGMfjPbtlHBYpgkaaQTtnblFA/Z//ebyQceNBTtIrR1LuDP3pl6zeP
cT1/IxRnkv3J9f9PemXL2ZrhP6b/HrAvlDrIV1Ciol8Ngg8yuZT6q/cJ9Y1LnwVuXLJj/ERyAY2x
9EO5N4OEo76PzOKNV0bwwxcZpp15/O5389FvQ2tPsAkuTladtLsrB2XVJR2yBzvBbNVhlGaeHjLa
EwqV82zLa3uwKoe4d+5IEOD5PYHZyf2sXG51ip7hcgEVd6/wHBwxWuaHulzc71HnMWIFhJKfW5gk
b4bOeImCLL+cGJE/0sZbROX0fftWpRlx80r64jopi+41AdfMcNlrHhEKggiGpAlGTKQmWn7yDtDy
h0vAmGsqUQGKYLxwzGy5mOu5e3Vqs7ymzituZUojbA1ov3ZuPrM8r+eayBzV9fl1ndjlZa1qUAfK
VtG5kEX/guDavzKGJDw2RkORS4pL8p7Slz11a4WVjG6QBtaW83yKyNw5X6RPoYQ20T+SkfUD6vK8
o4Fxz6u058/pEpv3b77eli5p146xEJXhLDRCO5buy7OxDqQKc5Cewh4DexVh4EpBGqN3COuzqcmL
DEMicSRQndFa9COr7zQogyOKn+rUkCX1pfYz3n5ebp3BZH5lM9JfB3UjzmtH2FerM6SMboXvnCto
Ta+LzaZ3JEXlFBEDERflWBxKUu7fJ8y9z745Vfrve6E8/l4XPv7iMjMEG5DSeAT40L/jOhQAD6gc
wFoh3zBsGtaijThlWuWll6IpJ6qBqj0mEclT5pocV9bFO68y1EmK2rmY8lxQo0n3YLK8bvHmJS4V
cBO+FMpR+7r1ggt8PdmTkw/+BSqHlXKtSulFMy98XZHaEgudmFfSGrzT0GQRRELTOsyrih6SAtYA
Lmv6OIPUJibMDoUt2RvldPKCKj+zsjU/rSq7bY06v/dYG+3dask/lbk7nJDM1l+tLPOOcxL5ZBtk
BQHaM/1OnVT1e0+gxP3oU+BVkayOXRumV1AZKTtTKzpvBDZup1w+M9sq2FBE4bQDqjXFk0PE2Zrj
jmvcqbzm/e8CrBX+WWtl3quw2/FrXhWUH3Pj3uY9CTb52DFuR5Ehdo0cyzvFCgjUQhMal0YL5jhZ
h+xUD7N8djLRP3jMHmQ8AJ1wd81sLNcT1pb0kBr98KMwJtHaD6vfO/b9GGSJLR7QAI531MK6MyEr
4bFchugq7cX8BHFDg62Vw8Mp1uyF4DT42cPgfqrkkt42JRU1mx3nlWW1+wmJHW2NSIdz04jCG9b1
DrayFnVb2pjVyURSQZr3vDp72O80MyMwDVOigQ6JEP9slop1U0QYUu/a4c0UOMZlKs3p+yyM5h4b
lzgxhiO2my750lwA2UNWqjDU8j45a4mPO0TVEjLUa7Mbh2y2Ixlc3X02TcHT2PXIMc18yZCmCHFA
Z/rNdGcarxZa91MvRHZfZvQPSD+bi55OSiN6ddw0mUkv7qgaZOHDfGPMTfXWspzf9Z3CPjz3/V7J
yXx2e+zXK0bBdJcM+fJJJO2pzJPifWldQo5Kd7Hundqf7rreYaBhkRS/m3EH4gZMzZSYP796xEiN
wiiZyYbL1rXAKQQTheh787VBxn1ndmbwUjF2feC+Mj7BXMakJe3hayXD9KjKkYov8uwXqYLmvgoR
NB4axHPnmOwWnOYVpcsa4kxTDHaOobsGV6yHCbixKdNxzxPQlr8sglFE27dnjWfT33HPn/d0MS/5
vJaHytfxAFBwx13iFPIManWKiqkp1E2GlOR2YEb3BfPEsIui5rw3HfekVDHC1pPkoeMYzMDCYH6W
56NY7yBukj5AAdnG2BST82i25CfbkGKvXGO57Pw6mxnsDcPe6IzW2UWCWhYt+lOIV+55yBPBWsVe
1qtooa3x4D9cC3e1sGzJ8UjOkLMD7uHFEvo1R5mMDgaQbdwKYXR0Zme8dEUYJbQq0+eqm6wzVEfm
sVjS9YrZ1XAzzvzHvK/zY2uOzhMR71YcVWK4r6WymVmQdl5w4W4Kp2puUDmmuHvz5KJiP3vW5tbC
dHpJiwPt2XDDtLq7IkXqkT/L61W0l3iYBFW7GMZDp7+SkmEdupvC/uZwIl+sgTK+pHke/ei7AiOZ
HbTe5QoSI85JqL4irz9FFIVdKWqr23Hyqx+FGvJYYNh7apfEhJfK+zUZi9sl7c89Cw3XrqZuuRNW
W745SWHtCSk0D73VBhBVbXUWjW0E92PE0Mfc/xK14hCrHHiJzejlm2UJ765i8n5tDX51EJ2dnVTv
GKc1cK9oqkB7MwiJhdu/JcGSxmGARcs0mvYGYLzE5WAMZ3lg2PQiwrqUlU6AD8voOjHy4hwtGbP3
WdTcFUv6tWIgfROyIQIC57Xn0eDJI8E43dHke/5ccn2+CdBA1+FopU+iX9obSoHkfHTMewMueUeF
QEYPPT96bfMk3YoHYEQbl+euvXeClQGAxVDZqTnlsgYiCIpm2APHAC3AN6+maNKnirvunTo0OM/9
9sh+s4rDzHCOi2WtZtx3VXrEVoKPE3bpOdUWKqqQdghNWIUiLWL2L/BIxoRgBWf/w96Z7cZtrWn7
VoI+p7DIxRHo3kDXXFJJ1mTL1gkhyTLneebdNP7jffbfQW6sH5Zsb0lx4qQrQOugC9hDIolFLq7h
G94hHvvgQrZtcQK93VwarYp+R1tHJ3Zagc4Pa5Q4tMq9CgLTmdfCyRYq0M6Fq2othFsJ4Na3gjNt
6KITz88/gRItPvmiVDeV3XTLtMuNi1gdhgVCc+F5lzcoUYk42ZRC9Zc833jsGIWYB2ncH5duhE9w
KkV7gXQGYM9MZh1VtLHFgtJNu4/daKdnAfv5Ss/G4dhTjWgLPLK5obshzlXYrO9o+Hf3ypiYC1Jy
/dJrzXbZFZY3b80RumuarEnovDWETf9URt2H3B2KuRH1+k7RYjL/yNHzbdnE+kodEqT16Op3MRVp
v70e1UBeNyA+AWz4QX6S+TrsZbOeCH3K8dCgGuHrijyPLa02dzp83Y2ple12CLX6BOyJsWfd9aAY
0h5d0zmCTQkaoYrBftW76QnMZhyscg3AYD6mxdqkT4toiK4mF3k8cigpXR3jXu/a5S7VVGXbVhya
CtHSQ4/5BO4yeDMsPeiLNXwdVdvKsAeMagH8BTdbF/4ud0rrrg9glMT9VNqDFX5vVI6+BgB6O0Di
3Ix1Nl6MbYRNuBsEZ6pZ3wuzkRvpNETQvdm8p8OVrkSp9V9ErbAD6Ab1Nu4PdcxibI8TwBofPODj
Nx0V1ve9jwLCvKiweOE5tCXHKmVsrEL6a9LyatWrSXHXjHp2EqjoZc59K4keewi2F2AjKV3S6Ytv
AjQjF9iOpTc14lXLobM5smKL5vKs1MDNACBYeZCF10nUmaetXehT2D+sc7+FBOnlnv9pjFJtWRJC
pLOm00Q+Dw2Xyq/vF+oH3farLTU9ucLJBgC3Y8e71q3cEzPNuzOkU9w7px6UixoswOdY0bRt0GDA
g76Kgn5jkbsL6jvazknsdmpCuCg3BQRdx4nQ5DEBiB7NVFWpVwZAwDN7hKPdjFr6kPo1nbQcLHch
9Oo8cUt9pXSxEzCQqrPrWy/DUJD63C7S8obyst2974vE34zURh9MGP4rQxnqhxY9p3qFMh36dWEr
1qHaDIvar+ttB096ozesKQx5gy+Dq2jXUpYfHTc+UfJUnjnddYtfDIIiATl/Hy4drTxh5own/B+x
JXkIklk5mtrSk9JZQGSXwdzh7h7aqJL3XYeGA0W4PLsd0pLdDBnHpeoazVnpjfI8GuNolbWRsjEA
U15poSa+aOQuZ1hvmBc5cfcWTgGNnFTHIcTLborYPiXAWYGDDmlrFKPzrtE0dzeGVbKRiinXrI50
GdoOfGq4A8damDX3MRWZNeDy6sbtEg9pskRbBQOnyMwzHGWBM1GyjS3DGhYTCgac8kA+kPZYsDhu
M1zo/iDXNbsLPNmoXOWKp20pGw5XgxXT/ZCsvHOl7qovGUzhExk04aat3O7GN+RSBOEHDcSQH8VL
E+Os2hfH01nb5NX7wXHPXTs9z8gXl/j6XLpNMi4MLbkcaLgkg7PTBusKn7OFYbuXcaA8Aum/0hr8
wiz3LI4UE/oFhPU2g4zHEduZKyOQqLqlBQozHSx9EUjjXQIXaJxVALu2eR83J0mYloscAT8K1sBO
iwwyrxpJ91rx1WoqX2fv0G2OjnMj8dZ7CEyAANC67dypIlspKxUM/hrOvvMe/Dt0YmRyaGL2xx7M
gTO31MYttZ5dmOQ9QjiJrM50qzSOXaRzTjwjXKJKk2+DwcgIBVXvi6elCM2BKiWilv4Hj0LaTFAB
zWER5PbAMc1hb3JcIMuThxd+8jnhJe1E2RhndRDVMA+LShMLCB/GNWEL+mcQBS47ETnHOqXDpQ4a
7hKnPXs+VA3pYUk77cSiA3GhJmax9uFOCxDwQ8smNQTifRB2Ml+wAvoPlhsApJdWFAJOsb2bzBzE
uRRRJBd0oFp/CQGiQm8qGNcKDIYZksLeFRxppPJ89OTWYgrx3KTSy1kl2hX0r+Qi9rUvIKjBLyKd
5V84gWHepTEEyizpqxNgwuoq8K38YkRmwFrZxkh93otjIk0kfj+MhZ8sOiftGtKotDiD6z7OEfDI
PoCErs15CAv9C/IBiGZpnLirohNy3UGVQURzGD8knSTMQqPYWBL16CdeWyg7yrnaogGHvcFoyqHz
UtN2AHbnL/zKGtYWlAQ0X1ObRgl6MmTqYbpqXEXdBUM4XvRo5u1E5EZL2CrqGtgc/kk28hIcYt4Q
RegCoM1sVaa+dNuxW5oUpsVcpwV4bEWqtQtdm14/wLOd3ynpMBeu6m0HrDWuEwuMfouElDkfKf9f
VE7CWnBRF1n3Zcphk9uKtaSc0L0TskMbsfSDTRhHMEMpAfAdHcwCdpY2X2LL5C07BEh0+oFlBjkm
C/NFWI3M/84EU2GDbV9E6HrPsNfrNw1YwVmspGq5cqgTzNyiNb25FwJg0nCeK2Z5a4yPdcdSLwsQ
HD4sHe4cQb+mL7NdKBG41UuhXGt0n9aoPVb3pufKkziHTpS3NPiJrOzjFl2ukyq2vG2LHdJV6Yzp
dmj0ao0bI+hF8CqnZjP6913e80qMWkugYHoF5YCsspK56ZDL14lE+STTaCyGnAuY0NX2FYzjaiYR
2rgK1DhZ+wjjXzWJ5mB8ZGN+Bbw8OSHDT7fFoDjrzKjZC0mU0wVk/XBFglBtkdP6Qjk7YquryKzg
QpDXGhs0AOV1aqExoyHDdeOKXJzrQB2+dFapHZehlSxNTyrUJ4DhbSASGOdTf2Ap6yTHUczSto6f
JF9cv3Yucrdjw4H9+VFxfRexm9Qgzmt02g2GkjlfhhpEx7JJqHsPykgTy/NchEYSrTlH1EC805Qe
ZB0Qn3I3ZjI5T/Wqf2eaoUZIq5j1JyXWxTatRxZXTk61TYrIuoQvZF56Rd9fgVttNkZoqKcsCAhJ
8AN24NeNBctTIOTWeHO/U+nrQ+ImghPjrvKT+rPIWv8WX/nhJLP7dBV2uSAzk+3GQqp9KwRJtt21
GdzOJD4vmzy5z/0mOc76QKyiBE1gJWndLY0YilSjGI4TXcotyBSUZ5E2uuylZiG22PjWptP65jS2
CSjpoA7Fo5Z3xaoC8kFHtdX9DRyRUUUaraDSAr1gdOamlYG1tNMcPo6R3ipmmlyJuCqvI82oLt04
c5ZaIJGtqYfw1Oh1eYpifXtlWHr3caiEdiF83d/qrulf0KKXJ40W5VSKsgmh20nno1SURaGKYW42
agxEybO3TRLGp7ZKQ0KarTiOg0hnxLJJK1W4l+g9kVajFTGPKjoTs5JGrz2jjYbGc4lrV6agJ4bK
MzeCQ+TachFBQZtXKA/GqHk7hIsKObPG9H3gF8UaQ/Z0prql+hmoZ4tjYhZvjCBX13Q6SfxcM9yh
VImKpTlUKeBjheqk0o3xmixWP6fWaS3sIc7WkJLKVRNaa6Og+lG/D1zFAQZSmIjOdu41ialYDX0W
fMK3FFFjqDHLBkWLK5r49HC9FtsEhTZO2qjtmek1X0KqTVcF6DQXnKbin8aTeMHY+ip0Pkvj/EuM
eZJG9bLHAGLpaaG5MGvPpY6tQ/lAq2kEX2VZq1BX6IgEbpmcyJDkz++j8KPrhulMsqVvHXRlZmai
9RB+bIsKVXc11J6Y17L2uQr6JLNYon2VkRCfg932T5uAAzCZ6oNNJrV3+B2qH2xZte/8TsYf6cW8
15Gg0TZ9VdvvqBQGcmOb5oAGs7DLreeVwSajkNJhAxDp0cpBY5u4v5niIy9vJc5yqdDSHUFzv1F0
wlNDUUtrgyfsAKgA2cGPlS482qdSM1r2lT4JVzkglnM392H0mwB0zDXRKlEyvQdKgSLRPlkY+Zir
Mq2Bexdpo6HynJWb0KFcJZjayy6pM/NjE7l0sWXSYdqHzRcWBrD4+QvmGdU6SIfyU6hSk6MFEpxw
0vbXdl1RFINDTgu7FKV/YakUzfAJ5gpoIvXaqV3r6PMoXpu1m2pMA0lCUPpyUeZRCiu87+9HDb/Y
eanI4oyQQTnRMS7DjLUE+MZvUn3EXRXRobRp+nuYxfZZ6Zp8nd3VxZX0SbupafqjvYE+E/D6yyDx
UCBqgrnKWUo8GuNMUI5jP24kbDvQRcZENwxaHADtyF6yprpHz6B6N4UW7Pd2gMpchm7cceuaJPCR
CvIDKjdlS6VR7dN9KbMlCFh0lQuyLlCdjRNpDoJ1RERL8rh0oduFf8NS4hFh7h3XSt8vLXTHLglB
qJ9odbeQbVXBWG2cc8+33GP23eayGskBsb2YD4Wdn4E9VpeZocTXKdCWU6+R72K7v4DgUSBFiXMi
uSfVDZEZ5aZgHzoGZBvt0JP0dpXQ0xPTVW7BAZIpKoCi2Oon9XTPNPwZ2EbvvkTOYaEWpnJhVGq9
CEzzo+3vUt18bzv0OwmSkUfB/3mtYJGB2r5jbdIBgJ5rt8ZNZSMMCDfPSlYAft2VhTMpGT02Dr3t
XjWSBN2THJhGBF6LYRo3wJNi6IFWcttWbbxLitZaYF2MNknneO9Q6wXz4CUR+QwoJbt0YGh6bnec
76W4A3jAC4Og79iKh/AOaJ2zKwnU7lSj7CdUUvBh7JN6C9DEv4H/4brLZpiooQ3SVin60yDB6Wj5
Wkc0RW2tlnl25jHnTvGCDC5cE3wG20905jSc+7PRNQJ/VaANeqX4cX9egp1aJ6GElZaKjPOhBjwn
YPB9Lm1McujG5/HlMFLnJ9Az3425ZGJRPcNjAeKN0f9fNxb+35PFkD2Jlfw+ivnq1/+X/XJ+R2Po
eUNWA23Mn32DL+tHKBpKxII1aQGcM2FDfYMvyyPAwvRqUQ3QUA2ZyHRfO7KK6hxB6iKlpusq+OPJ
lOwbfBnXIonCtG4j3GE8yfn8Bfgy6jiv4csCw/KJJyZ1mGiWOf38GXy51WVkIgvqL1Kq1/a8RCy+
X3a9Zj5GCLC8rzsZ3eoobVGlDrP0XGVjANwhVViclh12D3ZIN/UEWk1UIcOAmGRqVThk5yC1Zqgo
uqeEEehClVpeZfi+621xpRkYbGIeOnQfA9KYCyDRjn0xBjVWBHaBfAWnpGl5ynmUREAmQkfIWzyC
ondgrfV8ha+06D6W9ARU9PdyKK33XRyLE4G7xsnkQx4Sa3rmzXSmnLWJIVcsaRXWUBO42QzACKtu
bCS0XrvPmtugpOI2r9k1PwmsoNM5WpZEMV5X9Ocm8grAs7tCQy43CIlPupSkqSjr5qPDys/POsgs
/QJtmO42JDNLZ3iqlPouccBozEavb2tEiK3ho4lfAs4Ljg/tNKtxLKbR2IE4HfGYwADAr2zchoj2
H728HHZ2FvZwbK3QNeBoo7mOoPog6iUxkRMi+I0aLUhFn3YbPZIonyuei4Y3ZaVmB05D7DEkziwv
enzXXVNzspkvJpycABb+kKKwcFVXYfClbpoOh2QzvIl0CecGcn6tAMsT+lkvrfLUlmZ1URnT/toY
mnZSN0VQLUZ6wzp778RiNSdCq7vntpIwmGdeOjFerYn8au55sPROkYC3LXrOiyEHrTtHPMC57uTg
OWuvLpzzgfqdN0uq2PYBjTjwbYNEQA6jp6Pkq9Ee1AcxkXOZLlkDpM7yzso9ezePhrEEnzixekGV
qfEpetuwfZNoYv6iOgScC7YYMYWN9PFttOcJI482rso9e3j0nPRB3XOKncjPHgwVonFLpg2LVdHq
doYVd/whKFzqcM5EUNZUFeRCW4N9iWoIxfmey5yYgfvB3TOc7bRn7vYT8XkyBzcXxkSHtvfMaPT5
YEmjohYARgpCHlAkPeCbiArFtaV62GcHjgmcUgmF+FiOAbDxpp0UdKHmJKtQdoAOZMHrBwg02nDP
kMPDT2qEa4M6FVh3D1g0AihuhYkNtZHyGpAteDU8X5hgVjAZhlggx2kAGrKZo1OBrF+DwDFC86NO
SJuZng7eTkEifnA8egqe4iq7zlSJOUo/iq6BGoY0BEscjZdwECt7ZqG/Isisx/4SSKJ9rcB8/9L3
OgpIfRMZVC4lAKa0nPTBs5okEuxSZj606oR/L7zOurXLtKIdn0qE8dgO8yvPysIPqpJGJL+9qNWZ
U4rAXYTNmN6kIqj8VaLGdQilp+n8BY4qls4OoVTOErDysPNqyieElGP3vlV0NB2KsfTyRaWOtMsB
dlMKR6cA5XLMLgDeeSKECubSbkRsWBOxM8/Bkh0ztAJb5847hQGQvaP2HV266to2znQwA/SIK1de
1qY1eS2bGkuaxjjFIFSI0PLtgu5DG+Fqzf7iQ1nTFBflXhoJ1S1tJRusAAi1CwBgwWeziytvgd4q
ghcUrVL+2vPA0Wmpp37Jszar6TbWyjLVFRMRz3EwIPEXdXHeItiLKjZIGySx2BSRMcwweBdRH1Ur
r43pGXdemICedK2PoKqFhaiuM4XG0nM+pSNVaQDFQCaXAEuJqKOqa68J6wiWIwfS1cxzB+JdnfqZ
nEw5+BUvKuLLLqqoVTCTCfgVW/oXBQy7YzRvzWSJrEmfLmlydtoiTsxkB8VjrLZuDFUZe4c6JlDJ
PeeMbbQY5gMommtkOFqqZ0gW+stMreVVB5sObEo5WJ/90UEPQ8vC4dJzzARV7Zx9TPVLZV3X7ri0
/b4+jjqFoAeNXVgWWWXHzrI3ElC5QU5YlHoGGhcd3bZuCYNQv+/8VgFOrikIdQcUZVCzhV400V8E
nRQ9qtJjqVgBSFjwDaip+M1UOZApzARZlpmJGXjioUbZjw70d0fj/uDb66g4j7W3NbNJXKxTfO9R
Wo1nnnhVmEEPjSvaFTWUMsroGRj7HWD6wl9GugUAz4jGftkSjOZzPy81uS5SD7WHDJ7GLZ05wYlD
aXWc6xYSMCzxgaJPgpL2Ou1ScV0EIkBfWorB2cSAWDPgj75XL60gj4Hyqz79omGkyT1LQ5+cGXvC
4KTCZQhBScVJgVxUhP1zXbraJ2FnSrEx9NI3lzItdG8rUKGR8w4N6mtE7Jk8CByQ/mBbZeozaiJQ
KCIicJRzA52eKR7XpFDRiNu6ZzdME5E0Oiko/37tZaRMXoUw6aYKDBIg0dRsVrodMsuwjXPza9pf
fr2UbI3NTLYgSG3pNaTSfeHcIsnbZysCf/ouwNxcsaYiVLvIOVfODhKOp88NTsNoicBQTleJHk4/
p8sMBBiwaJFDNEItc5N1ESI5ESyZfkEIk+dzu+IWbSP1PnuN02WrDtIwB7QycPs2kO1gHWkDh1bV
TPTkLCsnG/iu5NYzLef/u/QikF0l9E7XCU1Cb67GRj/s0KBD5bltlOoKyVV8xeuG4Q/rthtWmSYj
b15FbR8gWp93j5FhpWdOkKDPLau0vyQns/R5UYeuhlW6tKvNGFKSmnuYDRSbruhC+503pq257AbY
vPMKyPu4igafkScLtZUNgj3gxFFvrZzjAAUPfwvwPwu2bucKc1EUNgdIEyuoMRVdKWBYok1SbZtS
YSAlFKW5OUHdqAWo6hc37/oC+lreK6twbFNvEwaBSkHfU4Z2WcHQzZZFamY3ld/jYkaZl4oxRWuF
yvWIEgYaG0NGvYgEE9Wnsb2BwuW6WzTNmUsD+orAn1sp7RUbgCU3mKL09zZA42LtIcXrbTsw3R4R
DVn+GZXgsj/xAM3rx0KZpjFiOvZI8bgKYsSFJCUBIzMR4+6UAnCQKQBbVyjqriPUubYy2t9ExlLa
ZrEIWCgO0BZmB40lugQ9zvUD5kbOJi+EptPtUdT3qdNr0TEz0FRWedMMzkzLXVtbBr1u3lrYRXyO
EC+ibt8lUbGGzAW0e2IIyZWnxPKT3feQi2UcQmTvZTqdXiJZp7XCI4DXiy+BS7rOsnRrngaLPGSW
3abOb1w70OoZsGDMwhqAy8oy4xv0uS7gUi8qVxRXCuyeTx6M4ntU4KcprQ/s3yXIeG8xisllQyl0
JimtBFZc6Md5yeSfyihUGpjgHsT1cab0BjPJygQTdmw60FWjnZTzNDSBJI1U4t8zrt1jB6RvXOo+
xYisSxA4N9U+/Bjjr0e7kxZ+M+8A+NWzNLHlTYgDJQIyZsxW5lbYB82CIIO/AGRJ39oI5KlzLxlH
oDdIY6GL1FpElC1c4UvMSJAO5o05hKgy++wUtjfQ5K71S1uUBRZLaUOIqHlD/yWzosFauIaeFHMX
JCFmhJYXP0pNAU9KFlKCmCk6/yEHG4X3algXwTKmqreIY2gcS/gqE/t9rKov0tIU6jpKjKmU2YcB
rBC7PC30PjSgUpjjuRd25odxhLIA12LCBRhWp74vfKHhIAK9RkNpRq9XQ4fB51JRyiZYIJVlfHLt
YXTnVoG6sqgbDinaEWWzDNQaukBmKeUJuz3IIdevvGslsMz6oi9QUlnKoUkxSENGRq4gJhrmrG3D
9F7aSryzvLa6ZT7T1q6AD8xDxRH0L5wugE8RkrYxlAq68VYa+P2Cqg8tyqJrbMqUas6dICWOzrg7
AfY1w8C70jZs/S7po4xur+u6nyECOdG8s7L0YrAzCWYQ4f+5FttxuyZ2omg7YtYRrmofqa1Np3jj
KYLMTbpqI1F/tuRUicY1BO8YSfNOIYAArjxvw05FuNr1mlsl0PRLUrdBWyRWMfrEWllkr6NsmhOK
hvbCUvYNWkh9I3uYTqVZ6MsGWYcTq7CxHtPNtnsA1KueVmAelRUUNElKQj2P8ljOeTkrRVea4ERF
dTux+1P6RXpzWXZ+Zq+fZf0/0PtQJ8WSf2Ga8XzaZ9CotDq6UE35OoMeoGcGSu/5C9XJWIVda0en
1EjDW78Zixu/0uPPku4nLHQkWzCcFQ2WZMOglN281g26iaXL7rAIylK/D1K082d/fIPabxjKbKKY
6Noqe5ZuqM4rqU/S5SQPbMBx+BEGZ6A0jYsc3J9/ZqWKRnZGrUzr71XTjdyNH6nqGi00J1kgnAU/
A+Xx6oaXwSnEiQcgNelTRACsJjfQIIys0YfT3OnvHcfLkYbYW4gYYqgQF1PjyEemnqD4J0/0gxG3
NEogpsGQwZKZHvhZzUKi7FUameNhF+Z7p3WPLkLq6MNP1I7USRTm1YsldIImrkvbdLQ9mP3Z1/QR
tEgFJjMnAwCCexsAAAGK0ebYexRRJOawHZNuqiW092PdG+9BnIPUruIivabr1t1B26s/9gFGKz+Z
c0Dyf3tnttQ0i6xAWOorISYlhiMCbyVYWPY9onvRuGhQnLVR3NBgnohqoLT8VOn7swLOSNtqGjx6
qk5oAaEJ+WoS8eiWrrjw44yi9jaiBHBPT8X9yZhPZPkXQ07G4hhC6NSkwPjJV9/ij3qsuYjUzIeI
FnMM4It9m1TUaKCd//Gy+MFXgTOiuEahTVcd+Yq3n8cC702Ur9l76fXjjDkuQNsbC8Tryp881SSY
+eqpDE1QQpnCCYNgkJ8/m0hNHJhtkrEFesHgQdVmg3wHNdVZgmjo1hKmzE8UnLVXyqjT24JhYao4
hKloYeuvqnoOGogwEoCXBUOP/VThypG9mBYS2yd47RxrSQ1QP0UXzBEDNPPzHBOuZVfBF2NV0fNd
6x3eGqu09o10kQPQ3qGuOD4w2czPinQBmOrUfUrYd6N7U6FrrP3k/bwWipoewYSaIvmPZWj2KxXS
MMIwqQesBbBDZCe0r/O14o7wW6GOX9ZtAqifDj26jr3cddLofjKEP3pnpoHk6t7UD9e1l+9MUxwE
WrBnJg737DWkB41TpyRWETBLC9SNLv54Ov5mT5veE8JqkhXAOaBNS/7ZHKGfHrkhOgEcs5G+wcMB
7C3WRn95Jr78llfrK3KkA3teIvWpYNzu2WaG7h9Ru+o7Fy0SRX91o+ahqFELgR4We9Xradi1Vk29
R8XATevdK1sFf6U1mv4TUeTfDh0bNAcBezUINGp3L4cuzobYNyEXzodYQj8UGaXUPs2fPO//kmDL
u/wxvarLx8f69C7/9+lPHzK4xgG0mX+8/Ec0RL5eeXFX3734h2WKSs1w0TyWw+VjhY7jH//0uxrJ
dKFzWl31NaJBry7xp37pW5/gxxf6Kil3PeSP//Fvd+Cs0gVmzGXwUL/obzzZDrxoi+xvav88f3SN
+I57bj5zcSCSRwh52EwLDTW66fNvv8RZOkFT9z/X6Y0gdy8djTc6fVh8fOOzAf29cfjjR/w23E+H
3kHDwH7O2jlsGKwjlZ7QJLr39JSCXfr5MEg4e4wC4SWmCdPnf2sYHrImrafZ6gVZ+nw2TNLRf2YM
Xl3g2VRQxRFbBJ/JZeD5wxvy6Onto6W+/zx91RuaAxAi/9zTv1pMz57eQVqR5Eog5f70Ydd/Pgim
hZqjSpsF5cL9h63tbS0E9vaD1wEaT/jmIqH09U1PV3w+CtI4sjhFQKV83S6evvENTQUCrIPnAnse
ETZ7IUO6/7xaEKY4EjAwNHXKSabPm1sQBJwOgeif2RB+d0nwkBJFrf2h8PW/Xs0GQz1i08R/TyNP
mD7smm9rTTjSBMb3tFm/Omr+yimJThlyrEhrf33O3xwP9pGBsw/OPG9uJmjQxg+cCGgLsjnymtkY
Xm0HPDeRA/sF8In9581NAArNBz8+mx7ydaqYXC2e74Y6ZwKPbghQG29z/rOP2U8H1QGzXzVR/oOQ
S+Hq6TFfbYe6c6SRSgOpRJl4+ry9Q4FXd/A00IiPhIlQwrQRfH3MF7Nh/3MG3GSavK1tEDnEv+H5
jyjSYETHPvD0eRUj6zrjwwDR5H4aHyKotzYMTOC/YTdAXsghK6JO8fz9G+YRvUsApV+nx9tbBppA
wObQ52cZULnW0ev88TQw9CMTpB1lPLLK6fPmgoIpODp4NwAY6KgsdQLB74/5fDaQOFPIBL/yLaX8
38oYX8V3j/t6xR5WSf/h8NVwpOOVzLL6Vh94vSnYR2CATWpOX8+Gp+D8DSUMjsTublK/OShYVgCD
UlVGlV983f1ehUrTIWmzcGhiP+2Ob3AgJAq8B0cLNj6WSCP8bqxssjAEv4GL4veF88aOCVoqB2+T
NrLHJMoOE+L7Yz7fH6gooaZMjZRVuP+8vdNyOskPXRbGEUVgioffD0Ue88UwoHmlYl6LRuX3YXpb
s2E6LQ7OoAwQ5jjG/Ws2vA6hNcaJrjWorze6O9A8mJplh22SlBg1W1BNfpYvPp8Nuk0IyfdMufT+
8+Zih8ki5uBhkFNpBYGdKUJ8/vjUU9CKQz4BusH+8xSlvKHDcloMh+4JTPV995rF8PR5NQpU1+j2
AeIg436jk8ChI3roWkAYHzU/mwCS/9l/Xk4G1gKCIhAycDbef95eAPlEsDlsS8Db2oBeMxntfH/b
z9eETvFBA6NnfytEvrniAsvVeNqnDqmxCMIBTkrMmF5OA2kd8a+nztRfePA/sWN8b1PO/SD+vO9i
Bo/Vs1boT3/hW4Pvtxd4ZolF9e3F7009zacrPyUi0z//40WKsu8tPvvht17j/mu+/vnX5/vtN7/4
rm8P9e1fboJHjBgf/GH/g+HrXZ7dJTRC//OhfHzeTtt3lP51F79pw36f9H940fjOy+6q59d9atIc
fOHkbsyQHH9x5X3j49Arz+784O75ZZ/qx4dedvX4mbGPf/lRH3tyyvv2jT9sef+psV5W+a//LIM6
++XqDnPxbxecEt2pcPs3fMM6C379r5dD/lRdPXRwTu+wlPPhMD6/6a8lu8OvzYisywwN1Mmy7rXD
y1NB6G/8kpePsC+3HXr187vy1/96cd2nwsXfcN27X/95/2q278EEB1/6sUzvkvvm4eUrfcorD734
ZEKIAeHxHUzr8uUXPCFC/o4v+BMuh/tC0v98wb70Unw9MZ/C7EOfZNoK7n6Zg9bBzPDli34K4Q7+
gj9kHh84QlePpRfkL46lr7HGobd9nT0wMhBJni+rrxneodf+z+Quf7levzajD73wKa+w+mXNORK8
vO+ncu6hlz8P7ppf//liQJ4y/0MvfPn7WuEHTpDLLP386/9PXx7YE4x2X8Y79L7Zd+/Sl2/ye630
0GvPH19v6t879X986R9Fft/haL+NB7/BzH70Zy9j3ek3HmJu6x//DQAA//8=</cx:binary>
              </cx:geoCache>
            </cx:geography>
          </cx:layoutPr>
          <cx:valueColors>
            <cx:minColor>
              <a:schemeClr val="bg2"/>
            </cx:minColor>
            <cx:maxColor>
              <a:srgbClr val="000FAA"/>
            </cx:maxColor>
          </cx:valueColors>
        </cx:series>
      </cx:plotAreaRegion>
    </cx:plotArea>
    <cx:legend pos="b" align="ctr" overlay="0">
      <cx:txPr>
        <a:bodyPr spcFirstLastPara="1" vertOverflow="ellipsis" horzOverflow="overflow" wrap="square" lIns="0" tIns="0" rIns="0" bIns="0" anchor="ctr" anchorCtr="1"/>
        <a:lstStyle/>
        <a:p>
          <a:pPr algn="ctr" rtl="0">
            <a:defRPr sz="1200" b="1"/>
          </a:pPr>
          <a:endParaRPr lang="en-US" sz="1200" b="1" i="0" u="none" strike="noStrike" baseline="0">
            <a:solidFill>
              <a:sysClr val="windowText" lastClr="000000">
                <a:lumMod val="65000"/>
                <a:lumOff val="35000"/>
              </a:sysClr>
            </a:solidFill>
            <a:latin typeface="Calibri" panose="020F0502020204030204"/>
          </a:endParaRPr>
        </a:p>
      </cx:txPr>
    </cx:legend>
  </cx:chart>
  <cx:spPr>
    <a:ln>
      <a:noFill/>
    </a:ln>
  </cx:spPr>
  <cx:clrMapOvr bg1="lt1" tx1="dk1" bg2="lt2" tx2="dk2" accent1="accent1" accent2="accent2" accent3="accent3" accent4="accent4" accent5="accent5" accent6="accent6" hlink="hlink" folHlink="folHlink"/>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'Station Count'!$B$3:$B$52</cx:f>
        <cx:lvl ptCount="50">
          <cx:pt idx="0">Alabama</cx:pt>
          <cx:pt idx="1">Alaska</cx:pt>
          <cx:pt idx="2">Arizona</cx:pt>
          <cx:pt idx="3">Arkansas</cx:pt>
          <cx:pt idx="4">California</cx:pt>
          <cx:pt idx="5">Colorado</cx:pt>
          <cx:pt idx="6">Connecticut</cx:pt>
          <cx:pt idx="7">Delaware</cx:pt>
          <cx:pt idx="8">Florida</cx:pt>
          <cx:pt idx="9">Georgia</cx:pt>
          <cx:pt idx="10">Hawaii</cx:pt>
          <cx:pt idx="11">Idaho</cx:pt>
          <cx:pt idx="12">Illinois</cx:pt>
          <cx:pt idx="13">Indiana</cx:pt>
          <cx:pt idx="14">Iowa</cx:pt>
          <cx:pt idx="15">Kansas</cx:pt>
          <cx:pt idx="16">Kentucky</cx:pt>
          <cx:pt idx="17">Louisiana</cx:pt>
          <cx:pt idx="18">Maine</cx:pt>
          <cx:pt idx="19">Maryland</cx:pt>
          <cx:pt idx="20">Massachusetts</cx:pt>
          <cx:pt idx="21">Michigan</cx:pt>
          <cx:pt idx="22">Minnesota</cx:pt>
          <cx:pt idx="23">Mississippi</cx:pt>
          <cx:pt idx="24">Missouri</cx:pt>
          <cx:pt idx="25">Montana</cx:pt>
          <cx:pt idx="26">Nebraska</cx:pt>
          <cx:pt idx="27">Nevada</cx:pt>
          <cx:pt idx="28">New Hampshire</cx:pt>
          <cx:pt idx="29">New Jersey</cx:pt>
          <cx:pt idx="30">New Mexico</cx:pt>
          <cx:pt idx="31">New York</cx:pt>
          <cx:pt idx="32">North Carolina</cx:pt>
          <cx:pt idx="33">North Dakota</cx:pt>
          <cx:pt idx="34">Ohio</cx:pt>
          <cx:pt idx="35">Oklahoma</cx:pt>
          <cx:pt idx="36">Oregon</cx:pt>
          <cx:pt idx="37">Pennsylvania</cx:pt>
          <cx:pt idx="38">Rhode Island</cx:pt>
          <cx:pt idx="39">South Carolina</cx:pt>
          <cx:pt idx="40">South Dakota</cx:pt>
          <cx:pt idx="41">Tennessee</cx:pt>
          <cx:pt idx="42">Texas</cx:pt>
          <cx:pt idx="43">Utah</cx:pt>
          <cx:pt idx="44">Vermont</cx:pt>
          <cx:pt idx="45">Virginia</cx:pt>
          <cx:pt idx="46">Washington</cx:pt>
          <cx:pt idx="47">West Virginia</cx:pt>
          <cx:pt idx="48">Wisconsin</cx:pt>
          <cx:pt idx="49">Wyoming</cx:pt>
        </cx:lvl>
      </cx:strDim>
      <cx:numDim type="colorVal">
        <cx:f>'Station Count'!$E$3:$E$52</cx:f>
        <cx:nf>'Station Count'!$E$2</cx:nf>
        <cx:lvl ptCount="50" formatCode="0.00%" name="Share Selling E-15">
          <cx:pt idx="0">0.001554243083618278</cx:pt>
          <cx:pt idx="1">0</cx:pt>
          <cx:pt idx="2">0</cx:pt>
          <cx:pt idx="3">0.029451137884872823</cx:pt>
          <cx:pt idx="4">0</cx:pt>
          <cx:pt idx="5">0.030283505154639175</cx:pt>
          <cx:pt idx="6">0</cx:pt>
          <cx:pt idx="7">0</cx:pt>
          <cx:pt idx="8">0.0292628914900348</cx:pt>
          <cx:pt idx="9">0.015914064054107818</cx:pt>
          <cx:pt idx="10">0</cx:pt>
          <cx:pt idx="11">0</cx:pt>
          <cx:pt idx="12">0.040220820189274448</cx:pt>
          <cx:pt idx="13">0.03118279569892473</cx:pt>
          <cx:pt idx="14">0.16483516483516483</cx:pt>
          <cx:pt idx="15">0.066666666666666666</cx:pt>
          <cx:pt idx="16">0.0083579154375614546</cx:pt>
          <cx:pt idx="17">0.0066445182724252493</cx:pt>
          <cx:pt idx="18">0</cx:pt>
          <cx:pt idx="19">0.0224642614023145</cx:pt>
          <cx:pt idx="20">0</cx:pt>
          <cx:pt idx="21">0.0041829336307863917</cx:pt>
          <cx:pt idx="22">0.18280585734529994</cx:pt>
          <cx:pt idx="23">0.0015030060120240481</cx:pt>
          <cx:pt idx="24">0.026666666666666668</cx:pt>
          <cx:pt idx="25">0</cx:pt>
          <cx:pt idx="26">0.12398373983739837</cx:pt>
          <cx:pt idx="27">0</cx:pt>
          <cx:pt idx="28">0</cx:pt>
          <cx:pt idx="29">0</cx:pt>
          <cx:pt idx="30">0.015457788347205707</cx:pt>
          <cx:pt idx="31">0</cx:pt>
          <cx:pt idx="32">0.019960079840319361</cx:pt>
          <cx:pt idx="33">0.0093254585017096669</cx:pt>
          <cx:pt idx="34">0.022011773739442027</cx:pt>
          <cx:pt idx="35">0.021012931034482759</cx:pt>
          <cx:pt idx="36">0</cx:pt>
          <cx:pt idx="37">0.04139323573952549</cx:pt>
          <cx:pt idx="38">0</cx:pt>
          <cx:pt idx="39">0.00075958982149639193</cx:pt>
          <cx:pt idx="40">0.039408866995073892</cx:pt>
          <cx:pt idx="41">0.0057028799543769604</cx:pt>
          <cx:pt idx="42">0.017211099402880226</cx:pt>
          <cx:pt idx="43">0</cx:pt>
          <cx:pt idx="44">0</cx:pt>
          <cx:pt idx="45">0.021824104234527686</cx:pt>
          <cx:pt idx="46">0</cx:pt>
          <cx:pt idx="47">0.03215434083601286</cx:pt>
          <cx:pt idx="48">0.13866039952996476</cx:pt>
          <cx:pt idx="49">0.009316770186335404</cx:pt>
        </cx:lvl>
      </cx:numDim>
    </cx:data>
  </cx:chartData>
  <cx:chart>
    <cx:plotArea>
      <cx:plotAreaRegion>
        <cx:series layoutId="regionMap" uniqueId="{4E11018C-F78D-4FDD-BBEF-35DE49205704}">
          <cx:tx>
            <cx:txData>
              <cx:f>'Station Count'!$E$2</cx:f>
              <cx:v>Share Selling E-15</cx:v>
            </cx:txData>
          </cx:tx>
          <cx:dataId val="0"/>
          <cx:layoutPr>
            <cx:geography cultureLanguage="en-US" cultureRegion="US" attribution="Powered by Bing">
              <cx:geoCache provider="{E9337A44-BEBE-4D9F-B70C-5C5E7DAFC167}">
                <cx:binary>1H1pc9vG0u5fceXzhYJZMMupk7cqALiTWm15+YJiZBn7DIDB/uvfphbHQuhj3Tq6dYtIopRNjtiY
B9399DM9w3/f9f+6y+731bs+z5T5113/x29RXRf/+v13cxfd53tzlsd3lTb6W312p/Pf9bdv8d39
71+rfRer8HdsI/r7XbSv6vv+t//5N/y28F5v9d2+jrW6au6r4freNFlt/sNrR196t/+ax8qPTV3F
dzX64zdPZ7raf9W/vbtXdVwP74fi/o/fXrzrt3e/T3/XPz73XQam1c1XGEvEmZTCcWyK7YcL/fYu
0yp8etlCtnPmUC4II88fer7PYeBrTHkwZP/1a3VvDNzLw/9/HPnCcHjh4rd3d7pR9WHCQpi7P377
oOL6/uu7m3pf35vf3sVGe49v8PTB+g83D7f7+8sp/59/T/4CJmDyNz+gMp2tX730D1D+zPZ/7fP9
8/S8ASb4jDNGMbPlIyYw9T9iItiZoDYh2Mby8Xr+7EdoXmHQcWS+D5wA8+f2JIHx9ln8TVcqfkts
+Bl2KGMSPWEz9RckzxjimEubHsPmdTYdh+fHsROEvD9PEiF44Ez6hugweoYodZAjn9DBLz0HOfgM
oBHElpNw9mtLjmPyPG6Cx5+bk8TDv8/23b66f44nbxDL5JltC84wAUwerpeIcOeMMsEoQeLxZef5
sx9j2WssOo7M3yMn2Pizk8TmzyoetXpDZyH0DEuCsUBPkYq/hAYhdAZpyJHMYc/U4JF2PKWZXxt0
HJnvdzIB5s8vJwpMuldmD/TkzUgZPQNvEDY5BLLDJV4iI/EZJRI5jiMeCcLEaf6sfm3Rz6B5HjnF
5voksfG0Uvd3dXzX1G8HD0VnDockQ4jzOP0TDsCBvxEBfoUnuLzSmuPQvBg8Qcd7f5LonOuqjt55
+0pn8ZtGNqhZiCTcgTz/cE0iG5dnSDgU0yf3seH1HyPb6+06DtV0/AStc+8k0ZpD7Rl/fcMEhMWZ
Ix0HYSJfxjcB8U1wQjEQtYdrQtZeYclxYL4PnCAyP80CZ3Gvq/BNqxt8xihELsGfKsuJ4whyRikl
nNpPnjMB5hUGHQfm+8AJMIs/T9JVbnTz/yawkTNpE0kxQt8d44UyYANxAHCAuj0GPvYysL3eruMw
TcdP0Lo5zcC2hJonjp9n6r+veR4kgEPR8+wlE34AxO3MwZxKRujzpz5S6l9bchyX53ETPJark/Se
iyh+Q4WT2mcUZpxQyY/7DLA1kAMcgZ98BpLRj2TgV9YcR+Rx1ASPi+VJ4rH6uo/eEhB6RoS0OaZP
Ez6pbhCiZ8wB+gaa9EsofmnIcSyehk3AWPmnCUYGXFnH5nlm/vtwBQ6CAAsKiwCPSWOChwC2TAUD
D/lbwvnRQVavsOgnwHwfOcXmNPnYLjbm8G9RvGE2IRCfMGST77MP8elFzgfB2WEYnOVpBWeS819p
1HGEXgyegLS7OU0HUl/j/ZtWm/IMVgMkKP6P7iOnALEz0AKEzeSTXDBJ+qtfG3QcnO8DJ8Cszk8T
GN29YXFJ8ZnNKXM4pUfTviRnBzgYsp9en7jN6hfW/ASSh1FTPE6ziNm8taopoKqnUFnyJyI2ocVS
AC+wwVGelwomqsyv7TmOyfO4CSqb0wxfG0i9zV06vF3+J/xQjRAs6PFFM+FA/ALMKGWPAW4Sv15j
0U+Q+X4vU2w+n2QE2+omNm+cXOwzKaDYFw55mfYlglIfCVi+eUo7E1ReZctxWH4YOsFle5qRbLeP
1f3bOQx1zgi0AFDnh0D1IyNj8gwjhijkn6MO80tzjsPyNGwCye40VzPP7/+q3nbt/7AqgzkiHHSX
h2uy9i/lGTjSQdg8vmj2GouOA/P3yAk256eJzW5fDdlefX07jzl0mR1yjDOhxpyB9oJgFVo+eQoE
uR9Ly9dYchyTv0dOMNn5J5ladntj9ndRY+7r2jxP0hvU/vgMmpWI4zBYqvwxhnFY+7eBIMMa53dR
4CUyr7TnZ/C8GD7F6ETTTHwXxeFevSE80AjAKZdcHJfKgJpxWOPk8lCAHq5JEbN7hUU/Aej7yCk2
q9P0nxgaAYyu928IDgMaIBF0YjwllGk9A81oh1YzaLF5/tBHlX/3Glt+Bsv325jicppF/4d6Hz3P
zn8fzog8I5hwwOMpak3WLx9amjiQZswmnvIrO47D8ThqgsSH9yfqIcboporfEA0o6BmHHiX6tFo5
ZWSwzM85dJY7T71/E0wO4uOvLDqOy98jJ9jsTrPF/OO9qd/dxrDY/7bNzAKW+7ED2eUny/029DIT
TqT993LzjyTg1WYdR2kyfALVx9vTdCOt6jeVlyk/O7AwJKHr4uGaCAHIhgUA6HnG/1hN3v3alOPA
fB84gWR3GpHt7j/uIXl8gB9zzYt3/t/unJEgIBOHMfCPh2uSa6DeBDGTwB6N49xssrXl52Ydx2gy
/MWdnMa+mfP77t3uvo/v3nBtGXqaoTmGcESfRIB/OAs7Q7aAiCaArf0Yy15nzXEsfhw7cZnz3UlG
sfP7dv+WrX4HYuYwCnT5qaNvwpURYrCKCU2b0A74EOT+gc6v7PkZMo/jpqicZm45PGfLfV6YKH7L
PRqUnDHhMARNMEczDGgBDqhqGBY4H1+f1DOvNutnGL24qylUp9kzc5iT9X1l7ofnMPPfVzeHRg2I
XNIhx/k0h74ZaBOA7aiPCUnS589+rDtfZ9PPQXq+nylC6xMNcd27z7pKn+foDfDBZ6BkYtjKNKEC
sMkJGjRsKoDFPVOFae75lSk/h+Vx5BSUz6cJysOOAH+fvq1Sw6FtmRHI+U9UTb4UO8GdYBfaYS/U
s+c8PxRPjvNKq36C0YvRU5xOU46+SDPoCXzTTc/QEysIwPSUg+wJQ5CwSg3EzbY5qJ0P10uMXmPR
cXz+HjnB5uI0N3FeVPehfksRGprOiYBNmuRp/X/qPdg+g51oCJEJafu1IT8B5OkGpnBcn2RIu7xX
ygxZu39T6Qa4gJCwDf1Jeran7sL5mSBCHHptHr0Fmjp/TDmvteo4Qi9HT3C6/PMkcbqO4EiJdyvz
tiufsCrNsMDyWeKcbuU8cGskoDkQ9tk+XJMV0NdadRynl6MnOF2vThKnm4e9NW9OEUA4INCzAYXO
Iw4TCnegCJjAmQ6ITVj1a+05jtDL0ROEbk6THLyHiAcnvty/YcsNceDIExCp4ayA7+Hsx+VqOBKF
UAInc/ykRH2VSccR+mHoBJ73p7nk9v6+f9PN6gi4MxEUCMCjOjAlbiD9wFk1kImeFhkmmeiX5vwM
loe7mELy6SRj2u19lYNY/5yi36AUpdD97GD4ZyKAwt50xjCTDDTQhwv6Pn7kBa+w5Dge3wdOELl9
f5qIvP1iGxQwsM5mHzZoPlxTZGAxToLKBvr1dz96gcwrLPoJNN9HTrE5Tab2cQ8CqArrNy1yQCKA
CoYTaNt8uCZr1eihyIE4B7vVX3rM66w5jsyPYyfYfDxRbGJzp5WJ37L+BFkTgpVD4Dy0x+ulegP7
06B7HVYO5PHTAj6+xqSf4PP30Ck8p0mePw4aThQMn5/gN0g0oHlC2xlmPzmqBjpuQRw4HMplP6H3
/NmP0torDPoJNM93MgXm8/+ffPPzAwa/H7/o7+v97OHcxh/OGPzPrz7cO5wmORn6lLKPwveYM1Zf
//gNQ0EDZOz7eZCHX/Ii2U/PKfnH0Pu9qf/4zToc0uVgxmEXqMOhd8qBRp0OWlLgJQGbeaHZHYIm
LLnC9h4C7E4dBE84WpKBogeSq4AOIJBWH1quzKF4g5cI0PnDkV9w9IcDyxXAUp7v9FJnA8hX36fl
6c/vVJNf6ljVBkajQ0dd8fjGw406hzY8TIjksBESmrwhjMPrd/treNTh/ej/8LQv8yozyTK2Hbpg
ffHBEUOwsJN2pgrcXCWER1dh0q1VjrKFXYfIJ4VNruFTCzfNx2bt5IWXdopdF1YpZ6PBah6Pltp2
QxG53UidyzZwRVi0l6wJ52GokhttVcLN4i7fmqYoPpJqJ1HqpbE9fgkapXwlu/Ic16rYpKNK3TAx
g1vHiF+VcpTe4AT5DU8bPw1Z6A0oINcCW8O8xghvHB3LDWvrZo5KFvg4Kp150eeJqwfT39XS2kUC
WWA5yzZUsWw59kG+aNHQfbKryg9M3H+OReFaZe3MiiqrF0nO9MdhwL1bRrxdkUyv+zxsPvQDC93I
GopdU4/1B5OLxtVF7fiFKJjLbBR9UGHm5062yPIx35henw/j1RBEdNWKcg/NqcpP0nSByj6b57Ej
tgkbo0XVWPOumxW6RueExB9lEfUzziK/HPN2K/NtK9JhYwLsBzBZt3Zd+VnByCqR43vNcjKznLby
YRfGvdWJmdbwcbYZjZ+OJXfTrO/csvVVVERLNXbXTdrKGcc3HcdeHNJ8rmxk5hY1emHpbWIaeWtv
kitYW1OXYdN/Crq8m+d91s6GPOm8oWr0Ui7SLmznpjPKlUgt+75Fl7Rvr1XVovO8SXqX5Vm0kHAL
mG0tkTlukZazWlvKqys7Xw61wGvDY+k2tEpug0b4NB7VpSWqyKUl0suCfgU/KpdpktMlH5h9Ecsg
8wNN3pvUCqoZN7NeROZC4Bx73AmKlSxa6VYO7hcFrvu5A+DMaxktqD20cybtapX1peWFSWq5Kh8y
30rKZlmnOnKtwok2qLO+aWP/VVj2sBzCklzZ1jpsA7JCWMmt08hi1cMv9bIgJrPaZuGa4CZ2RVxm
fktia24FiVzUTCgvaSW5JIUSrmxz4wUk+1IRO90Whx98rDdB2sbLSDXFxk4zeO4jz5aGrPMg1Wsu
r8eM452Ie7yDjqfcNxlN/ZgmN2lczGN4stYiGITfJcNa0CC5jInlsVKwq54Mg4siBX80ZexVedW4
YEY2k3YczMLSdG5Bh/4yCfPczy3O11ZrA/x541k65n40Wo1f6+FWDdjyW5hyj8djuUiCA6Zd4yZB
Mi5wTrRLBtbOeVPMUJE07vuuV82mr6K/SFBnq6octeuw2lMiyXxtV8ITpbUYeVUth/G6i+tNWRb8
ktu58nJ0uP0BR64iulr2Vjn6NRX1oj48rEVQx75WjPoGFelsaFOxibv0ox3R6lJqfMPCdB0HhOxw
KG4jK9CbrIt8Y8bUbVmoP+UaLXhllKcgAu/Adz46dRhD5EJ8jrLxauzxsIIiER7uONmooIjmxCLR
LFI6850mYIumTgs/SSLuNnY7uvaQCT/IUnA0CmGi0gXzu6zH5ySOy11CokVSqS+UlqWvhU7WdumZ
/oMls1lN42ancYLcoarESjbJzLJJvY5EPPiOHG9Vr4oLTrXHkbY90/Xt2h7lJyHreDEqnruJk39G
QeBrRoN5KSz9OU6IO9h83pSk2IV5rc6Z7PvrIka5l/Ei2vJhZG4potoDaYJ7TDnMo1beXNS8wlc0
tS9wWasL0fGrcUwtr9JjCAGcteelDNxclPyvro1mpXZWYZHchl04zkReiJnydZskq8EEjtugNF61
nBvf5FzOsiqOF3EUxW6MrWSZFNZfTqK7myTAFzpz5jQizY7BTnAvySo9gzykt6wiV2poPtoDRH50
b/MIXxTw9M8iO7bPjXQSVwluuWHfNotQjtgLmwoOhW5psK4M9mjJ92EcyFsSDME5rdC6Sknn90XQ
LZvEqt0uyfstyy08H6Ates7GZJ5zu78cI6G/JE5HLzixPgw22eQVaz5oPjM4oMRFXPgYJe3crptv
SSybuWXjxk2NjraOKiF52GO8zFM6bEqRfspidBPGvbURQeS3aZa+r4a7og0umgiLD4llfcp5sykK
nvhjyqJ1ijvj4qjBHnZgavOcQ6Ydy+ocR/k6HFr4Qzd8GW31ZWDwzjbPo3lTlXIVOkp6YTgYT8d1
vJTwxPt1IKsraa1ABPwa6kjelmHpLEc7vIxFVnhNKqKbZEix1w3xdW+n5UJV8J9KrF0eET/vSeCj
QrYbanC0jEv1KYic0uvSXK+LNGq9Voz5oh+tZNEGRTNnVYIXLMJLMzr6fZM1xFMm7xcMaXkhSLu0
EedzXvHac1rH3sqyqF1t1WIhRtbNeJ+Pq1DZnS8iitxqUOF5Z0m6SzX7AvW/j1qGP3RI9+s4QZdj
nIdeBUuj1xSeobDr5kyjdl0HKPAa0HgWkKkLH2eW9LsSf8PDsM+bFN0OaGO3St4OWXcNxGg/qkh5
5WDkjKbmQ9jKqHBruzHbsbRmRSr2ER26tba6T4VZW7BY7rOy0J6RRbqDE0I2j4mED8kqEgKyYsLR
jJaVvawM5MSmqTFwgBr5aVUWs4ia/FJmWeWOeI9L27lKOxutMrskW5ySeJ6UkKkjWoYuNUosq7qx
3QpF+r2Ok3EmBaT1BlfEzfVQLTNi9KbCJFnpPERukw5rO8jEEtzdVUF3x7LrLBiDTdkHyaJGInGr
MkXXaRb6vG7lhpR60XaVXBunq9acXIQNta/r+rw3RbihKF5Xg9arIq2J22hr0/bBOEcRM65jCnNl
ZLCREIC2OiCNF6V5ujCVYdtWRWtW2rWXFDl3eZbdl2MJrMBSkdd0V2UOT3YRmv46tJub2ljO+wrV
blYz21OotOeiDhcW1/U2T75kxFYrUQ9fK9vRMyWDehbVyItikez6MW7c2lQF2JOGajHYunFbkQUL
wNlt0zD/0oE2Psf26BVdKDyWYvs8zuDZ10WlltHQ23NAmsxE+FnI0EBo1I2ZkdoKV92YIG8U0m+1
aC5a1gB5TLptMJRoGXRB6JrKoT4VpXCrFkdb5uj7puqDue7RnEV15hpK1cp0oroklvWx01G1oeVN
zS19kyweaERqa+aN6DrJFZrbZZn6XdqoT205a3oIbdZ4iZz0jidAOyg2fkkLvhPAC/0iLKpFNJaR
y+Vn5VxbEe0uaED3Do2aRT4ubVEaz0aJuYIWaLeva74RWTYvofjZ2qFb00xtsnb4RhwSbesg5K4K
R0gKPCaejOvQTVSebmpU+E0cDDOFigjYWlJf5kC1etqFszBpLoGz5tscZtFjvB9dSsNsGZE09Wwr
GtyWhGiecXabY2NcKx3tZa6d0cM8ddy+tetN6mReS3Ts0UyHy0EMH6hp4gXBwXtuVfGyLu144STd
RQTczVXVuFJFE3hjDT5fg0UMW++TZo0DUX3iZQG/wS/apLwoqJqRsLuSOC5XabFGTaKXdkoDX6LB
Xjt4rQ8Mu0wY8oHIjH5VFcoNWNtf57S4jah008YpVqLNIXcW43WKlGvH0bDTceX2Yd9f6lB5DYnR
yvSUrKxezkA9bn1iAQmvOm1mrUnteZSpr0pByg0sEm9TNWRuPBTajWpOz2vRNpDt2LiAqit3hUVK
KDMsPjdi1F5yyCgmbT/mVUJXD2QI7HUL3YtZWxc3Jm6KQxWAL8aw8IJulFuedp3bZEW8qHBxw/sg
9GIUJ/Myyq7SnCY7eH2dMYF8lurMs1Kce7EzVjPUtcRVdCi9B1LW8a7fJlGoYUpw6RZ1Ijd2l39J
dJ27laWybdkk5apVtvK5Fadbp1MzBTXRTPKhmAlWDjMJ+1eXTZ8kLmvTWVKG8FF95txURJQ+04Oc
2ZAtZ84QzLCHdHdN5IDOKw7V0+HFuBURmFW4Y14MCxVYs146+XUoLfBdCMcRs+uVDqX2hrZo3BLI
9rxx1AgUo8yAVcqVRYD4NjFwaqsinohzvexzeCpLi8aLiOAlr8VOyarz4DcbH9ntTAxCzXTzpcXA
sByoA1zou5kltP/GRSF8IyGnZnV6B98KAQ5JitblRQGukkaWpygzXmjI6HdjFS9gP3XlQ7pvvdLK
15lsVzgcEg++tAKf6wIlo6vLKFgSC8MjEOHSz8LkU5KKcBYYkUGKhTAA0M1MdpuwcrwwI3b8ehTV
qi5Tb4zCBCqorluyClEf4/Bcdkq9R4X6JCtgwLqVyxAIo497iPXB0Ecb2vc3uc3aha5tscgC0kJx
BZmuh4LFzgq+zJv4/WjSwYvTSs8dzkq3kb3w+U3BTOPhYoQomjY5JHBWAZsOqgW3rHaRJcNHmZTo
PKh55mUm6Hx5eCwrrF3UkXadp+muGIqPcSQZPH6qcYUi8aZQw2eTt6PX0kFvEh2wuTB9ArJBAIDG
6adGCuq2ksV+2oxm3gq2c7Cl1k6nwVECzecZS8I17dONwrRcodL5ikTVzvpABZ4OmXJVnFnLPgw6
yKuG+EOrUwDJfyi4YzGkXlDnN8OQwoy3CL4VIcGzNomSWRS2d4NTANyZdJ2Sim0NxacXGQo3l5di
2bBYbu0OXC3O7cbtBiucVyW3/SJViZumrfB1lJP5gIXxokosjSnUEs52i/yY23yZFhiIHWK7FMV6
Z1GyZhzYCo0De45oE0auce5i0nuBXeoZ7kK8GIK6WrKFRCZcRCmk+xri9jyg5Z45w50ZVzXUncvR
9HJXtGl8OBlZ7srAWhV9apZVnxC/4aS/RrhngOHQbYbCQFleQxAuTOYqPAa7Pmi/QOUKb8jaYD2K
+qPgLVsV2KkvK32p4m4BWby+CCAfLShIOX5ZwLyAaLVoiE/GTG7HruVezcAXHafO5naVIt8Oewnf
2DLei2REfl/2CVBxKMKSQWwzbKH3LGRkG4sxW8S8KL0UalPIHuo6CqoVcXB9kWVCu20dRgsmUl+K
3Kwqdd5rTLe449kqVoEpPa6sDCi6Ea4ZRjNDEpKfNnm8yIMkXlg064Gp5507OAqd23Uxt2Tv13kU
3EbILBq7SOdhIhsfEWA7oLc5nhy3o8wXcVqk51AR1ItGZtgtstCeiXgsvHoQlcfgW0c8dEiBfYXt
bSCTD6yq+22BIM8N6XIcqsshr4dNnnXemATmPRvc3JDa45F0dlB3LJJaicu6t6+LzDroObdpD6TL
hgazVRMGGjhRDkE1Qpkvk7T8qAO3QEHrQbocF2XgNDNtOogvFW6XHMrMXEXdyhrFFcoNutTiS2sa
KFg7fVmgfI5MLWd6zB3fgnSwQoR4VUM3dFTWclBD5+WY9fO0AJGKU0uCG8erAe0aKId3cdp9ymrL
3JZiBMFA/VVbVnxDs/hTkLT5JgyiLw8ZK8lyNzCKzxAq1VyP1ocWhJgRseomSiG+kIrsUjzabtTU
7QKCHF5BWAHKfkXCOruNCIn8gfsdkXBv1VAXbpgv8rjFF51NO0+bIFzA996oet7ZUblm2izh6Bf0
fhxSFwoReykteKghV5/jw932FrGhaqbxSiZdvSARL1fxsOA98L2wQ8OyC2rHpSHQuTLBoDWh8Bsb
+XCZZWxpE8tc90AB8XCdO03xObG0L+oEtCOShnPRZ6BNUb1xVPItoZW9cyJn5uRR6cL5c3iVIEVd
2WMQMYwdnbMZlY1Ylf3gGpZ4JigXedRZKxOP6SbuifLCVNbzsC/5TmltLUvR3GjZgf1Vaq/avFo6
mKhFG8kARMRE+3SI4l3WOXhRZGnmhkM/eLKn9K+mDd2SrgqnM5+QkS5FoGq6EMkvaN5HyywJgOIb
7gttyZ2tv4q+XvR9OXiVqYUf2fJzZMFsCdBnPCB7oRtCdrs0Obq2xzR2SQPVDDCb7rL8Iuio5x2p
Sr8iak2DQG/z3HKuoyjyE2N/jNqafAmtT0FgNZuYOGtoGgpWDPNwk4hsDTfTXTBDVyDkVguaCHuZ
xRDnIYtbvmVZIMbk9pWVOJFbxLw971C7SrIO1Fwi0hvVlAs5Kg1Rs+hnbQDPrD6ItaQz105cgZgp
2gw4bcRnY4KVp6mCYGGrW5Ne9WwYQUphd5hE3bq1uLqgVIMa2b2Pw5Rf0G4Vgoa+lZCXMeqCpWP6
3DNsgNJGUuWOzMqhEO+TWS5EAHpjAyqW4vAhSdas+8DqvLBLe88KQ2sZW8CtVTOEc5UGwivaLnBx
bcK5U7TIfVAs2rFRbt7xfGHFmrog6NezNrTyeVlV6byItVxwcHX42gsfRKDoUlvDtSZQjWeMnjd9
094OEpgy5Ofzjoq71tHyJk2QvCkoKAQ9aBOCXnbMGjyELHmQnJO5ydnKauzQs0RQ3kRO7VpA7nZd
mH40GZS9EC5jLwed4Qr0EU/3Op11Y5+veuB6IOuHrtYDWaq08y1YIFgPaAhdi+SRG5f5QnT4MwbV
3E0aNoNv/Io/Ml4sRVrdls5d247dQeEQfmvb31gqE5AsQf4QITDnqJcrztJyrYvynLEOiK1R2VXS
6xs21nwB7KtfZQM9B6oTrkI7jZYyihI3arXZBplleZnGoLiWmK1aC0uvadDaCXUFWnBF3aBNqqXV
upXgCvgR5IoEw1qEUeavtoiZ1xUW5JwBXfY5yefCUnthYTca03ARY72GjDMAHYaQjDOh1nXPh2VW
YS/NIB8xBqJCyLtFEvJzbpdm3VZe39jENQnIxml2bY3EJans1+jww/7axyAN5umwxLwt1nXs3Ngg
oczrIPhilb01oxrCZIO0C+R+9FgFiqsFb7JUYq9FEy2HXNheVXaJa1r7AhgImXe0atbc0NITjVV5
xlh66TTljNWQvrhpIleCeuXGiQTmz5qLJgRW3Udi7iRyANkonvVEd+smDLt1X4O6DdMG2m2VuryK
LqGs8KvSsRYkp+d2KJ25nbBz07B00Y3lFQ0wFLyZzlwrD/Xswc60ZSPcrwM1dlZnnk1g/qX+wBu9
S2iIvL5kftaKfgmUGoKrxo6HYkf7oU0i766GoL1mZijXyTB2i3xIV2U5mvXDjxDoeqq5vRpKEAe7
LjWzPJy1RR3MnTb9qKvsa6F1DLEo3OaG1WsVQ+lInOwb1804a8LGQFksOOg0qvajOi3ddOCLri/v
egeSNSwcaSvdJpX8PAafoiTI13jkdKlp4DoWN2t++BGmg3bDaMA+UapY/y9jZ9rcOI5061/EGyCI
hYy4cT9w0ULZlst22eX6wqgV4A4uIAn++ntU3TPT3dPvzBtRobDKkixRYCLznCeTxAunGBKYTdlt
ify6geQ7xxH8l9SL3JIz3tfHwi53Na3G3G10zXq9fp11NB4UrZ8l8qAE6d4UO3fzJVh/xizzRHXt
iqJhQUUIQuOwdvVT58YiFmXH06kksbAihzrYHxas93xv2zsXbsERqW6wKSxel9UosuKN1mtW7sgw
vC76qobme8/242zky141PwriHUi/KJg3MDKwSwqslbPz9JT7gdIHqslrQeSSUzb2sVvcZ64hUpoo
RRbYHKfNe5y20D87s8Y7ZklDuGm93JHNxoXaJshu+CKG7iMJdpZaQqa4FMzm4faIlYstsOf31hu6
XLCqPbCpuPSr1Ylfmf0IfQKLR6nXhS30Y7/PfqxreeIIAmc5SHtQpi8Ou3EfoyYI0l8eyT714yXo
bn/r4c4vHXnwQlu/h/2cVh6yDy4nLzc+f9HeRg/Ek0FOOvdK101kpJy9eMMFMmBjqGPtrYjZVrFP
TlCN6jFXfsHSoIbKDcXKkcTAPkEtI8KE6WjGIjAq8/nWZrZXQTxApy/tkK+3GzeZ8YBS8+m3dUm3
GRE0iGKPiY+sXO5HJ1/a6DufX8dSP3lOF/Fuhy8y8lcoF5GNu05cw5bwZLf1z424lEWzS4XnIQpH
RMS4pscZsrAXT9MsmrguZvg6LDiZTtLcw5M17W6CI75j0c3ythknQdkjKcKibGIGDfEgLOr2b0hT
MKA9i6bJT0uP3a0Ne4LimDS2GXKPRV9Caj6TcsHJ212WGgmweN6mx11tn2FHIxRIgwJnXT55nXmb
voX6ofWFzbzijkyVihd7K6rpx5FMz0yK3Fshy7jlyYQ2bemWamwJSQEtSFibEt+O8dBGH+tRZ4UX
ftR4aC61n61BVZ94VBpsv2Y9rbuXtNuDGobgDHfD5q2mOMSiYxDpLBwhi4x3h0I2DEfdQdGGyZyI
uZzi8G6dUQ4Ovhti7voPYb35CYWT1KactlGKgpXEbX3Qu1LQ7nQN9V091XSAGtH5Nmmn+oF5Md2x
hbvyWUF+QvqiWBJh21HBuqc6WGAd7xG5SRokl7yLjRNtNtnte8VhAHYno+c0HEdIBl6HT69ValzQ
nsednfTIo6NCQeSLeT0FrkmsVuzk32JPo7BHkYrldjAbVDTqnaQXJIo2B1FF3WlZsW+bYUCZFETf
W+1NGVU7cuaWrijyIX1BH0g8UaGojKL7UshPSIhVuhXDNUTAyK0JS2TY3D+pUZFj6QdT3hTuHc4E
SowqLBPuFM6NglQXeCgqm3oyIFNaWR6ZoT3sjtwtBYs35JPQ8Cw5qqDPd66LvB2QVm+SqVhs21vr
R8shCN2ruT2tUBM2vAHfzuR9QIZgoTAXV4L482u7+3VjbrGdlVWXVTx8HIi+bFTj8xX9FI/MDPkU
NM8D5wixRYCEuNd+ujCVIdYNqFUo6sJmyXs41Ld3OxQ47lrtOLW79gpqYUjaAklfb9UDIXiJSOWG
2auZ9/ooapzode++hKvJVAkfbe5GFM23Xfr2zn/9tDZflrKgsZw2mmy99wkGZp+Qrn3dPgRdkwgc
WGOm4eCQ+BqkM5BnwyKh3XRshjExbImrVj5hv1qzcR6eor5iBxSle86JhQng+yWUM3kfbf6WLNXy
RmX7xSqxJaVb98RrkP62lDJUyMHX6Jad8CwKEJ6DDqYaZp6mHtLTvO79MC/k0p3HNUoYZggcrb++
co49A+G8j/eihh4f1WM8NqyNWzOwrAnDKuFNpdImKrB1NW5JtLdEeePTnwPjZ8ahY257cPy1b0PA
smdv+hIQ74WV21XfVkoYFBelxGnw2dOE6yAd5SSLxMz1DrUMLoJc3NVOzXYsqsNGBMxJI44sGF7d
Uiks7/GhnrdLAEXowojOXDCyp2BsBzgSBUKx2O7wTc4AAdYXtaxXZLYfUK2FacjHMWsj4SWs7H6C
0IKaMM0pLlvJE7k3byHOpMEah9TR3a/MnOa3mlh63icnk24N8M2ppcsY+TGtA7InjKRPEOmKY7lA
zFuL4nlECRjX4TReoYiORYmSZQpPBe3aOGrMlq92OzbNgCh4E+YC2atD/TJUnk06rT8gThSQFSFj
cDjbIZRt4yMy+mo623EtsqlmcTXLMIZ4CzKoJQQnsHccg6E48npqTsovZQLFjiXU8w625eRMwukA
IghyQRu+l01Yn4mPJEa66wJL5DKWIdQEEDe2XK+zAgSAxKQZ7Zei6r4SfMWxCJ1LuG+nFPxGEK/L
8LkT9LNXJU0w8wsxgReT6mvnA2Hp3QxaIPTW88brGzHiT0mHyjrpGp14y1NP1zMqHh+7ZFxFZDmw
MqAZ9scujerNw2YglxSZ82u0Mnfy7Xfie6fJp8U5MGBhhibpcAm4x6rCwZtlPR79VlaxGqoXCcP2
NDl7qpfCz1f+o+gLD06bOnPUkskomjmJ+p9jXzSfog7yytSe6aTrz9FxiBqVVMggTyvr2GEP+I/I
TCKrpknGs4uh3heXUldlLPYtTJbSnIPJ7zN8AHUgAgIZ43UMcZmmMEDrZI5kF7ONbHHBxCsWQcJ2
CEJ6MhT1EcAAVaX85swXUXst10ad6PxEFqA73tglri6R4DGFkyrpiPoSIGG92SnfRFRHKcGdtZLx
Xip3bOYQAbewkBrJKA6eWnGCt+eIixUOkV/gcK4KStPzOFbqDATLJSAZpgdbLY9KTgdT07iN/O+Q
7/ljaGWLUup+3v05XZTxjmsJuc5OEN2b5uqjwOatEOmk1BEBqjqFveEJSulPrT2bhnwvxhXaRLBV
xzKKwCSR3hwL3h0LCEOIVshSSJU2+33o67iI5JLJ3V22bUQCIl3sjeOUbAzUVsCAjVHWp/1YdCkP
xZ7MXM4nGsgfy/2ebSX0v7Etltgx5ie9qGCW7+mWERhoh6Jin+n4EshgPNsVjEK5VezmX4H8Af2R
kUm0sQ+Rqw+AudTdB8AV4UHWzQhDGQhDG55q5mE7qjOIj6ig+G4TuDIo4y1Mx9mt8BtX2F0du2zk
Vq2B0OnLYyUbdRGk/yQ3kbbCRjGioBwWGCRlpVF10ACaBYKGx2A2TXX7NVpHF5PbG+MmauPBuTva
FexUTsOQlJp+D6EHD+Ti8a3LlK5fGjP4F9fzJBg81HdLPcWDhyQZ25wEMgMcbIyd0ElVjTbt1PCE
Kg+bNGmGxJR75jOXNqV1Z9aAAxonP+PeGut27ZJybz+0EArSoFy+ypE/7/O4JJD5U2Oqc3FF40QL
0RS2EXTHpInsmYz6ELJtzPuJZsKR+jTbLgIpQw9VscI95CZuWDAdthrHTvnrkzeqKNFYHabmOYzR
JhkKc6yY5x8LvzvzjZgEnGWdKkldrCb/G6zfIBFGBulUtRBi6PZIqqpNtydUOGPOyz0BY1IeWLh/
HspliftimCF6bZ9Ef6+iaYR/w742azCk4SrJwZY4z9t+eQf80948uiKumugCI9g7NmObhXjKoQm3
p7HbLDK9DRjS7VVWQdhh6A2kNlBOc99ISEHnKvDMB9F2j1UzRzn8G5Gywv3sid5OQSfucbmXLkYJ
MSFxnNKAamy8dc8OVOlrvQ5xUczsZIHntc1yp7rQjwO2DHGH1WoGs6bE62E0w7dI1Y79F0JKbNY2
U556H+mHbu72j6Y97lhRbEVqvaKP/1BWvUkmib2ItwRar1xJvJHoDtxYkMIT37J2p/HSiU9d42wS
Thagy/as2grFPac62aYS7m57Ww2ThAvf0IQXIO3Wec8IqV6s8N9C2Ectm6GvABMN/V7jnPvYgEM8
ANFAmY71AYgsmD4EOtQX2FT3K8DDeGhEeYiofwlF8aajvkjtLA+V2sqLYGNet1yfbir+PAmAMVYF
SYX8f/fGdPfhGLVu7REfdJ2By3ocTHMt5DYd0H9lkpCNBeC+wTsMbZm346ofRuPeq4fNsm9Bg9PV
me6jmQe4vEv0uWQRPehoiFvdOGBw/k2GbC/NjtKiW2acE6DBlnhG8ZaroMrMcJlhxZcU+3IEKwz5
fPlacFEh8aAqaRR0TsLnfO1uZ+KGHBqxT8MKvmXoA7HLfDHiI6bJz2dyy9zlLbv+dfPbXYnCSTgm
Ul6aPvfcUEPkaOK1bVUTBzdh4deN/8+f/rf/10LFiGcUnnvUsFSHEG6LfunypSIyIRvqTCesfwjH
8JmgJKz7woE2mo/FWK95Vc1r/usn/c+fft39u//79ZB/PePvHsLYhmKh5DadmF8j0gw0rqZRX3VU
hZny9y0h/QwyzxV76k2QZ/ReZZ0eP7KVfVdWjdeyKtesELWM2RBeulBDHRGkOzDgyInAo9gCzHQO
yhi5Ehgik4d0gSDoYLvaGWrhulR3WHlHhFh62BxyEhvp7bp6QzzrlqUddyQGUQqnEjIHh1UbM1te
FH7vNLhjcCyJ3U8Q24rPn/3aj+5Z8xMxc0t6gjBnJ8czMcxHzqI1pv4XVQU2dcWk0m6FiuRXiJKB
RAplY4jvft4X9D1E6DgXIu224LOhxaNThTxKlPA3E9uz61dqhH8pyjn1Z5igQkIXcqvD4bmOURVA
MwwAPy4giqgIY3rLKEXhvdr2J5mi9nn132ff/YC4qtOdFB/VMAuI6u4YTLPJ+7quYruBq9lHypIx
PNbGskOxorJft/777qp75C7YBsn0Ch4auvSOUODC5gHpQhaiIoq1L+us9O1TWyTh4j2BIgpSfKiP
6yiOqNJLPIKMCaXltwkCRVy5cjts0dKe6Bi+dJ4OcKqtLvVtOSeol6/B3r6Hdn3eWiQOhJfIeNqo
AdPDILYodQm1DY7lvvM8CAaeLzbkOevDl8bzLXJeVHRbu803uWhL5ebCwzaOD421Xj5E0iaFFSuM
4e8Dx4k7D3jBfgq8vN8qCFkfFBTYQc7jpd+uFF51jKBpx6zBRpOWba1j10ddprf2w+7ss47CCfY6
XdJxkXvs+ZvMRTv0cejaIZt4x84V7Ja6hJy6Rs2xRhTEu4OW3rbuGI0EASWi51BHzcVFfTbX7Xpi
txpv6U0N/2AuEjWClYh6HAtftfTC5P6GQjHe58jPVLTqkynG3JgazPfmn359fn+8YggpJJSNPMAt
h5LpBCrv9k3W9SPfgsdqBfemX1kBCigkhgBLgLAMUfrJVsh3KOSnXy8U8btA4DN5KyRnLbzDDM1g
0aM4gdtwcbNDi42kr0DzhUU+e/TYbtF6GvSynBbHjxiu5WBaUbjq/aUuOcLZQ9VVed9a/N0Fmr6L
pZIi8XiRy8HDwkE+DMYV1X8dHZDkvY8atSCTE+jUdUmcQfrW1Ftclfch99/mjXdJEBVfJuPfBZU4
zo1837vm0zYuYBq3/iTX4j0odAEXu7LPS6BjshOdW92iqoFlxgIG5LkZIBUVn/zBkoMMKoj7pXuv
jXFw/KFHLZVXZ0VV4Islmjz3fPhBWnkcdV09WYAMMRlEUq3Nca1Z+dRpOFt2b15lKKN7r0G+jvIh
w1iKDtZ0WF3bujoRr9AHr2f6vppFdN66khyjFqrLyu76LfJOthzhOI4RJKGBg/HWV9/6KGe+CNrU
d93+pQNf5Ab5tEHKUXAcDaCOw+T0h+ZWRa2y76FMgVsI4TzAd6xSGGovYQOdo7GVTKab69Cb6GuF
7gPQXLbL/LBxOb0tv5lDqo8mHHbV7VMCe/miqUF+X0PdIshIkwJ5xrHopgetBHwrU71VxgRxtFZd
im6KId/ljF2sdWpH9KOIf75ok0qBA7YCroPbsgbNK8nuogglDVcI/9hl9bK+L1G55YHd1t9uIrND
8afQDUw53nf+shx9OBFhACioGc5ds1d5MVMCG8F8WHx+nm+Gxq8bawCocOIRcIPF61ZvIkbfgYkl
L20WLNv3lvQyCSOgzoPdL0iZ+vq2g9Rzyqh66VokiuicWOMFgnUuLIHsdLvZ+wUS4Qxn0aLtL/dp
+bobPLadFuxqgtoL7W5Fz/idlnUHcRXPAQGAwuoW0wShP6MwnJO1ZK9s3OISS+MUDQE8z2W8D8E3
vRsDB88ANOuK7W28Odh9WNcpWevvwKX0eQkNuS4T6HdpGcTA0nsFr9juRfkIyHhONo+tqC5qdlgn
MWHX3OADkKpPTNjZFHKcvuzeTwe9HpUEu4ipFNdohqXd7f74IzRZlzR8UQlbfewqwafVwigmBDAW
X8PyWrPhDvp5cwSR0SEvs/ct3v0Ydf1TIfnXbQqeFdP7u9f3l0iu2482KO+jx5Xv+n1s4WnvHi/h
4BjQyWE1pXDtXql2SbXz9bBUUPAdWgZ2DRM1oqb8RG30Hqx8/O6mN6n7pOnIo5qZQLW08pR1wc9C
AkateuXF1RhWWbFQ1IYdgK0AvSipr5WG5l38qHcGjnreE+2AAap+7+6dBCI6+nv0LG8IeNSP4Wd/
Pc9mepwJfxJDaVM+qvo8heEhbIeP0KhgXDW3boF2P4CM+8KrR7aV+qUbfcjoJU9LmPo4MxDZ5FB9
oc2oLrwATTnPgT0gyzZnrgCV1H3/3IORMwWZwBdPBOXs8LQCG2VRsHwL53DFVhKNL0abvEJmG/Pu
STg73xX+ng3O7/Kq9AuwAgC73GAUOmB8NEXhexRamrMKocFS9yMKmrtOVce+XtlPOuhzOAL5RvEu
DuWKAxXZgF8tphmcEQrtkYGweEbPF+pc9DT94Ork75457chwU6l2e1Gao2PG+o8jB6q9jbAVpRB3
1PZH16/D/aKD/dEKq4811ZCAIbfdh4J8mIFLA1+euns11HBXK4ipy0hCxHTrv090Lw9lTWUubzbF
r5sWNWFev616NvddXZn7dixFFhqoq7/dhZB/nGbmkgC5imP7+hjO+pN26PFqcT1tBFT6VIUFT4No
AU81lCZrvOHWJhJ5Sa3npPC4RLzb6oxv85jUhZjPs5w+SbnXd4rfjrmBcsNqn90NtfeRWxpl0AG6
bNY/fSluW6R7hR20oEbdwUMy0NIcdrAtYDchZTXxZGpArs2eT5oXDwt4gKBZ81K7+jF8XkUNhIh3
XRL2FoBEtDXJ2PnZtALHRPMGUmLKoCUZNM30CMYnr+3CLCy8JvlDn+PftAxy8u8Ng7g0XIhu+wAX
jWEUbYt/bBi0umhKM5fVSdAJTTz7RO+XmeQlnaMPOFwHC20qr1nQzTF0m0wwN2EXh/O/d2hKQSoF
mL1xZQOipXpdphAJbtvQvKxL7wR8pW2TULR1vJrg91aooNE06UfZpMpMJ7GVVe6QwoMYaMTL3EQT
ej+sfwlqcPg9utEhJJA9g56kT9QU700XrPdTNFRnaoOrKXZ1/6+bsO2mU6Psi/IH+FoMedICAo44
KXb4a5PJDPGfrIyK/3IYGaZF/LXvMgx8+F1Mhpi8TzEb54+HcdVoiNjprE7zKr+bRfnvdqyWpA6q
MEbTjYDCsZSf9k/GTWB+ZBOkkPGDJ9COHDhI058ta4In+K/TVbL9AGYBDSysRfsLxO5nnLhoxrHy
hbjJO9fRGIMvUY9bXYkUx37KeiG+Nf445YCD9QeKNkQgF/pzMzZgira9ffXLrUtZzyCcMi0T4J/F
g/TtOdzccAES+jhT9OmxaTjP8J2Rn03+a8jgn//n5XabhPbX44QZakgBqUCbrJS3/tU/9Kd2gS16
DS7gZGmRbl27ZKKYjmbt8XEr6pBK8ioBcTRfFgKUVS+HCmvguAa2PEMefii6iNxpOBTSNePpVwNb
xefhxBWPshZ+Y/Kdm1Zdw2zYdvex3cqHjbRbWtRgGb2iffeqann2VnYBw/OfPxv+7t9+OMxPDAVw
YQxQ+MuHc+hi7ZYd2LtomjPwUsinh7UPys/aTGiBVP2AUwlfBNwrdgiGaYuNV3pfw8HH3tUjCR4b
c2IVb7IuhNkK/3SJ0TJFPo4RX1M5tpC6saziae8Br8CxvapANn/4qeb6AZe5mR+crbrYo/X8bUGI
FMR1b2IuxkN4BPyz5ejK9R/2fupSpYh8L0x7bhncuG4jr2Su3ku6lB+R3dhjgw6YE5OWPjUAwWOw
SAAxVyeAqHtvUH3EM1ol6thWJctG1BxJ30d+MsA3OblGnEWQ4pq6/oXqxzGkezwoP3zGppcDLbfJ
OjT6zkRCP6CYRUAo0Es5VltxmYbubZnE8mOB2VWw+XNvnQPjDhSU8qd5AcdQSz7EPp/Zs4GWfzTt
1uUhCurU89FI2g7A+aRdxKdh66/+uPMfCK0nqJ/FRYgNDbVlUcSzDdVLVbAmsz4XD2izQ8eF157Q
dFlin4AGqQ/Yt8fD7qFFZT1Mu5ne0fYGcHw649xF/+4azXe0QpcLW7AdraP51EkRxREgBbBYLK80
b09zMLojn4FiLhWVIKvmIGuQZuii99HG/8/G9b8J6MG/RyKM7vK5xABWzIjERY3+vAhh8JRegJ7c
UwTB9ESALgeQNu/l8tYs9LGURQ0kchQZxER6afy6h+RXqxMQelT84Tpn481zLAn92nLovAze3VES
+OTEcTi9zqV7hPYOOqFTwN6o+n0OYzlPbdI6aJDTGGZBH0G/L/Q7wDZAG1BHE9bu92TGI5tw5acW
XuV/+di3fQquETrk/9H4DpoCXW8Y/o/ZJbiW1p8/tscHb7dU6tMu+2tZO3qlrlSJaLzyQXF7aTva
njrVvfQ0Aia/EPuCiubqrRYF5jjZx4mhx3KRFO4PV/de0YibWBkAk0HPsllAf6t2ATl4AyH37YuP
7r848NABqKrqI04ik0bwxOpxehCBzmnPT5Cj60OzFfCn5cDThrb8MPDjBP8r3WFn/ZdD4N8uVfVv
x0Bgfp5AvwfURx/TCf4YXOVCDDqCB31aqFmurlHhvR0D+GX0k5Dz/GFXQueDKr9JBnaDleZtLYt0
lGo7CEkgyLWReW/q67z4z42rQTG3NHhppWLx0DXQfcvtwodxeYvK9wKYwuOyLl+HjZATHRz63DxG
XoNKpiBScKZNFfpVXH+dgwL4Pmxs3TevHYy3616Ob56ay6Qs6iqfvNE+RzIvis68WChC6dBu5mRt
/9gYsl5HWMh3m3KfQzItwEzbw2Qc6HAuXidX8etMGbsiXn5qWElSQX0s07mcn8APBXeYNfBAB8tR
GrZoD1m9e4uuomRXjGflupvrBKsmnR29/8WWIGZjMCJK/oVsIfCQYX8y3H8KrekvdhifgmAO7zYA
UU8tikET7SCOwUse4bVevN6g52TuymNoObop9vBo9+gykwFWwUpKhLzwA/dtffTETBI9K5atHoBU
tCkqw0CgSxPeUT55gJaAv2xAyw7QP75LF5EM3dR1jBawLlltUzw2rX+F4tAcq6UZMxOCJJ46NWYl
yveM+O2QbqEEfOd79aGkdfdISnsCcgp8r0RdXuwQu7mv6njXa3UB0z3FwoNoznVYZP7g0yOba4SC
VyRXyP8aKHqeRuPz9JX7BsrX7oBy7cs7kcF03DUgFHRGIvezaHA0HSYpLBXqhnHXP4eGPoLbvPeB
bF3XFuIoQ4dpCDAnHlB2PY6NjTJcPSfINgfBpXR+DWu9AwsoQVu4krygz7z/0OitTFaBZ+pCIFff
w1eQYjGugVRlIEzFXWsdDB5TeB//c2TBaKp/P60kxSWU/ZD5TETsLymy9j0IQ4v0jnBTt+TWRHht
ZFEkILpp7Hb2fUER/dSZqkidPzWZkazLV+1/XjqpMD0Bwp1XYa5EH0Xb4+RRfbYRtrVWRy88CsvT
iJEFh0Wu/ikIxNvckWQzrr3nPZ+us/OA7g3LFAe6mR+iwkswYrNHgfe46Vo/3uy+D0hI0VvhU5mV
HajfAuZ8SGh1DJd5jtt5wfMU5JRNdg12oaC+Fz3gh4WvNl3RKn3PWQvbvPd9OMP9F9jmUKrD/t5q
bUD3Yz2W3JcPtJmHJBDldNDrWMXOR+t26+a3dqXyca3LLEC32a1P79DqvPXs9E266VxGoG9975HS
r5AvlpPXwy3vq8OOJOJBIsPFTrKuJwwPAX8iqnRFQM7WBX9FUcHhSxX7KRDqce4qIDcowWDNuTPm
XvD0Vx88l5dAQNZrCrOfWig2cSPW6BVttPe1GzCdgn3odjBXSLyDXPMI7YCzHE5on9foTIiCjKEN
O96HLrjWHVJzgEl34DAT3zNINtDoNTYgY1a0Jl1Ep8gBGPsNaruREICrwbvwlwqdN1C+wjZdCrCY
Vd3vpyish4cSPMiOsRUZU2jGAyVZqar9FtUAA6KKxv5Y0AuV6FX8tWJ/H6zzew7w21yYb72Bcan0
/Je7/++lb/Hv/96e88/H/Jos8697uCbe2E/9z/k/Pur4o78NKJr++qA/vTL++u/v7jZa5093sr/O
+fnHfJu/TPJ5+jGBE/8ffvm/HfODi83+4eT+9zE/uBbBb0Pi/zjg59eT/jHgx/8/UJBxlWec6hLd
nRJb7O8DfiSma8H0xYDaCGGACIpf/T7gB9fBJT4POSFCYsyPuOVcvw/4wXhiXNET147E9T5CDObC
C/7jM/7pi8Roo9/v/3HAz21qkfljlhPyW37DMRQEEwxCIf5SYaBbfgBTr/qzI6q5LqSZnwowWxWw
7xW61M023RMXsQQNRj+5QF63N2v42/rCUvkf3sWtmP3ru0DjDcFhwrHA1N4/5xnLRDzQ/TDwOxQA
B8OL5yVq73dg9Q98x/7s2vF+FBKmAY2F8r1M8fmn24w+ao44xOg4xn/4Hv/mwFBMpf3rW2KYxkEl
kRiPisun//ktjR7UDROir5w64KZ1480psbufNI383s4VeWw2exr6CW1CgfqK6bc9BgqAbMGFpeOO
e09FJ2Vmu9XCvuAFXgAjhuT/Z+88tiNHmjP6LtpDJxMeC21Q3tIVyWZvcNrCeyBhnl4X1SO1Zkb6
5wW0wSmAxTIoIDMy4vtuYA5FjoNg3RHasKuMWq6wsCNlq0gtlQ4yjKHdk0oLjlo4/tO0swRrfznJ
lkDDQVKYZhYskv78jWpNwIFpm+IgvFmcDGeUGzcqmevjYGVUnrnXA0ypbTrqe1mZuzTv/RbpRNlV
Z3csbnHp6A+F7r4HuvA2//psSy71v302LnQD3ulyk/x1jdG1XdIMrpOTdR+egwE8iiGyQynsaRcK
z/Zbj3TtZNQfltd3xwxdra8PNSsmVgJGkM4PufZAGegfP9ffLkxbchPyqZimxdLM9c/nLBHaWOlt
4+1NbARd4awMgbbc0qYGSX1x7jDBUNOFaiWLZKeHw1uVD2iOipq8vTXLS66if7gwrb+uSxhChGG7
OlRrfkt6y//5I00t2aswGNXeSOSACSPQTja6E6G72sXL4uYlC/DMGeFTPWTJrZD2ZrLGaDWbKCfy
RlEMDarxWpgly0YFvEeNmXmcjPBQlLOgSBD6jgqay2xkM2srzVlZqYkVcZRnWwkKF+a2kElzkeND
4lrWYdRKy58rfV5DMKGmOxpYq6avxG1q5eKc3LZleTZbBwdN1R4so/yIOqIccvuZnyVEKFp7ZZWr
bUsMfFckfAgFf8ZJjcgqsvv16BAcEv6MLK3HcWN7TcxyETvQUAxqjXP29q+vROAbf7tPHEtKjnPf
wzwm1v/zCS5yz2VWRQiogy+y9by8GiF4jMLzTnqCIAyhG+7d2lWPYzBex8KcT3NaIOGJ4FH1KLHs
TkvXhdTCk6ca+LTOtJ1qTtDUfx+iku8+1cEpXZgbUeB8q2r0KnE8eZxffW3ZuIdtR6s+gi5dkRjw
VoCC2h1Ffuc46OZj6uo3b4rUIWodrAkNm/uj1AvDY2f3j5ihiaoijPatJqOH+yaLvKsM3PIwlDLY
UDk7OW3xzM/YX7NuHPdtZ8mbMovpKQoeRt/pH4sulzuRzngl8XWni8TCS6oaE7PQNlw8MxI+lkYQ
AqwuR44lrGYlZRWurBJFMsrS4lAVycE05/TS3Sko1tep14v1OMrwomeR2M5znx2Y4NbC7pMtN3e8
EnqTQtxozbM9hOvknEoAHzaF7StVwPgiUcrmehg+5cn7pLU9Kj+WGZFEAngniRWxD+dturL2fHRZ
v69Vhfn4TtEYorpBVFw6x0yMji/x1x/KJmWlJnKFKBx3uXT7iYJH3J77GMxQN09HkBnjmfzWNst7
Y5+2AeVS9epWpYsVm9/IzqJmVUeGXDtD220NQ3xYEZIMLDKI3gfLOiddeTBy7RpWXbFxtMw5M6se
vNqJn2ALnPIuN84RKKSnQFPxk0goEyOAvxpNWe80KgwvfeEEjMyL62I0t1K3w7NF1fxau8UE+Yar
RYfPBdEB4Z+TOCbp2PoJPzy4F6MRu77qPoPqKM7tKIv15PXtqnewFqTWeJwcUDTGxCyfaCE6DGXq
vEmWnM1l08I1AmISXdPZCbae7KIVET3DLNq2BJDAUbNk/DCKKNwmymQF3IvYL+wmO9zrNiWl6MfA
rvwYwc2hnvovY1NPj32ujY+qy9+8ND3NfWfs5yVtbYpaQ8VqEm+wZ5jihg6Bk7xAgaap8G1c6Ecr
m/E5ew4WNDZW2ODTdbPIv+/OXuH++kNq8T06BQTnfgzJ7YDUFVF2rpfz+f5kekHFiEILc+PlsbtA
ndQK2Ez41CwbaHzugZsk8u+7U81g2hjReDHRotwPmaKIwtUgsQgQ2QvPjXaIDsOXFPPoLkxNjN66
qeGiZyMS64hEbL6K5RmRK/p95nYBlLULJUP78b7pdE7oZE7f7nt5485Xvt56JHDE+aMqX8VR9nLf
jCpA7uMU24lBG71BNwasBtHGOR0J0yzPj/NYV/CDhs63Rq97CfFXM8HOZ62i0NcbHrl74eAebYcX
o1RrWYZvVZE7+8jCnNhbOM9Ku+03XV8lPpA57dq3KcbwWUc7F9TVh1urVWx/HyjJvGJtP+VCtdBZ
rDdptR71p9w5SBOPU1+bzrrWx29Z2Xtka30YdZ9dSryP5MuCfnrr7e5EOnDnRBEqVZLbRREqWH+y
QdtrrRNs9KcsSA4j98VGa02UkEN2sDILVcxAaS7OrXPfIC2MnabZpWaGlsWZwSuhLvS9ekDcnKfz
NhxQUasklQdRxT91hrath0CCkQuMYDYwTjS6a6/kbi4ph0VGsc5h9DxFWf6ZQmu0NRl89znp76Lp
3SssqojE/+C3QuU7USG11Cb9Ff0F6uyprR8p7D7FYrgFo2ZvhtBzV+R3AqzMmHFBRWBDcsNLFsX9
r7OZmbN2mIuG1LNugFGi4h4n7xZMqEfR2euEeuyv8WnOXOM2cS037SdXoBtlprrmxjycvNjDeOeO
L85if+2tE6kaawdnASE44P9NY4zVcRhI0bWUgswY8Ta0CDBLDBK2Sx0B786qRRi6MpN5T36+3ku8
lIoX+AizGWBeaJ7vaaUCxswuJf8gxgE6ixcjh6oRxbTNyotkfuL3e3TDeDh1Iay+agalIAKHGjOY
ODfCeZeVDQInF8kcNpgiKNC4u4FNoGFM2xl03HqMQcpoEWYaXLNfhVY0xKv9pkKzuxqKHgiIQoQy
xl10Hg156iJ3OGPKMWQxX2WvTkWZaO/zvJ88pHgDaoA9BqR0b8TVde7dYsuCLNs5dYHiV4tIo03b
KFXv+NgIV8bgJgzgH6mwXtIQh1wfCZ/LUXtDOYjVfSx3HhndNfnc+dGtn5a69TFo43DrVGPF21OP
EJ3LxKrmkzs26QF61DIRyOxB5K599FCux0myAoAwHNI6t46VmxOBh8ysU1V652iJA3JtO3ZWc7TJ
KR7nFlKGAIpafiOFsmg3qmRv9NWFNFh5Fd6PaMGnBIHxiaDGOqRW8wMBr7aqBchPrfPQ+xjO0Zog
+BR2bm3CLBlQDMP4sM1Zngr8Uxfd7WqU0amzE91IAq1H8Ym+1/xStm71ETvRm0oHhHKk4lcYWuJ1
n+UAI0FCHMCQNMcenp7dVDu3Bdzpxgp3SI3fBnE+Pja/aEuU+S3J8tR+lEkOONRDEl6VBxw5cFud
En5MAgTIdQB53D88Bvj2qeq9S4mFABwiyUKcdWLV9bG4eCDE5jCXqG9vVHlIUeYqPhjdyOzvUqG1
4uSjjibt0qFtN/lmk9Z0D2YSIQcz4/w0RgBrvKSHwkWMWvfK2HtG/ZA1CpRku8UAXR1KRWZJjT8a
qygvQ+kO6zloflazi3UlZAJHmY4bECVlgl7YXeoiWWkYRyY1jD38eCsILDg9wqJeFIQksCkGrHtE
OLqqDFQjfIU0hqiZaqV20BOupuU1sHHDOwFvhjQJkCxyCt+bccugIuo2RlBAVkitzRh2zD2h522H
jCxlUW+CoNLOmeqy9dxY6RrV9YbLRF933SpO7B+ksefHqNvoKIQOlOHdHbQohPWTi66hx6wOJw2k
io2+ycYY7qns1g9rPLUk8KumPg1UCsvIuDV4F9wQ/sbYl+/BPFTbLvZueh80PubgdT/UJVADXKuM
GxQGbTd57Sfxs7FC2FaTkzw3fc6Hm4wvSmkzTLO82kqto16kqQFLkqpOWcz7ZBa3bgd4luR3crVb
h9jUyJO9Fo3p+r7b92o8M7NwipV7IpmlXZWFRaXP80OqeRtVD/bFxWaAZtpSyAns4EKYqq8dPc0/
ySh41IZE/TCc9kDu4YKYa1zpJonFJi/sk+561slr+34jlH4cWcbdj8TDYJ9cPQMPNRvgqpA5NFxx
PLe6/xdo1kZ5pm/mToS0KB7OTQ+upxdptcJINpxsB+JBHLFMMhudXS347kmclsOA3zW28s8NC7KT
CuPwfH903ziRitaDQHKKuknDyypM7eQlWD10ZR7vT0FufxzrToOy6P10OjSmSkxXzUqMo63Z+q9N
gTYGsG8dwL9EZIrqyp9AD2IiEmWGVzP+EHUybTVxlSzpnsz6ccxs+1GzmH3KoHpGn2rtazI4vqam
CnURx3prbFCWKmrA+LcIpTW5maeoeS7hs7pdVz/e9wKpyyPgs8S/74Z7ixYEWy5j6tZ2Hm9ooVpt
uGSMp9TWjSf0ISWOwCZeRahjMel0yaE2JnwFthyvYujO5Enrl5D3YNp4dqQbHsupzlEi8XEaxFNn
10tfZTA4Z9m5B9ccnLUpKmxWYSSfu1SKZ9QVK7PlAwadZ25Lih1xrOO9lkil9H65faB86QvwSg/L
M/KUApmnBaFW0x5kixF3mjHiDjN8HMx/7GMSEb5jVrhEShARLJBO2uS6Kz3PJtLVVKtMLXw2erfZ
zcbo4tdEmKgI7PphnI/3TZm5ff4/9iO8/Nxv47zROc9MmZP9A9XTtLHl3nZqCJS19ZRVPXZmbqIT
cblCGUISOsdaz38kJycKMSS1oLJRtWz12PoEeJTbAQkpGCbsdQX2gyJ2qVaHObqr7FNT2l+DRoQn
DTGE8HAf5Xl8VqUAfzuFT2JIrt4cXxssZnan34jw9onsr2PMR50kjlPKSAyRCMU6ZgHXgr2STONn
qvLpqtaTd02YvpwFtowkvtmoNfzGOBjEaCqwzVXbUQducu+bNZtfnNnZD656BSXVr9T8AZdsXttF
nK/CG1WZmJpcUu6KUWMF6FK4GVpgJe2wT8zuieDkPVpmmMwc0JJtWwE9rar3ukwOYXbQm+gxLexg
1wVEuHob+rIIIRENZcFYEZLinw6L66utoem24kvZPxPnB5sAAqg/j0Q1snFQuRkBzhY17pVpprtM
aXKf2dxTtYxPsSiblXD7H6YGZsC20i9jOldoKd13vUQbVqB8CIjQ3RBNA6k2EHXZOiGnhLub4fK+
Ab1kN5G9l4n3o535nknf7qAzHqTbiQ2NAZ7seERo2qQrvZRQZYsKwZUptoNCC5cClFxXib5PbO0Z
PHG7LWvlYDfNvuKHJohf0ju5u6pT941W6xrqTjf2kZDALkU76iNWrPwSzpvP1LmKFcuhMpc/g8UQ
PuCpmzXmbU0SCGCa+ZJ+GIA8HyuBfzasx3y7ZJCLau6+M3A8MAxR8qbVxIOrhZZfDBRMjLz8OVij
uQoSS99KAHtv8L2uXm0tGAKPDKgtjzg+UQp7kfFqe9WnBvPVMa5YApse7ntoQMlZr1vEHZXzlDpL
9FU0n+OirN75SdBMB29NrfDjNfDP+i6hklPPO7Se8cpWWYA/LhU+vTOfWbSnaOLl6LuZQcLMMaKr
lnnrLtabawerZdt22hvSkWsRs2pPJuVuqorpyw1wlGJ5blZBE0T7DpDsbhbP3nztgfDsWth/T3FM
xhB9LmBZ2zdtx2FRbus7tdj8ywBce1bpLJZehewEuDgDcrTZtayFak7igkepMRJUjQlbOmtq6khI
3j2r+1yQOPIHlC+lPkZbxr2FHSEejEw6jxEJ6kKzH93koMxJfKHsDb0ldMwTZrVpn8AGromldqly
n8RsX2acCavUktYOY6X0MwWoJR1Ut8luA0nlvRYnak2Wun4o6/jFAS6uzYF75ldTK7BI5SkQnrNx
U1LKSZmjk5ntk5ly9x+cMa23Ujnd+j5vhJr+6k2WcSBQOJdpOKzTlk+fmcmTaw/Ba5nAAaumN8eD
xFyEVJbFBIzGjZpyNePVX8shfQJJxLiFf+8oAchJSDeUoDMKxtRQe65psHD1A3ifa6rReyBK+Hu6
0DNjEQQsi+r90Nb6CgCgiwPgMHQ4AbQS1kpYjQYc0JJ5M3fKbeDMr7RgqI4Wqet5dX/YyhgBexsY
ftxVn10q5/4obmXhbTVUsTmjEILFahEsRhVrSiq3GI6/wqz7Ck7BPc7EgIWvdMs93vcLXfljFEcH
e3FtVYsNtFk29937xpQzPv//889BZf/PZw+O126nIXpx9WInq2FVK/vDSet+1ZqZbm9szdzmU5Hu
FUyMfbM8gcwUSnSwv7WFltZr8EQvwvv7RiWT3E7fI9bgBkVkgjWISQjnMg2Xq/3QV1Rr+lg9wUA/
UzN3aQKBvT2r8i9TPsIVMTDZ5otnZtYf2hxmHmtdd4PlWvOlHQ1QoZL5OajxZTrommF+hE/4IVra
N8SOekXSa+zUIo0XlpUfx9ADndfop0mix95V3uC89MjAIea772LMy5sXTOVtdipACMjhFW710k6P
A1SIazTF9dpyNCzFeDBDL0NSprJjgBFjH3ZaxQ/Xk8mYisOMYIuMdpfrvjZSrkWd6ZNcNV8g/BQ4
ZI5eOX/nx3YYsjVABUPh+q6edOu4mj4hmveuQwS3IPPsioXiKolnZuOmLVkBTuYCCiatm5FZ6bOw
fLCS9uKWZXGq+wJqY4VpTeCAVWVMgmiM5EoApHDn9JOd580pWHydQYzIrqVedk6z4mrIUnurkFnh
GQQQn3WhgubtIU615u7bmEY7mgfs1IyqzUHyjuIgKPZBFBVvZRGcFoz3lz4ge4ekTl1hn2ZXpmgW
Sp7aVATjX8KKHE8PKNIZzQ8VRk92EDs/QNGtFTJnnTHmYcGELrrw2m/EtK/N1v6aQ85n6QWnxFkc
9VkfPXsjBR3Vk+RlQe2sy7BND7o2GGsnNzHDBd4MeY+hYzKQss5a15Kam7GbDslO1OOOFEd7BLqF
vyjqbTAtYUY+sJRrze61s9No4Ro6t7lmsf8THeSeBSVawdpAngqrLZVK3ki2HUMSCsQo3nSyWMFN
RokUtgv6zbLn1JTjeor51043gDLms7ZvzL7bmFNxi1gj4CVlFRw2ebwCFVeiku9WdjAl657I/GkM
L4iHnEvSlMxDmv2twf93sD4XI6xsuj7IcVx0D0I/oVzmxKD8PQzJqG2bSjmXockvblLEZ5nhUgP2
CJMCihNj5kVhOXrSc/sLrqBVZGb5urx3ZBCtttIjJimJsqi2++e+ZTJuQ+Ei1Zm/t3Wu9uCeE2jz
NUKyPsJCIijgNriukwZ6qIMJHocxQLZkwJeiwVkcUojhfT99RFFHiD408npPS3mWsaNsZD9L8aXG
W7+FOcgU1rmf7IpWB1EVGccsni2yGNW213WusRHQVBrOb/FUF3t9Gl74taaDXXisgVKF40HvTd9x
0V/gp9N3aSjAhnOBMURAyEi81QxRfN+WPD8ymndvAccqykj1JPqTyrozaU7rPMoPp88fCmSCT9EM
NhapUHfRcpxeJlNaM7RgbaaPyRuu3qL0DVH6Wpze4xSj75rd4aRs+5ToWIFgWr6HhVY+9nVwdqKe
OxBVPRZXSjYp+lQP6uYq1TE+zmH7MJPaRoKtr82hj7czrqNTF/fPs52SSbe+18a4KSwd+UmoEWwn
5rRpjWJZqcP1qjVYsQrK02A4O9u24OUM3TcxwO5aHC3rVmE5U/uyQQyZlyNU8Vrpi0XY2WjzZahd
PHFTY6xFVUWbe+agzXN7HSwGYy8s9o0zFAeVqn4VowTeTymnwzTNK1wC56N5nRiUraB7mHQFTEyl
L+Gox1cERfophUFv16bYjJMHKi2qygsCIUmbqqOn6/Yi6twC7zKPEQm9oQfHM7cs/0kVV++M9kTh
AiUO1rfP3XyY4vjYG2Z8tTVqzQRJsNNFE9CZJSQScqg8PUYtw6HRdBrMNI0X1UPcPSQDxgbEgxng
RGz7dCtZhGxCqhIre+b8Edjapwji+qkvvddhxCle602wkk1hvDoAChh4+KeKVjtR0CPOLEWin8Db
/1BGZoPASbRj0T/Ho9t/UpP41HfMsE4xFzvQqVBdMlPuKpRmh7DHTISsjlY2lMawixm7Eu7eahBC
XdH8gt8h8Es68wxe2zl4Y/lmyoQeD61er6YCh0dWBcZqyqHxWmjRnlxeYh27MGDh8dNEKULQF67U
6Oxj1v+ndrFOWd5kn0piRlDJgOaU3u1Y4dYXS8P+hURrV1ilvMSR/SZys98zVr1RqkBaVJQ1pIQl
tJANBV+gwuSXYCGvdRe6iDcNWGiwo2+YHeht0YcpiZNA7hRTLxgkfT5WZqp2ZjydJeEGfhQ2sc6I
3IT9KRiICCvkgn5PWeoY2xSbkTzdhpwOSEGixWutPpFJBe5qFJJGJNrPLECRhx+yuhmmqx40OhlZ
7oewJuuGQtO+zST9uyH9iIXqLg5mAzrmBDgtpWCJmARHzshMni6+dVNlXeEAUc9zu3QdkDgDkmvm
pyiEKlY0mAlr+LGnUdNZIObjBUk+1ixhGuvMsvtxrYfxDxvay7aPLPNoi8w9eN0bwEEqBzIJVraT
trlvM7GTbtV5+EuxjHNzE5Cy8O2WAYMPOB6LlqqA77VyC0ySpJ/zi5ITLpxRoqehDpp91bf1OlDW
6JdoKXwrZn6Z9SDUmRGr4RpZrtwmGYV4VXSvOmDUfTEEyURFmxLT3Y0SAmbyGJLT1nlo6gbR3rK5
DzsZdzA6lHTvjA8ULYnV684tkOhTpjZH2V4sHMchFAREZREwU0Q96NzTh2h55MTaj7Rk0V10g70f
Mklt1FNr1WQcCwpUfKo9m0kGjbN1wXGN1qaa0+wQJTkrhSiiyuqwAvWM16LJmCbpXQaJhLYRcxHa
l6Ebk/2QiwtU4qPXAkPwoJ0dapGpPePevDGguZKMzeFTlfOXCGghK+Tce+llfCm6RnwExlyso8Eu
NmKWj33Lwj/P+woNCmjUlt4iOwiCwPdE9nmQEPXSwYMQbsF3wRny5qEoJt4/OsIIb00nafozTiek
2vo6SpzeR+TzbYrMBkh2OWy0SD9F1I0+RhGuZxs/e0NIepVVGFzMEUVebSGzI4FyVIR60inlV4Ab
WxqKUD0gCC1csn/gThpqmzqZnZ0ydBCQdevdksLbeXjCBmLXM2z1s6Zy/ShlUz/UonwgRb9JU736
Ao8HV1z/zSqLch947XTD/XkitXCLKyjd4DJwtC3upPuVEYhqZxJybKouK9d6ngeHDPn1ioubK75N
X82mFiuXdAbCXbN5KliZTpEe+MKYulVNqow61GcV0RhDMm/4FOMb1MzyRgFcrLOCeo5i7bYls8Wy
j3Lnqo/bZ0VPgENdkqlIxqU/UlOOb4Vn/dDamUNZJnbEmforOFpvjf5/3t0HYaOkqhS7xHS44b7h
WY9x3OFTmlRdrqeCyiYUdW3X0x/vMrfOW4SB4VYIz7xEhv6W1k829f8XO7Xim9dIMtRFLHdR4iET
8ERzNIeqEqQFeHjfN5A1/XqED7g53ndxZiKzikE55BacQwxpHrBSz5lX6YIhvG+KYniXTZqtRyQY
5oIC7J2Kyr3IxH89TClrH4bpQrIZDMeyufM1QIn98Uj0MbNH2ZEA55ZP/GQBZECA9FLSJYs34tfj
IrZjP2wM3Fm6lh2CGDRoMcg/Noh2EWPb9Qk6gzi0Rv897bD+J/PECwzTDDh2IVzeH2GwsBnD7ffE
seCDKJJmx18Px+XhL16Iw2gUtTQCo64MAGyBxc7L5r77e2M5UbypFx5lvGAE7y9wf8FfL/Xfxxpg
b2D9yn3OAmyG/5QF+ByHt/vT0vux+wukv5Elf3nBtEKchZjxrSZHeiztgR9CS2By/9pfDoaRNpNr
btDOKKNduVlRrFrApEdqd+Xx/uj3bhABLerDjliJZ/w+fj/9fzn2e/f38wzKPKn/+5WzEMI99cGe
0J4f8I45+fXL3fc1reKXiNvwyMUvKFzG5jEwGzzTGPUM0FI5ggwPpu3geqQOX+5P0Myvnt7SA84Z
q/bkyfyP13XmgqvjN0nl/pc7U0ViZNqIpPv2+9D9uLsAV+6PWlgRu8kpD79f7n7812vS9wO3Z4V+
DhBmdySD1x2ThWN7f3Tf3P8AFUADgNCbq7h68Sh+4lOOyOAqm8ZvGrdVVuftkbjI10MjO9x/5uh+
uf3+WTMk5stNdb+TxgVRet+o5ZFpA1iv5zjagBMbj3VVjEed9DxJPXZ/b+7H8mhmZaiRNU+7gGYT
WV5u7l8kXPi5983kNDSTSZsRuYhbvHoJLZwWvUCG4RUgFurPRdcUjbCSF4xVVQFOJd3niWnjQlig
VSaKLfcGyLXxKTfvIEHh4FP2Nq/r73kcvQLDfDZSUrDDuJko5fukzjV/DiWygwnDo6OfXIslPrgW
mjehLqB0+JrF+kOuJ/QOmtLvrsd6h0L4q13yhmjkqSxyT2tF+e5OxkEVLVBYuJy71jAAvpAFRQV2
SUMofmRB3/R68Z0k4Tk0Q0ihS7I5Ds5BakdHhw/oDz7a96/k4qiVUxjFx3hIq4BfhhdEk7FAW6cN
DilQCTWkMjJ3UZbliFpS5Pu2cQlMs/FpoTYuteEeTzBU+QfheCfstzTLsU+qq6mR9tPaavt3M2se
yZjt+uBVCjp6RpP7rbLeOzu3V2XnHdow/cZovaYIyPcJAZdpLnqtevo208ZPgxt/1CnMYjp3fWBO
r/rgfNHETrR5shqd7pclffIcqKeSekHQpjNmLyo4kc5igWk8BqoYWUDS4x5aoRaITU8O6BIGMZAu
AH5YVqQv9fFQIrZIqNzgI4NmHtC0jHpiOBHKFzCXHRwwK29tZObSmwRHFSUZnV4A6mB22rjoUWaW
bvB4VOa+APH3pcGZa1mJHQNdHbSwhxkBDGNbRZhioAZ+lPZO91hmGTkhftUE21YFT3F3LWCbb8o8
xXIPSc8lrll3xkqxps1aN4FJG1IItCkOGpDKENv4Y00vSRN2iq/rQA0a42XqgI/jG+/pJ5HSxSa7
8N1bSK8ximKoC1uQXKux8SQgegBclV28cXf+BLTXzeRJk5YCNwH+AbqN5Uup74PZpIZBd8FZxfC8
e/GVBUTLLatLeFihhOVRhOWavLw/boOuep86A7JsGX+NK9hAaKLXKCSDzWw5wK1y+Tw51veApqnW
QGs3WnM2Hee4b4S+CfScNpJFHuya0dzj/oDDhHIHPHKdbruoG1/1rIeWpGnThihZ39FPTQAGL9Ue
eBfY0KgzbyN20HwQxWn24LO7eW7d5kK2T1TVt/OybLgfou+B3/QD3QWKSWMWwqbb1vOHHujWJZ87
5+AkKYgQk3TBHOrOIbRG56b1UU0FncYp1BURdFrBbURdTAtQGjqUeDUO9EWhv5VtSeQ+Jq1T+Qat
WRVPJk1KXvCtABKEewHJgIhHcNl4aPzQtaBXMiijkZlo1W0cp+SqquSViULd7ptuPI5jK16S8hwH
vFJSG99r1/BYYwXDzTEbsv0LUj+Zf2CJok1VPMRLd04XXNHWAFDAWJV5ezACy22ixc9h5Bwj0ziX
FGZdZalTPVvUCLpe83Pn2egMUC4y3k7ZrB6hjr7URfMtErnHnyZy1ZNRPNhmB49OyOHgytRg1GgQ
25RyXMu8qSCbNrvSbI2rZGWn6J1xQvj9hXgn3SakEcn7jTHhojmcneQtrxKX6H9oYP+MXAXDDaFH
5+uKJlP0eyF0qggLM3GpbdekM89kXgodueKIrmFLewH4+X1irchiZ6T9HTrMRvJsSvOpVvgjNTsc
N6SrWr/U3o1RwcNb3HLorvYzzLo16PJxjVOiWjdxt6jVcxhHffdjyvQXlBXRS0d6Pgq6/NWmkc3c
ei9WZDOupNCCJ9q0eXioEk0+31U3dUNWMi6BdM/4wG3e/l8ri+Vfzdyui+rKMSzcHJgp9b9aLWal
J17sGNU+lW66HxRF7w5EsI9m8NVFtAiqqm0WI9zWWsQdo00b03/9EfS/uT34DAyoQlpSUAg0/iJn
94Koo8tZV+1zDbnT0oDJCRkBtCGK10xkH5lOfI4goNp6pYquphcCTsnlSqtK2sjU8BtzEoenRWwq
lMwfFG7njuLygeWquC4q0Hs26h8+9SK4/pNxYTlzQuCeQIdvonr/syAbN0NmJCUOTvxx9iazpHug
y+5VgvgCxpyZO0u55XpU8qCgjO1YNqUfs7GXZvo1HqZz0IIcHzeVdKOvti7eSpI5JH+sHwhULJPx
ixCYbMxjW1qxn8fxfPyHz/83cwOfH++0abseeO6/uWinNsEzI+2Soa4gdDcxksddy5eA9JciqD6g
yoAiHbZqSxvfT8qOGR5MiE5eBz60NDdo+8+D+9VKk2YPLP6Tt2RA6qSCUTU8JmNV7caqHFZtHlm7
LjGvZpf1v7zA/28Bu03Vj//4tz+1uv+3P9xh907v0nGxb/63Yf5vFrALI+CX4sv/8j9/OMCkMP9d
6IbtAM2RuiFMnEZ/OMCktP+d60GSkQD0QXdS3uk/2Tuz5Ti1bIt+ERVsel4zk+zUy5Ys6YWQ5WO6
Td/z9XewVafS5XDdG/V+I2wCyFYkzWatOcf82wHm/0PXuYPlPIGLgl0HG8jfDjCC4VdTtktgFI4U
xxL/jQOM1sVvVicOLB2tHv9M20Mh97ujpFrKzAjDOb5z5vYhFA2RUllZHIsaoUOu6YhTiVFLJSm3
Pd5YOSRvXut1ZxM9DiUumtvUvnu9GPZiAUrcFz892luSK+srwsJHq2pSWNxWS79sbfRT3Xc7vzj2
tfvc2uVDPtp3fmxEBHOcPf1rNnffl0UGpUuUKewRGIWN+Rpn00dBSxOCCTFf2aw/xL62Y0y9ybQM
YTGB4BvbWY5CWkT7dACYxoog+uy+XpZnDWadOWvJofwZjWUwzs2h8SjriR5radxkhGNh5kKUKQ8R
LwN04tg0hqMXKdcSujv/ABkK9cBGXdFAGlkgVtAkQ0Dlz+R9v0+Lnj3kXRn0foMie2nSa+y/V9oQ
w2als76RZPnsFlI5Nomf/KhpNBaDLPfcSaKzpAZHZUT3ygPANn9LWnCQW23GkLScDgBqKERlzlmP
6QWQEYFymjA/2+Mvt6a+v0YCUEW2w7VUUiKvcg8ZXoZgqCRQyZjvY7kvcLbe1QWlAJi5O7jR3jYx
/S9aAhJxafT7blg5c1rR0XCJS5T2X1r2gUATNlVqS76Ihit7bch3AYqJO2b0/gnwEJzRMJVDYFZm
2r76KYFnzmKSvtrrZ8Mvx+uqjvcYoINUuNEmJ7R5nzhNf4jYAhK5wxhM7puQw6OzWPBs03wlXkQz
Yxqj287LEm9Lb76rx7i5QqD0M800kjVyjzTV+YTjyjrOA++xEBDkIl5n7EPSQiyNd+JAQOdSu5tS
7pFkBudGl2V4RDS+/rDTLQmaaBbo9k/AAkBZ6DbwLU8ggMz3HCmMIf3vIkp7IP3uWwGYf1vGDKiH
mUETXhvMP1s0Gu95Z6U7DVMHtrr0tqaMtHOqxdlP5rVpEEoRVTS2mhTylqTnKWG16XF1ivP+RU/k
EjQTrE1v9aiXabIzG6PbdE50BeegLT8yrcvPaQEFxYlLip6mzfWWeOsV6PzglxlF0mYg9y5+Dlfm
o1W3Ygt2kbCYVZqe5gKgHFqWGsDhlDwSoaI7kANr68MmuZkhAADwO5fYjH0kKm+zJuWi15GuoEGO
DoBmKWmEGN5mr/zmM6baVIhKiUMMt6DZUH5Y7nvehD86TmBbCrUEgM/GPlmQRcwoMq3Z/sstphtT
pzHepWNGUbTvN1OCX0sMWQEGUBSwpNN+L7DPDX5VHbW1LEgIUISyvBHYqkX6UtvedHIrEGAN8Kup
J3CnAVAaWLkXNAl3QeFqXlyKHOq8PPKr5ZsKbC7d4oZMDk9/S6CdlkDUZ0KOOANvQcr9YIvT/+0M
cZWN9x3enEZ4K93BHQCf6/RsLOKqsFFER5NY002hl/TEkvFdOsa+JG7jaPcJMkYHOImjk2nfJ9zy
yaEcT6kRv1R+fKuXhHrGnkvwNYBHWp2VTq4PrCCvoJtRWogW0zKYwS0hRS8mZAz5VusJn6RrzzhX
vkSlYA8rJqIP+pCC8SbW0qBv6CVPAvKlZW0FDZM91pJ3z8wfMxm/20Vyh/LCvtNcYpfGkDSCOpof
uJu/iZ+SJJBSQEZNkQNPOp2gqDvUY1vudSfxDgYthG6m8dJAPxuraaf1px6h0V2cGhlVls4nimzo
aS+BLKDishACnZSo03EytOfRbuTBj/Sryyr1jHYTIrkjPml9zedj6wt/WTbimPo0thwqptpwzhZo
jmpOjOb9ojk/zCw8pFirDsZajRVTgw5nFeOoRTXJGjJQ7Mj62Q0LgRW1S68XEcAdZmu56bJS37ST
zbHgjRHZqO3JMbIB0j0pFXVMy44T9Q6+HTFihqvd0vBemZ44W6g2It+mWOd1hpcRP8CsmrQVSruF
P2m7rHoUNVE13HbVqFzWiW4SO8THBKNMC8n0XEZH+Fc7GLcEwS5APxK0PmBJIRIsX0uvoGxVerco
No5xC/hsJiZE10xBMhSTyo6MsxXFJ9r7DuHrIjuTWMF+lUEfcO7xZnzrwvyhRU+7i9DubsroBuQf
1W5Xh6XfVHBKmswIOrH+crao900XfZmcEiyEWtfW669J1idKqKdcTtHZw4WZtfMxyhMobgUpK5P3
vjZJu9Ssr4Cw/SxnIMWa56SH1G3v7JVF/VkLXmnVuntL1Xkh/Zbq11FVm13jwycN9ugixowcYJ51
F9uA2KjWq4kqOvZ5yxdWs9TBYVdFZcfQfEZ+1nCvTfQ3kgX4tmNG/aSyMEM4kcYvpOiZqkBOrHR2
th5ce/pi0dY45yWJOS5aICeWAOLX9r8znDg433ShAyDvnFMyEhejSwFCiB47pijSnomoZj9ZxWxq
D8DzO207sNDgGuFoq0+6TH5bZ0R9s2sBjVLK6HI9SNYtAkds2i5VSf1mrdE3CZ3FPKn/ulTi1dyf
SvRcGSlpgt9W8FA1Wbq5hdLWkO+CY2neWnVEL6YRbJPRmapDDvtOVfFVsVZNzDCxA1cYL0U2SbU7
LGs+V2SZVVADEjXQAmznqA/1IjyM3pzE32MZf2hT7M3bet29p3WX99a2xWUxz4YiP6pHqHE3sCTX
Z+a144CBGRrKn+5Mv/HzGeqxBv2ZNbQxiZazdby801BAv0H8TWVg/RxzPebU3OfbfH7E+oia++Vj
1HKf90/eWLOf/uspak69zefXuXzU5TlqXRnaCHwoXx7y1H377cH/uKge+O09P7/q58epxz9XqG32
y5/xy6x6Vuj1K/4TrOy1bMje++2tf3n6H/+SPz/+x6f+9s5qEfUV2Uhev7ckA/PabOOrCb3vVTmL
KdrXOtXKhnqIeiCcReV8PiePkowi+Pp09ZCdP3GQcMjH9he3leQ9LvQfPIldYvPn2bZiiKfVqbEt
RNhtBH7FnUmcLUoM9NFnzUClvlUvVctqIuJiODahAHU4CBrt+Ch3VUtOnFVfFeP6R1horKsWii9I
CxFYwwCgXzr5Xukn52KiYWZxIdpFSXXn5vVZRfSVax/OW3c5tTjhjqRt969ltVJb93w199tLylF2
xwFZgrb2aNSkWVtSas7I0mkHfq/e+PmUn9WblHnpz1s1O0CUhm+3fnyu1qrZX9aOnvlS2AxIVKAh
jGMz8Mr61VGa0Bi5TZ/STMQ4g94h9dBwT5nxlAzI9gyH+6D1aFSTbp1LGQxvCGJIA2OW34sZSU8K
WwME0VVmVQaavx4LKHdhYjLO3eBvK68CIF/CvV+3hdn9yEctxzDDeylBppoL213nWS4C1vHHMvr3
dY6qVv0dNC++hPWY7Qt1QlDr1Gbg3OueeN3l+xnrFXOYYU1ftmKluqfZ2o3LPaTwIejPz6AURkov
g9BNxAk+TTz1FNhjnFdN+VJNwg70RrZgS9ZzLQSH+jB77mkOzcepSQ8MCYhzJrkzT+V0nNbmKqTy
Ao2wwHlIS0DAGefH8rPutjEzc6/eX32vEL39qTPuFuCljN7Mh88n/uunVYtF33+k5pxsprIk0KdM
6W2oT+nXFu6wfp7Wxtx6qOVMtXhFfqzKbJYmJEQ9EDm5oLPdFeNND50E+SQNa28d+6gkQPaFn1Wc
55+/r/olWvXW//7DJJ75lxxmxuN+s7NjquZW7WK8UC1abwjrHfkZQcUmU7+M2q0jfTC36CnACBJG
vP5d6jE1mddz62VRPfq5Q6/7758W1ZPVU/73t+qKYWLsQaYPu5na19SXUYs5rhh6pWsn8HJEfq5c
EHVv9Ajuq3r7SOsJYUaCqJ6sPpZ7zbUFtx66kzrUPmfV8a2+HCO/vw/ATH3Q5StHVYFxl3Gi5vdf
Aadx/KzHRqyF2hKow4SySbnQa7LeyqaoUHwM2bFs4xhrxvr0z9lw3WrJNiTDheHTemJQe6qau0wu
6+Ylt/azMChXJtvLX6z+JjUBpcclX836anSiZj+/PX5bFMU3U0mk+sA8xstl70wIadF/tOXJsb57
6otYzdnwDP2kNjal3n9u9su2v6wj+JQ788gmVmv9edQD6iMvi2ruMrn8jJd1l/f77bVJ8dRnWss5
jE2jTpy9GzfFUS2rI48tnnVXavnzyy8V6QoJYQLIevhl1W/6y365vEeaVpzU7poYugvSev0N4r5n
KKP2lD/Pqrf4PFVN5dwevUqSncrgLV0n6lyiFtWcWndZVOucdRT8Xz1PPXkMP0ZEMyf1+er7DWoH
vRwzoVKHfO7Maq1vFKTRXl6g5j6fpWZ/X/7lXX951u8f8PurNIEFr3O+4tdKofWzDdVlRM2p1/5p
3eUp6lEUphyBavYyUb/HZVHNqdf9x3eldv9vb6Oe+NtH/Wndb+/62ydF6wl/0oOmj3EmqKE9lQRz
wCOkjvXLZPFMTCYgPtgb1rPAZXJZt6ikHbVcdyZH++eT1OlWvfnlqb88omZDcG60nvGoqT3a+dSH
rDu3OoJ+Wf6c/X2tWlYv/fXwJBZhShC1ZIugpMfguP7ATUAHxLqXS+Zw89Tt7aLyoQFSfPPHp2wq
TAwHvf7E6YSUoglXFXVhYv6Wvn6qsvZk1aa+WYQzvxZWcURerz0BqwLbaZQ1cQADGeJVsi+bCTZA
ivYvSag4OPZjMa10OgI0tiU0lesF8TUIeHyduZVfL25CuZE6Cb7oNiL9Ja8PGMQ2YpicvabOcb//
wZ+nk6WYN3A0iZOBx+zlI6IadXlVF9bLxL9cbX+55KrZPz39t3Xq0q3WfX7Cn173+Qlj5l877UHX
EWGoIZ0aVqpj97Lsq4sRpXPKYuq6uS4DiuEKpVb+8fHfXu6sgjbXweeidetJTb0caXdBJsj6nkOG
ENiY6gf1wKwOwT/PJhFhZtgoPkTSAMAgrYwaHtlsI91UNBgEGo7xh1tc91rFD10+j7TVjwjnM+S3
+6RtjhTswBLpmH64jzojz7We2yq5F40DM8y/NYvhHXM5RinNDBDW2q92bz+Gk/5BSJGNa0uHMMnQ
/zgKr9y2ixtvgPwTA10s7a4Xsb7TIiw7dQu2prZzKMwpyRc1dcZDp/VXzZtDhgBhaIwM0dTjcG/v
I6lHYGtgjcoZ1kSydN0O6tKyh2p+9EPCEYSdXQmus0cu8S84jiFXla6907TwmcTg1yietG0kc1hM
prGbqLNR5RuoglEI39TeWoEPwX/5rsOBMU0mlYL5diCl4ag5hCgVeo5zLIu2BOrIYK6Ys3ss/NG4
AHXFv0JCNTRuq/yhCf/OIr6ZW+Xu4FTaT1QTc5BrRhJUMd8coIp0LKJtKMzVVeneD3H6jvg+OiIG
2FIwICs3/NY79YOXpzsvJaBFOmzVQQJT/m76BbaTmYwKv9bBhNl7twnpnubFj9kjOELDe1zG07Tn
JpkEmKy4r0vdv+O+78P1Y6ALpesdSX/ZLgb1a0GG80kOMS4Z9JFtUe0xCdDqcNK9gZxlG3mypXIj
A27bqJy38aYuC4eke+uspavOatIbwOUZw0+aCL4nMXtViCqgmRSDp+H+oGwhrGZnIoBENGV+GUvS
ueDlWju3KFCKtE/+QiSU60Z+YHn+l3TqiETS2+QhtfuXOE4B1k3a19JHdL544quGJ48oQPz4nKDS
q16EN8XSFHsCblcrKpCYONERNNtLUBD3AgzFOnh+jXGNKHlUz8aumiyPbLO8vXbxFR8crXgF/1LM
+Iwhl+LGzWiiU9N7ymfxzt0nd5UQaPZFOxwn3KD8uRNF54IyU68BRhDDd2dEr+5b5XmQmnNdm+Pe
dAloWs/+sbme9ag3wbAHHtBTk5XFNQCBQ2yJ/tSNXbXBKY35P9Cq5NWaQCxnFFjrvjnmdxbYPO5z
6VX4oqH33f7IfbsNpHC+WmAjlrb44VYi/j6b+ve0mgoQ63CSMRJ0O2f1UBmJuO1mauX0W7ZWA1Fm
SciUkOKa4KOMBNIKj3x0PTWkIYw21xWCwREQl9Fh7v+K3KS4z4iU8cRIkgqpLwjkaM518M8b9MnO
+MVAe7Q4hXHDmQIjuNnjstet12zC308wSxM0df0i6cYHid+4Ww2B8NCmJ3tmZ8v6+H3pcNsQP8Lw
U6ZBE1ov5d4ox3abOe2bM9JKSOeXaHRnfHsG7DDjDamfH5RaQv12CPT2ca4+itqOH1I9X20bxbSP
CGUEzKNtB/SD167XdFvhjK+G67CTUCPGvRKxS7sfIoyd/aDl2Z1jU8x2zCZwsVuDAnS/zpFFpmVr
oFgMsacAAtr67RrmjcO+SYEyDWsvEUMkYrGKAG1KbfkE+TGcl2uJdM2tsyvKsVMAmSNzuNcU8puP
RYNCtVdATAJdon3xSBKnUnosDeqehW0fLDN7MDzkak1yy+UPd3mDeBipE78jYU5fSr0xPiKkXEP5
De14uLM8eGsjjudWsiE1Ia/AXyD64eN20fxs2BC4R7Azcp6DyeDkzwDzPseRMk6cSE0NUZ9V5ZgK
LKSRouao7S3T5Evbz4ONZKYOQe7QPiLU0szbZ4vxzsYgsQcsNMLJBhyelYYPRpgExLGme6/vCLRc
4GXItUiua2wEPC1enxwRRE0YGTQwFVbLFWLmupRH9bKlATBfM57Z1EPzE4kWuc+wFbs42S5h5aG+
R/SVCIs67VKcuqZByjH2xam2uCN0DIv4eMFRHpXC30jcaIeOH3Wux/EGR1ZNqGZj7iuaNolfNcdk
pfilfU59JRk4AgEl8aKI6L4Sl+PionqrJ6vbeSQsdfRMjYZWUKRHP2GQfwCxhlVvPgyYu07wtYAq
NSjfrAzf55Tz+8XRjbkYT7YO9KeYwaD1mnk25/e6rbRbiYldoja8GTWtB3IPB4am3Ka0B2c7pRbJ
3pwsOTVs3HwIt8OAD7dr2isvcu1NT73/G+fHK8fPo22ks6MWMwIXk5OVAX4Y/XX2SGV+1+VkzUI6
wh9k+unBzOK3VJS3qVeKTdaOGW+JhzGLjBtDG+6XLr3yG05vfeh854750NYUa/3khqY4/IMU7hVt
PRqhYXRjOEa17WvvNtS1BGPXgs9gEHSrnOnBTuyYGDekmNAxjmZR+Fdngcl0M3E4Xunak4Sms4ko
02/8lQZhJt/0FoqbfA9DuvrQ+OUeY8Yaidkfk/l50B1i5LSHWhIoY9jOA+K2A425LI7MPcUjE1vu
TJ4Chzja7KCd1+7N1L/R3eYADXmjEqHiMcQKbOfiKZvj7iEK0RIbWBs9AE29ZAsVnFwaf0qvBNh1
lKhBU12PU+s/gmkZT40FIiGH0AGYgtEAWt68LHehD4ZCn4kj3duyIMsrsu9nJxk4jZvZjivU2ch9
/CHknQZwa4LCgHhSdTkKOuJWdsOSfOmNGXBRDrOzrLGszoWPvlJro8DQHAZpdf0UinvSxm9x6SOv
eDNXtOxsDpS2DJSO8UKS8ZpKYce2TS8qrfAhof+rYbuwU/dX9kBwVAX0QHuZxwxonQns0pBas4WU
/boQ+Vo35oIkU7sn55LNUGRITEVp7Lh2HQqjwuru2a8zSo0pr65GDfaaXFkc5pTLI97rZ6+Nj8It
yH9J0RdisVq4yJ1C8vno7Mf9yXfQGvsRA+YkRg6r3cd9sYFsxHky2plYoR9TE1XqRsaahRJbv3U1
cJshHhw/o/mEmC4jMPCdSlu4Gez4R1UsEMHcMKBfy5ZI4EOdSnKm+IGGuyXX0bl+QSVB2EhiaztM
uWQLOw1ZdA0DzGo5c1WiE9zXHIIJ2e15+zKgvthFNsA7G+JC74qNTuiK78c/8zl7RWmiQ/sagPUU
3aMxm/4+tgf7OEXe9zjPvtp5mAUIYnQIV163J4ieYZKwv8Tut5z7H9rRiNYaWTmBqJLrnGwE7c2N
4pq0bMrBs0aezDJej2uvataI5CsZt6wRBwD4Acxm8WMytFduuSB4DVcgKYCnZOakXBsEn8zCpetL
1KHoV/TwvWGa6QkS+rM3ez+bGvpNleNb8MkKHmIsxsgAMnIeto7XzYfG3mJhR76Q9dUp0e59A6Lo
mkDDAdWc4IsTo5OiN40m52S0pDtyc8E9Ax4y8hcnfioAh2QUay/FaDBQL/3yylg1zOQdczW0viSc
HVzvxBn9CdIiRKdyvtIRnE86UXz5+LH01k/gDAMcvCVIUuRDuXXTyTjdLVC5Um3w9zXhbxi/OYSx
S57GMLzV19C8qD65a6+Q+K9gSfrxUKR1s9NjzAVRAsMmRwxdSU5+Zjvew5M9+4yDGFVJbKxzt2ND
st/7I4PwTD9oRNNszE4/TmluPeBFRPRCIzQ++lr8WszNbQuC8rbDNryb4ka7k5HYNxUma8gztx03
0AJ89G1GTqnVrbcmEDjS2XvLc4MGIeGA28rxavZ+7yl26t3MCGCCqZS686EU1sEawHn1gPsoxrZE
njvjtSyWIKItuUsd43muxQ93ieSuslNuFtxQws028y2c6QO3DS91iXujR3MgdafdKl6BRxY71sr6
CGvpMPUoCWB2THx/oj37pxHRwrlI73vdXEfoOMu8In9Hqn7tIj4Hf1RnmEhRWfQC1TFOKGczRCfZ
sxeORrfc+jL/MvXehw3156X0/G91Ixs0ufJHkhJXFfYCtY1bHSeT/Utat01mG8+ycb+1KHtokIqg
ixx5XgrseoVZbEEAjORKo0sKa6LjivS56qz8S9sR1ZdjbZjABe7SRHsqUqJCWr3bhOWMIBSCC/dq
yzcnbupAn+Qe5CYBGXbKnlO2u6iZlyCcwDqCfka5UlYQhweblKHzLAhf0czb0US9XJuyOlTzgFly
2rraUG5HQ4pD5IJPcWCO9xKQR+P0UEUsBjrGNI3byMZ77zapFgzRg8H1Zq+5GEoAvOy6DM0XQSI6
5U3EKoKQNyPalzah1EkEDXSqQWWgAGXIEZOEO1INxeGanptxPo4ZpueoqxJYhBSfpXed6VgQkr6z
v+XcLiErJfIPVRqYmUYipubdhxoRjE5AkZnY+qahLTY1I8yOtB12eYR6jHHwXZfu4L1y88GZTGbt
Gf6nvY9zzF0yn8lxIUaVOI/F2TgWd8mD1x7yhLNmns9HRK0PueOWQexPJw7qMkjDhK/SuXdFmId7
bzIhBDr61q2a4QHoH+cGxFuxa9E5aVCn6Xhydtydc8CxB+5Fwtk/Kmxxjn2TMPBZPuupyWmeixYW
K+3gu0T8tmR1wDx7nMb22UseY6t7BrBbAKcndSjz9kOROid+DSCtIOfSreZH/HhEu6+UGQRWPT4G
Ing2ZqlLeJT+c1y1cUDf+0EYkXNAUVYcXAsPtkjB6DUWGsFFiDth5MjpQgYzojEMLP0QguKfkm25
rbXZP1RJ9lcyOt/p3x/Wr3hKnf7Npsq1CR351BCaqadzd7S7iHDWNMeCVDS7sX8xwnY/uP514u8j
mxyTrO7sq591rWUAHVdonus9GtyCwLNJq70FoioKI3NjL/yklT3sua/YRFEb3/YlSDd7GtIdhWE0
eE3PZaB/Woz+JReRcVuy9e66pbnVp2TtCBBXKuyiDfBuFfvVe0K2IT1Yh9RxgY8o1+a7vi6bfYuW
nBTKCaKKCV7I7VN55YnuE2n+/9ri/0NbLBw0v/+btvjqvWjf21+lxf98yT+lxb71D9vzucvSsSLC
ghfoh/+WFusG0mLL0PFVwPq3bPMiLdZXaTF6QYdcA59H+A7/lBabzj98X/e4MCFY9sR/KS0WkPL/
Xbqv8wHcBnsm0VKmZ3C8/7t0vw47T2Lwca5EGJ7MVOrXo9Xr1+QmTecFplKkJ2ia5uogoDyRxbR2
Oi1iClABrP3O3vVikIJJuWmdRJ7UOuU3VHPKanhZ5PZ4O3SNfVQPFuFbQt0C7y4NV6XRUXMq9b7p
eww/QG7Xmr9afXlMrZOfXdl/PdyVbXaoTG5TXUOCFvDqcU95NLDxAOVa8jrkpdhLn1JgDct3reZm
Ohd4EzD/lnHw2uxdm7PQnhIa9WUcLE5dHRsfo/E2h3UdTRN2BY1CpRZfMf6cArwQP4eurw+uQEZ8
3eQ0pDgh7Zbc1s9q0oZK2yi/iRyo3qyqxzrb+1RFO7Ud3bCgfE5xTWnnlGJOGZt/W5wq822BGhO0
dAxdyVDSjrsYoV9/I1frqGjDM+Hx+P5XF6eaSNsChuwB2rKs7loirARnY8NMN9LmrCbaIjo6IOuy
rfcVdNQ4KLnuYLpMhk9/tfoaarKs2r7LIt+D4bI+PiiTtfJcXyZqXUe3YVp1FwzvwmPdce5b2/8p
ACunJMzZoyQi48DSTAsXG/CtjaO5LYQbJjpcMVGm1Og4H266nOzYBWzbfhniL9MaGV1OdnJeAHKu
vAcncWtyxjYgtVbIbsLNYY2wvCcdIZgWsLSWPWTUDdtrPQXYkOTmfnRNRDx3EcPUs18zUjCBuSKL
NjmNl2G5Y6BaQ0UmEY/xtshX19kCQBIFRooTjVh45R0ehd1vq1p890vvOl1FEMrmqyZGn+tH3Ru2
aikpS1K9ehLAVQf7YppVHnO1WM7cwAj5iCHwmzvPGrJHESRL7FFNEY53AikoydXjypUcC5c900/7
wA9LapyOnHcz0UvnsfJLJPowNTTdbDFIp02AYfGnX+eICmgkwMNdUCt+PpvEzBkb5/pMq/1ral9D
RHgtQHlSmUO2bv9ggZ3aCyKrAzEYH1przig7m2lXClANadqNZ+5SxjO0fNLTK3TBWM2qXR42KM/X
zeHMHsdSvbaN1WawM1HtAeI8qr/48rcrgSbknBjYI/KqDZ2GjRLvNatmQs2pY9NW/SM1G9Ls1vvC
BpO8hVbun6xE+4H2mKT1nA7PEm4M9JW0A31wrLHv79oaynM460WwhIL2CSku23iouw3ZxQhX+uqr
M8FWXQbXObsNxmHNmfdZ78f7uKgPWZYcwSqAbgnzI8NbuKIrksWRh1avucNaHfxKGehoQ0ZcZVQi
WZ1bYDi2JPiaQhQj9brkC4TY8HrQVUmKtrYe7PHo6vmuWYWflmVoa961hdybRcItqRTm0buygytj
uNH4cq9N0fcISsOmHHxGmp2THIfEO2ZD4uxaG8eANrR4jOQE5wEMjLlOEhqXn3NqnTeKIcic9EMd
/V4NmqGuM84GS0nIwOAIeE4VTNvQxsuctOQd1yZ+Ax16aOA1dbr5/EoEclHh63bqHKRWgQTsNhZd
aUoQmBHgp5rrJPMk8uFNZqXIHIqqLY8u2Yi26qGqfeFzFvHLtuyd4aikvEAU3vwiMYPMDLtz5t/P
c2Sc4HejV5v8EfywzZDZyPyJ9v9wG4N+2ht6T0kHN3Rieve+IM1ZbUpr7TpaxtWYLNEGMviTYzws
BKInCHo4vwDo0hHXUlv5W8VcxDoaO6Sz6pTnxRp3ODmVZbdJiqMuqrUbMj5oCRWWOIOPXlU3SSla
JPP49fMw4TbMRdVARAQ08CWJds3kwrZLm2uNWvsBQFt/xsMP0WudM1Mxc//SHfPerzbWSsoQKzgj
1jk3q8XQ6H/AJekDXK4w0daP6hLIDHgZ/5ozUwRUuCgYx3p2RRsA1tkZaAlu/1TWxNGus2riXuaM
luh0h9MmCl57i5ERv/q8chMtM6S1BtfMNMz8atFlDsyvz6/60amo1oNfzTt7DJyiiyiNcvKY6j49
hTnN6Gg9oWBwT89QTsiE8s+6zhmWWy5nb2X5Y9H2iIoxoNSe94Ah9dgs0jjkZYdRKUX74rpIi0Hp
yY1aNzvwsX2p15SJOc+3HrfdQrdPbgHqx64HImc7jvhD6Fd3hRzdU+LIm2HSp+OogL0apb6ZcuUQ
WuEubedlE5o2QU6EDFAipSZtEeXWa8NVWhnDlU/psJ6IFTR2YqrCvQMwTocdx++TN2Cd1JyaxAyE
DqY7nS1/m3ervT7qHyews6lj3XZUo48wd8mX61BKnv0WuCSHgJoApElxDBfPvYVCIVmHPXIdwKhJ
sc55VU5PBWKCS3U223w+4DucFrZdLv/iPuUud6vx2lhzVsBeATszik3biMe0HPGIu8O7EVN0W+su
lQSaH5XvdMOqA/k92XbUaHPqs36YLITTs/sFDLE4oObXd+3snpMQmBLIEGljOAidPt1m47c5I2oa
6tN1oxGyRdcz8Pz1kNY4v8Qm+D27/pYPztcsnBCBwZyhLjt/t2UVtGsBkoNxw13WTRfaEiMDUCvP
Mg6ShtLWTvznXCTX3bhwv25S3J/Nn63h3CKJsk99aATTahrtRLI8Nz766cga9uaKnXKb+tkZEnoP
8tntpvw2Z4yHfQwDhMw2NpaETb64t20GrDUphz2W5Te3pIewEFJhMn4KhgWxHcGJx9RdBu6w9WId
MR4l/tm9dOlHl5PcEaS3XgfeqxLNg1ZBve1KI9t2dSCOU9YZ93XsPOFUPfPJbpxXd2Eythsbzgyd
FS4ty+BsCjrpAH99OhnEUcPVHNqdO47xZrLyr4nhZ7uKSNI9wGLx3HJN8gb9Jw66ZeNL7aPTTdpa
st41DZjncKGMv6yFxMn5IYigxarWfRVC1puupwcSYdRAp0ftaUGP50+LE+QL7ZyyO0RDy0Enoqup
OoVpA7MocgpYq/nb1Jov8zyKhyHO4y0S037yKroxMrpaodCY1K4Muzn5MxVb322pEbjunQEnD6rm
zOb1w3evtM9WlwIrxNYPUSeRO/Peyfv0EX4+bQ2qNPuewBEYnxK+EeiiCYa9Y3uYgVDCOeBBQwYO
ew3CI+WT6MmoqYywE4CLLWqaJyshN8MlZ6H+p2Vtkq9LmQJNyiGJi9eh1PYE2Ky22jgoXDT2jWsj
Q4h1ubO0AQBsZ+39WH8ebZibqfM4EhZ+tErvNZvJT3Nt67agoLFpbxwDLyGNuzRwp3K8oW3PvTrR
VtVMWdmkQCwW/5Us4xvN55sOX/sIGnpyFRNVuuVMZ2+auDE2YNCfLEhOsmr140JSIvE65X1nCiIw
M1oE1sjTJxpFOztp31z+j2mFn64JbIjj7KLuEzK1igZ3SniZZEjaVvGuInzSHM2FDuPwMEcUWl0y
d9IGoBV4hR9t1HAitMaUxo2bHZwBBoKmT86uHOl0O3dgo3yOYpq6ksxvao3kYLt1cqj6qd30UPVD
uMKoMWKix9x5F0fhPT7MTTqCC8yHL2Vu/4Cvc6gEfzgV9r1Jjzfyy2/RVHyP4p6vTXd9C//NJ4TG
hUnjxt/hkeIGGfpX7Lfyu+ic94G8iZHb5b0n+hcoGdxDuf/D3nksR45ka/pVrs160AYtrtlsQjGo
kkymrNzAUhW01nj6+fxEFsFiV1dPz/pu3FwBwWBAuJ/zC6zf+xLRqMjxyKDm8YItOTkMlGEUtrUW
XLKg0cY5TU82rw22WE4dhieZsBUyaWu+RjS/GpaJ/3lfkbT3Adn9Ga373mJ1BEod9SP1xjUw3mG3
rNpSKJLSpSZN0kp/DLusGU/kXu9bgkzQqljsSQ32TH1NjnLXZi76mOwZpFuKQs3apm59UnPdjtXb
vxzeTpMqWpg0l3cZ8gCXupxcx0fgeomJRKq/apv44gO284xZqJaLtpuxO37+Atgjjldh3l+v6Yjh
Xt18StU7LlHL+AETlkPWAknJZbctnVJsc7Y+yEvsyLf2qznY32FkpfW/4ceugKacfyu2uZlsGLa2
zInVn7T1lYNC5l9m/uVfNgQWuts+IeYXp8sJ3CIMkL6tbXJw4Dy9RxQgJ3z3WGiPsCteFK5adUlf
s5AxnMIeOJOstcZahVG28Uv7r8fs57PI/KyNi30/V+xl0fhhTc5fB/kqGfUK+SO1Fc7LNJsepLra
mI71M2k94TZtXDBpSiEcqK2pNyMCIl6L2wqAyq0otSjbux2BdFLPLwfk+L/q444hpbGdfpujB8Fb
DABWFGjg0MXFSNGWPzW3WI5DrflXEpf7nxDmvwlheq7SEPnX6gj7CkOnrz+qlzHMyzHP6gjEKW3L
D1AQRoHA9AlGPocw0UBAMMOzfMd0sGTjk/5QRzDwx7UIJ9oWGgkg1YluvgxhIluJKojjWJ7SVPgP
/HH5M15FMLGk9b0gCDzftFDte+2aqhdxrQP5125zdVPIJmdSt6DseaR26ZO7jUwUuxxYtNx5fz02
qxu0lVtVnWU7n0yXolK3ualu+Ag+TY9K23qEGPk2Hr0eNj8L+Uwecl3X4fkd+cleOmXFLwX2gDzf
LpNablSoLeqxJLNk0b9NfXG6bc42LLWZtwWL/um3cUAFYRt89amTnbKp2Ial9mrO5S/rNE/HGBwZ
oW0OOk+fdPVg13jC1+pR36k3Rake/yir8CaY5K0gvVJ48lra2pl6+0hz5T1jqBeOHC1duXodIQEu
78TnidvB28zLdPWxLz7gr4Zf9UUlr9SOd2vMO3ZQL9vtTFKzeCd76uUcq3f3LG9sqUqRqs6tacr7
3lavfukc1HJgDToUkp43dts/b/tR5f9dyu/vQy4+LAolDHgOqYbWJqBO2Ki5SYGD7arZS45pHKlQ
u3r6V0Ud71sDFLZMlD6pXY6TS9p0NOtk9MYbuU4X6ZPhwjDgAcbZlbTyycWtJgEq9uJYqZqT/egO
3nSS1nbxS/NyUvUHWuxgDO3NhPk6dBkT+3ipSpEQXgKZ87VEQOBmiVoCNoUKU2eqKJXqoTRtMBf7
RbOqfWIQR/AqnDrPUu0X/A2jJro24qKEu4a1rPBMpBgUm1Dn1z8YIWg0z1+O0g+ZittOFTq0dJRT
9SvxaRD7BZAoaBFubSIz1jF3y99MFdiWgg3Jr5olcSBVyACZhk/rUvtohjMD49l9HZQ2JFB1M4UK
GoehWjxeAYs8C31BSHMR3qGEnVRO4VK1krczaEnQ23ODw8EzZ+rClBJGztTMYMkKCOMoOTeOfi9f
h9gzHyHVC7uG7O60rwKSp6WJqjCSAtFeiemfkTAP9OP253tG6h1M1H1fmFMIS0e4llIIrUlqWdHc
kwjxT06AymovKqvmahPO1NX/qChIC6+oz8h/IX3mu8mn6YO2nGfb26cqIr+oGH2K4DCisEtznCeP
QJmtAoFR0lB1HLiYdVaCusywzPVX4n51Umu7JcUDc3/5uy78SaXzWLFUBtvAH2Wo38QGAMVi0jxL
l/xC0i+18AT+hIBKuPKQB1Xzse7gxl+awtFbUsQVW8Wdw3AIKakwuo7U1UeC5GOA4MdpsrGOQ/Tu
alUhdRmTmg3hC62V/Mwv3hK8gxYvNSgY6CdoEkMl/IGG+vDD76eWSFhMYsLKNEJwrapKu1zTd2iL
1SdntOsbbbRQRJZqqJRWpeZ3RcLFFN0JeQnZy/omA3/KP0axl3xVRG2PDMzEJQ0867OueOKLKqS2
Nf01qI/2Gv8uXcMQ/eZD2DjG8MV4pKhUCyjv8GRF6z3Qjx6TKrriqDevEqSw5sz/VNs5z/vnL4sd
KzITW3vWoSOYs4a62/M3vHxNzIy46rqlual7w7zWC3j9fMHtW0pTvm+tlGXhAZ9mvw2vEoQw9row
+dU3l68LtoPL0JFSOqoGxWlvwjhJrUIHNEWAOqeI6mzXq1wdVdYhLamUTi3JWF7uYHUbB4N2VSjp
iq3LtlGIjbnzTBUyT1XIfCuiFci+55DPkF+lUunFRh8fhRwktCEhEL2gDUnbMexoB+4jPb6muCA/
Ccy3aYAIJJ0yO7JwXDT7Gp9FrnkX56mbwgMykRbjtAezRKJL9YXlokJZYPoHJ72Vws3B7fWVbpCb
xJXPWpFsGVQGYcaw8EZqnh9xkZaos1633jtjwl7AK/G+qZq1I9FQkBvhvdfdBKoYZ3xhAtxajhF+
R9xGKkUoF/ilbTd9uC+DmNubSLtbt9xq8vO36oeUYoW/QOJqmcAYNwGY3tUz1r2p5I0BlfJ00fQC
YBibfOzELoS8jZonlDtp9q1LaFufhqNvgN1cVuNGiigyPjlkKfer4kXqivQohaeYOlufNCvJMkhV
5sjw1pQ+CyH2KxNNf2nZvKERR1CnvlSl98V5LlWg9Hu357nnYjJzarvmzixR5MWVAeYmqibXeve2
Mt3xMODmfLCRcQS5FEV74HCYeJRFhtoT11mulpK9WvSgucNTw1adl6qMN7H2EBbkKElREE5U7xMh
CrWiqyFV6ZSilhS2KjRd0fF4+LCofD5GmuNbUJTJ5SQyJL1yosVV76zMxICu7pQ3jrRl17ydCaeh
ZodRHRwgFig4hajPeLFfl/21dMomW5ovds7/eriQdbNs2WXSi924tLc9+4vhV6dDYfWPuIETpNUV
rhc325QXf+Vl4uUjEIsPge34Jmh7XjAVQHBe0xMvPWmHpj0eohCEtvRJMajRrbn6vJ1kstS2Y6U5
rE18g+2qNGzY0ERO1AGovq3rXiZrthI1l+qldzvP9lG4TKG3kOfxXkbl8+SQv5r84ozb8Ks/UQ5+
cX71R0nfnPCk8JOLMIxIk2/65H/VxKE82POCR9RWJMzVu20DBEjNdnDRDZ3lh7Qukuyv0AOvmjLx
X/ZVVZwBosAdTuZZsl6Q6nbc5VP+cnwY0cpq3Abu0bPo+va3S62Th5RUtzmm+mqtheLri6+6zXGM
yFGwlaCerPME3UtSw1t+eNJ6fnLPQDlWQ3tBsuYjAM1DJYu8Yhzv46jAy04lzQUx4QkbXNpbcels
keXAqQaftNeTRDT9cko5ibTl8EuntPUln494MoMSR+U59rVpX0+6xka2DW56gsFYJDmo+6DGu/Pb
FFkvR8W6MPLziJJjwDWq2JA9o9bxzphJayyYOo22jr6g0YK7lsWaWrZdFPsFQoKkFN/fV9yPBXkf
cuGBfROsOlLtqhYrv2Wp2VigXrHVP8fq7dOp1UUgq6q0hFIQWGa7X3IAw3vtFugf+hOy4hN587hU
WU9JeUfqJS6droYV02h2kAE84wlPpvYEC5HcTBL7NzpENZCFvnMDOta5GewKUDWIT0m6b+Lsxdhd
pylrhlYv9ZteFQID6FoysKRRv4GbGm42ESCpSZ/LCuFgGRYOIj6mwziDTceqszReFEiskGNy9kaT
fl5b3z8W8jr21ZtYim4FGVJVn3QewTwi1H/CUesq+cdITQoZyOtoJCmKVGlSuBNYF1WYeXzuVv8U
yrNR4BQvXAsuVenVy+TNYqeBcqcbbwKXcPwuT/i+AHLPAr96MXnTVJIROQHp5Nrix8AVqX9RFH9u
yqj0JQ0yAVowQ38o8fFE7He8cVMbipwVT7gs07cNSG1W/6oAEUY4Z+xC5feV2lYI5Ex+c+mTJjlE
tR9Qh2yItHEd8KNahlN22S2oUZkiB8u8JMJCBQge2tYAxgR5wtrwl5CYNDV5Rcay2RONsUZ48NvU
OCltlNaWYP9iUm6Ru0oQgCeOfhWsVdihcoJLrO8BlAhMD9QP9DV2vW7SHdhgxPvJ86rDaNXDnRRD
MyHROUD/1JGuhrTwh0rXRaDLtv3DqEBd8uRpRkXS255hhaGjtTtieDaU/nKTW81hstB2E6yGoDa2
5rCqVPbWltqG7JBmHer5+X+CtaT6+uXfBGtN03f/Vsv2zc9v7dcu+7OY7eWgPxCnzj8s0KQ2kVC0
MNGlfYk4RefW8RzX8nyDmK2JYu0f4VoLxCmxXSznUW/2Cfc+h2tt/T8Jzxqmxwe+FIdGxtrR2egQ
PSNfDQr2lTh0bg2avoQxDoSj3avMGRZM9wL6euWx8v/ZJxCiiz+LnOFfnga0uHaqokqhNA2rSE/y
+ZXkGOWg0caNcPQSW2Uh2zB/G+ZTdZsH6wBPebpq/HaX8RZ6H08fK78yVfTSO44WSgFoev8GL/ya
c9XISuQDT672U3Fje+jy1oAB7K+YbJZHSHuAF92d5Q4j5mIkTq1xvZqC+n3ox5/rgQx6Wyz7XrM+
9EO8L7pmeHRqPO3bysdSvq0WtoDjfZ6OH2GfXudsCu6DlKR3H6TOTQ0KxgTxdYpD/DLrCuRei3y5
vkT6ISpwbHW/ThPu73Y4YwaPhFFN9BH456QDJNF+K1wIW0UfGNeDNe2WwfpB1hb0DQQLtfkYLDM7
Qfws90h3kQZFDwC0IaQO30MNsUIssU8wKHR5pdlLWhIM6pxDd/JSUsNpBma/B/piptG5c53hmtz8
75Md24doKt9lBJZ3w4D9aEjU5sQONvYhbyB99DHihzp6/k1mh+ahsib/PJdjdjAwvAVhryENO5Vv
EOsNgDxg6JfMOWjlH2E8BafRBxBpp3bO8zu6A3P8MYhYqFaQeo5j+7503R99FOh7W9f7+yXR5/1U
5Y9tDKhoINhVlNOxtYJPY2q8W93KQbusvuq84u1a+8AOmm5va0Tuy6iBZjLgFkYEMFbwu+s507CK
hAzeADMBf/0dd4flOOEAj5uZ/YVoJB5pU52iBvARO+HqhNIjxsN6y87dgwMSe2z8B8RrPSjCpfEG
v+872GmQaWwMp7I6QDmr2WdYYEHMRB0w+Apojy9fxya8DFIBdR8eDP17NY7lIXW+ah7e0rle1IfE
DXawXpo7f8Sl0uaG3BlZW8KVwQQiqeqHugjcQ+mnGpc0hgyJaz+suCfcFM5w61moOBS9dT0kEwCI
ya+OkVt9RHu6Pg9m3ZyGcZww79Ou3cLC8qE42g2ZSXN1wEcB6oziCl5+DOLXWbgFZkCODfBrIjkd
V1sV7YcqbPbkMVP01OM3RbTCqMy1s+Gm+IvbKOcajfctb4tvcTMcKhtjltH2ntI+/6nrSnIJ2FAJ
W891FmJr9tcS9uXOg0x4HIVm6lyDAvsBrTo8Wv1bGzswXB2Qpc9y/60BedKM8i9ZnAF0nL+t+fhb
PDft2UH3dFf35Ve/XtBE7PE6sawPGC0rQQJ+K81snGPa32rBt9mo36nn685f7IAfzUZUu7wPmmk+
94OLmr857rTJxpwIGtltHya/Y0WJ47x2XIMovVLAvWMCr11zXainsQkU9mgP1nuzrN+3WRmeNd0h
Ff1HnDvzNGSb7U9JsQzQrMzHtHXfZr0WQISJm73TrSUC2r5+42JREWrJI+ijqwmSwg7zg9sVGes9
xnw3c8U94aVzdmhLlHbL4T61svd9gUYad5etrSceAJZjPGkV4tJDsS9Mw75ttKO1Jp+wFsPSvu9A
1jT4O5O8uM1Rkj4keDSYw8mx2BOCu17ukHO+4rv8WKPRvreKGUN6Atim2Si03D7q58eG9TyJjs47
ewUpdy/7sGjYBEVejSFj4NxHnv/Na/TpDv7A7GfpWQ87D0CP/1QhP32KcpOFSuMBc1mTnWM9EJv0
dyhbwMjLSBJoTsgtBonwLdTX8iFsnL2ONqHelHvXTH+zA7RIWb3uI21BswzgUtrjDRxj1bQrfExk
fMUtWn/WhXN2R3iL3eyVRITtL3WID8lw3y5HmIzWAYtGwDtLmO/jwnm0WWQZ6CUkrRHuzQm6Ypfh
RGW1yZPhgphB+XgPa8CByaV9G2zs3dHOMvemzTYhDxM8H1inHWo/eCxDkPladIMxH6B4pfns2RAY
MejAVQlc7TgAn0RDwFxj9hqQ/3FBCk/q1prXAWai45IoSX+YBZpijn3TribYdrccuem0n800fuaB
RG86noLBuKvi6geGBQ+8DO5apEN2SHVnB6xt38KI6Nnt3AXpAjl2+j0xye+URfszdhXoMWRhava/
L+Ey3HRZ/D7tu/oMZxfUeLSeECv+HVmQea/hPtf7nn2XODX6icYx8xBC6rVkOLiK9Ue6Bj556P++
9gVkQZRopwwuY9fDLi0w8dMAhhkBbhBD7mCSpLkYxjjFfpnj6h45jm/TbD6Rw71DdWO4jselvBvD
Uw8TC4Rp/tHobYzrM2u86suAR22yPEL4+tDoJRpqacC9Q4zLWVGUXoi9IbheQC8I73sg3IhncCMj
hJk587HqZ+8YFj+DpMS1GgvfEW1CBLft2yDjXi79+TfsM3UEOq2vYRPu7YFzR97wO5LSHtLtyV3V
uys6x8nbpfjom5FxwwvIs9cGf+E8OuJp+7uTz97JBzJej+Z4CGPog73jPXFK0KsZD71JTx8TveTq
NKM7DBC1O7LAtzpJql0DtvlsZ8Rz4cszGXZh0yy3SP5PNasMkMaHsSa7gn9NDoQtRD1nYBMHZhJd
GqCrtWH8BGh7DGw0AwAAfy4aJ9mPafl7MCoHUb256lnS7VdH2dr20XnsuuXQEbK+RZtjr7doRNnt
2LK6aH1o0agZdOhZgDgf9y4PNtSLb4GoAuDLCH06ydHkD97j8vXIOhIoJb7rh6DEYMDicXzs8OHs
/flr2ENV8KvOO43W9DO60YzKO3dlFhBF0X4zU5wC584bblkruHiV2TUveygAtWEhuj3bFeZ4zTcD
Zt516/fkc9zsjlDPbdX5Dxg8TQJdPgzQbTxXg0hS4Kxn45O4REWPk1BxtfS4Snf8WIgqoFDi2/VB
X1JYl5bCtzoo56Z+83MYeGBYVgXdNEG7iGfZgvOXEb9pHIsLpUH6nShKetV7RXXfxzV+UKWn0tJc
QAjj70ar+OktVoaiBmyL/qxPyY+SX7JZTfSEl2K69pZkQDIk6Hf+HC7w0BHI8J0IHQHN5DbSTIRG
FudqAtWPy5h3TNMMowM+N5hWnM6WrjnpOlzebipxlLcLmNqz/lbrLEDoTdyfiL63V2MaP+FTmd05
Wq0E1lkw2O5wzzXAGiS/bjBWODYoQuzqcvzhddmPNdW/dWQZwhi1ldqeWTIPw5cmXv3joqIrbVr2
u4X3O47eywewdOnZVY6wbWi9D1bMiCoEjvYQZJ1w/GEjU4ZifnHgod7txpyixT+GdxgQ9KS6La3h
u9lH2FOQKi9gH1yh0vS+KPz6LcDCJHSu/cYg+VgiKxQF/n2DfdABuD2CZFE9HiwfWu5qRcNd580n
N9UblJS9Fsh2AppkgUYGZ/7BKfXpyvEArRIYKfbtypo+WrXxvYZtQ9W2bxB4h/5s2dVZz21kqHiv
6WF1QvEIuYSwx7i5QixjrUzsLrXYgOVUjHu9JtEVV82AGgYrG8uNIemg9cZDOanhKkXjCZWwn3qQ
NbedEvWW2mBOD5ajGxizA/6qvMkC9D0hMBY7FtIp0ydtKbQrPMLvbGdw3sQeN7aT9OclXYbridfm
LsW18SrVRw1N5RQ/+cy69ny1bPcCbcfOkaBBFRNXw2QV4P98SMfaOU2485Fdhsk1jXdt5/W3ebgk
5y5c3y7pGJIrDL3dpHs3s9dbu2xu1pt+9J7ysS6RIcGogKSB/rHwrccUAZjZWPojRtLx0Uy942KA
0V9063ZQeOAm9O8LHiSDUd111ao/znCwLGOJ7wbL/Q0LhWin22F4zubqfUNY67aom3dOUB9WvfTO
ZvHU6f76uMK6ODZr0ZxgyIfHIMCjAZSCi7hV6J0mf01vBld7pxcTwp/sLE7lCGg1141PvXkcWbnt
2rGY3kxmWT2U010UAs1efRanlQpKFapYVZBMild9fpZ/TyJWHEgojDe1D7J6h2w31GCtzcjgqV69
9g4ovExnIsC/Mnt6Xmb4Izy30Y1J0MNX+weTdC3uec2xLKPfU7APXLQqOy0FnD1QBdZo3kaN9TXp
rWHvXtK0KicdBMUfGVtJ4QV98zXCseEouVlDYorYCc9nlF8uSVwZkCIhMKSNKLkM9hyPtzzInbOT
ZntvLtDylzxogbUwQUKVhR3BOR0HMEKivCrZz60g/kmoWCV4Fg05GCLJp6ELdVjhZXTJa8s5pNB5
sLMB8a62rssHtDCPoFqiDKIANnK2C/xCqltnYCfApHVCuirzpavQHWstVGSlCpVgJed/90K29oVK
q8gYNkoRYiHxJmAJNh5Q+vtudq9m4geCYgmGENaWckOtrdFAsA59d3b8OvuNJsLRE6k9oOVKtDJW
oTkpNPVfcu8yNK7MI6a1PPFQ05DsaqB+KqnNhbVC/NPwG0DlXwArloqhS63WHYSL7Nn7PPAEvwA9
BLZS1XDKz4ti64aBfua9QHxYxb4ziYVLW7LarE/Q9dHwGVa54V7ZCkjNbrPh7Hj4dKjEcacKqeX4
B8IhnH8b1dRQP/TQpW4EpCMXn9QSaH5coMhU7A0UrFGLUtFI1jrGUb74BScRYGicelZ2TFREX1AC
Q+BgGTYV+VWcGu6VQAJe4QImqK2THpUYiJF4WVeioLgusQcuP1zwAJJPFlCAICWkWWJodJwBYjgK
phss/VtoR4gJvcjOX6pKKHSJcXfJAuXIokK7geRVRa1Z2lJIc9XCdue0ZYDYYsE2XABH+jrcsYkL
T3LhaGwZjnFYIHYHyxVslfLMVbgHwTjMT0OlrCEke7SUuH+CkyclzgOhhpNb4p00uDe4qAOGUkgM
LFTyFkGvlEeJ+eTYk5HvhgWcBv5wPfsAiowb5YDklXHJDG/5XKn9yuc+J4GlU5eINaoq0zFY2COr
e0QKV4fyepRqP5hF+1mqW+J37aziutN/zgIqaxRW7VK1mwAZRWNgbaI60zEOd0Wb8JzfZgr+eVbI
sQsSWk0c8WLcE71Z4JhzSZgwWmvHRfRRtcQ6WmqB1X5uht4DjkB/mxFqO+qRXu6mtXYgRpTJIa1Q
lhFPaZnjKArdq6ZrlFeBy1MF6wSgKdvpLavTDqirQwBX/1v5twY+/35pSjGpga35agrKlc55LHmi
OwpZItR2C7NbjNej1j17BDzZZtvFQxXz8JzRZiN+FsXkclSS70XqDpfy+8RL3VMwPwof+OIpLPKq
Qom8eF0Qxm0Oq0J19dXbS/7hRSpCqpKu8MGjeQJME4war3BgZJWCrmU2cHGV7rDc0T/Wmv5JqI/b
ny9NYahLTYq4bhCdGhAJVc8jTblrjzyyuIaf2yGUoCsfZI18MyH+Sq3k+TmPZgI8DmqoCd388t1l
0OnaeVcTg0K0Y2GHB/YvVogsbiDwgFKdFUiQmHa/36imkpaT5nxBGCqwYZ9/jRX4cMvBWYJNlPYE
XtEEtvjqIlRNgdTLxeso6KMBBvLF9S1VgvvuLlOwSWnWCkqZK0zldh/Ila2DvTQUCPPFxS9zts9o
FISzVGBO6cOui2dFqcCeiYJ9yh8oh4DBABU6K4Cor08rJEaFbniFg3jVFOQFZjXe/7gL/nyRkfle
4U7VLk8/o6QqX0LhieD8HXr+Q5n0P3/817v+a//zTzIgctyvlIyLZge5j8ALlAKI7wFgvwDoDc/8
B4B14u6eYwZmoHI1vxIynvEPwOye5ZKUMUyO+AWeN/x/kN12jAA3Qs8IcKn7T7IzZIb+lJyxcS00
TJ1croVqZnBJCdXfvz4lZdT9n/9l/O/cSIERTJnzs7Gqe3Y61oe5yVFWjdfgyhhd88NkN+ahWNvg
SkZ1nz2xjJptaV1G8zz7NfpXx26T/+pYI/hKBCA+RGPd3Erh5zlu2Vs7mJfm1lPFq740WlV8UA7U
ujsoyfM5stcWg+4/irwOXjYT1ARvq+wM2df6FNV5cWe5GKhqqtkspX6EmeldmcBCPple/yMr++kB
5CWudGhjeG16gmK1fHHqZl/2BokBFF6BGfVABXRvtQ/gTMNbiAMhuyNqbh2EtyUqQS2hvD/aWWhY
N+OIGtyiA6nA3AApRwBoB39ajds5N7zmZKAXcyvt2B0etCrUv9UZ++SF3DiB1Li6y1URh7O3B2Vh
E+n704A0pXCTtrrDhwrVP6miGxFN2Z2M5fOsHaN4hsmHngCueKv/Ju1aLK/q0H8Tq9o6z/OuDZTc
rnEFYKH7CEJQe+zzKrvKNGQ1yU1X2ClThFpG4TXLzqmBhvX9FA3EEQq3ONRNFFxZff/GiBAhi2rN
foeOdXc0RyTP27lFcA8rvvuo7j40RREiBsc69ynLUtB08d5zne4JwGr/xPcYz2VCYEn6pFD3yi5I
0uhami6SXU9/d5CcKHewhG6rig2xhbOikwzL7eRnLwvpq01vfjEgfSxDP/z6zX3rDZvfs43y8kOL
6+K7MNScq85Guq+1XbRKOoij49SxhzYnDN2y3rrFf3S4qb1pPPtGk7xx5tQlTLhWT+ZMJNjRsvhT
lqMaM83BeFuXjX6oTOIo6dSlH6WWP9e6SUsufVvNs0xAsXmMYiEu2nvEHR1cL0IyidKeytG5IgXG
/hoSOyqWcbPTuil+581ZeV4R0DhHs+4/1d3Y7katSH/EKGP1TVx86bEWIv6rJfcOdsJ3kZXBO8Ov
GrkBm3hsHRIOs3Td2XHRV+SAzOpNvMTVG91rqzeLKhqPXMActPVJBpS/J7xaNaLFWHz7Tf3dG2YC
APkXHLVQOa6DRkO3Nv9SliMQCAS0NDAK1RduT77Qc7Mt7fZtt14rs+FbwK8WMcfMNm7TMs8iVN1w
KLMmYubSeRlPO+MbQd2YTANBxyrW3P0wavhkO9p3jB3n+wxt0jcFrufsQ/P145gjs6Y37OrLnR+B
iYUHu+wiJ1seg9WZL0VpHzgiedkTkYGomnaFmsvUOZ/3s20uV7kXJW8RmjF35tIW35MpQsBwmD+x
FHqDHOcVgJTwVgqeeuGto54j0izkYbK1+QEfwlXpmrYGbGEYNPdxa3sHXjfr5yjUkUIx3R9xsr5D
Yzf5VPgIJ+pOmN6RQyjuEyhVl6kjwpypXVSfXrwKHy/+z/9VDsVjlZS9el0YkLxepP7BHuiBqXAI
ENxdXlgiPvXi7eIhnjOQF/B/gmTJrxNhYWzrxV7Wj7KUlOJF+/XUF+1/qr4+liQfm9B+to+2teof
hiZ6apxlfiCgkn7AhBnh0AJhngUNPfUzS2HgccozrMjuStIb0lUQB7NwG2KKr46YtTY8yrztsOcj
tn7HXBGAkyP+/Wdg/X7fsAV6t/jYQnZjNb1NTLSuQ9xAD47b11+jbLyJZiv6WARacm37YXGKWr/+
Ot72SZR97YqqU4lb/wwMvPuo4f5UgCGY1v7dHK3lI/sD56mIh/to8YbPEJ5j7Kld+2iAHvpcjg35
3LaLHwqni85t5Bl7oyVeGhBk/TKGyKgXuj7fjcCE3hVZ8+ip/s6f46NerOF1Awr404r5jPQPQeqd
lj41r8ICuWKjf5gWQhXhUmqE81qbRAndpP+ueywoPhCOxTPGXlUmPEq+WGZ6+DdXn2++vvo8z+KJ
B5iFpCs0QzX+4upbU8vvXCw0f6Sgr7MEJcDHVM/WL7a+4mq/mKwZaiynhtXnVV4tX/QcqQ0Eojsy
Mov1FEfap4Ublv1AlR6WPMzuWkvP7goVDpea9Gl+8ZiVa3R+1S8z5sGFYS/ztuHUbR5bCwfTvzqd
9OldelXHAzaJyDbO8PbvEIp07rIWd+eiWqPPvZs+eOrmdkLnsXFt/ZNMNWP719RxNV9Mrbzc+1Fp
hF/rwvjkghE4GqjNE8LqIyQUNbK8dfnoD9M1t+QJDwmgBapGPDuLiF7Gv2p/Hn09T5uT05xVHPHn
eZXfGTdmizaOXwb6nbasL4ugNq5TdNiuX/Vvc7Ow1u+k6TrVHYIf4RljKYTptynbsdLnVOWDORHW
lENlUPpfH1YE+pOWmcjDVtkpXPPlPS/PdG/4RvvZXZR2Q+9P34jo3a9ZBOMhzUBwJBrQOSWz2TtB
+2QkRbvXnPKDkc7pgxnr5ofnFml9C3fX5oM5FumDoVpqTFomb6pt5v/Tcav6hOezbJ8Hrery6c9j
2+epsa31/Jc5ZY6cPXpFKEYn8b1fR4RrHLM6FJ4d3Uuf1LYikwGkgfZATX7N+6vJ8Ux0/u/vZAca
8cvXCHsn3NdtzyQ0AG3Y8l7dyPWwVB5Xr/9Di3I21zssUmFjqf1HZVzlg6m9l0aWnRH30N7X0Jfe
JcvXsfBuUeaN7l23ZT3x3ASwyHoincLLKBZk7dsgWg6kf8/O2ph3lp2DUqp1885RNUv1SU36ttGq
Dgl2PM+T2pRMT6CqE/JxAatX25xPPX7HD9ka/SpkoBoC7CGe+2QKYRvWNWqgJuuLnog6zlCdchqZ
LRODbAkuCp/f5/+OflZ/8a72/mwxb6v/sWWDPoTjjdM9G8s/PyxJtWpm3FoaWsD6O4T3/Lc+pML7
Lgvx4lZPTZZd34fS8t+yvEzum+d+n/7uuR9ldMiJjbnIfIIawYv50m9F3vc8/Jq0wVPQo2G44wFq
3IXPT4ZLTfXpa9ccUyBIO4yMCRrJfSzDUsgdLTWZyArEJoFlc0bpvJzcN0BDN/CNcX9k44ESPUqp
Y1DeNmrjUVSWfhXrVkJimCZ+2Pnb3kgvrUp1WSEJ1WQuqtvE+bL2aNKGi3ObN333MJlYI/RJVnwn
pL9PQ3f+UrAVOW4zXOcHnjvd6CN5a+E80xsuF97Wrq1/s+Jy//lXRCuX/SGuKY5vsqf/868YQYtC
9yW2fjgIdO27JDHuhufC7RL+i9Lue5vVIcqKVp8Q6lRTpKspub3yZLSQ9EQZB3cO+01GvDSF0Hdv
L4P9xlSF9Ccg64ghk9B7NSCjM+jxvsUppx8Crb+u1sTLsd5GADcxi8/NnBjXTuV0D9B5uwdL1VQ/
rhHL+TI3S+3swR6y29EeTYRyq+DR85LbdqqtD1a2+I9qrEF6YBsj92d+sO3pfVXly7Eytea6A2Z3
KzVQSL9q+XNtG91qmJSkt5nZtVd//xTz/+kp5phAa4miuo7Lo8x6dYeh1IfGMDCu79lSHgxDuRNB
DVIia2xcXMNHZE01G4dsutOmK3AGoqw7GX41MfVjWBiX6TJpVueQmdt0OaU05ZR+7TzkiLqdEpBN
bxLbQu2pD/PhTX0rPetkLW8y6fZqoEPRpM9ojHaNiVohR8g4cSwSW16eXa1Gsry5DP86i8G+ete2
hXPEkLRuEV5iDzm0d0ZaYU8gVSk6LQ9vi+goDR3K+N2Lydu0RY3Euh/cYlqEHTOnk65LFe43D1bP
IvPS5dV9V5bLqWYVs/OIRtxLnxQOe615J1V/8u5qfWmvXRLuv/q2iXHQ/zqD9AW1E9z8/QWA/MU/
vcfQqnBtcnLkFxD2faW1G3txmKeL3v7Ieuyz7KNXB6c2XrT73G8eaw32t7QuXZ4Rrru2HJZDhDjH
Pr+01WwZT7NkgX/SXi+lr4Gow9ngagmqF6eRAZmbYK9y6KsJrG6NVn+qcDKOWT5VdYvWIxGypYfJ
10bW42yWzf9l7MuW3MaZZp+IEeACErzVrtbaUu83CNszJrgA3NenPwmox7L7n5jv3DCIQgFktyQS
qMrK/Oh5Ec2zRpEr0SoVKrf4oSxIsnViiEUwIBUOKVZNS7tPqisKPhLg/kT0oWcUaaAJjPYej9IL
c0W19qzCnTV9KX8AZrsGF974FnfIyU8gXn+wIYd1Nh4AGPfHLEmSWWOeV/r5NKB4Zg/8Jh5afTkC
14Ik3gp0Xp89d8fcaUE6FnUK6SS3fgwHqMSWg7giMyWuQN05ABAyIGC17ZcHCHEAIx74pdQBBDoJ
BaEsHi9q3TS2OAvkqgyx+A9MyCH61VbYqj8aR2OzwgTKB3ZSP5qO+1xQLMcDXzkoM6ut5gGwGoik
M3VsowEBEX2GAv78WFBFd8ghL7/YjYfp1CON630Q1SMrPfLXtMbD2I2bEw+3aY3py/A/p63D/H8s
2gDw//ptRyWrh+0X9v/4grrsy7c9CqcEwIzG+p7W6bJB7MIFAoKV4PYFrMS8I+7vEtaFw5F9GEOs
Criad8oogUFIp+nT39jMyCmehmP3A18kPat+S93m+nP+20XjJPgZ4AGWDrJ+BKtY/QhoiiBeeb6t
/PTyD1vwuyViMj0Xyd5rnfmApxBAtRm9hsBCLGroGq2RZKdXNfnJzi8dMAXr3sEe6FUPACKivg1A
xBUDeqgF1bVamxWqBcEOnSbMN6YZSeCYoVkA4JBezCK789lrIu/3XhN5N71EO38Za6dEPeeyl9up
GH7y0ZFnQYS6Hayo+2sqwHlpTKazBR3rNnGqn9Ku1TkjICEZQgdZRfBuKuh0udGi06uapKshWOOM
9FSOBOjvmhZLCpnKjzrQHArCfZsmqK9EZb7Wag0LPFvEtQPJyNVOhyUYG1G5rE1DPORYZIHFDjlI
POLa3lmGTatWwkINN7Xz8FR6ITsF+qygUTRDNCXb3juGNPQOpQUuYe12t5tJWnAe/taBWOE0c4mF
xQbIxaddV5WIbqRYkydFfiaW/wMqasPb2OVqFdh0BGCsGN94m5/8lvWXVIj/8Tv4Uv7iBYiKEc8j
HrUDpG1c/0v5S9tzVpFyGr4PFSL9BJk+qAX53kAPWKc95hChgWRf4/10OxHugJ7rrgjb1ps0AMuH
aZpDVzz5aiovpuHE+N6gtAR0F9pf2Arw6IQ+mlaLApFrF/OfaVa2O6eziiNiq94tzgVq6WXe90C3
6bjWLVaVMU1z3AG5cfdzTRQLMJcl6vcXVoayRizCZIj9TlpkZGHWXeAg+b2ppUcWIA5ZIe1FD26W
X01w3xyKVJ6jriqOpsXxESwzN/CXt2wAgOt3/9weXbDEN96Dlwwomtdn0h/YUzlWe6hujB/G7o0p
Skcbzp4aVny1uz3B2zABy2hvk4j/j5WcTVEN9ceG1IbQgueD0SdEqZSH+Oafy2xWOnUz1n7+HVqc
bKE4r7aNbI/JMIJReFBiOABfMxzMWZ6qeutX9RF7jZo+GGfdlD1PRkjmXTKSBYcQFL6bAspFIEfo
5SFIQN8ZABd5xToqhIpcLL8FctilbQFN+QoaSQGy73+BKjyZKUKPwNcWBwTxFSJcgJ552LotgM1k
bAZ6cHVWIAMIg2ndSu7MROek8d8OMpsLNQLQOOmF1v3gi7jeM3242wBvmKEqIppBrtEGHJhHzSXv
/K3i1QbMz+6rm4h8MRYe3dLMcl8bn+25ExaXNht7FGjwHR6B6UsRnIJgSve4lXRvzsyBTZWmz+0a
YHAze2NsVQjOUseJyPq2pUPi6QmUmnx93wSafeO9ed8T/vI1JuPhQ1uN067Z1kU07u6HqSvGHbRq
NlI2zsZ1Iyi+3Xtv7UAgYeXzaUuTHtUwfr9oFchyXN0ypgZvnR1phoNp4Rnzae9yEq/GhADw8ctm
XJDD+bDbsV73iPFW3xMXvOR9M/hbV/nYfhVj9C5drfTrx+MOkjnq1a6gb6ftOec5aBqTZInInHgH
ygWxKJTqnjyp/Efba559bafYvK/Ajc3XygoUkkijloviJaCXu27o/aty8/i5gUajDlh5tW0aJn7k
CSZ0j2lk2g1Q1LtbFK/KJBTL/14bu+RPFjf9mMSzMXB8sLgFhPq+/sn9Fqwd3B7gVzW536XA7yXw
CNubgwWw5qocswb1Dv/YPNGMHcp1qk8flUG2Ar88+svD+H5pGn9KwJuaSfxJQdlcgeAbAVgKERjV
h5GiGMzDSuRuQgUumY2lozalk3s3N4GKv5UPHtS5sbk9BJ9oGQJOHbJhXgw1KEyHMnwqfYssfReF
UaZZTF61SRuGMibdm4wK+cAcwkGmCWy0feqIdzCtVEz5U0RvA41FghidJ0lwhsr4D2hkqp30EXQG
NhOF6nrJOur15xcb0bb0T7+7zaLIXN9ybV/GtSDr3dHeAQ+KFb23qUxf6g6QYdsReKWMwAb7EwFF
JE3JO5miLbFb/68/XdMAbx9Pu9Ky6xYx1JfWDDwxWhJBHAFtAhKeIJwLMea5iDNx9GkpCRSi0GHa
PRuOWOt7WwsMYmRmbCFk5I4Qq4RwhxjV8rdxpQXZw4wBB1AKkZ3cqfmYgpC8JD6WaZ5E4MY0qwIi
skEqoAOge2sni5cu6/n65pxB/9rJumpnmpFVvgVUtCc/quwXkYKe2aV/t7xFMpG69DrSMj5AeOPN
vMWMCbm5HbY38SmAoA84j7yLB1Zde2bW47YEzhrlPcPqvlC/r8pNL+hygCnQK/t7h8VJvh3smIEp
gePp07QjKNZjbwtRKAkFD4aU+1jvXH2IZFEjYYizKU9zPO1CFH7+YzJnxs14mKY5kCaod5xDQQRZ
9xhqVS1bOzxwQR4dx28+EPlQaR6nQ9pH/CUcTyLo4jfCKd9NXIE6WzedEORDgU/k1jTzRu06EFRc
kip557X/LbXHYBH5HIpuIpfPjcigLdqNH8Yea7vjkX+1B3hEgd/VRemsTocOqFIFQhZNkxM12VDT
cU+b3m3t1GyKiWwtKFscOBH5Ci8/yBfr5v0Q/mpyQkFQVnrx2vSiNgUADXNalU5ymOItL0r3kIRJ
uYwGT6EIzmWHAbuwWYTS2nfsG8HlKHy+6xBffi5a1GEOcfnupZa3TpwMsikTKd5LxzvEeLNfmSfC
2/BJu30ZDlnihbFjqeQtaZzs45JZv8Ef3LwAMF8GLqgQAZPASsA+1ZB5Na1RBc2cTlglMqhvnYL2
OR6gVzVDDAqbAyQbF0NsVcsuQQLL2KhvI4MRPIcQq/rdTdG3tMfOB6oQVvjojZcJwb18bocKyEnH
jVHm14orCUuuO0uNfeCdf/rvNwTqJdw/3xEU0X+GBQYwHcRFmJN9fUcQFOvlgDTWiPlj8dcO0pkD
wQ8l7J5GbzHKGEE8op5ZUCFw6A3xzNijpA1WpIPapBUr8RYSoO2wM/WPCD6MzxL1VMZN5VTtImil
3Zo5UIqLOunJ1mcxOKqHBvBj0n/PQWz+UxbHkHoVFBAQMglazt6lrIu5g+3cxQMB8kqSstw3WRc8
2HUJJdvKm855aUcLZ7SdVz1Pp8s/J2jymXkcyzujKtyKoEtoR8IHbgQCOEfuTgcG4TT8NCA7BWlz
r8VzIWoPk/Vc9W17NF7GbJpjW04bryPfjN2YTKc5jF2JL2NDoSJvrmCMtZ6ytiGL2qK4ABXuaP52
MRY0azxt6t1vNtkpuW8I9CxQbfl5U+ZSVLVkDYUYKL3raW4242PRCuwVNOtQMPh/77rqUXyRIGS2
VjXkISNSn10UvalV4tnxvEe9yiJPiUP3iRZqKFObF6hT+0e4AYX40byJ7HjJ3HGZ4VGTI96Pwrge
lACbwG/kNWhFcJg8fvJBZnE1pjZDkLVuICeB0lJ5JUPk7SxP/rx79JT8LBXqUwBwSbFfw0jHB419
oynmzRyhnhuaoefWb+nBeHhZmaJGZoSkne40NiBllrWyxPl2JRmOKzmOE36j8AjjErUxE5K51Tqu
0+FirE7N1NIOoRB6mwFl0Y8uooH3ScGnFi/yGAXpZlZvKvgxzqIHBiqGfN4ETTIPIWG9wVbNDGoi
7u2HRr4ad2MawDIPcv1OPztwJ1wwKMFD++J2FWMrI8DkMt+B/B3+SRGLoPdQ4DMxd2VsrgP0eEDY
0fjHXlytEb4WC/O/GQf+oReoe4YU9qkC1x3y03gj6oM7DXi22W64bCBDooCuSGcolJOPxqWeAncd
WPpZ6kC520m8Zh12q5HW2TdgcaAyPHlAQ1hO8ZJNfIMCwOybV/F6AS5+B4V/3XCxuu67XfL0W6R6
RDMB2DuyKExPDnQUZqZD+cPPrgysx5jnKVL+UPM0F+io3CEe9Tbm3XgMMqvdBgM+CnORjD/lRei+
o4Y1g4xFHwLvZRVviKPOEdflKyerkxW2cd7FaqDgXaKSs4UMyxxPl2RrIzh6hQC5AlGDwkpgiEkJ
NIoD9v1IoQIdvSj+gh5FbEVr0xRW6KEMKoNGgJ6qwne4RBDyyMKWXFHiEq+4AzVB0wSWhJySmG5u
vs0AiHlpTzkC5O4PM1tQBFBp9HpUPgP0eUUJmXeRWIPqC98s2CfOZSnS260yq1EPeLYTVKPAxc1A
DNeG1fTg1vZ8iOt/7rnwUH8O7UWobOG22px4yKCqz3sGZPrUQMTwds/66wD8FwX+QE+Z0XI6oZ5u
Y1rmKua+Pafvb/f1X/dsBg219X/uGYrB0PSFeMWpgYx8b6V03VbhtkCRMeoJ28J/sCAXCqkkfTpm
AKfM2wagVxRqQjpW9zArR52ogvD0rW01eP0llCFEO0UYrgf2pFGgEGGvqSuKz8mIqhuxN903K6p2
yQzraK4gCoxyVqgQp9ekLu1VW5XDoiJJdkVoPbuW8pXh+/RoHNrAcaGTmldL0yxI6lww2DiaITIb
Gfgee7UythpBeST25sAUjNu8y+afwzBvLcC26relRAFcl11JRJvTiGqbu4csxxZ/ZptvzFxYMoUH
/Ed0WK0osNrHDZuhVTQEIP8c6q2xqQG1+OCLep/Kqd0yF5rGNmHJGgXB9IGkSh6ioarn0bDgqtiy
NK+eUaMH7RFRjH+LaQV++frnmE0/eiKdFwYO/UUChYEjAEVsi+xIsLZR2vk4cDHiXhz5AWj1TulB
SRuv8URwviXURTajmeTFXHkYIUWSJNhHA9C7LphfrUFmGOygDPK320N0W1CLbDqf0UOMt8bKKyJ7
aSmO6ty0DOeEM/YMCtfSQ+1xBhbjbwya1mBdhtTRQM5gJME/ORlK0EM7+V9WG/0AA6j/BvWYdO71
I7/WUWQtmiklJ+ZOn9eOIMT98OW6cRuxR04n0C4IUMm0MaIfjs2/XK8vY9CJ5HWBCqbCXvlB5q6q
hvYLnnHUC3Q2Ck7Gzv5mtVDrAbXZe1irYCWqcdiQNM9fQg/FRFLPCqmNOTCm7cEdOvuk4pTObiN1
5FOU45VDK+sh8NJuaQZItQZ6iH14jshWdtPXWx3EfJpC/2z6EflWIKIue6hukQGq36Oc3waG0eNk
e8ETfnbNdiAiXZVOxT94tboNdFm3dFCr9mCTdrr2onq73Yic6MxS+MelY98dnKC057m+9bi3HnLo
zr5MUBXaOGz0V7Jp2/cU8EvjYLkVQ2bflhogWV5CBuCSuVRN60Zz/NJzBAqAvd9BDsZ0WLRehXhq
vrbM9dasqMa1SAfrNffwyetrFiW0C7Xy3j6KpuQRkm6ACOt/dO66oK3Dsu/iW6zdQaTevU1ZJRI/
uFq8N5MfrYepqDY+yoxeUPG7NSNT6VKsVKXEttkKTypNnNmEV9IzlWAdGHto8bBSbvIobW75cJMU
p02jZlygIuqeKLej4GoNzNnqt2llJfQCZRh6YRnWdigss5bm9Rljn3wp2A8B8NnthVrIeFpjs+DO
zSDj1WXiOmI5eTAtf2jDh4H1eA3nYAvAMhdsq1AeDrJCPGceyjbTqNjZvIteB3B1Y28rIQ7nxNFr
VdnDuiUSbIK615eQvLa8sdua3q73fmYFI0fT0jM6PYuelZ6xmwDq11PQEtedZEWRhEAsIF16rGP7
kFC2b2mH1WlXDs6mB8+Qozsqzqxy8Vu3hTpCPPR9ZEASRIbsVCL+SJ1/TkcBmeNmGv6K7I/ei5IN
bzs5p3nopti8Cqjz4R25LhHHB3A0glBVB2x3TXN5mSoikFwlp09nZWF7PrQoSDeDHeWCALksmy32
+5isVtcI9DWPGUr3IDREox0V4d+tn6HPaZlcOk2Nr5m5EDZUP9qisVFQhTBR3MaIeud+8ppFFpSb
rDBfm2bZc4pvQVrsTXNwnU0MBMjFQ40pklAQZRtV+hqJKj24Ben0Qjp9BasxA00hBL1MLwp8IUSn
+Lg1vR0Jvnm5qE6m04K8pkuGlwplF2eEHp7NdaTyoBuob0rq+QEG+febMr2ysm83ZVnpgMVCWq65
BvlxjeIJNbLHNFUfjzOOnczybmNCI3uYAQIZa2SB3cE4BTcsz6+Jbk5mzlg7UQnF97KJluM0zFsZ
JteIyukZgcRl2hTtxbRIn2OJFtNH02I2SJkmkt5aCKjuXRTNn00fb8ITWC/ZybQQeb4i4ZDfWtx1
X0EzbR9Nn4rkd1vQ+BhM0/RMODJWdeahgkFfnhFQWeC3wfem15ZRNVOoQd3fLtLmkNkEeeLO9Cq8
52e29KrdrdenHL+pLHjAjp08oyQfmp3k0PhVugWqKH+a/CBB5QW4nk0zykBcBdbstwCRYnyLy3QW
jZxcTCdpcKncrUOUd1r505B2+UolQ63xSflTz125B8oV2HEztlkEkGl8Mq5SqRRlfREW7tpVtH23
dIEYXJnesC4hXlfNs6qvj5nriUWWSnsBMGp9pCXIG2atPk0E68DoHvPVzQhqbXSVtX0GpbW3dSI1
omJGz0FK0Bi58g0Yve0wIUuhUq6udtiDjzsWR2LZVj6vMiiyQ+w62JpeaGc1Oz6CL4fLMr8am4N1
MpVOuzemOOz5xmyERjPBaNeb2slrPH0xO6ia/BUXU7swTTPCQWVC2pGLsdgCa72RghbL9Ikx7c9t
N97cjUc/BPjaFTTdmCYTTQeB1+4yBcOH4l2zN+bG0riVaQCVpb5uVJfgOsUbBmzcaJpDXzlPbpNl
B3OlcMpqVOPXzfzuQSjEdOUCX5Ts3HsDOP5J24F7i5Qr1eTBwgzsctu69H/f/tq6DCEtgSDZyswC
KLRzSrMEEnyjuhp3qiY1d8jkfN4+izzsgegrMtRRMZ8mfwWc8dwDyOs8BK57ThEv3YP0DXIP/5jM
WQp6GqSch4Np3Ux9Z83CYhjW4On6HF6nsYvY19ih9DzdigLEORk0jW7BKBOCMgdeswuJFQdBu45B
yRqp8mFQn35u2ParNgggfSuKeKHVBQ82zZoDTcERkg6Z+MG3Bmty7weX/H/2m/F4NUts/rJ8JTuE
Kcs493YtwOkzk/e4Nw2g9940KRJQing7aHfBWUN6771mbN1CwxAy0uBTHorwVLv2z1K445vPBMRq
q8pfU52AxqrtMFZZeGmwCjVePAmeR2gMzyJQYoOyYsAYx34GHVTziDrD8jEDOZ7I0vGtSCK2Cgpg
iVq8Ot8E/ll+z0EiR3KEHFN1Lt0OeX6rknuBbQvEbEWxvLvENgWAfRAQbBbdsBx7rYoahOrMLUeL
UeKjvdlKBe07f2jqhRNWot0WQ0WWTjGQdecThn9aAgjDBHozpjqwO/HOfTa9aYBCmoKBewbx49Wg
KfgKq885CItychBpuLSrZjy7+jBKcDEhJv19dKr0wbSMnbXO51BjMwfiWwNyjnFwoqAMAkgTqM4x
qLsnmra1rlqqV71uQpA22PpJFM9Nbw6K21NZeQBPodOYCiQooJJuP5oWL0Q3C0dAPpM6+n02YkNK
svIfgRVtABs/tI7qH23Xqi89CiS3IW/ARq37jM2PwJQINCwCQr9sYXpoqtbZd4k83gf64wA5HD3P
l4GuoiSbYxCISFAZwqfPK5kBiQQjXO4wlh0Vlg0gsLQRwoqCjWUpB3WHvf9/zrDCR3Kev0ykQfQI
kTREKTxy8YFz7cuO7k2rHSy6Q931N9Myh8ADV01ClLt2ZW9fuo5Flw7xVD3YTMPjxtK/7ngBzMgE
Sj/M2AhK94AaiIsvVtTK1D6W04tj/qRkdPyFJ3y2JPrPNoekqnaZ61oH00JeXe6H3n4xrQoVc3tQ
YE7rDBCKPQQ97dsBuc7PMwo+u3WTlu/GI7PLT7tpggB3Tr0iOQA322ihvPFjQkp2BpXN4NiXWXgi
ugNSduNH7nEP9dYkOIq8D0/dYH+OSJLw51Q4mw5aptuuiZsLWMe9Ry9d88mpL1K1zSXAox3IcYRR
jIOxgfcRGCUwvN8G1cAhPwbhSgUHnw5zP3XiPW2UdzSHPhwAr52SaNVVI25adwiWohJp1D1eZ4PZ
AiE142d6rb5+6hTHp03T4aBAPxhRn+16H8V0oY0atZnpMG3da/HoB2iiukchANpRYe9c72eRNUJs
UtssVH0sPOjh/tZ79xtyus/D5rvQSQ8EZ4dZj4//GNqxcymL8NHYIeaNlCF2sBuikxsC2yQ5FP5L
12LBM+Yhttzafh+uii4CwDdIz41TMWwIePSKjQTDEglnlbaZM2Mzvcav7yrxtRelbp9j84pX8xB0
imsLVE8H1ghxALUAdGoKsAJq091uznK/iQ7Qqa3XIcgfn7yMH6D+OvylT1Ik4MyJAIGXOQHrFpuF
oGuyrmAJemqTVjxYlX3OOPYQsfnkzGkdTuWsYCNoEPVn6uuD6XDBxPcQ/jOC4S89+lICMo2CbdB/
BO60cPKhAXFFaT/howS9UxaBLUE3s5o2e4qwDYjF0axBPPqYYqUQVbHTzl3LWfV9kjyaztDKIYaO
X97Oalz7yUxcJSUCq7opfEwcKsTaOSK8Tw4kPM4UgK9COMPR4OQMfI5QgMNAgZkVqP703FeSJNOu
TmWBbFDmvVq+QrTWUuWm4aX7WhX1+0jd7AzpLfr0L4MseyQLBZmMg2oXlmWhdA2R8SjqcGJ5i9ic
gPkAbyx/A6E7ugLJrlqPkkvEx1FOY5pu7WFnpV++ptk0YNmbpCgfxzHzoFkfWnPk/sc3QtocPIlU
AhM/dq+2fVCeN0L/Fl6i8ABqK8LhLWQjIujay+0s42UG/5uXa5X2Qtm+luVKu1cP0Fw9Q9G0n5c1
zS+XhVcNWuFVafX2YnQcebwfEnedI6ZyuFukjff4DKipeVXRYm86kGhXx7rN2z0Bjfebkvgt4z3z
HDeZvwFPFF2lHqFvXQXx6bqKvyeBHS9QxMT2SRA4pwGkqTNUesff9UheJekz6hk+R9pc3kYaB4CO
P0eWjnRvI3Obie9l1jyOebMBiWf5DejGgXLxE1XPiL4Unf9M67Be5l0fH6rSSneVNTgrwETzKyIt
yG0FHUpJUKdhRqX5+N4KcIlCzTtYKNoj/+9xqD1RxO94ABxxUiMtH8ms/B4DbYXYffwTSnMX2yrq
N9CYlqC4RQ1j3gbdllX5Oxb9cgGiP8SiAIUDt+jIPrDg3MRjG/+0qb1Pk8p5V9LWWAQan+2GOxvG
Un+TuzaSRDFigdTph3fPB80xSGNebYu/t3ghtDYFrytY659AEs3BnpxmGzvM8yeCVNUGb4sJjHei
eOrHnoA8Kt3hR5k/GQ86sA34bLOzMflVWIMlkImt8QcpKl2X0lAjYgCC+CiWH4JHcykzgIlhgcLr
9tG0GuGCAT8mEYTicfU4BuWznyd0YZp+BCqHLio+jC/oXaujjCmZMSTNdy2L5RNCV8cuU/mHG9cc
2jS1eoD0QPliT2pV13b+AfpOjsIND1+KQpG3gnw37pbNwK3IsLA3TWavoEXUv+duC+3sCestYx47
TSeYyFdVSWebO6ARNpN2FgW9ZWgByNiEy8T1tkWVpxdwSIMf1VNYQARdB5XkjuNVWOJdjWjypWjy
7CTGbomofA/t0ahqN6zrwaBo2v+fg29T6av96wR21DWzpMm3CHggJNr088TpwufEVvWhtQs6M3Zl
D9OiiHr35lZBEvbu1jAovNzdfCyWtihmq8Ar7WK9MUMS8a84bcJZHdjtvm0m7xV1OogM1PELIaE4
+T44NCf9EMX6AGpyiQJGXjf9ktJZikDB3jS5+9xFfvMi3MoDfV+EsmE9WefTWQD4cFqASRsSqu2P
GuyexFEITmD5v0vAKPLhuUGiK93JpfADUD6ALHjHQ+B0KsTkVlAFsR6T0a7mok2TD9ohFWzGTymb
tX1c/VUoCs6HoOmfBzDYLgseAsBegFnQiuNxk/C6OcnRaiHuJvgLEkR/y6QTPyOyoY6L+yht55ll
bHgL9G/PKnL3nCSlvXY9H9w9YhKHulN0GYMO44noBwXSmMN3y69XVomYmBeF3SZ1Cd+MFpDVTe24
mp6FbYoSQQjTHF08AVGbkNyalsPdjRPW6a3ZR/iVSmVlC5In3nNGBmTLwRiG9yuaDU0GNH1IzuuZ
A6SrN6WflLdev4qaDegt8D/VziIPsM7LQLVrxhY+siege2hvY10+yA33rO7WKyF4t2kZGW69YVjE
mwjMvbfeTKNoI7DI3XqnLOFrpNid24WqAImQuHTdWy8QxnSNOk16a4qYuGvS+P6tiXebvZ7amt3G
qqGf1g7l4a3X7pwB7A/QvMnGeluzAuSnI+pWG83yUXayPpgDPt7Ps8RFjfE07L96GDchUB6LRF62
Ns26gA4FeHqzRT7w8CQ9hx3CCYxNXcFPePm6AWidfGAHIwHuQG00fuYQ5cn3IKb21rRMpw/uX9Cs
9SvQT/7ummSIRWUJcmH34eascQh4srP+4T53PYHFkwkU4AEJHkCtCvfFExUuoPdkeC35yZZ4+Mxi
mh8ljerd/WI8b2JwXOfnFBvy3261T/FS9SaVLI3v/WKBk24pq4v93d5GlnzwufVirnyfO1YOA+cw
t29zgCo1sAvEtNP2drBir92LUICnpQDO/h9zlgnaQJ0bbacg91OKVFqOFy9KMECwC7W0dn87Na4N
6NhnoqnDW89/TNdkMUBfEVIL+hKjngf8VNgVmbY3WmweqRBVPwnD2iyd3sLeDrdlhG+5afo0DbBv
AgEzoWH0UgEuZ+w2mE22ZUWwjIVUzJutKdT9mrUHUbTes0Q0wNhTyM1uJwHE921ysB8hRxL3M8RA
sKAFRntvDkWThPtKH0yzaShwl1BwmRlbD/o8ZBh0m4COApGpJDgkQRMc0qxeQMt72uEl7CE2pjt8
HnRLBL7wXkkV1tnG0fTYAEcbb6i2fE5wnyrk9ucwM+A2toroA4pDhgxro3o9jo61B6QhY55EdRcO
oxerQ68P5szYYiSMFlFAAFP/s0PglfzbsMQCmp1o+dk/7WYSMxRpcr6qsFy+XfHfLmbG2lX4HQFE
HZlD6Dfr+bgiGv5tKuvutXe3grzMZ+HWBxFyZYr57j69G5E5Ca1+7dRBgnJsGl8tpwIJTwEyx15E
2UvM00c3GuWPqeYJvhbN7x6haP6HB7fKZjFOYJ/koSP3YdsgeNVEau+QALQeibe9m4Is8cHr/cvl
PqJyQGsJip8D05MY+805GEmw6GRJ5rRtm/NY4A3teQSxRsROQqT7wJ2Xo5AQGoa0Od+MhQJe2wEI
0NhA0Nec6wrwUeyxCfiJMc2tww6CmQ/06/JeiTlYI5lnGW/nd9uthNO0v9Z5fq0N/a3f+Nc1ODe+
TPd1ItP+76pQUz5qikTxq8OL3Qxhqhzm3QrFhQDxIOMCbr5oRGnBaEtkdvKS7MoEdFeuQNP0aC3W
dhGBXG1G8SmvjNGvfBdhkdFNFim0vgq3ry9lTPAsceJgy8IU4ZK+Sh8d9mb6jKUMeQLwfwhZEu1v
bD6NvVmsMg2eodUFZOfykt+6TH8G5o9NDrHD2zWMzRME/IaQvACTMes3tiTAwEiZAb3ZZ4casY+N
aMfXkud2j+8uw9H0GB/glEHubXfuwtbepiPIW3uVdy4Y02XmPOQ07eonLhO5pCXx8W+KruARGt5t
mWKbRmWDPHRZrYYsAkBC1ePDWKagN8Wv5gzKBXCuW579AskT7NqlN/7lJigACmkfzTIQcASDGwKz
5NnQr43bJ4sjide5VXbsQQm/JVmabC297iJ5mS/dYRyeihpVRbEfiO9Qlt3eZgILAYIrvPmra/Hz
y6Q68klCPqUpdi51kMcNxqxAduiftjkzhzqu841Xu0evjKKD/+uA0Fp0KAY81mTMnDVh9bvpvNu/
+E5gbtbYtn+d4z5UpKx7aKSzNHPf7ebsbpsKFu9jdr1b7q53m7mZdDo4FlP7uxm6tfG69FWA5AOt
D0xAFwbaKiBpBE/PEqXW+WKSj2HQ0KuVN+ypUM65CMb0RJBIfapbe5pNQZPtul6GTxNv6wXiLgH+
B+j16t5fuVj+Lx3dDMcx3IIcPJubmZKusg+hEN9MJw1EfOH4uWDNva9SWmzlCAUVcMHpI4+l3P0/
ys5ruVUlWtdPRBU53CKUbQWnac8bakZyA03m6c8HXnt71ap9c24odZAsS6J79Bh/oAIFlmFtrw8L
fkT4gsn2bI2j91qEznduygHlMFp6pz0XqJNfP1uxSWLLHW+fLds5FHOp3teWl5EhsXPzSRjON1Uv
520xtPN1vegAYbciNFQgCvSJ2vxnQIKoRDQHU7pWtTrbz9cRTcZ+BHv98PUKdZYCPcNEVSAd8PDV
3w2VtxUG6EtvqEUA/hA1YVhVtxbQzc0sHTTtkP1A+KgCWrJcDLIij0VBoSpcHKHXvs6I9oackQZb
Zqxz08TUfWkn2cHu0v7WIXefKuODmkxDUJDZ+pkGnJ3tn7Jru0DNCiQ9lMq5TD1ltXWgtliZjEb9
6AfLoIDc/vEKxd2v3rNF2CMF+K+Hq1gwZd1m3qyGw8g4VFsOKOFxIR20Wd7dbEtWL3DoSipmAjIY
EsQvBQHOXmJ6HqyjhTNaj3Io3khG5y3mMbPvdkmD2BrV2SGJZ99yBvhukVfs0bPtC6xYsBhsoIF/
XjIx/Lv5U5ntYiM0JTqTFYrO66NwLuN/NdeB//TlyzMqV6Slvz5Fm9sta4t1kNShxjim4jEVsI1j
VZ77KEnvmiV7P66b+mfT2y/eqBovWTciI+sgnJ5XffgN3SzSApX8ieR6B1hrai8wVIzHkWrnppaj
uI5JrDb7CKXBrQDldbOHITxqDVJBZqOHN325cGqqL4NhBnVKun8LBhbx+Wa4rIPrNLboP6Sv09P6
GusFLRJA4NGOMhW4tNic3+Rc7yLTmL4bVTVsOwrpx9Hp0n3SgwgPFwJJaqTJpazjCI+c0CYTQfNr
IF6ahdkCfTImoBf/+wwFhsqjAnDTqQVUENE47wbK8Jx6pIPYY1V9G7qf9tKNZoh9RDlaC6gS1D4I
ZvwB1EJ5wBlceaggeT00IK+3QwTjZR1Y+9ZRLEQ9/HeXOcBh640H90UpZufqtSDEXcdMfqpT/tTU
NUI3QLvwdkSiKq+Fgo+KslknwFfKgq7OzIf1maEAqhN1bBCKKp4KTaW++4m18VorZ7fLjGtqW/qV
jOSwiwql+FffOipTDIWWdMZuwqQx22acjPppdPlh8tz1Yslcv3jly9pA/9jBOQzQ33Esnd+OnLps
S9ydb83WLYKvZ9XL8yOjwhdnCp39OrC+lRDsA87ZWAKthEJoOKA1m/htqtrs2lfIFlDQJ+Es52nv
1I2zXae5ISUC1OjYd5fR/+9nIZ9Sv3Zdg8eT3t+QEe1vsBH6GySuI2LcxsNXf5cICsXz7HIcZNo6
kOUqggWOflyftPbz/06HqR2WFJdjXKFekGHHmOSbaqnvRV6af1NvD6nV+aNEDdYrmlu9OY1iBz2+
URcjiqEsCrfH8WgwrhZ29p/P5hN9Bz38F++KP7xc9AgXOh18d3noYPvyGFs4riRhniEsSt/XQNuP
V5QR1YV3Dhi4cbF5gCS2ssLSXt9HauI+rq21f+laZ3lzHO4/C7+4IgD4W2ge1aSHd6V4Wgkg62Ve
SCEp8i6fpBDgomQEwnra1+ncv8Ru99Bo7XS15qJ/6ai6b1yQgMd1MEHkdTfHcLPWUdXJx3MhjKVo
wVNl0cVPEziudXDtgmkB1NacrmvLCskxhM1DyPEGVxPgdifcOKJHfD7VAGU3chFLE/EV6j/LI/je
fGRrG4skNWhqpd3MoSl81XFxSocr+ey6aA/oiu7uCHnnZ3xilsPE+DotrbVL1fU3UZf54zofy4po
D82LXWeZgaWPeu9xPFsHPcgUEhM7fh2beNSTiw3ZaihGVp8qv0+qTfRoJo/UpdSANzTcZwuNSOQz
WDfvo+wrwJU6lPxignCv9O/Ard8jRMhu2clmsbk7cNLyaaLamhfOHoY5zB+0h3dmmQMSqBRA+ray
iSlPHijHHhVHJncvZHFH4G747pLoNlt1guRnGriwmONlfaRgNxLUla7tdJuvNYWevJEGxh45ZX3y
T+zSpGLJnLElD/iebNDsNwO31MniZguS/OCM98lbIiIPGnHE3/cFUN0TJr7z5lVPwrObpvmJ+3/0
gbH9WiiuT5VqREeEGD68PvoRp5G3DxPNQ89NIbfFcZhdMuFXNL9ayZTv7QXw4DbjMcWN/r3Cws5N
LsDbLX9CZ/tW1Ya3i7ubnoWgz2vtpTO07+hVur4KIiwwu5Bsp+L4EnnRjToB/EG9dtMP3D1kCUQc
zG2T+krVqTfPQ3hdpU7oY7QFAYhCxBbQs6OcKoifAZUORIQxSRNqnp5HYIt+XLaPHel4VPGS35kl
NACDxmKhpdU71DEwLcMa0YJ1uNGrBKBT8oFbxfyjrbt9aCVH/H+vRiXVs4eSmc/m1G+9BMc+5Hf+
ht0PKYpkw9n3TzpqfBbNBz65+9QT3/rCe2r1qtsZE+qyoNX8QValryvfIpFtLFmzrdTtoyxj80cu
3u0q2xl8MsKT1GWc5o9KmBBY5htsgPoE5JjTiUxU7BR7UgYKZtH6LHIAVtZ3PdFnAN/ElF5SIoTV
Tx+wI7eVYIOdFtPkusouCQ7M2zmibmdlzU6OZbcHLfpDGYR46cK/tZeRSJTNq0J2lDhhvlQjCaQi
iWBBjzmbx+wEqqZfwGPyn8x1ekANBouPcviTp5G8IBowBH3+ggWh9mo4px4E5UYJ4xcNXkhQQs5E
5MJeMp7msZTiYs7jCZ+b+GnOisuAgtFWgyKznTO+DAq9/R51TXlKoqNXt1tHr8xjWEoD5stw77RE
Eny29T6x8W3q++4G9CMw5TSAQjZPWuniuQljH6Rd9+zMeM9MUzkHCDNgBZIOKGCAzVURq0PuZpMq
nXrASDDdlKYA+AquKywxaaTm+hqVFWUifH5PRW91LOf2xXXm+skxt3FX2/u2S06ewAXbBgEZC9c+
zDM8BpMlzkf3TDtxLHc3QwenHM9VRAgIt2q8rgG0nuBwNyeiiETf1jh3n7rMHiVKHzys4b1hT/A1
NusqHaK0+z1ozWNZkegCHcnU9VUQfmX48wUiIZFC0/1ixPAPsoc4DdLEsK41x2BE9OgUe4m+szr1
qupVfQJIPnOHJa685pyPgwZS9L7Tpz9sYjY0mdm7N0hUbxQiA5/dLzphypYpuMaElbN149z9/STG
7iN1OcBNDq5wQv8JyfwZ0WNfp6Z3jIwu2Tpp/6tq+Hpib75Vpp2c1AqZOCrwpcClSu29q8xRCG3d
HejX+EUkc73NO4DIsvtTOBkpjBYKUIIh4XZWEvfay/BYzO5S8/djrJDOmtG9CgvafFpVH63Ila0T
Nnx5hQbmIewfVTvGfJFE4FZryucm6b9H0mx3OWaw+8ymoFIN3S7spdjwfrMzJuB7L+EDKTDk9PXC
6vGu4sPS8vilGKjr6zVHlzDeZ2mxm0koH+y4eSiKUmIsX74OOAzEaVicZpfiWh55FRVNHD7L8EFW
8nlCEHyrav2tCrX3RHdI1TTyrHLeQFOs77cwF62ToisxOfvMPOaxOgSyrf/GWomhKuRrVf7VkXr1
RzMdN3WTB14Y3VthaLjznWTU4WdY+6XTPKt5/FabaoLOxcjR1y0uiWOj+m0MSCJFYFOlVxx1jSAh
c7P3VnozvyN32jjNQ4XOsmtPth97QvedonJ3JeWeSwdkUUZNexGYgp3notqFIzEUvBvV95SmeyWn
nyJyYb0bZQQji5TTNVa9A/aULRn6U6lMf5Dr15Hx/rCG4imzjOEoqDz5SUy5mM153EwWcL4SLcoN
aWhURAW/byer/Tov6nM6tKzB7mju7NDW/U4ZsQPMtbc8r0awq4hfTS4enFWfY1oIOTUe0vN66WMr
PVMdxSJTwjuCTgiMt392s+bYkVlCx0Hxu1b+TQ3rzRqmX1JvqYEl5gNg7DO+kj5yHwgUYF8bGKH8
hr0ixzSRv7gJVl8j2z2CezjGVFFT3IrFigM7xXvczb7ZFfm2IKgLdIhZgWelCD9rA1jaAuVrrSm2
tR4bp6p0s4Ms3OghjamyNYORnGevsI4hkdopTjLtlA4GDM1EzOcyzYaDGNMJZUzb2CORPz32SRER
zEJrBR5T7/ph0IFUN9q2SjPnVrRRso0QPO6g9QD+opg6ddaTVxESi9oQhwSk+GZBQW7aTKVuboI+
t+LYerENb9gMqJW/Ns2hV+xkI0TqvrYU7TfSsbo3mWKZBC8//mZMveWnIOq/zTUnJ63uy3elpibq
Ze14rCzTCiCnNn7Lcvk+WjB9Engt79CKW8DJYB/AqaLI0KFuxAbW+S1UrffR7jo/yWL1vUwwdrLI
i7xHVgG+uZyHd/LpHNiyun/XvLD3C1BS757VkFucXfkelSwRY5jX71DIRgysTHmLFOOUTERICN17
JCScMFibaTzrF6HAIhqT97nNqg28JBNMd9TuanNkkzXNU2JzJg4js7+0bTJcGv7X8+jKHYAzzsps
QAHuklAtc8d6JNYmo+TdlFkqL23GRzaYm97mXVYhZjRdNg5+pWgZwmM4Ps9JB0gzlsB+o4ZfyGhq
eIml405VlWYXtc0PXIMpMTdIs9Qq8j7qPO36NGqRtKrsTU2K1O81I7/W1uD4U5wZ24wUMOax/V4v
M+8+svvt5uqCsd106Jo0vMz8L0pqP4BZfM2TML6RSO38nEME4YaiXrWok9z28802JzbsUuKZpyJL
1cdLUB1yklV7zIEhM7Q7w7U2UYcanaka2dUeuvLozZp70pLZCIZq/l525a6V5byvm4GIovLeAAcH
nRxSiC/c/+EM4neqXRzKSxtsiDtAGgGtjU5RmCWRH+YkWvFFmFjyIWOlKZShOISyggPAzVayi74s
3VFO4souOrnIxARKJS02bjwsQxICG9EtvsGL+6dalBQi2R5alEOfhsojqW4Vu6YzKn8oSWqUXuQG
WRnZfkNledsklR0gE96fDMu2H9NYS/nRzeAWGtJlmsmCKgihEZ5IH4RRA9I1HialxfvYQvcSbkeN
Uq1j8c6uSj/WB23KLrHShOeWWxXf3eqX6eBzblFlPPSq8YBYOinkydG2+FuU+xLHoo2Zvja2Vt+i
acRvSam+s3pTYR7i6YQAQj/1SKU2kXK1q6a7jPao+IJy/WMTo76r49vQoRd/Slr4fCVpnqyVN7Ld
gBs6gD+l9MyDsKpw72ha/JznU+RX0N9VLbtAb9zxkxgvbUO1MQOVeIpCV2wwenzMVaLASMGAzFWv
JgmdrWHj4Ku1yqn1ylecuJwH0Sp/5MgXNVqa8WhWtdg2U/a7McDvSHT7gqy7lZ1MH/J+GH0lnRyM
CjC/Zd93oJ77nmoXpwLfwe2Ekn8Q9zCluzA8iaEqgthR/pijOZxRfjP2Y5Vskm60Ng2us35X6cVJ
iXsooAaJ0Wksj+7UD5B0yvrBHLSLKjlSGUBFDNPc6EqaApYlIosL+yxHbzyhYi99TfbNHpLtNhlR
kXDx0jwUVt4Araxe2gYTKKQXcBGm7Og0zYcW5/rGkJrJHZZz83loFnV4hyvotLhRfbGXnGiHwtsW
Xysi+EibApXTR+Ul8QmOElaQqP02DZ5LSMDLgJsCgceJVXkexziwO+8jD4Xpt05PrqPdDWMuz2Nj
owrSYusMyBD7QcQW3ejNQWhnO3qYx6Zxvp3HyOYw3PMBoYq4szEo2MZO/lYW4xhgm2dvcwmiPE9A
E5ZKdJkLvXoQYzJvm5AtqrBNw3dCL98pae9s2iJtN3GY7MnB5adsFkdb1e0zMT72JlZ7MNP0Zmia
sq+4kfxwuuUAOIYije8N59nIotCMZCF7PryStm44sapSJ9LnZFcZ0bgvKlsLUgA2WNFvHCu9YpVi
Ed5gXVuAkAwsJ7snXnxG7FNuW8xvqVsX6g4bCeswO6oH47dGdBPTEl/vs2LXWfp27uxyl1B59iOF
Ty6c1G3juDikSjXfISrIShLG0bZN2w8ts9GK7JrhWcPqOSlg39Q69lWq54Wb1rDJPYXpGOS6fOar
csmxuD9If+aI6lVBNBmBk4ORiUjKgdZ35HbIZRqMOvYBRjLGbwn5GXiu+J87C6i9lZuekGKHvS+k
cZQgQIeX7VOdQ+EyKAR61PzlCII+H03csYmkzQ43Otafn8gsDOc4ze9KWONCrWrhY9wYH7ZJHX5e
jO26LD6iM2b6pgKcq6SaUTlnh1Mm1NNzb6iBNpMOr2tNZd0Loc6F4JSy5tTqApDXmPtA92s/tC11
ryqcWVYrwvVizaAgzLLoAzQE7qGXzTs4muMGK5eCQFbhpD4WKUAArz5q6dCdxsWzc330dYlsszvh
mUDGpuPOHB3S7eDb95PI3T1fbnUycrU62eS7du2Ml8mYzae4ZmNICw5tHrwkbA95cbelGNDl476m
wGi63pnsheuT6r/EiwdkVos36RYkUIQ5yMOcoJPLRv1dd/PphNgIYq5GJ7Y9eqd+aWsFMjQW9rG6
MI+9kvekF/arxSW7iOAQhIe91ZVveMWWWK1iJJfxP2aNhQIQDsdKUiJkOrnhab0QvhKHJtnFIu2+
W/0Y5w5p1nyw9qtJoVQzsIsJYalfSwCIWfuraUX3+Vmtj9aPKZktjUglnF2fxGO8X00P13PG+sjV
CsFOahJXToFcnEy/7Ezt6BVSU8VCt9W60uB0QVXWc9I3Q0QCL2m1zo5tO1NwnwP8qO6a4qVb/I6h
ClMY0apFCYIIvmnCcMMitbyB+tqXzSVTWC7ilPEMs24/UUPEnPL6MCBcvAlFiAd8chxaeIkKwRow
2NE4re8AMQ/qws78StmuOrExYJ+5PkQMreL4Gxqo/wOiRCoE+vdLKTyOVgM2yUPjaieADjqgYdfe
VA48tvqnO+c/ybu4p7kLR365uuVyOqYt9N5HXT0+rt9VpY/lSS6XtbleTMQ8+JkvX+X/NRxWeO19
zUY+vtlNmPa4IKG1atjUvf3B4aTbNGau21tbMREYEdkBdw+Pog4TIixJ59JNfXxQfOlJ8JmxUwO5
49KD+NtNv+MwPVIBHDWlfUAUOjnmSoFd+LWr0DXrkv4uwuohYx04icLIN7hn/5gKBAEVo4Gm1XXK
adavTeGhSzkr7tbJpOIDjKacEKXzU1gXgrV7LvDSiO4OVbGweE6c/lWqrvEvn9Yx8vxRSv08aXMA
hd8bnOdOcg97vQtesihfvJUGiSOeiCBS9sNRKe2MW8ed8BtKEKVxFKzYS/KMHuINdZ/jWhqrB8RI
CasgY535aI5owSiWP1N19pURkJZr6H7mRebzaPmiqrKTV86/+bKdzQRo9WgOwvVdPW2DhBKZPrTe
ZYhnY09SuYI1tkk5QgSWbMqrWkBq7DlG4RyNMlOXR+XVSqk4lyWK8x0WlPySA6owHrOS0DfGGLvv
htLxnL2D+pfnUKTmJkRbI2iUuX7IEM4wtFJ5q1hmd84o3WPewt3wFE7KszW3v8Ys3jtzu+8Byzw7
TlzuuQXEISSP/lYKDMhEqvzoQrPaIBzfgxiN84uicu5pvH5b5Un8I8KNhUzSpnRG86OP4rsdJs6f
Iiafxr6gC8W+5iHhi4jS2pfqdKjNxv5JZt4lF8Aa5ahtdyBZ8kRpEI5LV0O0IlsSlFGT4VNNTdMp
zPnQhZioz5QOAlCaRjArbbMlfAzKakj3ar3kOzwyUoJMaxt39gWg/0Gp4/4JXcC7kZbJR4jTD0xw
ign6c1ap5UJeSbaqYc9PzaB+tI32Loa2Poc9hEmq/dRhygLKc+qhAzSIIMpg/mLCWUBuzSYWqW07
Ffm5LqrhbC3Zuwmo72DI+uD1UnnF1H0bewYpVRh7Qdjl2zFKo1eQgj/j1p0fTYnxhKEimD/16rB1
uwJko1Umu1yO7ockfy09F2x9E05nEp9RkJvIKfWRXh6MiQy14EDVeIOxcTJHu3ICMI6ySpp9A/fs
OTFbWO9Uwv9I9WBaXvpbTvxgSLEYd6/MKxRTCvPgIRp7N/DI2rRKLH7l1R9kBRJqpLiTzNL2nkEb
o+SeOBCG61kQUGfzlRTD70lvj/MUt89D07r3DmGLRIBnnnq2hTyRLEdr/Xs1Xl5r3hm1tH+cntf2
5/A6c520ttfLv4b5V09fff/nS6zD9hyu63yoF8oRfUPUSpWE7NXnw3LQCKKX9vpo3W/6RGXS2v7X
w6/xr+lr33r5T9/6OmvfpLUiMNQKr7ue4rwPJLhiU10eqg4hDOnU/+k1epOAYBnPFSC729XAd21/
PvXzGk+UARVL2a3mv+tldQAeTIwJ/LVtNlN9+mwrsUcU2ePKNenRk6Wp3A5uYWwAEUVPa19V2Kzu
qTns1771osJNV5MhfPjsKuzsFrGMfT2pHTzvaOrAfL6eJJpZUt/hwP+vvhR3QE3r1eNXHydOhJlt
41qaOXbU2MPsrSrCnESprYtameolxOqCrW9sf0hXeysAIj/rqjKe5jAutraI7Xs5zRyfoslHWbf8
SEBc7FOjyg4URmAtw04cci3QdK8PepmTSwnFo132zQN25HuXPfYs7ZEQac7yI8yxfcaR/yyk0+wR
d3kVMncWdUhMdjl2saxE9uPQjikRvvqYje0JMZTi7A3EnjjlopwZVvPW8DTbn5QC/bhy/hE7RrTh
g/aeSeg/4g6qfqC3JoJ4sMVWnbUb5eaOI2ZXbewyGzHTqMXelCWVHhVBJk2HKEfoHWR9r75ibgdg
tM0WNgWZpLywwMObkfGeVr+Npms4KQNo7CLrbR7MCu93r33KE0QKsEj+SS4fEdqlS0Z6d/FyTLyW
1nqBKBztGqjfwTp/7Ws7/dWzeomJOdP6pJypMI2PbTt54NTaOCiLbHgScSigwSYDRsTD8LT2JSXB
LuCoy9ryuro+J3XxBxmafybMo+Ugh9GDQVleY70U+t9ksOL7+jJehQiiigmK/zWh76olvJf5ce3D
7zF5aJXw4uEcUk7oDMLevWlzgdmSzKad40ZLeoJle+2LrOReCCqoa5dV9vM5zstf67q+diXDjHl7
pen7tZlOTfk0kRX/fAWR7RQdoNKKeV1BrsBBb2mVOoe0YX1FsuV/QLefUxpkU00t/PbV/995pPgF
cEhD362v9zWx15LnkWocJxvUuVFwKh+RDDSPxrjo59Q4Tax966Uv1fKxXS5RqmD1oU/zovkENed/
B74ma9nsHCpdvX11rY9wDisfv/rctPiDuzrRj0w835VN+ljqlIzjMfnn0VefrbSACKR3WmcoVJg+
p4mozg+KDhgGI8eBPLUZLuot7WtEImgbEjPs1qaGTOeOMwm8a8dqEKcPF5DPkitcJidDXBzSOAZU
vTSHuKuOYwLOBKkmzl6x/Wp4Ofg2DF0+myZF9YPegNxvh85+HYUcDgjA18E6OR+b7NDKagoiE658
39rOKZQEJXZGdk5VtBiRtNx+cXrBEcyL39aWVWjZ81InWFuJG9ovqHWjktQW97Wr7CKiiaKaH9Ym
iClzk43WR43OQ6CPqPBaCbK2SpcoW8vz3BeN0OigCoK6tVki9YL+GkHOOtlgubjBYDivgyGIjpdv
Oj/rfjNMBvdVVd3U5UWzlnC39XCKXyfWHh454dRhJxnaub/2Yd4ZbuMGFSqP872XVD0kGra4cd3Y
1r3J1XGH/SzjYO2oTBvD1ueDkzc7FFZzsJ9RsheohbxEw72qZLHzlDrb5cOieznYzyQJLIq/Wrct
QWW9KllPdipXv6EFyu4+ieLV0saJOJ9VznPsnFjccM5zAt3ZWZq9MlJs8cK3Ou/yVyDC5d3rzP3a
qqtBvjjGkdUx2dpzvXdABZ0cXfegb2XaYRRh/NqMZLLympIUNBr9oInI2cTUBJYsn7PpQbpsk9zs
dqSxltyYSzhfPE+dITamXkQHTw/shYVqq728rxc9PximcjWE/NbpSrKL3Hq68qaR4ShH8tU5Zxes
wjuEIsdsE9kVVEMdDUFUs8ofrehvYVirL2mE0iSIG1+aXvhckNfKamJ1Van5fCYNdNFyWR/FS4xh
l+ZjJKL8s0sbw+SkGP1T2uS/Kts1Do1hQBXHqM+fCHHPRV28E3s3v1wzvvRjof2R6DdkXmNxWLri
TekTkGPZObQtcAkLXXYd9alowV/HQvqRq1mvZtocE4C8v7QCYTjllnuW9aTb5VlqqtiVGnlaoaRi
C4ClouidfCPoq/e9C5Ehbr3YD2F23cy+xJgusZNfMv6hRrO99xptQecLN5hUcoQCzXYsT1yStirI
WLxzMRAYxMvQpQu7MI9PaxMXgUdKL9oDzHv7FnYTdahuqOFqGOMtkebCL0ubHajg9NDUaIRYijgY
fSY2aW7LA0k/uTUXWjknc+OJ0J8/P1ODpEARAILaYkvfLEUtTKb0NiF5Y/umfh+U9imaWYEMltpd
FOrl45AKUF+KVr1iztxcZSHuFqe11352tXvb6Lt1DOlT79xhyOKP9u+OxfnVjB3vGRFk37Z167W3
jOl5VkJ/HRsRgiPXrG7Wlore4lPdk7lfnocfw/wkdLFdWzi1Vk+Nl+3isLJe27JW7uT39+tY51nq
3UEL/7NVmfW9HeajqWYqshb6Iavz+VIsl1Yd8HhoddI1tKqu6Xe9q9hoGen2ZdQ1hzPvVPhkdNAM
WDuNZSS12GOmqTgXurQv6qAxGk7tvDUTLDQ+2+vQeqGAaTZlf1kbny9V1I1FUbUkjYq17mHoC9KS
TVziVGrJGMIQymFrs1z+AEUAm2cvsGeqFsCJaI6tzuzZVedjF08vn811RJNVf0qs7FLk/btZpuWx
ION16fv6nwsKmM62yux685+BQfXGR5238jW3NRzN8JtRq30A5EiLLK+StCSDRj1FMADrgauRueMu
7iFTarkaXbmTIAnY/Tw9JMCr1r51njtV0XVt4lF3g3EnTv/pn+sG+SJpK+gyRpJQLsTkeApjGKdc
RNoKAMZQLIe8ooi89CUmqydCQBFwDrt9KSzxWoV1fFlbnjeFC7RScNhlcGhTZa8MdspBWnQvqi30
R7tyvoEYaQG9MKMGlsrh+HltxJIaUyGz+WFtai1QDsh4+X5tVpNIj+HggRxenomMZ3Gdh+TzD69d
tjVtEplHT2vLKgZSrAOaKGszGdJxa5tLInp5emxb1Qkuhu2vzVx3rJuEgru21vfXRvohtwt5W997
seC8RitVjuuMegEWTbpWbddmFaszP01Rf76aZxfIIKUIQS1/an21JOxveUWKl8IypTVLEyq26408
2RQLSCRPNWu1WTYH1aYyFNla/uqMrNFpFDk/ABCfJY9iGCY3o7Hmv+Qt3iYyoR9VB12Eonz8LNB1
8zHlKP2e88oFBEd+qEo7PLXGHCNuriQH6pDiUCLiedWL9C1Hnu03ZjAotMfjm+NWv0VR2n5pZuNJ
w0Ly6qagb8j9JL+PFOIbMvgcDLTITS/5KFKQOFF0pkS6T8f5xZ6F4SPHCXyjyu3Hdu7K2S9qjZ83
d2qfF9f1oth2fg2HkwGg6oeDwuOmz2CguwMmayQ0ewBXQM/h0KlobHawWLx2PAOWn4+yqX9WTa5g
i1NML1ZX87Mbb1oo9Td7jn+J2UVFP3vspyrcxXb8p+6K7JqkCbq1uaPsoOmrb5WVagSt7U5zdfs1
tveUxPJvxjwPO0NZjAuV/Bwp3i/CdfVkyuSPmZQ/uzE2Ke/UzkEDMUqVzd2mFUJjo0xzFJggP3ix
kX0fKBLlk+UCRaopVjrc2Fk9eoEeU16qAQI8leWejHxKyS/eTa1In/MWdWKqBNq3eo68g+VR+QT4
nm/rGHlM0wGsNICFb5o+fLC+u7C+L4PQngy1OUFEr32qUNFOLcmIWchdkngZyfeqxObSMa7j+F1v
CZLuZWu7h6nokD8cASjLjWUVykFTqKvBaap3cOd15EFC4/QLqId6ycmABegr2YGwhW+gVnlke0Ri
044+6sKVz7POpk2XfnUo3APudmIyplwUc4wfRi/9NQls0scB7dx5rv7O0GCqVve+R13UbKw+bu8U
b7W9hWvkKbIEWfmkcoNIqMYbyM+fmCRVf01UMKkF/Um6DoMpZ/FRKyvEIYa281VE6nBeiYYntdSS
Ww1KZW2tl9pqtR3EeZJjy4z1ElY6SJfRO4eQVZ6QUdGA/aUHsBHb1B4IeDRTfZ7+H2XntSQpsq3p
J8IMLW5DR2SkzsoSN1h1CbTWPP35WNG7qZOze2zmBsMdh8gEx3Ff6xekVveeTq5bihZCig9Z7N1L
qQdd+DoYkLFHu79KlQH74OhEdrVr3ER79XqjBeUJgGgpSZVmWAi+tWlykROWr8/Z4MvM3CU6FZq/
qH2W3evkA2k1o/JZSkWmBfvU9fODFEdWNuSr24uUPF3rXiMlBSHg9NOtTp887dx7uQ2Sl6vJhknJ
gVcje5ITAleZ9kmVqKARaMGsOn7qdLIPy9WUZTMOBP4USANnaUGoe7j4BSpQ6yUDN70gvprc/uYs
Gopt5E2vU0y4Y7I0/bXxHbTl6vCSZiFfuqKNf9utja40c6cXJ7Rf0uFn6c3GGzHN7WRY4wvfCeOt
HMsfYYLQhBwjRKtuEaf0TiBGzTdba8Fz9bi2S9vc0INLhSfDVo4OKpketYks7OWf+N6XgGHqKcNf
gRkEVLToRTaIoxR77FqLffJPnT5F2SaoPMS7bT16mYIRlJfvof1tHtMwMl7dojNek1lh0AfTcpZi
rHjdWZuBh0gTbbCNVz5gk5NFt/Z5Qxp5RKX1ZC+nV0F9AO7uI4gOt61SOudFNkncMNo1w3h2gth5
adFGfxhjBZq5DgCtMAPY0dlMnGc5g4hg+IyWHGsav823oH6bPTdo3ANs/vt6dfe7yBR/D7MfYJQ+
KS9w6fSDojXdrSh1rVnvao3vmZTUoCmOcwXA7lbUfc6as6MPcONRqkZjJp3XxeoWZ7TgVeqm2b9o
OS+GlOpW6U+tVRe04Edl09vTYwk45P5WBQvyPDD/3xhOHj05Lq95i3aWPeEISG6XTLExBC+y8dTw
qBbG/CCl0XebBxwijoWeRsl2bpYocF05GzlaRHzlU0sndNYk8WGtM7zkl6eqfPT6snnW8EHe/HK6
gzU26ots6EcoePRkq9c63xw+1ZE6XlH0UV/6wI+vtWZ/WRskrFNQ3mia41rn7gj7j7eLNv2AYAUy
QltrtKerHsVP7ehlD3wDMzyxsksPCeIiJcwxbXUju14avmit2Z7/qJPTrKb4q279YKeV+NMjCe08
y8atiRI6EAJgqFNXqgogXXIx9bBL4Ki+1rFfvvpJSXjNi6Oj1GVRTqwyBmIe5kW5nSofN58o88/S
2DTcb0GBSrFhAv8pVbvdpwyz+6CL6td6Ll9aAoX36L3Wr0WCyK0ZKv5WhQ6K18Nw53Rmzw3gYAh8
akciFaSUZtev6lTHj03snuWgVGmuoRG8b7yzNg3lw2SOd3Yd9jzPwfjUmEN58ca6AxU0Bdl9HZT7
vNwr6lDumsapd5oVzACP/OZgKoZz3ydQNOIeP/rMVPeWXX1uDL+AD99f/bK/t/oAxfaQnBS8hL/8
Lj5YIYIHicVKp2AGgOF6dRojDHvcHARbfVb7AOaEEoLpVnt91zIH2TbMPnLvWxPr2WYGCbzFKwQi
qc/XXLJ94GNg15tg0FVluICY+KTVTnQM+CAQ4FaBpANS7nv9Tp3Rmms1xSC5ADvJVY7pqL+z7mKw
Ab2wKw31IevS86Q4yrXqSuix/eCesx4CnGF8ipshZvnnsk4G7Zn1ofs6Z5aGartyId7REkw0ik2W
Ty2cqY06Gh2aNETroRM1O6/sMV2e+UayGL5X+2ctbLynRYRvgsRgT5UJ7zEwrmYTqwdlQC64iN7R
dH0jI7SLWq08FHbr3vWZMdUEAthdN9OAArxtVHeIln0GYTGefbXtDyUerxuQGv5Dn//kMuEFuRVj
g+7zsHVMg8xtoWjXjLlqZo3qs5Fy5aHK5jsLwdkgBCSSKfO+wF11gIB6arShvtSdX+9V0x12jeME
19St553a6p+DEf8AEFPdPsDzpVLn8tkC/vFc6eYnJY6qE7Z57RWZRHAlfFP2aeO017IoiJLoA/yt
2d8G1dRfARKcuhpBxrZOtnldHr1s9M65MVU4PAGIsnsz3BgR3Ii6705WtSACg07bmwM+WACE/0Kq
6TujXHYyyZJvuVv9Fjhct0WdjQge/cZuFOB6SdveaWzRSQCuhZYEK/bO4Gtv2LBt1L+qRJ/g1Zn1
3QDQ4KwsAQ+jeZYZtbZMq5mi0I068iBpiDBLjsHZORpa9ZOefe9t5SFN4fkijrJN42fQy79n16gu
5N9UvoRJjeaaepmKSnsxYXiYdHvSvXY9JOBvnGpr5GF07fIquAQjM4xM4/2dwmILvRN/QW9Yem+Z
EbJyejQpnOjThD/A3kiIodpVXR9De/rLXQzIRhd/KkKBbUgo9AZ2aCC41b3tnIM+xBEigEyjocup
FfUSKfkMESDfDnH0s8lKTGIj88S3vE8AlSBvVR+4ob/rFIuYkTA82QdMOdrKeiIwom9i0GU7LEdf
MbiFY+Y2Bi+xUZzDmnEwVkzc/fpmW3bEBOr8CU1T9dqL2/eycczJIlUPtSPfhHrg780OpF6o6axQ
FKdj7LWafZAk7hZQ1iEqgp8KmQeUGCIUhQhl/OitoXxvkTXno33qch/fExdOkx6QA1FH6Kke0+P7
oAHIMz+zImm35D2r0sQGMs02KjHINFZDft6xFgj1boJc/Dh6BNhrvZvICgcvCKvw+WwrEEo+StEl
ylLXEeQlZkRgswjGAhhX4fCYLcHrOQ0Otreoz1b9z8D1MwTKDOCNro5xMBpTAA/9Yzg76O1DmN90
GlSm9tcAaTAC9rtvMLAMa9sh6uxszLxVtwhNF3u16EAodwoGLJqqIB+JXkwQ+CQWSvd1qqaXMbSb
K6FGvBS7CVG0rH2EvfxCpLnZWOjJn71JBwWq+9bZsd2L4vfeRUl892ItOJ0q7r43rnctI4ZZs8Ed
VE2r6jSjsNRqIW7MhXusuu4b3gcGnGA72CtlMt0PeBVdHYLHxUIgDlL9NXXcO/APE7PsxRROH76N
rNqJbsCaqHAM1I3O3zQFJIosrghUtIFJ1q20TpVbFRsrsdsj0PUCUJxnAbrhY3CAzHxxcpJSeoHm
FtKxr6XVuUR5Cm2XxPGxnFrz2NeV9yX13uAydWrr/5jtegfnnW+pt0BklB+R0W9zKwsu+hiMW71S
mx0rde/UAzw7WuBAwZ2QklJ8Fm8dhHvHKgh6qOaOGeC9N1rDUzqgUeRQQkwGM2EzeMszxb5bN9VQ
OLeizcz/bNdQxOrZerB85o7eYIFjdDOAnpXnHXwMfLehh/qaxtC3Zcm80dWAV9E3jbu5jkmbMvv4
meb6Pg+S6aLOyDchFPWsxcEva3GIgqpzxURLOiOrMz7Ey2YRzzHzUbuqZt0+Dz2ew228jNyUvDJo
n+uIqW5Vp8cycLC9Sx0eI5iws9Ky/uj6lJmHFb0nqY7OoVk8WcZoH8Y8Yv29bHz3fvY6eGitFu+b
7jl1muQSsjy4pL4T7YwCAgBs7OjOss1nPTBgb3gjPQoTsAHEFfG9eD8o9fOs+wTXiMHQ/xE407KT
YMDsJSMNVRhYomktXlcgMP/ZKB35oh5tUzxfeVVDJLX8EqTGmHktYRb8Ghxkz5dEgDLre92/KBWG
W3Akun3iwbEOetBYUzBMrDh9ziU0ckVQ+kxHLe4ac3panMahdvj2bkSVZotd5UifI+/XmzwsM3Xz
C0r9KbySDunJWQNd5JnFHYiM0zDBSAGu9NCZ3bPS4v+Um3Gy07sqn7eCmQstPLQs8Gd7Z5hyOAWz
+zCmmsZUsMsePVJzl7ip3mfgRp/w2gBtWHwPhyj9pOZ4wXjtT7fw6dwSJXCWUEE966x0UjqU47na
vWwmPmEArDxl50trNMADJpWyVQB7+guSoM4xrV2uUMzaG/7Q+TmLS4bssXN2tRUDDyGlAAiumLcF
immRU9i8F/bWZMi7HzQovTVAAaUDWJU0/B6SI/59TID1lMzhe4gUHOKjB1wXy53jjBDcF7wRAO0d
NnvVBf3fVEF9q/7Nuqa9a4fsWI81n0lQgYmT+Ec1gSTUwuOs67MTfi3y0viMhDyKnOOLngTWKR2U
l5kgwEJvxc3dXIwH4m9qZ5xibwzJ1u+8ePbOYWQ9xKTStqmOrFKr5gj/GSDG7TvX1KerlsZvo8oq
NawCZBRDKMOLSVPlo2uTNPweUKD3mwJEkNXdwSbhDZartG/CEen0uxsc7RXYros0tjKxEDAZp7UF
V5+nfbMrUtt7ggXgPKrT2wyC78kAjGDnQXOo4uRzycQA+UosFPuSZKoU51TPmPOVGQBNBVvjzg2Z
PxnpJQ6sXR50xrYqi/4EO6J468y6OWHzaW2lqCdOA964tjZhozT3TJf5f9rO3ull8HOylelYxOl8
h/DHUz8D9jZdO3kMkHJ5DBqtJjOMFKbTO+nequ3qWEIDNwLYGUqCxFzGn7cwNdwBqWAnJMlY4MI7
j9meVfSjQZyDUXyXZY9dCFjse26/YVrWnrMFM1Mu9LsQhMXZdB6jBTdaG5N6BhgRTjNHls2kR++K
Yvj7+J8qqZfm2fLa1Zcy4L56LXQ6HMJTtgL0bHSQ01pdBTv/MKkGE8PwLW5ACvivYxOkhwA6r90a
cIuG8RWhctQN8by76WoIRkhwQ5nJgsGNHZS8m7bgZgMZ6vwUkuT41+Q2wQVcljXvmazyl8iuvNFW
BZfsJLvJTAQJFhb/3lAXoH3dVkdBqFSOE6G+C3NZgEM9cOugwevB3ySKtsQRqA3AYu3Jqnx1lHyX
qIHzPP00+wEU83LjmuWKsicbdbmYjdf6vJddqRznbMpO0jJyWu4MsojB3+e3y0WklRaq08Z2snQn
f2WC1jQJWITPFle/Y9CoR1EYcbwtJPfhDIbzR7c8v9GMnFOOGrWkg2WTyP2XXVyVA1JaGN9JMcuq
Y1gqOv4zy9+Ug/sMcN04yU/Kn+EFj2FUDYiT9NXeK8ufcl46BnDMl8d4e8JSKXip3CfrYi2k0bVu
LPXuiNQKnkyAPmCzkrKW3gDtlgz1OKXjXtXr74IHls0AjLqr4dcRT0VyJKsGGzOiykkZ491mL0nv
G84rVINvPczFvdfgdY+MA9TGNmle5dnbifs4EPc5zLXBsG4NEXp7TN1JbxWX1GH514Zotq0PDeyw
DoS6CXbyuORpyF6puaR1ZVd6gRXqPnnlbuMVfX7Bj9EDfSa7ywYiAn1DOVYaqyj0BZMZIAIw55QV
zbz/Y1fOdnCkAInsGvnltjunPWgoOzrJ741NQ4y62cVt8nke9dudu90lqKWbwkqnndxSuStJW7D+
bzXEV5bbLM9E7rXsSd2tO0hZNkaKY0jThUA0EX0cuhd58LeuKbdm7Q1ypCbyuanAsO/kVsgfqfc1
96cNCn1LBJ1ZrlX91S62Ichd3u6vmTv9DPDKOGAIb9HrXrUqb2Hahod8hujc6tOLvgwd8tnOYts5
zsEMEhg7vo0KnRMl3AY9ISvJi//jh//4G2QX2yvI7nqo31renh5qMjlIE0PfyRAg3/cOufGTDSBr
fEnh8t5u7g1O8cdb8weo4uMdNEjjFRGsybk5GGGuzfvYDb8pXabu1zvMIHjRHRdK9zq4qP1Thonl
Qf6W3q8eU9yRD2g09vO2ycJrO+gKMI9lHFpeazlT9v61zuvKGeGAMNlJT+jj9MAUhqXL0hH0EWkn
E461dAbpPksDu5ppYOrbAQm2k/TgsbOG05RbLEuqfe4MGB+5C7jyX3/XLtKzH4IV9nIDuMICSFn7
3hzfu/oCYDQKu17kbRjelmFZepIU17qC6M8yIln67Ox9pxrArKRPTqAwRkp72axv6x9d9LYrx+fK
G05eY26lJ9xOwVbgqLy3DQkCGQtZsDdHFLrP6xu+9mWpk2Kw9EK17w8NIL1j6EQHOWZKZ5cW6/kf
u6CU5anJ3u0cKd92PxyX4oe6W7ctK9v+e+jBVo4Ef2qeA7hymxR4TJECcuttEM7Lh0P3IJoGOgvV
ST/gQ0GennmBPPHB1jEGdR7zuX12mBuwPrzqRCxmtdi0UCdyQClD3d1ZC1Z1HsvnfHC7g2nOTCUa
Xd2pQUHspkdgZkOC9yDMgilf7CLNeah3QVQ+Oln1x4OXX5V+cHud1rJUrt1k7SvSpBjS9tRjPyid
UTb1MlzLnp5AXzJjOE9y9+UiBXjGCcwK3a73odVv5S2B1U6t7P5RO7jGl9xCREnWLROuwXtIdV9t
4VKE3LAuVtIzcXCoIfGCbxgT/VPUA3dHxmQv91g28tjjZXqCUC5r5Cn9K5/0ixcb2UGdx7vELBEo
87qTDDIao3YLZ7dEPXcXFsHtC2C0PyHlZ2e5oDx52WOkbxc2jB0NP+fBe8Jezr1hlv3EfvXxPDvk
0iPWwUDVVOfMeevfp7ejtusniPfrXSwzh5E0WT4zmZtZO9+CLiSkEngBX8AlG8zEPeRHpQm5NSgn
Brooo2btbzpmMtkCr1sdJ9c5TwBzyOceoUeiURzZ2wzHsNvs6raKirSgIOema7dBGC71Q20kxkGu
L3+Xb0fjudUfZyNvD6ppPMtTXR+t7OVd9yM2pmgzFgVK/1DI/16grQOHIt9+Kd8mdixPSxxpWD6A
8d9rmZ3Dzm/z4R5BdvMENK26CGtniLrqQl/4XYZZdnu+8iTWMWZ9MHygf+E9vjEnr95ZEKSRxXAM
HE4KXgKXEXyHQuC+5JbJk5FuHajEHi3gwX6Bb8g/g7k0WEf09UneOvQy3q83YT0qe9Lk/34p5moj
7KV7eZ9kqJc/Roq3ufhalr1b5Rxh+8GEFmEGmegqnX1S8ViUJvKztymX7OKwyat22yWv/Tes/vah
lL/zj1nG7dwyd7fAAq4kBLHH4EMv81eSI4Su5TVZzOfnbTCZ39BaIZ4c9smpaMJQ3Uvz266/fEEj
wCBdkN7mcdJTZUa3bta6ac5IOWgoRWrAxJZJmPw76+aGkpTyH3PZ219fziNMnPuxQNetZ78Bnn6w
yVLNW/R6C5JQf7nyh5j1RXd19Sw3WyZ1srfe+7WORBCa1wEEkLWx/PpaXM+VvfUxrgfW6304N8o/
dQh1MIYxZsrAiYQb2CIpy5vHHU9Yxi/Hb3/8XGrFJlIG9Y9ppDzCW8+bvwcQ7c/SXSNddQBNL88g
7DokN6Sn/PddOfs2VAHKaU5ume5WaoiMJSsJZF3byQHZCMHj/6udNB78H4NW5+fbX7/05BvZY31n
bvOZW2eWWk/PO/In/7x3sndrJbsfy3LS7ap/tPr4Ax/PUjQSG639ps1Izcq4ss4e5Nz/Vrc2kaO3
ebbsrht5HmtR9uS8f73qH8sZaS0NP/zUf6v7cNUPvxQsAz5Gc3UXwuhbXnE8nMlVVPNtrSovvGwI
pUDOhEbE4n0Js62btW7O8ASFfkebqjXYvTWS4VYuvjb944js+mYAQogU/K1Hy8uyvvEfXqr1BVpf
NKlbT5Mz/rXuw2n/7fK313XOF3J/EYP2G3cuDm1Ma5e5sHy41s1tJbuW/4hV/LfmH+pu64nlsrdf
kOt8aHP7hSHxrpoy/FY7L9zK0CBrUNlbv9EyhqxF2VsnZGvjD3UfitLO7xEM6H9oNZIISWFD5OPl
JPfO9Fa68G1XaqU8E8pmWZ1V2UH3itd1eAdMBW18LSvzQiOXsoz8zIUCIkpWZrm30JEfWO28leGB
6D+SrA3KwH/T1W6Dhq0SQ5BRqChnSJiIv+3kScpmHW6lKF3BkUX/2mbtBmvdhy60XmYMmpSQhRvC
51Jnc9c5ejpvZf2bADAgXJSMb0E7RIfbGy83Zd3chtW1LLfrX4tyYH11pRgQSPl7+JbyhytI3Zwl
YCe0hNdoHexvE+vbcXk+65kNXiUs3rKzRWDEWCIkf6wc12ZyrmxkYrAWZe9DOxlE17o//nE58uGU
wauU/Wzcgwp8qqFS4BogLYiUGxpIjuXDVeKI177K0OVnSZad5M6USZ9np1l1Nk3mWCd5wusTvb37
fwQz/5gqrE1lTx5+VPRE9G6NbkGu3EH0xIgjZFJ0tLKH2StJx6Dmok0P8ore4pTSA8ZZj5sv8iL/
HdWq1WCPdTapk4bkYJ5n5wSJYFjikNZkUzdkKzdr2bcCBf2z0NqUi+6wM1v4jjEgr5EPS9eCo6n7
d8LZtkgARCraNXJX5bnUGVQmvSreyhieifDJ9eUBzy2iO+0tnvnh9stN/eMR3Zaut7suaxbZvb3m
EcnJ2TOnvdxl+dl1I3/AWpQb+6HutqqTIx/JnGtLObz+S3oY6lsba70NNoZYxQW5/94V8Xg0EALc
6zBmKUI9Q4C0OOMzyVFLJ3dmOMj0LEc9D5inniR4N9XBa6RlR225hprU2X0Z1O1GWs1dNp6UuTR3
ap8B0huGYtNEvOqy8TLX3NoeAE8NTNE1TdyDGoVWvkcyCMNlVvZ7opKghifn3OhB8wgni1wzorEQ
zzNnmxSxek398W1BtL8EkFJe4N/UO1TjRlQ5KEpdhuBRlpCeqEdUIGK7Sl9iz0FZ0OzupxgtBAfY
wkEnt3/0LH9+SqvmB3zHU29q5fuYm7hqpf63vGRKXuMDf/EDFaR41rz13mx994jWk9n1AxIOWos6
zjBsgqauP9czmF6W5OUnXU3tLYo6wKsiZLvUYrEFMAklz7lVod+kqrsKiWCUoUpw3BgxVg/jcoRQ
EmYCA44CYaIdm8IuH+YpqR5kTzZZUTjonuU5wsIE4a0iDnZlhfyQPw1fTZJnx1ZdpPwytTKwI0GJ
Y7cEgDeuz8otLmJUr1UIn4aPkaiKguGuzQowQV47sB5uCvcCUoP0mkewvUX1a+qn6GlYNhBdoidf
Tb4hq6mcparMMOlGdxFVrgLhM8MiW+METw1q2E8qmdCnVNG07TSOASsIDsS2B7QqtbmXOZaieMhu
pmHoHrSk8x7nZVNnwPZs+hbsalqsB0I9S7da6eCKNpCdMSfM5sZRRxfG/zUl0fxwK4HmQPnXoc+t
51eR5T2iMhNtq7DdoHtq7B3NMnfT1ORovAGmLwzNvNgOUGdgrdpOt/Wk3WAFjwwGDuClF5bXCqrd
tVk2a5H+eUwKYqgD0kY23LRSv+SzmRpbzTS0i2yKKfhPZdFXynbyYLl7YUqwGVGDt94HMOraY/81
GfIvBql0cOHQ/Xm3TPjMIBNBKxQVKjH9/It05+cwT/SvU5OAVkAQ5y0YM2DX6GA9zhq5ZGtKrLvK
zfuL3sftKU3j4oFHoEH5b9WXZlToXFlq3qtG/1ajGnTvRsnjYFcN1Felfol7EkcOYo97KcoBUqGf
kF/P9/W46THu2ExL81hLMeWLwXIt55HBpspRoN0yZuz+ONnKvznpbN7JperG1B4cLzxBDsOpM0MW
7cAHp9qtf0EbJL/DcE5u162NuX1sunafq8jabH0slvsge8WocCZoXzSslW3zDqJF8wL3vH8gdHyW
Eka77QumdZChshGxpqWF1DlG+fGkxH1TXfS4cA0EqA3th4jFsqvAoLuin9Zf64GwcpmidiIHHJQs
zshgJqDZuBW6qbRHxDa1rRTl9mSpunyqHDBhy/2xxxGgS7VM9OKjPf6+/TtpkvtHu6jhnC33D8Fp
EHnZ5OFAT58ZBxPlFNmVTRXMMNzXsvS2sUVC8o9KOSxHOsgdu+ER4AwIvACda2L139EPZVDS6y91
HYSn3h4CNN7D6ltZHuR4PIT1IdVRbapmxSFgrbi4hRMPPDdBFFy7ZTMk6J64hn/840Dfp9jJvAe+
He+hMMR35ZjhYbhsZE/qTFbZWDbYKKrFWtTgN/gvDeWUW+v17G7EHPD/5ZTUHcBXqNrx42XarkDk
9nl8KFWigdsPf520lh+ZilJvrmm78ChIO5pWCwMWRcr7aNnkCEzcS3HyfRQLI3+AvK7GBNeXw6WK
cvlmbSR7OOjd8eHryCNzcuwSVQnLysMTY1KUi/NuAcVHWUqOfjhVivLDLaqjJwch8Nup8mt/nJHp
5r4rAWh8PLD8VVMZQ3Z8ngv7S4o9Kcil2U3v2qlK79wxAnCiobzZZeQZVbIV+6QItVe1DIerq9d/
5aGmvg52ob7qYf3QMcA+kJuG6YLoIF+/3kD/y6lb/c4GWvLuZlyKZE55n6Jm8B5Vymf4yMGjHDTL
4N4vYvtJjoEU3qcQ6l7ypeVYvyeDZr5pflR80pKzNOGbk72qTQP98iGs0+naB1p6Py4bxP30YWMm
Nbt2M28Ys0HjLUVpA9GURI7v/lKTAfdSl9glzKX0PfNqdLQ1o91K0eib4WTgmrorTQtF/I1tdf0L
pldIF1mjvo8gVL43PbYIKny948KvfAcKVu7szDdPI5aZT6U9vgGh6b5a5ffZbdzPluK2l6yMkE6y
9e5rMwOkUB0rf0JEBy3dsP8dOHb7FciWvptjXMTtxn/TAJ+hYdsO4D3Zi8N2P2MNC1/4P1XQIv8+
+KFOtxxQsdl8LQev3uPXVqIw5xRvmWLZlybtJjS3++JNhzH9gvX7Rg4qwNjeQGB8hsmr3kuV7Tfk
F9yhPEpxRE3irHlTspViHbvm00yWTkpyxW5Q71W03nQY0XfBNINLKKzQuKvRioEWXfuosNn5PUH3
uNuBxUPWE2nZfeUPzkWO9K3v7U1tsOh3uJ3MPiMPgjHRe69W/RaOT3SRohOpNjCFqL+Too0RET6Q
un+V4qxM312++Q9SmvrsifE6fzJi8D3+GJzCaFCe06xV7yMfGnHoY1c15NUTQJ89shP9c+m1n5K4
Ve8AKwzPut7yqsSoyleJe5UGUo8u4qFU6uxBqmRjonIU2RAY6k7HcLXAPTazg2dpHkNHe8rN56Yp
Dm7nVhgW1ntkzMs7e3KKu6iDLLeIBZd3isqm6SoXmVl12sUeLlq6HTWPoeZgBT5ZbyiEpV9Vq/L2
6GaWJynC0QFSrxfvpTkiSWn0YAmWZlo/+Rs0/UDV5CPuymoLULxKv4Kizo7Q8Z2DTu7jq20Zd7mr
WK9mmDn3ZWIBsFiatZP6awIteebTpt0zrdNwI2LPXTazlvpbIngN+N3/1K1NZM9S2l9Vr2vH/3a+
3gKA6ez4sR7n5mFUKuDShYv0Haguky/Rr1z1P5njYL83zog+UK4X1yw0bJSNqxRE3DB/7iv3WZqO
RnqtI8P7Uje5unPr2LpPSw8DlrpGLQVd2E/QkX4oiF/t42LrAhu6qiUvlTvG3zsNgJhluM2jZ3bB
RbGd5BilofqKqkq9kcs78xe19JofHXkjYERmjA7jZJwA25So7pbWs2ejOc7r7iBsqeWbJKsLlHHR
qLqWjKlXuwx3va/Hlxpx8r8P3NrI4XKthUcC+BkZ/506B2q8k+MhuMerXC12XCrtCjph5ZjnW1EO
656WjAde7ejWMtD0Z8tMrKNqD3C310tYjnlnAy+/OKGl7FOt0LGlGpyTBd73jNdNc9UM0znYSTY9
Tfi47PpWbT7xNqpAf1znG3PnZ7R5lN+N9+YOCVPSsbAOz692W5g/4CQiFmkyztP7eGmzxIGkEsz7
uqrqh1hv65NpVMMlclsLd1+/xJagc9DHAqzKwAczUy+RxfJ7/2scjJ+SyFR+KSAtbz+U5RpScYX1
c0qH76GiOF80u8lQO9bm19BGG5wpSvAIhdo9ZououKr46V2fxtaRcED66EIFAuPcWMTPGMhsfw6/
MgB/g3yo/NQDfJBBJzHDZhKeBK75K0MZWe/6t+DVMhp0Yjowy+gUN29ey5qw6yvtEdxGBzwHhyV4
V86O4Jrvn3TdwINqdBZJAzXN7maty+5kz3FqUoBIINx3CbIu+Ne8aM7gveWp90WbYuXe7D2Pe4B8
bx2m9UWKnYHyXO7E3VmPe4SpNOZl564E6lY0rvcpgJC+qYZQve+r0v8U1fNX3Qr0BynNCwLc0a1H
aeppzl2kWf6TlMI+OLZpmb6Yhe5/8mdyiYXVvJaG43zyj6OfOV9jPpXHdlTbo9MOwbdCP9ZDbX8r
QWRhmVPVpyEYii/Y3G17K3JfWEdeMXkoHmpfQTw/gLzR9aG2udUtB6KCjDPOuguTZTwidjTxEiG8
ZkTGL7E7tBBTC52g+7Q2aIza2FV2Zx0GLAUfumVDx5h2Dd7IOynKARK2xUMz47aFZfUdYCd+Oegq
0A0Yjm6I3RUPxrKxkeK9cxXjPneq+YUowJeujKZvU7QAPVr4HOhAIbmX6l/ieZi+jXVkbcelPlrq
/3d7F8mltb3v+lwHeNq2CVwE3/5z/bX+367/v9vL7+rVAHPbM/dmbsXbgQX7czlM9bPumPrRXuqQ
y6if5UDO4vdWJ00Qimyey6Xuw7l8OZGzUrxjrPNNlI21sC29qlEP9Izs7zoV+2gvNw9rMzk4xp63
qWv4BkH5qGStBWESzteo1UOwd3jXdz06Nrts1IpH2Ywmz6vo3/WN1lR7PUzUa1BBxGOQkgIK7eq1
XTZStA0F0v2tnFW7nuUaWo//OSr1a1HOkDq07e7yCEDbWnW70lpOGfTm0X0suV3fe+w/UCTzvibw
mehUZX72fLik+ui8THbvfTcQoCNa6A2PlutiOJqgt1KkakT2FTYxxONzUyoHQ/fmzygyDMeOq4rg
6Tu0rLP8RpgB5+ur1rrHCdt78DuNRNdybcwrHnXu2idwIxauA4Zx0Jt2vOh1iGb3Pw47N3MdKywg
57L4kgOy6dHq3ruArGCi987ZTM0ScZ3Wf86cRHlGILrb6ScPG7FkntF0MdCOQYTcMTdMQeDFxGN9
VKqsP7L4Qxbf+F2Z7TckRobPUYwTfNK1/WPU9NpJjdvs7I+p+RAGOp4YSjm/p2H6G9Bh9puTQ+zg
L4ppoo6F9e8zfjJHY+yCh6pomudi2Rgq08OwQC5xaWDoCxWpAbJhteWDlsKLRzJZ3Q9e0T1Ie2mG
wdMe08gJAzTEaZLFkx3IPF6yffIcINaxx5cyfUJ0CIMIC2M0o1PHAz5o9YMVdMmxglpzn2SQKozR
nK+OC7IYdrx952RDdC6QMr7zzMg6E/YoLt40D5esGsezokblXWYUGPv4fXRNGh+Jp8Fxr0k54fVa
EySJusQ/xG2r4sCg1gfXK0aIroguIwDVP5GfKPdp7HTP/8PYeSzXCi1b9ouIwCxcF9jeSDry6hAy
R3jv+foaoFtXp168RnUI3HZsTK7MnGP60J7gBtM7yB2HbqCq7+/nDqsfzJ3Hh0gHj9wJp+9CklJB
IT821KDdcJS1p9GyYHnDPX3Ge6Z3qmgaLz4+VCCo89SrpjCChAU/jmcTgg8/nT+Sxtr4+JG9UL1u
4NpEi9Z+ju7pJf2ODHn+kBLtg8Qv8nI9IFEeWOo2a3k4+4PY9cs7WDH+HfSBlVg8jAyojAlIJy0m
HwV9iWon3m16DRgCZsMJNup4WyemutD4Z6Br9cXWpw4UMlcAI6NynzUKIBngfeM1htZCUD7ucyFF
D75km1dTQU27OryHokdyp/vDvk+H6UUYjJ0UJXiwCq4UZcoLsAHy+BLRALgJyqHfr69S4+RQa4Ny
zE1l8MglFkcUQTFD1aUzWLcx5PBb52eVmAAirrusc/+sNJYt68r/ueV39zFb+YR8wO/7rOuqykKH
RgHPzXAMvOpli5VjK3VPHQaWx9GXM/AVHJIM3jZ5ywGlx7II0c7eTG2Bz+WyqIoJ0ZLQi8O66Ke1
4qBOjB1MHhDJGSaDgmWi5iF+T6WYytNoJxUOFsytk9991rl1HU7j7N2otCgNOd1Y/x+vmwFGlQjU
/5/3Xhf/+WgTH4EDkZDzz7rfl6yfP0blfMzSl2YKwwfuub5TxKZ+UH20FX2u3cu26e+0IZTcOedv
Nu0ivjWqYr8urS8Smn3fdpl90XVpD7povtpdg6SwzdvnfjQrRxvM4L0NpAcERfaXUJRtbnE7gAPu
BkquRuwAlLfL4m+SGTfQQeKPKqpjHjtN+7LY3buJ3pUX8twnGYj7BaFAdcmVKtyCM52dRMjV5XfD
upUA6z/7CSx5itZ05e6JFhmcm5d3WF+y7vi72Buj6ZhDTc3yvx/yP95aGhP0Qqr/lNKjCjBz+ZDf
N1gX00HeU/yKj541SOa5GwMMiLAOxfFF6kMkJKp5KyA53qbGcvdVCjoMRGj9rEPpi6VSau1NUgUX
U8a4JJZB/f8sLutw6h4u0TJZ19GCqWzwRaMKsmz93bDut66rajnbigFXgHWxNbR8E4GF8bp4Ir1f
1R8RwgW7kOtXJZiQv/Xl9GSWDNrrqfHv8znvPVrF+ju1i6FhmmN2Y2lAVWIgbpdJ74d9QVctBMeI
nn1sqw56asMEWe7igylH1zyVq23GWPdWhrVLxoDsdarXEon1Invk24UuOW/rOTEgoOizEG94ir74
TWp8lrp/lElkBpBw0DUldUIo/ViUrQG+jyQDBY3ue5zss5/nxafWxO+SIEvN3ZIGerqGdL3HDUuA
WtBBemZzNjz69dDANGcAsW4dzbA8hRlSwHVrjoXn2e/nxlm3xmmY4XkJU27dOrVGeq0l8ZYs70TF
I79J6+p+3RYLi5wToCVi8uimbGXpGuMkxHygz9HNOrdO5Cx4nVW5OvyuWudwQw29GB+fn1f9bpXN
zNzFFKKcdZ3ZhOAmrQbdKXBQ93e/38+Rh+zSiMI4+rPKvnOMKxVKpPsxsUtKRD7FEyVVTrbVKScZ
HRWa9UjZpTOomHXDOhktqEGutOxTS9JUbX9fo/jSZzmXkO3++zb/7KKbMRqy9c1/363HpsPtzan0
ft533eynMR/xz56zIUkudljC0wwbIdjy9tJQIxFEwfrPC9cNPx+5fsEwk/2tLcTTzzpt/Qa/Hz7Z
Caegb3byoQlb73/9Tb97/+d9la8sgNvw8x2Wo7DO/fNlly/3853WLT8f2pXZTQzYFan4Tm8t+VQs
u607+KImzbPOrlvWybQe/nVWWB3ohuHDpiJ0kbphS7SBndrYXJokqtwaA4sgQmoWNPm7XjQTDD16
Gnv5YIT+vDPt7i9tuZOXAlaUo89eTbCOFAZ+FDZ8MHvoDmHaftWZb2+JmU4WCNOoUiNPMaYFZWt/
GhIW2XHnSDU3ckCzAhy+ZZNjbHC3surkiXHmHhHeo2h62+m57OB6TA+1X9Fc3D0qwcibIfODiJ1c
e7k5mzH6y4quJxI6m5TsViHU97AYzhJVz6nAEnECwVAuBb9CouiQoPfdoyNmmGonp0hS7uo2kW7l
mCFviZ/RbeWfBLEI9nLLqmHskUmlyeVnnYKJizMXQ3b4fVVAJs/LapBL+KZKt+sGNGjv7Yziqmp7
pJzzfVPdN6kYbgcCodasYaHnDMmHmZYR4GUxXyR4lEpMVnDIwfag6kzIDu3ojEhNhU2/oZ5ee2XE
AWyZTKl/Vw/o+LPiZAaDTtc/k4JssYvGbNyqBayxdV0OgWE347JGwvT/rutmAgmQpuquwkWvsHT/
Jlsm4Cjs0qxuWwNcU9rCxRmJYW7nZRKlWrm3JnNy1kXuINptDI0CwVDzs+p3fWOI50hvteO6ypIq
FS7ZOGMX2hSbdd060VRfpUwEs3Hd5Z8NEPO0qfn54HW1rhbUd6ciP6wfvK7zw8Ex7Fbz2qmmYr18
yXVjlMj5STcAEC6rdNLqV9OUvCEI47ui3BQIgm9bRYnuqJl/j1HlHwZFuwAiT88jZlW368SaYf2D
tdK3v+vSqc8xcYPMn8hSLCFp9DU8r7tjoif6Lcl+/ee1XWRs5sLH/ShsGzfPLQZtforH0KyX1u5n
GYekalsXqXDp82V7WOrqaQme48a6mW2ig36uqBVVnbi17US60aNTsCxoUfyfyajXrx1Zy+Mk0mVY
iN4H9z8aM373GxMoR+nMrXd9I1MuDLwrolsM77prWUzezxk1l1FAr3HrQEVuboo6C+4ESbI7NS7u
Sz8YT+tu64SQTHWwBSr36+K6rwJl3dMrOsfXV63rUFSkSBKSC2O40bXlwL5Nc82+hcs9HzWtewv8
GkrIsl41sx4nqdjxYwvl/7obBMwDlfvwsu5B5HcrR4p2imbOv2KK2r0U2MYtYlHzFgexaqOEFl4G
42zerhuUFrinXFKcWRfXDQBTxLVKCRhx3pAgx4YtpWRNc/uI+2/S6+fffUNyp5iZNeYuVat4a010
TICzDO9K1BAe9izJRjMho7lmW/lbzdYgh8NvuQP1HN2JtkEbqiXkD0byoZaWYiq0eJmsE2KXGbcs
3DzVeSTaKAPs8CS5xgILUp8PePg/c8sifL3nvMXLD28Nm/67xVrFxxz6uM5h15xRvz62i0qoW1oY
17l1MqyNksuEQS2Nk+tK0LXdzlapeI8xwJdiegh/Gq+WPm+ZsLt+kdWZNEvLKHYRPvxOiJGROqzL
2ap66EX2LBbhUbcoaerlK+BNhPLIWPVHegXYDRokSQG4u8d1olbtOGNwVC/8jf/Oqqn9GSUqDIwm
B/u4bu77GYXoOhuDnQH5n8SUOQDnU7SDsvdzxKwJC5IEzkhsGZQQ16P4sxnYy2nJyuxgn2B3gMIM
+YLYSJMmIbHr/k6d+PKhRaRFtRux//J05T7A1/FYdP2LyWE9RdiBbVtFvIWTsDfj0lWb8DaFfeKO
k23W3/t7tNe59R+ghhVuRMCxknBJO8md6tVJIPYtRm1HQyvKg8EgIani2pHkbjcI4zHlV+v6iEIf
UYfMP8wpoNTE5BZA+lnSvbhGxLyI0vKl49pc/qx1LgPasKnAgvDc7ZVjA9kiqAwKXVoJiS9Jx/M/
BwaJMsfNsBsQiqbiSlLmk+8n4VaF+qfIQmmj6ediqMdjExrDz0QT0Xj01eXIZdNbpqjVEclvdbTz
Cuj4Optbdq9s1tnVenWdWyeJ6Vd0O9nQMJbe+WKxYym1CoEOQcf/emKVtpkfogwQwKIRXX7mOll/
8O9il2mQZRR8M/1FwzQvPYrr4ShWzek6284kvPLMnLzff2Y9T38X1zlbGbC3QsDLzbuAE8hEW9r+
fid6J8JdJ/RTsoim1/NgnUTL4kCJYztHzXldVfo65g6BRTSy2hr0q6OBIfX8v31R/EmVpsZ9VMvR
gC2qsZ9Zs1OHQwLkC5E8x3ThQ1QC09Z1si7GERRiJZK+a0LK4YQxZOvMjdnjiiLF48m0Ck/Dpqst
xskJMqx1Q/ypPdmqGMWosr8j9/Nlp+ODUi5gXeIRfGMLDOeQ0k+Uzjdq1qMbTS5ZUYUOjDIKpXMZ
ng16YS6B37nU2xtnmLJrpvCIyO1K92woqye5al1uGSUldDKLZdUdwA0sQ9tZvkN9r+7nAQchw8KT
1nxu6zbfCoowdLF3PV4sTbCNWowocQKX+oz6CG2CHg9cbhrxjVAVw52USdr4UostTK9uYf+Dp5sf
NZEe8rIkf4clUdSI12qo8Cyc0i34pWijI/Qr2u4cBrXs8HBEmRwWhdcgyAi7M+BX+kliSrqSTOk1
iEmqoKVygbJF26FaPKJbjS5cUhQUp925VAf8ja3GK0FUNBa5xn78bkwOjNXbWKXw+rm3z8GUxG6E
wZafxzJcUyxKI4V0dS8DvtXwP58wzaz679hHkS3TSeWOs27tfFg3UtnuWzXkIMChi4TBkRYhWvFm
EPTFDE+2taQuMYIkHmu+TB7dy71FUWDHmMYhT3aaNCEEluj37wZpR0Qxu9Qf3wiew401od8vJSOB
TUSbjjUTewq0ORZ4NNo3+eFBbk/7xLobQSDtqXjKZ5ppcc+wcGCQc/7oEpUumvkuABhsBZaM11Yn
YE6hegql79bHW6YeL8sZpMZGe0nD+a/ORjdveFBWDLIl078WavdZZdCRVC5RVxl6zJqmgXpjaOKY
I8fCIyF6LpIGB1wDnRgKbi8lnaAJROFzIqeu0S5IEVjLzqi2zz7PCw/Kq4MvM/6gGSUci88yKjuC
CTH3Ll05E0Qv/dJV0jYLGv9ugrg+V9ZHmeKqF8jB+9RL29ZiIDgovbcEgL2hhSd65ba6HX5JcFid
YsSbWBnnF7siYUECUpH+mlgkwjXSooOmkMmzY/kO4oLlalPq+WH/MCnWFiNc2kdCWrEkIVNtZYQk
JZ9JpXTbuRo7bwrTcitZT6GU544eZ/6mTnPyM32+1Q2pOM8hbzi0ZAYjRbkJxrgFTTkdOvmdkX/o
2pPZb7r6vkmwaq3x6yKfvzHs8lVpe/AsAJIsDdPjtn+iI1cDdhSHLi6emUM0qLgz/FXHxjDVaacx
c2Iz3OtCkp0eZJcRiydAYpWgSRLMV0p8VMleHuPGYkEMlZVur2iBzrbpObD7dz+oaqBOxVc8v8xq
AnwtDT9pzs28Rn3EQvGxp1+Sqgu01OFkg0xdahvt2FkeubZx6kxSZjQBG776TfoGhInxGg/6tRgp
2qf2WajslinDRZOJ/rmnx5se1+G2bM7+3GEgm0877HkN3GXzcD994JxNvvohybs3pcNQXm6nWxET
+XfzgustSARijU6hT3CHzoFMdvQMAzYMOCfcuugAgsXvPQfJqUtMgSVNOpQjQVYolMptdxx72UtN
Ev5YCpy0cltnun+Ht2G7obQTu2NlPhpj5ml5x41AAkObpi943KeeYlPwbuo2cpome6ZfFJFjyxh6
TCL8kujeNGqMhBefWDqjx00jpU/A/O9Ap1lO89wbEOiqKEF3PxysSP0qpOQri9TPptIwC6wh88uM
ochw7/Khm7ZWRrEgUuhlt1L6iMIpeFHIgo4ZsL9hKu7luLpWS6Iqn5ZC7F+tMbFeGPjCIa2yTS8c
uHf1ZpSMRe5c3vRh7ESFQbZkadStgvFQKDwUMnqEDOB9sF64axqBGyuHOotuTBoxnDItrllSfGea
eagq472JGHiN4ja00swTcrqnUYV8kN/i1zL46Oqt4djiZhaAqvYqOtA3nRZD5Bn6xDMk3OhVqZ0c
Sc9Hz9ekTwuyUej3NKJH2kZgKqW2prGbxvoBmzfK0JnYkQXY6TOZzDB/zEd5K3D13lqhQf8wPSuR
zmkmFS+2XMTH3g1Ca2GI/em1ENp4+jTNberBn3kI6/mzGI1ntZjuesNVM6PaGsF4mUFzJgbkuQb/
ScUwLgUYa6to4AwWKhU10RwS36dN29gNkeRZEV73r1NUvtlB+mCU3Xk06GmUh6ewTfcNPTjJyDkR
t80WJBtomv4cAg6koQ0wWp3qXlIyApdqT6u5PqHK6+m+aoqBJO4EMw4+NNAAvCsC/W1qxze8qTPH
TKXHxgJk00bqa5MlnwM4Pa0aX9GX/aVtl75YbTf30aET2cOEjNxN5eJP2QEvj+Aw9Qkd1RyPe4GJ
2K6gDEDPn0buqJl3FCCBqTWHoOvu8DTCQ9AiPz605t9GNKApeMLisY3Vey5A/gJQdiQxYHkp52Cb
0rPa5ncJaB5HmQd9I2x7Nxr24TVrAPRBGzoUo97C209olp9ojwjx0cSN/YQpRnFFN0wLnwk2XeWK
LH0yO2SFW/1TztpzIg8vHV+Kod9zRBMGpM/0ya6lE3e+e5rLSqfrTA59cFVwpi90ddfGw34s/G2z
b4Z823BYuEkw8qd2ODrU9iLi/wEUsFleI7JU+xY/NbnBWGy0z0kB67PTEuop+XaIuHoHy/+bplgo
J/Sn5WP9bHTtWbXb285KXfwc7so2eNMzxo1IyLBuGNJXE009fNKidynN4PIgsP6cOTeoCICNzwkb
amUgohk3libTYNztBOOMg81ouciuWI/WxAGRTK6Ky6V7NlqSynNqjQ4cnps0HhunMiECyoKGIy0L
Hgoj/Vu2Y+1kbTp4ld3hGInosA7lQy/bf0yNIHIKIWfnQX/SGqLssvPfupbrbu7UrQHM22z6i0b2
DnJK4oG4M6SUamjlgxKldwrk7jMMQhqdAlJoGrnDutc4yCaHEcuTmRu6knmdatoI/i3L6eMh87L7
JoMR1SeSvFU1mA1NHf3BAL71YdvzgCOSvLO/5LHrzgogMkZj+t7y2wdJTGA37e5NtJDGJymi76V7
qxt7G/QgRZsIj2I7sb2UFEFNgSOlMd7LZYmLhyCsErFbBWQEOlnOyFgn+2zurQMmk89mBLyHJ3jX
l19KS2w8DVyeBXydODoLqcBhboChGHO6VNEfhduPhzqJrib8e+aoOgdR8Y3JaOgIpaOspD36jYVR
Sf6hQK6z5hqVhIIjmB9Z+HPmly6oTgbBYtDm196maIi/CKirCwKiJ2LtJ4uihasHi1eEOn5OOiOA
xOrHq2XzqDEmL7G6xWGQp7mBgVTcwFGtnhO14uoYXKOe5Ru9z0aC8TRxhEUMZqT0bQTRd08+uz3p
xULI0kd4b+PwqBfDRlH1kcAK04zIhO1gdLfSMJaHSEputYCAHE/aXNXznUZmqqrmgYA27HeItLXG
yDwSQo9GGHzAt4KdmtCzFyoVVwAnjfRN0u89KpKDb2gjzsAt1cprVoIxA3EvnJRu2/2sB7XXQMS0
h9iNZ/1Sdza9qd1fXTpitXyOMGbNSUIDfKT3Lik3SBlv416IrZxXr0AWjl0+Q3wuFkTzWyUwrh5t
BbF+ET6WwiQSogfKIkngVHJA3FlEYCZpQc+tHU1LOtaQ5uDGBuIeY0IVor/HHQjIfpjwbDfUrdCm
B1U2zlXMFRhyhBOBqQRVyb+66fde2kIczjahYuwiY3ybxyOdM48pHakOviDVJlM4TliJX1Fi0DYy
M1430Cq105KC158lyHxLb5sLPeRFbU6SsjUwPHJsXboXhdj2AG6Xm1ThwEFFCjXRQL1b6HK4fyTc
2CTtBDrwtQ+1D9WQpq2v9sCSkZBCNGR4mqbg7YgIdZuzv5DQDhCYYJsYol8hxm+jEEZSon1rRps7
xki6X4eaxH2TFKIOXlCV7yJLVqHKmV6Cy6kj2Zwlpq6+k3D5i4dyeeoTqtYqhfsJq6JEVf4A7Ms8
WmUQUGqKJyeFvrxgE5Ej9lSVwr6V7IQOl1YZx72p9BZxQFy6oOYa6CntS6xU4KjbkxRxthW1cJq0
fIzTHDmScQSM6c0F8fPQ2rj6kqRwjDTcDTiOQ+2crwYt7KX4mhT7s8zm2KORreQ07e7MfHg1m+ET
kuh+nibXUJW3Yox0aMkDiF7EF/5Y6/BJhtylDiKX4r5PzLuusZBlxNmltzoKKJVMIdt+jfUWR/tM
e/DbP52QQXXDEMVBDMcd2fS9McwvqS7OQjG4dIMWPyfqGLVs3pSMOvoiH7wwkm8xHHlUe1wx7S7f
BuH0J/T1nl5A846CCgYusQ+zeX6x7D+WIdEkoi4svqwd3baNCbAJMMHXBV6sFt4ExRabc6evO+oN
4U4q80uePoLNsyl2+nvOSbcuQ20zxgojsV5hVzXKN5JqaK51bAKAnST96F3AG9zu6DnJzc1QyS9S
mlJq6dSdP8LcG33M8FIwaJXZuUHffoYVrfe6diC+aPKUAGMwHZ2oktHXcCMnByJpHepwiktVZLtK
0Rt8DH4IqS25Pr25eaUprmXFX5MZvoTUKaepy1yphw0Y2+p0MKfnQkTpxld3qaAgnaNDRYMabAx8
YArRvSR5sGSoGfn7Mf+abdQuDwRqJbVCphW/OmkXIyKdjORxHHl667h6b8uBkKM3WsqEDeXhEJNo
27RhKH+VPh4ZSVhe2yDcahiJbO1pPJWJ+pFKCHbDGPL7whuq2k86kh4piBdbiR4Vp+KK39iSydjQ
5lIahuaaT1sbCvA0kW6nn6vy/CSAzlYgC6xQIqRUteIG7V/qkwuJoq/CT8+yKQE1j0uchXyd0lPU
7EMAGw5NS6ZTF+rXoIGdSh8Vw8xx3FLeTEXam/NI/sSmm0crv4oC1Cm87i94M+9E1MO2UsPrDHIY
sm+SuLjBQiGYb+oQC9fbkacplyKCw/ydlhhav/tv/C2vvo3FcsQ9SsHoPOvNJ1sZT1MNjATOHF7y
Wn3T1+I9588CiXIXJba6kxbL5bCczqkuQ32P8m4bRYzTZGL/shyeuEZpA6GpfrkdGps6mHa8jip4
FwC+DQ/YCj0miip5OGDtnhCS+s5Q+XQPfdnjc2Vpz+S2H8ysI9qkMVWf6TjDuhrpxClNbIap3KJ8
jYCXa5MmW3K9VU17zatsqG+VQi9VRs8ECds/BQfPyQftTkoTUoZCe+mpWyrB0Hu4/yw8FTs4h7p4
CGZjr6QE6CLAlI+7ExEApD3GsJYKu7XqNBqNIQmTsLq1w+Cu/MuN16fyM6CsHMP+LhWM1IwaPU08
YIsi5JewxqhhUgv8oIYHAKTplh6u29jsz5QVEPpJ6VWkQesxCDwPC7l10u6V9yC33s2ueWpkTsxE
f8L74l41ck8E+BRiAQwFHCPZ6djUXC3IuugQ3zea/NK1+odk9uSV6XRrNLzrYplkTMzz35wjDcVE
f6i6a1LBAecGQBvcAm9WXv1l8GpJwXmGVAhS+5yoxkzirvksq3FbmdJTiiWxY4ba4A4Fgbes083g
c7YQxXR5YSMVF7Kji/RY+O1HLpBQhN0MlJL2p7q7N1Nx0jKjcVWpI6bKab+XAVSPsSR5YvHn7Wxl
gxQcK/q4+AyzcA+44lhH4VZO9K/QqslT1VQBcVLFSjHaqVN5TQwMResqPZQ9lqmdXG7oCn9PlIZ2
URWHbj3axAmF57il/83PAQfrG77CqQtvzCinSXg455IC38lQQgfRoz9of/wWCYXvf8+59KBiJTQa
RfggJW8wE3N9Vl0pkOnGGtTrBHvM01rl0+zag2pH98VAZR0F4FfrLwc7TN8mpX9OcnTVuC1Avyr4
zdFwnZLhUsS05/nBOyHEO8aqoWMW/VYvp7euXHR5Mg9yKbPpCJwL2OMq3XbE5kumctxRxQs9bSI1
K0cqBvAq2YTwzdZxpEia/Jyl2CkV+p/MGgQVdOl1DoazXIGQtvOLyi1cmNauLQrLzQYgd3m7iYbo
JUpr4X5Xevmpa+mHX5b0WqrFXQatsTUzbi5GjduS3oLHO835sPHxj6fLCa22Up7QGd2rUk9zOspf
VBb7aQBLGOINGscySb0u7zkb6TmfhebJ1FRhcAVoQfLBld12HmOcEqNkOwfmCQXluyGqt3Seb3o4
X5TVjAtXyLORQGuTOs/OC3owrWCn1rFrDh0NxxJuUfF8Rbx0hFo77ypd2+jgDXj+KPhRpq6lcnX1
s9zv8XSAok8b+Gh1QNb5UaVm/xlNkjcm+RRHI6LjLM4vWvrUicTDQPW2DtuXsKcEvpyC84TFFI0l
8jYwOFHQT1zn1N+REX/xzfZK5vbGB5TPKAEdWlopG1yITqnI7ttQfc1GQzDQCwlr0VNZNpQn0fJg
zKP7tVUgkEnKkDwu94zG7jHVfinb+JPR7wMq0PYANh9P5dn30L286OW5Lv1XwgP6MUJCFJ9E/Vmi
kFMrmK10k55srEzd02VEWi+eNEKGKsAfUjoXZildGWs+jxm53bkzt/hl516hGwNj+tHeZjMomlmk
yT6vL3khUSDgDTZWIn0y7nUmtBAi8q39OEvoJjOQlZhkBaMVHPtoYNAIOYHavuSWsY5t8aTvpiZT
jlJKBatCiUAlwmSgZoUy8gxlN012dUAeFzn1hAfTqGjZH2lqgMabSbNbF3/WgaGPuS6b1PdMJByA
+EuVZ1WL2biZFXgZLO5P44slImDcGFgY5ji5lT0dChNJOiKnN4M8siLoPzW1Ttrze7azQqDaCZ9M
HxB7hjZPc1o3u54IvR54hvU1Cciovcdf+L1r00XZxdNnloaDUHp7Z/rfJp6d7pQq7/SR8axpaHeL
ZRHgc5y+Sh1A1UIjtDcG5a+fW1w0RNiZ739osehcUkSWBzZA2BoQZznnNxnclqzqGA1LyBZKp9Ck
h883P0Nb/ewb2rcnbsJ+5x8gMQNIJ2PV2uqznQD91rflJF2q5eOipQKjGbRPDZDvbesJfh7Ywxxn
iTl3+yk+z7LxJytvylj0TpwO93lA9Tm1rENdClKa5k2ioiY3ra961IH4B9XtpKd38VI6sKWMtOFY
n4QcDG5Ta1wRNi7wqMqO+GPkXhVUIzX81iO4HristUPeCwx1dEZvey0IBbAJOjtkAyKBYpYwURPN
hNAY1JtYL2/quH8Zs8VocYz7na9l30M0N5cW0kZAelvWGSlrgc0DdtKoD2jaxg7ll2gyL3bwrTYa
NdkaPzSLAWcZWTm3x/g+G558LYIuZDFGCwMtcJBYO2MLy2EsRteyY8bOpj441FR3cSQrz4nN3Rp2
LKNbUixjhj+UEp1ER/bF6MWVMfaDIWfPTWalG6kWEY0WwQuMESTslrpDzSS7NHpwG1yaDk1sh8gc
kqTq3CXtuelVxOoq/7G6VFtnCWNIPUl2GJnyKvWkUQvbypbxPqPkzwZSlX5PcQWEChJ3Ku5DOzKG
k/BdsvLUchPDUFA09Q9KChBQ1kC+9EVJWxUJK738SuIK9ks+7NOJPLOS6vZBFYc2aztnCihMNTPJ
J9NM3juSfDxtCsnJaXpo0iI8BHG/BNDqq47ExSFbGYA7GetbOcsorKj6R7GUnvy3igyLqyQSsWt7
bshZ0iZbHwOkgR3ByJ1vcFbmBcnOTkZ30l979HUuPSrlxs51KOkTZQ9jcazpKjJ+0dwN1Ms4YSAj
JLs6hFJBeOeMddLdVXimew32RguQ/0Re/hLolZt25G1GiBrKQFqTWKo8xH0F8YMnQlgJ3626SL60
g7zNiCmdyUQ5Hc04lgv5xi6FthNyV20hRB7mKjYdI8k3oYphyxzwcAgC0ZwG8u2JRYN7nIxPRk6T
qdw+UjXj/89nWn/IyPpREx/TgrQ641Y4tbGB9Uq/hcUARaLKo3NrUj+tapL2pTZKiGLhQaZ2tplb
jYfx0LyA6Nnk+hJ/Fkjj5v6gJ9xJ06h4yo1Z25tqQTezKKajaJaaUE07DfYb9PCZSU1cm+InjnZj
I0JOC2kQCLAbEoFcaAyzDP0pS+vMNZXcd0Gu5PRyonotYxfLthwA1HJJ3qQjH5FMXMJaWuuuEGLx
U6jOuoifW4Nj6yutsY+jhAYmLntkPk+1wS+udD4SPRGZmMDgtkZJxrD6Z93WaSxOsjOoz/EUFHcy
KRTOqNzx+Vc2YdKA+25qhnt8tlJOW4xGeqrORFkmtZ6NYZWFGwf9XjBwx144w2K1E/mOYrEGI2Zr
95cixLwFrey7bAjs3lV/08fTszaguuzN/rHx0XrSBlTvcoxouEW3N2M0s5P0LXAJIq0TfJSa0Xmm
1R0DaqgkDm0VMEowkTY3yi/4zRyiKb7t5U7CfNpCAdNb2G7kCBOqkn5alQyditlIh8Nmzpms++DW
uJBQ/ZcXMbXcbsZcPQAqKWbCCp1zTpTK1xjo77L63Y/zF+gZzC0AhevV7dwYMmQcnzy0/w58i1cL
1djKKQoKSobQaxpEJuQ9pKG/DtSYDVx84rDfNKH0atfC2nRKjeFalBQXKn/mJp0t3PEENR3KXq6s
EOkwzkHcS8TKuHYH2Ee4MDESj8f2Idb86Wj4MrUNhj4ipyXHDIpxK8GCpw/5vpVSeVtbtzAuCAzl
6akflf3cyGSFx/qx/T98nceS3Mq2nl/lxhkLIXij0NWgfHX5tiQniCa7CZ/w9un1IZubvTePdCYI
pEGWQyUy1/pNR0bE7pulHoh6OfSexkIxnXj3wSmsm6+pTYrM+Kl30dVlt88mmKdi1w1AjdgOtAMJ
6NBTWLPvKnjjlwA/EiXHzBpzp1VfK29V3n01Any9Uv+UtGArzfatdwnoFzEheNCVjw1BAfzePHR/
hU3ww3jqfLaHMeoNawg6r8rMXgud8TA4WBdkcXxTzAL1fGvklpuKfJEDRVlpHXs+Z9bErwvxrhr9
96ZTWbHY/U5j7tnOott9nn4Hu4F7Jeqn5HvZGetOdc8nirmrwpjwi5VuQyRwARuuEiXeZSqGzpVv
XMvai+/ymnvbKFcBX/JiLDzggSTBtdKz1mHT9+fCXRugZ1fuYOK20b6OY37hCRuzCjYWZgF9rsoF
OJBiM8YzYbdh34FpGwD5qXiLIVmxVYgfdNXzl2FJ6DXMrYgzAidpkLcXYcPMVX4Qa++/KcGO7KuK
tJN57mrSbNMgfjjOrM1isjWqaoB1Hb+Kpk7bwJvqSzQfLKJvGUjaO1llpyVWRkQeisTm09azBY0/
7DLgj2BydeZSjNVdxUPFv+rGVVEyD/uF9hi3Ucx9oL7UyEusNF13loGxc23bWpmT9xJEoQnLjZh2
Xmf9uvLZyGQ9PIh4UQ15uS+H+rFzimmrx0a07qr0PAAZI3dMds6o0nLLnwdjY7dN0BEeyNWSiWMJ
xxwLSx+ZCqLDa6Oq23NXuPep4AsVU7rICq06N15T4OG9cXnouwWaLA3pDVTHLpU/EuQnzNiEw/e+
1VARd0jLx632bNggC4v6W1Gi5AKji6VQtvYq55KREVsVk1kvWbSufaiDHSlWNHNmo43+Pa7GlW93
DfaFd0nVDhuEv0Eu+mdvCk6BzV6Fbdkm0Ytw2SsJ8Ritv9PwH2CRM7wz5SIe5bhXzahuZZsQhrGD
53Qk/2nyXApQkK6U8eeAf3DsG9o5soxu1Ygs2Cgpzgil5v50LDCaWfM8NJ2/MJFBXjqjunTqkfnZ
mN7Mwd1VBjbZ8U/H5gadsvRHOcCtVZ2GtZ+CiZEYg0NvFE9VApii4ebS60d4HAevAuET+OHajypU
PFp94Xjmj5lxwkIcdZLa042lrztHHeR1Sv5l3QX23gPycwdR8UmbbcaDQiHbnvMFOOZbnUK2hEeU
E3zdDL6LqE2cPno2eWrdwaMILZA7Ox8vnUH2wDL9r+EVBAqzytLvp3WrA93vqtPYJukWWMZ+7PwL
diFQX4hFJNoAVMdhzGAcXzJhvVfTcDLN9sIqFdni8JD49ODuVAAE1ZvEbLm759UZeZSLHYcmy9k6
I3Ji7Eqr2WsDPujZ8KCMk3ZqwQLp4IA3ebTLKpa4jWe864nRLoRdvyh5MxHnSngY8L3pMDNLQE+V
Gx4acmnE3F51s2mOGmaxceiOG6VpvFU95UvPDLlboluKMsMyYK7Pqy2ySnswkzzKE1WH3198S23s
xPzBwHFaeQ+s9jUxk+9NFU7c/fq2L/ldzAjzQvzWN/ZUfwsMgpBxPNPpYzJoBh5Peu4GSxOJMiIM
ZGwtvuau6jYAn5hh7+ImfuL3v3e+V0XlrQLiBYRpCfrXnrpQerZVVvA+1MN9rTvvRdq8uGP9QBbC
X+qxgk6+g3GWh6JU6bMdMLUZvUMeVcE12DaBZGN54C7abCrZ8qtknR3fOCCU9l3ze3dZCnBiczZL
NNDz2amlK2x39t1gI/5wNxrj1uEfJIJ8mzFx+7byxWijn4ibCSLP5bDNVWBt0N/D6l049Qs+U0Sj
RX4pzY3m8+RkTkdd2dtlZof6sfiuJy7Y9GHduhGQOtUs8GWAd1rM9jPKCMDO194c/Z2EprsOJ+80
AElbCQ1pBKDXUamC6fXCu8GatEUchaciV3CtNLKjDVstEWW2bUZLXQObs1hd9MtW2FutHwLUxooS
C5byXmdgFNb4+yfmXcWmNIDRibtjCPHaKxtm+O1YxO9hXs6iU83eEAqfG1dO0yaKw/KWTdjsgTb2
z9oUegciG8uhxnvctSJtPTjiMSyqq9FiBIFMNW8jWvUZWFeXaDl8b+tkJ2yFStLly2hUMa4ykiOa
ejfg34j+DQUZq4EkxoC5E8ipbdkoxbovLs2kageRdZteKMGqTFiUFfUuFxrrVmLCkYj49QaxdsPp
FGVMQH5YirVaNHeBi3F7oGK7AOJI85R67aUKdOXuSzpU66qrWQI0wVXRWPT3In8LSOiVMWaUXqBE
K2XUX+2mvJhqs8u8dFw3GuvdtEls4kEGZKEURRa/vzaB8b0wD4HBrIlPoEM67KcHxiE3LWjunfeO
R8orwS+zdJ/JoGwHbODgtBwMNqVhwDJiCPQLhJVL2KuXqG9Be2j7IkizjUZ4wM7s66B7M5SH5WhR
YqQ4gnUtKv2lHqJHEJYsR9GhspoOooawz2IyHnwjvjeZUzau026Tatp6hXbn8ySHLLpscxJkWFOu
45hoJI6dcVQt9HIwVsAoKbkBi50CXEydETWHyx3l4XbstI3TNKxKCDZ6eBYsCiU9mkP15sfdW1KT
q4inhVbep2Xb8qeB8ufnX/TQfosG673tcvT69ZWhpsUW8XvyZSPCCiW7djv8TkiWhH0hKoJnysXI
p8fQcp5jZ9ipurEvQ5aqSqMfkd+B7mGC0Wl5IFq12y6OPzVTWZdqwQMDaYjOMzdWyRNW7b9XAtnA
5LtpmPiwJXuCujfbIRKXNvnL5HurapzMbdhoTx4+rGXpfQ3bGREfhUelB0gB0A4XiGw4Whm+p7lO
gDtzn1RU3Fo/vyB41IG86h7KjlhME0CGzR37BHEMQzu/uM8gMiy8aTyK1ltFk4WLEl3ImBwNdFJI
s7oby63uDSt7rWq8yhTVQWsfQJraPXom4WXDg1ZguQ99o7Fgs1ZMuWSg0UgAhms+JRh0QjdBXswy
qlehtisFlGqJa+gQ6Rdbc/AMRTcwJubeFv5ufuSRF3iZRGItzFDATYfq45fWrTTqs1UN7pJcI9tu
TOsWSmlc09au1wJMT++CfByag96SDQ5Ip1TKD5QcsHoktrroKxQkwaXqDj9tT748TTX2pc6eEDxz
Y6QVPNembau1z5lKCAxVpJmRvlUgdteezaKEhWIPW2VOA6InFSE7oQYjwQFWv379rXS1TVuZx9Zx
0EMpcIZMmLMRtHByApptc+oLszlpedSeCEBMpPV6ZQd8pF/USjHss9os7mNTSe7ZVs/nsiKv4T+i
U8Rj0/bRgvTDQFtWllpvfzXTURm6NbaG5UVWAQcgD2GZXz8HifsgZh53h7U11cU9cZjyHrjYQ6Ei
3iGrDOxdz6Wn7j46zL1SDEw3vNtw9TkQgXRY+r2u7GU/wNbDbSixr59HlQe4JbsQQiVpa96ZrKvt
ulmCsLOQcfmrLo3cpYaoz0X2QLtrBO0SE9C2kv5iDt2vA3u7m2uK/u6PepO1AVI6PQmtv/prpY2K
hXkkT6qfP6tTrNXOAQgjOaisT/MR66nQurIX2RR66V9jPD0fSx/gVF70zZ0s2l6ezB5w0zoa4vbR
q4L0oJfEEkXQtzw5GveGB8IyhX7TLIUznHqVyVdeOlZevQwA6+1lMU69eAuxwVx9DBz4/RGvQoJm
88tWKapzifbRVb6U6xUvZF3Mk3ylPsKycfLdgIAE3fu2zHZsp5WlLEYwT0+9pz9lpcL7UNWLUWr1
gxxH40pCGVV5lANZAlBfKTx/I1ub2FqOYHph1aT5TR6stKw2ScVfC6msMFy2do7WRZ/VS9kMojm/
8YLRrsKDmVl87pNFUwjqiqTW5zhJPQ7sB8SWIIW+aRojuhBiDzd5P6RXUvAzcqAobkjUOas8iLr7
BEnNVY2qwsNYlfbSh33zyNqrWga9nT43RN/431n9SzihZ+eklvNFDJZYpEqbfzOr4h1TWeiSlXhx
uzj7MRQC2mBsvIkJIHvq5j+bgRVFRk6FDEe+7NSCiWNSr/7AimZRHYlWAcnNUKEx7Rj4AdbELHc6
ek/5NiQX8k4i4mA0U/mWVs7NAeH/Perjr64Iq1eVPQGrt9r7qpO7XSRxOm6iIsAaxdPKG2by6Gqm
DlPQbLgs64KkgFI5KSx+urK8yQYt0BwmCb9Yy6JsqCKCQ3GQKix3GOqjXxEMaxuI2UoWm3mA3NHd
dTe4KOr9fg28nnPg0+TRrL7Mw+VUOepGMTRUiOc+cnyPnOB2KK3u463KBlH77VbU5LRkFzn+oKjg
/LuQfH9egmeDkb6bugS7SFKgF9yCsl1bWjGWoEV44m+mrBtliB8QMYiWlWY137JUOetW0QfkiG+T
64c/y8x6BeDtvfS27mKB3ECb7Z2UqIpXHhSRGwdH790Nm9eO/3+mkxc3ui+9332xcqRcQmsNe4Af
aEqmm3AK++tg6/kyCPrp3tOifOPZGXI7Wd3dge53t7g2+xdsTeuVUSbqM4jCGMGk8Fqqyb2YdP1s
FBlCC4bdk5ogF9gmYXnmxiFRFOTJOWHrtDXQWjgliZlu2xKVlFSQ4MqSfjwlltFsDQGqQJgk/1tT
y05aO+pblG2Ck+bp9pY/inNMEogAORMu/7I7AehkW0Dt3xlWHN5YjbCk0xz7R5DeoSthvzXswxd1
E4z3smtkTQpRmb+6Dl39R1cDmvO9isf3tmssZt82eQA9FR/xPtv2PtqmqC0TzpB1BDy3XVn04brH
LnRVVCpZP7+/ZXqNs3LsT2s9mvqbPGAv6ywN5CQ2sqjN/bQOJm5gFNa2YGrDuDsmlo2qT7DXo3L4
uC6MCSq7ul/dkQR/m3DzQ6iKSD9Y/2tTeMjewFNiN+juclxUwFj2kIHhJdwMVIVXgHaGtazrc9e/
sboHo4/iJjkh+sk6pzdW/Yg8kyz1oZ+dkSjbyZIcCH6at4txzwPOzBjyYJmWj3Ez/6HPOvCcFalc
W9+3v/uR/1jpSNtdZFXhuQJJt2qXV1ioD2narFS9B11BAKXZKLHJb4cdZLiGjQgfU5kSYll6fXF4
LAAEmCuJTSbLj3JdVgjwEcf96CmLCOcTapoPn0PIhtwKmotNSh3NaRcZmL6+aP6o7mTgXigpb4Ib
8/9TGVi2ulM0QvzyQtlRHmQDPFTSwfPF01QAH088ex/MG9AyrIxzR/znEmQlsBZUA78RNaxJ8lj5
VS8QqrAm+Dh5S8LRcMS70HPvFgUQb7ySeLqszxzvAbkP9cGbl7tlCS1GCVv6i/yQF6hCWSNu0/4o
yrWsb0N2RH1bvJDFcRAnGrBXjUldZhaWs1rYK4fa4W5ayNNmxLlUDB1S5pZykFVVnNAqyx+nsvaz
vfMgrqWZ8vOPeln8o87SXW2flcm6d4mh4ns1HkJ9/HVQ1foWtXzWyQQvnoWO9UWLIR+oRVJ8I2n3
ZpmF/ao44rnRtGZv2oa5dbU4XHuZgeoHGvDPZq6RPoPhIXSX+TTQ0GWq0ugFx0tMjZkwQWUo69oY
Dy4qW/4YGytQ4cx/YjiPZZm9jwWinm2tfwmsWgVBmrvs2Hvlrn/Z6VqHrKhK6n6h9kaw8zPB1rqB
2uXq2WvhaV/xJ1fuEczOD0JHZjByJgAJQ7spsyJ96VSSaKOSahsFCtc3218yQLZuX7oqKO60sko3
KgSxfd4G2bM7jnuCkeJV640c1pPvH7Kwi+99M/gpX27SXX7BcsgvTp51Zz8gyzDMF8zvAwQlOa0Y
bKCwA3OLnOT3GEnSkzwYYmhPpdkCr7VcJA4UduklAMmToUfmsJB94HLOp8C04cCZh1/F30PI7llR
vGRZmu8+h04NYMGm0jXrtoQaMAzTHt0W7yxLIoGA5nTI3stiXIFiAZ6679367JAQbPY1ERDQYWq0
zEulehk78qqxMMuvzkTeOhrS+jVPsxdgHv0PLJpPLevR97qzoWSJAAf7fFrkLjSBhcJGfg5HewH8
lmwAIeMG5ky3z+CJN/CUZ3G53ClRmNO1YhFhLb2Vxc+GJFUyfJDBWXaEuy/Rs9JhI24gSH107bD0
NnUBxLcf7HofGu2dLMmD7GLN/WSxnNlFZh8QL2ucWzSoyl648LoyWOrs0jtEFHTIV6tobpZ9KsVX
l2lKTLSyLPrwWP3Bll65+7hE19JlpQfW5aMzv9NZw1nCqiznBmGIQX6/xsf1vZ9V3Fm8Rg2k4DAU
Tb9ZNuCw74MkE/f+vOWI1Aqszu86t26bVUIIDOgOknAwV/RrpbrusdTj6giX5YU9sfWoQqtCb8y+
FrWDpGwMntzhRjzKRgtV+xU4kGKnFuAEm84otsIB75o2RvAU+bmzLjrEEfR4gEcFvRPznA6q25DZ
j1MKysbLA+V9Q37NfxcdS1KjaqzHjLHWAGST42AZ4aqIUwhEIAUeiGauB8a6GpZhPUyVT+DU0dlh
QrJjb46ou2E28UK2OgaZzrFx/CPpeQRGoyg9F7VdnR0Qa6TQq+h76WR3lYit58ooHDgVAXIgUxa9
FAoBhLmD888ryaXWBNXd8Dt4kY8rbWasZTHW+pXcEhF3p0wf+xSGEgKe0S32fXSjtCYnRZI62360
9UPMMwI4TNaS0Y7zI/Nbsx0z1TmbfD9rJ0mMW55ifxepivM4zJJF6PEuytJ0t3XrT+Mimz0YWmfU
TqQ6UwKXqG7NVQIE/6mYDx/9msrM8bZQfl0hW5pxxCG5N30sCCG3k+Neg0hs722jDR8KG82KCKG3
tSzKAx1Mx27vWdnPLCCEhz47yDo6aCbhQCIg/d73WhNn2i442CKtTn3YZ+skS5tnPYp/yJ9aM35G
Vh++xdyrBNNHjC7ma1ykig7mfE3qEFOoYrN+now5fdD776b4uEZ4qbbQ3ezXNaUNLiVJxQFKlXfQ
mtE7kPIkv9XrJCTKWASbhGdDhRs2TUI2/XnKIthYKW20SYcyazEpMOHx4aq7qPn0qDzjoz4GiDAs
LNXlKOaKz0OTRhgAg3p9nCDSrtsBx/U6GoxjLvRkHVmx8gJJ/tJzF75ZUXc16954gbcgSIvX/9bV
z9qLXLqa4XAtvOhX1z9GNScVj/W8TAgjvuqVMJ5Uvyoeg+5vhah71Tpb/2jRvL+1/HlN4RX9tq58
QChT2eEsXqsDz1gY/yREVXMtTxMNQYBoPhRejMKke1HR7TpUybxfk6cCDVoFT9V/1soyyvDV3WQQ
svZG5U5YwQHKiLlNSRXfkZVX7mQ9xHeCp7JSywYXXeS5N0k/Tyxkr9bWWmsnO9SyVp7KQ+la5Mqc
Nl4UKGf86i9bRi341npVeBiZ568Bf41dOhCY07JSXH2hias8YxX63JBMvfusH/xA27kGiXt56T/7
gjb91bdBu3eBxkGL7LAbnOTBQuiT+ygz106ZoV3StHC/5elnn3ok3fFnH9lsqxZiLR3GMhEww+BR
Qfz9IESjEp+eT3UFxJc8k4c64NkFPClcfNZ1ujuWp89yYk/JJs7QMZMXQ3FEqemPcQhXkqSpa5vp
yiVH9rcxWDg5SzEOKviaAq4Wcn2dF10RMhDXQA3FtUxHB464b6y8Uc/+3rBrOgT8PmsLw3BWZFqN
lbxQHpBWFtd6V809ZUXdgw+zWXJs4WlkOM28TKQbT5ghlAtZhMqUb2sDpSVZ1E0oowpczaMsRna0
4gGpPxaerl+TzHyU1X2Edmtj4iEXj2J8qTVSvWwhnL1sVSz1gpPmdMMo23yoxfQxtJea7aGP2wI9
JS4i4zGu0RViPzq/LS1FTTC3FOPc46v0ovs4k/z7uzXnd8syLNyQSRpePt+tHDLh3WY1As0lLP2t
VELPeFxsmjwAFz2LpX+oo8966p/Fsg5honlAaGSrbJiGlJldllNVfE21VOxkaczKA1MlFJ9UW3sx
a11ogVF0RdttWNXEs9dD7YxAmcJs6SNUcM5ZCmGd5FukHyrks2TvjwsdIwQ7Xbqzr0d0tZQ6uoI3
C9ha9LcE/4sjAvKHVhncF1Xn5UdvgHXkedeyS57quVp48GyqhHR60ybuy9AY8ZJAfHSUrY0d44kx
Js+BBnq6MbHYGXrFfakgjW1EFQ8beZWu94Qj2zg+e0rqPU/xUb6kq3TqEaVXMoDzS/lxTCK3EspW
Fsdk/DrhO4uGVV081oG/li/pNeTGtAnn67ZL9WcT1lgSuacmNch4qCrkYoysTjhlO6e+tMi9xJrt
gws1H8YxNZEb+t08KGAYPi+ZpmlkEkVi3+LRaliwTsLuIQjb7gGjJUKHKeBQP6CI5A0GMv34+tlD
a/2nPjbSk+yP60m9NTqIlrJYzQPOWdx5LHlNX2XWEk0Rb+sZ1rZpx+oyCPj2LACA2lcK/1YVkczW
sIO38NaGXf6Gh1MGTjCYvQZM2LZT40L07+Mny66/e4Yi3hJfB/5il18M3SrXDcqER6KR9qmYtBIP
JM/5FivlSnYtXfJ8eq+691OKN9yoRjxJrKq/nwqvW8jXsyEppp1dvvoFUEWlHFiMKYl1qCFVrvPI
dl8ADpxk1ybWv3auCgdRtzXeFBEd+Rlyvy+XDvuovz5Dwh7q4zPkGWsq+RkqWENPkSi/A9/tNn6Z
mJtUTaYd4IBspSPs8SSLXZWIlR6q+pPZ1L9aJy8w/lZUE73ckTTKNrCdyZMYSvys4pO+Uke1OgOG
7/elltQ7ZJPREVWidOWgm/dlHLsXINDmT7c+1KkyvTcl0wQi5DGEcq6ePL8618Qz8xbBhd4Qr31W
hlv0sjLk79K+OBKZwzJqPvuj2CLyjM2w2SzZB9C7LPsRdgQ20H6T2edUM9b+oERH0kbuMiXuupb1
pauDBYLoLI6Gla/zpscyImi5wvAijF+8wf0YoN8bjomrljbb6zmOejRNsKBzqYwDUDx5NX40dlWo
rauqQ5FgbpBdZKvX6fmBBAIq+jEJKpTANmkVWCeT+ObJng+yGKa9fZgwl5QlWS97aBn5I5I+DsrU
Iob6Pl/b53gchVa2CXG9WUoBdpiuTwVC/w9RAGCy1sBZSCF0Z6qfbM9NHkinhx/1ReosW02vv6G2
Adu8e0NtnGcY8JdbUJj+LkA6aOuGqXhIepIcjaJ2b0avLhGAbl9VVJtWyDhqZ6RTcUBr02gzlEr9
XKnaU1AlPZI6GGWNwnuxYjxUYs1Jjm1R9niAGCOq/WNwZY8BGVsEN2jl/dHQG/tmzQdTB7do5bcx
juxZUaw9AcE8wP8Da1mZSbXXJ5YVn/3buo42asOWTdbJy7oQFP4YtdlWFmWDGlXvyNZbd5/dHJBU
Tp1nF8ib9i0t/fridsryswPKMizN4vHH5zC14ZTbZoLUJy+SDW0bDaskDX0oFwwk67RGDJhdR9le
FrvctzciKkBDqHjjeIH14rKlO/QeIABZrMcxXKNUo+5k0Unyp4Z01xUylf8AQ31TN631UowBBDbv
Xhti80TqAgn+QP0JDEvdxlXBlkbWyUMUifoI5wraMn3VKTc2/lQV+6YTX8ECQz33fH2lqW5834/C
upr695bYAsQZ7Cr2yJhBeZ0b8ypP7lUzUlcq2aG1rPto8IuvxqhrB1lCStG6euK77C5rIktT9yxa
/z5OnOYqqIhGWVdO10EkbeqvARyqjzHYXADXLqevkF/cZeWRmY5J/WvzBBSh9/rwWfL9j5KcqwZU
Lj7bun+Ufl8nJ7nfPeV15Jz6B70nVz1PgL97frze3DYL7vw/rvOGAPRj0O+DfkxOMBuTk5X49202
djvkWJLTZ708+6grBxJmPcgGun9Wi4qZfiHL9dT9SAOA+fgznPzMyk/yTB7qckRTRU9bDMT+avA1
NRr+VjadaJerQXYX9/hQfgzzOUJXK+Nai2ftvnl8eZBjsSjoFv/6r//5f/73j+F/Be/5NU/HIBf/
BVvxmqOnVf/3v2ztX/9VfFTv3/77Xw7oRs/2TFc3VBUSqaXZtP94vY9EQG/tfwi1Cf14KLwfaqxb
9rfBH+ArzFuvblWVjfpkget+GiGgcS43a8TFvOGi2wlMcaAXX/15yRzOy+hsXlBDM3v0CP3dJXKt
LfSu4wEDvFZ2kQc3K92lqMD7lgsl6j0WKpgEpJsgTsxzNVnGxyGbtLPJ1HpHbpjvGrUk8wwqv9gq
WtAuPvvJBnJuGGjmEZLJRURQ1BK7Urj9yRLZcJJnxu+zuQfKKYJlHLjTkK3Jyde1fRO1+a2IgNL6
5vi3kifUvRV64+Y/f/OW9+c375iGbZuuZxmuoxuu+89vPrJGcHxB5LxV2LiebD3Lz32rpmfcLeZz
2Ns1+Y25plxbI85kwDYGpEPmw6/quPKQDSxr/6SQ3FxlpmoheDPUNy9yKiQUqBt82wJOqnYhrL6/
ykVb/SjTqsV9JnwugetfIrLhz6r+nCZN+2RAmrpPwHLLWrdt4pPmQzGUxVQjqTIYCuL58zUW3IN1
kNYV5P3WegZrkS4nR6QH2Sry5G/jD8XfxlcMdd+3FURLX8P11PcbxDrq7kT0+T9/0Z7xb1+0ranc
547palC+TPOfX3TrCpcFayDeiYj06MXw/clvOMg8vlQLKQuIfajlye/4s7nPkUWthbj76BfWLUxh
dETvQnOqjoR14MMm3HCZPbaYZs6VnTvjh+Wp75vzqaP/6lVY9ntXsu4qg8Lbo1llrDu3mV6bZjHW
xMMnDGI2aqa3+zYz3UfL166yPWOXQ8RcL2By+va5Qt54WXfu9OrXyeNAjPmROeCPAVPgB/eqZwA0
XA4puqWTNVw7xwmPbV+cZAmRwPH6q7674vOMAl9XCH/RGSg/AnMxVr752YVLG1N8XKorZrWaWJ/s
8hiUR4h0CBL20XCv+uXjOGgaBm8dsSS3mT9LoHxxnPXYWupXFfX/HWAh+6Noj9FZwGF9MFxMgqLc
yjBM5er/16jz5ZWBFsJ/vjU0S//HvYHCjq25TIC2qhmWDU3jj+nPyRSBiBbyGgW/1zIba/ugdpEA
4hJpHD/Obd+yDqCv1SXwMFDqsumjg2z6OFQWhrs9VPGqDjEdzES6lhMmqeNy6zYhoMl5LvWxtt3m
Ckbgcpq1OwjdsjXGNfjmecNGdar8HELjOMuztm6fKqeN9p/1BQLRHz36vxplf3TAfl0kix5bkHiq
73NdsIBLIrze4EB12fSF6Hy2DwHGr4ygGr94/cRTSB3Cc+L1H92UyelO2YCCsi889djXsbrxLeQV
3Lko6+QByC+CPm6mfdTJ4mdn2SDrPjrP/T6LnyO788h/DKoP3ZHdtXvxhubs1LqNWhiZZyXpX8yK
DZ0J2eGIEZKH4u28IlPi7EttVOcIvZzXtmVZtBdBE9z7zKSA9WZcpAVGudfVO33+0EZtZbt6rPS1
LMpuugeRuNA6YnA+mjzc1dm1i93sOmLWcoUr89QVg3rntbnjLgy7GHZGxlNMdpGHZu4c2vlT2+fq
3Wf9Z185JiFUBlCs/GO8GDFglJPCamlPaXJvJKO2Gmp8PgrPiu/lQc+ib1NmjgdZ8pEWv/rJF1mQ
14QOKtTgKerFZ90f4wwiUdf/+Q9k6da//YEMHVajp2k8wmzL/mNyTcC+Z36YF98g/2Y89EV4kt49
BOdJTBWet7JqS+AP+Nvu549mWWwK62sNNOyA+irhBe+C7Eh3LwsJj8eVjpjlVhaVoSVt4A/3zBd+
sQT4/V7mTnDsKtfajRqIUR+p6x4zQZC2BtLKq74a7V0Zty8RKwB26iiLNExfIMWAWwBFN15cQdRE
1tla7l3iUdGOTGZbWZpGs12kpC2QZumK+n7EwMcE+uyZN/C7a/mmmLYFFH47XBOg6R78vA1vfQzS
Jg/6B9mjQtwazGKa72WxdGz3ri+5dWQRft3MF416xEAmccTYcNUY7ni2i3E8T2VTYCoVqkhit8D7
Qxeg9Eo21Yr6zStcczd6GM8HuJDt8hEHimAYtPvQqRF+UFONBNoIx38+i+c6lEL0EwEMbTw4iebd
IaGu3elpeJXwAwlEkMgDWe/EMWp54BUmFCTSMPYOrp0410mZGUr8i2rifJuO2MRWwxnrwFrB3ocC
dYsULX6ZX2l0kexDD1NMnr/hgzwg23tLEqc+ydJnD8gX4YO86vcYskcUIOhl8I9HB/CveVFOdtBL
Q/adb39Uy6LTobwddB9tn1OmnEZlm9++fc6p8qw0T13tVvZ5/n+DOU2OhgOE3aNyZ8dWf1K1PNsE
bjrcOieM+FKt+LkNwQTiNZS/lllzJeTq/7Sb750YbYLaQEpze9Lf6kb7JmxPfA1ApC+FHRp3hR7H
K30Ov4167JziOUQXQbvaCy25uUiwTPgxUycbhPtgh+gSdqpCCHs2lV2KTg+2n8vvQaSbHKYgd8HN
hYD84/dJGsQfNfFfJ3NTozkXJcRc2FZT96SwvkH8ruqBmVqQ22Ul4ij/l7LzWo5bx9r2FbGKOZyq
c1K3WtknLMuWmXMAyav/HkIey1sz/0z9B5tFgGBL22qCwFrvel5+iar1yzWajOguii1rX6po58Ku
hWfawAFZ4uLpkYC1miuzT30Xj+dUcTcVi4vj5/xH4NleRxNzwsfU1zM6dDG20uJgJ6KEypYJGYVv
dm9w50H2aUFytUyv2Tsqev6qzqtvcxxCjig6LVq2dQ3QDKLTre2bTASVo+8UFxNfnRX3ocxyylLn
g2x+HupK3QgjDXefXZ2diI0x1tH0pFEitbGcYGWaanhLzg+OvmMYF1eJAfwAZt/0jkmlTuHG/Tqs
bHUhL5vzwGgI46OqBrdKVMUbN6I4z+gN/OfSGlR6lueAJAhpUrbIlwcB1qKxfOe5cqwfYHTz9zKh
TMtDJ0g17rhVqnp4S5QIL6Ku8XEBNgHX9kV9X8CyIy9AFIQS+nssKKKV2iWUnM0Xjah1iOR5a3lR
dmEZBCXeLsudbCpqKg5WMGNNRNKWi0mkj+kcp52qMl+WVmM0awzyslWEUcshTCGQq6YNTUCeyk55
wEkIuvh8QNVtFTdAx34Pl52yyXRrb1xzIEPmh6ivB7OO9mEUv5Du8c4+Jc7nfj4jvEjqLSnHlbwg
kmLY+jUWElo2ARn3I6YVdxhfdH1dAZF6LnvdPwQDqEokd6jczXh6mnJV5Yurx1d5CJTHzkfWq/RR
cm3hbR60sf72ed2oKSAV5aAvZZ+uNt/dYohZKDgCF7R0BKUmgvJ7a1Gb7qEsRMtPgptIoljwTcl+
/IcRZaACiC3NF8Mci2vgwVmaw7OyFVvBX635GisN4+NaAcDjszVfGyldwZEz80GFdPGF0gNSDPPz
VqVNvhkckO/yeWNv2F7zpj/4ZrPmIc1ux1ZTniwXJhZ0ACppm/6qavkuTQvlCX/E4VgZZKDFPCou
BU45VUiR6Xw1jdFGhk2p3ZAD9W7kR+tFml60tvv4afJH9qIvNrWPclg2Y2pINljXxzdw7mADTTqx
FYcC/nwEbtWDB1tpCGeu8gCU6nYoCwseYnO2DHNiF0+2FjJmq1Mhz7LyoxNJG2RCvUrwGI15hQEg
WUUUXV9Ko8/ZtCjiDFVJ9nx2fw4NNbwd5YU004Z5qOrM5fglivhtVFAoNoSw5zzIy+9EJNHY+O9O
5gJdtFtEaels1Kd103EoNe0A/HHoFiwSlWVR6eM3I432nj31j2rg1Ps+cP/qNwcjPlH+/5YFmXHl
5bNQU8N70IbKe0BXuPAiUV5lC4L2i0Zq5SRbOlYoi76rCvxrGNoHVLyVypRuZDOieAxag6Mv5afZ
Yz3uHX1WX1NxsO61Il7pOuWyk19bwDJG61w7GptOitXeePbuei0JHoHtuVs4awakvaI6jT4BlaLN
SZwr0U8nJfbIFNzd+1NAsikcR5Tmdn+lpLoD+MuQOOkpXmW1kQqFv0gftqcJ4Prmv68mzf+wmHRU
x2GXjiTDAkTzz506Ndl5QLln+g2Hyxu7rzpKPZXmSl1tsi8bSKhoaNqr7CudRmPST7uNbMoLEyV1
X+4aFG07Fl6r3FuILfJp4Q5eBj2y+zwxbSvDwDHQEWMj56Bcs20O8kDQrVoXlvp9UpTmkAcOQAow
Rc1BnQ9yiGyCIOc+efp581/3yM8Zxvr1v/9zaab6dfHt8B6CNm57mkmpztd/rwY1DwIVQ7zq4ONQ
Kmsoh+b1hDYf5FkZprzWI7W91pRu7j6TfR+5QLfzmo2jIG6QCUKZOcx0A6ly77AFKgI2o7Z2/nLW
66n+0Tf8Ofv/Hyf0et1awbRRZw0IIQOXyIkdH+S2WDYDM04Ocg8tmwlS5b+a8urn4M972wL04pfB
n82gqflBUO8W6qA5R7coirM7Ak2l0PdeHqhww/XQM4yNVXnhfTp5+dkGtWRiRPZG3a8CMyBvyR70
OqxtNpGhaybsCwwDxV5vk3e8afhr/7QTwGxZOsT7UmNKtkuYfNRm5y/ByJSvhIO2kc18cB6Uwsnv
cn2qrqFqkNYyMnBVBaARpWtXH814AoIg/PEk4n58MvL3OJvyF6RaOZoxd/5m89FKm0XLwlWbvbw6
mliGhXn9SOX5wHaC30B+mJpFVEXPv8FH05xnqD6/67y8uja9dZsFKOwtK4arHKTash4c65ClpX+J
4hGtSFJFbzwcr0gSjXtDjY2dDVpq3Vhx/c113pTWCd++3Igt7PN///7r9tfvv+HYNkFSW7d0VTdd
48t8MRnMmgpK/yd7YNnxZGquuW7CmKKeIF12fecfFNvwD2Ff3YXgTTayJfvbrHPwLpmvynZMsQFF
76WxFcIkFQRD/ianigmQCMWN6AWnZmf01nCtKru8AD9ZAC0er7ILeX6/7hXcg2RTXjB1796uO/0o
uxxH9McGZ3bZkofB10oIiURVUOt7q1j3gzXZP2dTIJED6FAazywyQd6r6EIsYt/PA2A74injY9Qb
wa6KHYQHPVDAjYlfLRXNjouSl+3CxyMvH+WoLTamWR+CDtSpxWtpE88lAKgdfx+oq6UgOgXg8HkB
8B4i9PkOZ75DDs5L+00zfJsMWImkqA+66qDOZprtn7NaXpFtvKNdF/qlQyGOF6/lQGVQbyHjX77E
AWTzsw/S8YSU4Sh7Cl5Hp8+IQott+QGcH4gHym6ggrrKE34y30zm/rNsde0Zr1v3ETpKdqc64Rmr
SOVJ78LhoJIXo2iuU560sYs2wERWjdB4x1VkYK/M1fFdwx8E12brXok5VKEoyL/E1UH2ZaW3Kdps
3Phx2R8UX+kgdoz9wUt1t7z5bMuzzzHuPFo22fbdhl6y0jGc2n5s4kKCF/vQLx8/syfyzAw7SmwL
HGU/ciiB1/w1zipQPYJ7mlgeaOZZI5OxsGtWUMbclAe1RXebm+VdgeR0P9ZW5Ny0PQ6lNdSDL8Pi
CiK9Ci6YleLkm4ekqcOzPED+Tm7d8SIbRAMpynDN8Kno9GmXTyIzb+QVJ3LDpWZqUAXmWz2+TAeX
jAEzTnxFmIPemYIP2SptEDkBcUjZkocs9ao1YKBqZmPEV3kwS4oxuxJ4X9KHp7wefzZ+bzyC6Xdl
S+ZoYmX6qxX+q9VglvaYJP5f13q/0JeEXrNlUNrTHmSJupdnrRimjzPZl0wCcqRI0Tp0abV3LBfD
iELz1ZXtdBB/Ps7hEiWbDGov8MNe37kVCvgh68DBQ/LeVMro33Yim1YKuckr9MRoaeZh+5hbpPN8
UcevQx+9x+wnf1i5xtd5gJsDXgUvnYhNRwOwy0mCjDqpFJ+XSnHf7LD5BT/cfcm9AlORUsseC6L3
Sx9gyv+I5lHs9c8FhWsYrsrmkUmVyZTL84T7VzYwsf0wF1XjPOKdpd7IV68oO0T6sCf2Mnw9KOBJ
EQmle/nqlVezqPl9VdXgkMurn/fKq4C4d8AWy7v/dP/nDaHeBmhDan085BUOH3kLuitzzOAUaxAE
5JndYZrNZrjXKf2dg1hu7FFOqUfNgv2yeCwRVS/wVROPJpv2rhuXiqKfTTMqnyc3mvaDU6gQn2gS
KVRXbgA3QTbtwCFpW7XVaWq14tmyigUVylR7WYi2gza0t4bbVBur1+1HSHRXuREc2wnZfhs193h+
WNsmADUUtLHzCBvjGil2uw2s0NwCrNurTZG/Wgr2G2RftZNp4D4E8s5aeYXdPyGie5JR7j9Dsyb/
PRRIlPYx1AUZW4hSWVqt7pxM6gWmJZYQ0A+L7gBtgcVeh3nTSdfj7GS0wn3Ts+lq81C+gUx7d8LB
fqXUrbvxMn969skuLUrb7h/BQ0JH8vTuPo3hXVUdQQpVAbKF/4l5znOkSMKpw1uUuupm6Mz2aAvT
2erK4O09Fy25oRQ4xwqhHtwKv+PRxl3Ii4po0w2lcwslUUEtMk4XGPPBqihEd83jIqUe1m0fmlpn
L6/n4omJywB/MWgvkQPuvCmFQuHR9ML/Sf2DBcCJEgvn3RJ49HZFuA9I2mwrwf9Oj/T6PBZjdZeX
1Rs8JA1/XlMFPKhVe+ojZrGjuJH92dA6mxqb7/VAEcdrGFhbQGLhg+jOAw83goox3iLOme4wwgUl
1PTJD7MCLlYlWK5VlJB2dldSGpAGax3x5AEoIsrZwMpWmPcGz4mwn4Q3de9KEq+7Dr6bXcT6dmRP
A1846a5Z4Rtro1P7gxOPCRNiUFI1Hpb32L4yXYJSerOqaa2VyE6AukOcp/wdBaTifBxkE3AQFca1
FS7lBc3RkBTKUzWLOZWDPk69+XZqV/NDEv31MXKwG7X43ahFutMVD+NFQYbSn5mrHd5Y4D7c7AEP
XPB5ipm/G+GrmMLpR86LmZxkrt7p1ZRvKX9zt6YS6BcFhO3M0K7emqBG2MY9uev+6nS1eCwzM1l3
fPUOllGKk6LlzhJI10A4ulZ5LcYZ1SnDvaxRlKQlY16lyP66m+4/uz77m0m7l62P8sY0aj4+4//Z
Jz9E/oShT18yg9IEO3KtpaMawUPXV81tm7kXXYnDB9llW+2+SbTxjFFm+OB6dba0sKnYyIux5WZ7
MyYZIJtwvojH2RvTUeNm0VCQD4ni1kin9my3SgscFetLwMzk3npsTzQArv0c1SK7HKNW9ppzhaHk
vd4Ffw3rxp7KSe/ZSJxxWxKmw/OWZLNeuWSgrfH3QTazZOTvh6xhSfjIuPhagZlAtFctn3il7IKr
9s1QvfZ332TzoPvwpIHmcQOrjPLwPxbo+j81DqZrWi7SEoQjFg+nhpjon++TCtHFVMQ5NkptSDJm
zVxb7sXkbmzibnfVLLaYME7x3PZ3a7722ZqvyZHt/Fof/jHy3++TI9HWG49/fsKf+6JEqTeizqcb
PAlIp/idIL3iHdWmt06Da4+3skcexrQcNwoCqJsvFxo7ZRcgA8Wum6lLCtwp1bX8EzCz+MoDDv66
9reyJQ9mA1GTiaJeaFaIYKtv3Q7mhztSU46Hle242FJ33tkZI38fGfFdlMfeWXbJMyUiXdMFE+jw
PxeIbtVroFbUz3rNigpEHTdSFqyopMsldeHY5Dq5dR9SWXZg/ZDgf6G/1cR5HyLNfZ9AlD3WGvT0
EXrPXvMT6xb4YbjU06DZlYXwsAoLdoQxrCss3vI+KfNNktnFs52L+Gh1xAZlk2JznVkLWnI95OXz
OOnRQpmJVGV3q6Q5UlUE10uiYTaPubAKTF6wXm/M27RRYEegO1r1mSaKzThN3y0diuCYUJBHZNp9
7Er9apBs/ZH1pFBANdb3NizXLZJmXq7/PoL4JXwNcC2bWpTaesK/+GDrWXZiD1yucOXInniX/ZSl
OLr+2rVdc6Fs2TG3voM3l26WFtGb1LqItND2MZES8JSN9aKCLwsHK/uhKVRiyRH89uq+G6kKc2zS
V00J2CXMEpbgZTm+EFJHJFyzV9bLKHoZjUWkuOLgy2WKH3bBMRqH46AGFUZaZFFapZndtGKYm6PQ
fwWaeUuYOXmrQedjtuj5zy6EtQWL0uRh7CNt6fM/c0kjr13nntKfrDAbt0Or6vsx6sODP1jFtnCp
BSXcmK7jOoju+It1y94goTwGmd2sWYNPJ6Map2WhF8YuUJXxBcuuhVMOHjFzvz4NaLHxlqPf9LFB
MsKBYfPENVTg0v4MU5MKbNM8gyEf5dNa3BLksCTBlCvxfvFqT55N/gk1Y6pfg1Skq9R2EZLEFepj
LfEXQdrpb1DY00C1f0Qq7oATBrFnO/D0fdPWEb+sXj0nOARldmL/yNL0PVdE/eBUVfm/lr7WP1VC
81TlaYapa4TTVMvUzC9TVTskmoM10/ioWplHtdiTa3RMvDn8Iqv3IBumSfWaRXF5Yyttd+5h4d8N
uvYs+5MpgZiD+0VZY5RQDslObkRkM2qsv5vyql20hyoq77zJTY++Fol1WA8AV1CkLQaiHa9GNlFj
XMLq8dxdaTnVr8YuvwOZcp8VV6NQQ2jZjuTPr7Zt1IOiNiRvOtDqoZNfG9PT7+u5P0SRB3jRGL/1
2LyAARIqoXe5o6dWRF0LULcLud+X238SXMMpgt22s1PHbKnmUCFoWUa8cdKelaUFCeCEDXn9O5ju
CG3ptX6PeXmOJC9UB3GUbT8oxDEYrI6sBOTzLxfkELu0uUUObOGhrTJ3QEZrX6DCN3d1btZ3HUhN
VEf2RYn75i6EOnYsMIhZlqqunlynBZGmzpshVS3xxYmGn21EjSwlp78ct7rGvqu8ZNSALJK41i6T
M1cvgg0nffmv2ynu/H07/3Ift9tWYP6q4ZFMxhicYWaLrRMN+RnoKJUygZ2/1HUEU8qxs41SN/lL
6NivnY8helRN0b2Hj7nsHr3c3aZJE67kTfnI7s/Ua/+I+V77HBVb0/CzF48y+ANZ4ho2Lc1BGe+V
qTxLJXhe+7dObFUPAWTkg9BAGcr+IA/OvtZUDwbWe7kHWg1C1dpsW5bgrOSPzSj+Pnz2gTAUK7Oo
jRs55POCbHYuJrwleYllLhqE33qW3nmgYlYsN1RelLPzW5zhCFUBD05YFu4zlAsHgwd0a8Rddwpr
+Blq0MPzibENGrN4uEL99RelmzePMKb9G8Rd3YsawsLNoFp/1/05B1wWoFWa9YjPHFQllOxWgP+N
Mfo3XRLgR4Tt2gE2ePujC6J7o5/y+BcGHSxX5/zZ0JAX8LvkTp1bhRuBj7STO3mNjM7HNWOWDP+5
JnNy/36fl9Thshe5vgpKKnFxjABCU6BxM+c63Vk/uy/KsAfGORfx4glGsXRatv4N38juHnvvHcv4
4JfDSegX0SuxEIh+ypDcpl5q7FWDMo4s1p17tyaLPeN33nE64+lH/qlVKhzdXLm6GpVW0JOj/RD4
7m1Qsd6s9HR8LargEHlpe2rUxNg4RPJuCHwGvyAmZDk0FOxXXwuSy89Ol5TLyu2ms+GU43Yy9HJn
+JSnJkoK1DFG/p+GjXYwai06qTD2V4i+kmdDpCBR+J1QuYA+McPvY+Jo7AzHEOvJgZmmooY6qHvj
zgkTHIKwrHpzxDeWzHBosToXp2igPgldQikOc35S5OEAIYULKIJ+n5naONy0FuXv6mjZl160r3Xp
DS+9O45rJzeJNc6KklYzlzCIvYcxFRCZ3SJaqK0ZvXQFJpgGX4+tbHpTTWV9IK5YKrWwPZJ7fR7l
FUa6zVpqcuQogndEPpXwR26J7pZ8Av8UJUjxT5HUBFSdTHNELP+P2Ar6/xKnIXGWXUA7AB5hxkSu
wMCTZbD25IK8jVk2zAwqdB6K8boHSufsG3hr4lsblHcx344A5NwK6EsR3mB9cxiNPnhrJ63Dzj0y
H9Xp9mNhgKsqE/WTj2PLc9lq07bLcjiic9PzgKkruD4cPq7yvyXywL797+t0+9/efbZhECDWLdfR
PFV3vsTRNUCz9mhXygOVi9j0+NjJj9XUn1WRJftG1LOPelg8+AXLElPPnJ8lusCg5SH+HDtaaFdH
UDmVxXCKFSH9helNWRj25/BMdX9/dKrABv4YO3+0ha/GTeO3+gKPRieFCYgdTpqmh5aI7zt1B/uh
K5JvbdObC4gE+YUCE31bsO/Y4hZE4aU7h0Gx3PiWjfEhYFEub8K2KSEKik5jQjchCwRKK4segEPd
6HN2PhSg3RJB8neeQeS1Py1Mzb5em+9D5eL8Dx0qkrkvgbcZAmJYvHpsg/9M9YuMjvCNbyIndB4M
UrvLpBuT8jm1gC6HU7JBKNYcqCebShx4OK070pHtfPi4kpujt5CdIm3IRE6juwgyCyWpPZ2kzkXK
YeTZF03Ml6YQFnYSU4tLcMvTtDO72eSYfNo9xDwWnW7fHTSlco4wJUFx25r5GGV46cy7oPesxHaj
sH7KmzIl4iYHXymIn79vapKAxzJ0jUcnLVnqp2cd0u/PToiVqzc8JVVQLKhOyd8jrCgc+EcvuIGB
OjBU60pVpbUqksg+tSDytlOZqLtETcKThVxgbU7AT7zQfAp9AmopIpsjITps7ucgjJJN4iFHLsi7
UozvgKvj1uQLgh4PvUcP0BWfpRXe0b9vIhAefdzEtrX6c9MolQI1lkQ1hbMfNwFDro/ztunjJ/m6
Ih5U3yZFggBo05tg78EShtHT1AbfNcvVjsJI4v1Uxh6LXaKMjc9athmGYCtjkBUVKDdWNXofMcgs
QoiCMOmxxD1VqOg3FUXDCK7/1aT9+I1iqmFdE0/ZulbszN2VEReXwExeMADwb5H217um0Z/zdvBv
ZZc8yKaXpWsC7/HxS7/Z6Pqiy0S9ysdr0sGgkYJ2MiD1UZ59HmRfEvTlNsmPzFBuz75Nvc9xWcO+
07eO2pzadWz0tLqb21iJ2/qjvDp2qnWsvfugHpqdniXGczJ5a5J09r06OOFdHYr7VB9IgsFV22rU
JVM9rhsrpRuidVHW+VYQf1/Kp1Zzx3zrjW730ZRXMxtsjjZurLL9Zc1bs8FX0dcj46KLphJrpwr9
59Uvfhqjoxwb/KhPcoEbauvIUavTx5pXdzEjJTqv90uC0yxn8E5bCaznyJSEqKvF+I1dZrAcmzA8
lnGY3VtT/Hc/LmDHIbey+3m81WXeq6kf09FwT1mr5o9JF65M+RtFWblj6e8uhdGrW3uy+ANkIYCh
tqWcNwmLR6XFH24eO+ZducuIDy9Eonf34xCWm9I14rVMFPpJZlBobuLtyj/Zcx5fSlUb59KLhw8R
DFovYzkZuJSyNnb2md8pOMG3bC/jtnqx2uQSzLHOPi73NnDoV5HACAMTEp0rP/J3YGmbTRR45jXN
U6DgaFV+tvhJJs2v3Fet17y4EgzGYOHPCbihLz1/X6JGKAeG89eYvGqdV6xinmTKAe3LnCOi4lQm
FfKGlJEe4ZAlr/b1Dunl+ObifTayV/f5cy6oamxvU8x1jh0l5KsUl7nXLqupIMfLKivgZHgaxfIp
iySEgDZFntQhPWZt/yBHYADNhjVKH9sStDoFJNFOwxns2s3BNznCAZNfWv14KpnTlpiBN+d6PgjV
Fks1zLSlq4WguRI7ptOxDbw7nPgxG6JbQ0+ri3z5FLS4obzIr/F87bMFfeav1p/78Fzq/8fLx1Od
f3//z3IbMj8aiTrNc+Yqib/SPoalUEitDuPD5O1rRRPdLsrQJHme2S/BGtgHWRghz4LOZwNk6mm0
jBtfQUvW++su9y3E7qJaasQmDhUcdbLn6kPiJPh3MFVtwJLEa9vPiQrPYmIpMo6noDljv4sRS0lx
kTo1B5uZ9YlSnqfcTfSzbKkBJh15/JBERG00O/f3zNv4VuSO9TpSB+4glLsrvUa5TaZ+mGlh+u3o
KYDFk+EubPvmLQu7nxY899eayBrahX58jgFjYyCaXpIxELdFbJVQYdzitvYcfxtrotnV7E7x5lKo
Van6+0FXp2Ma4cg+6f39WOX6IsatdW17ZBVK3nU/PbsB/YPaKNFijHn99m3EAuGamRnsMzOgkkvz
6u8aT3uul86zOZo4apl2vrGrsrsL7fKUIuV9TTOgxrPAUG1FuBhFEV6cuLoTShjvhiGyD35OLYo8
8PpEoQiAlXVmwCu0KKL+l9B535KhiSrvJaTefNUaan2AX9aeSYnxKu2icQX+qlrXiW+ea2YnCrAq
d42PLMkH1wvBgXaJc3V9QKLI4L5rCGaAos5eJg6WaSwu1oXqPmNL0r+5blTcVKJuVvHUxRubquIF
M4B49mxgHbUZ9j8Ca9zUQSXCm8546HPT+2X1yh076W1Ldn45OlQsjIm+aFsNoG4WuhuAUd6hAKG+
tV1lD304X2ngb6YU900VdTVUYIwDenRx68Lv2IHn7Vkv0e81iA7fukRcXJKt76SciNk43gIoP/bE
cOT3MASQclvhLQMy3MSKPsTMcuopW0iPQxDGd/JQVeC7lQQJ39yVKEqNhQTcIMkfEs6MLRLly+CW
l8rOyweEtw9a7aVnys/Ux0LRnopAc271uGxOo1VfKARA0o8FB1u491jt8qMaBVfMmMZd4GSReVNH
hXlUCEB7qwln91dhEzUuO7Vey6Yy2me3ZHto67247ex2wDc3z19NJZ69V7vwoHvdCZmmi/75X3U4
ocdZFRo/kzIMNhSu/q7PkTU2CUFMwjXzENn2wuab4uCy0fvjI5mR/Fyl8SOrk+Z2BJe1YPmk7THu
6Z9Ul5kaaXi2IUjyk/euuMvc3jgNg7O1UjOEBGnXBPRMJOjzRRx7xV0/OM6+nJI3coyMEJo17rwo
QWkn25HuYNLcYLqF50C/KoksP7GM6VZI73mtzU3bsAGyelpHRc9UriOvHBeibZSCVJyRHz5OHRNn
Gp8Vl7sQc28S8IJydWURwk4UobfPm/FSjbF1drN2w+5zZXrGz0JgIKbG7Zswrf4ytVk5GwDU6zp6
nWqew5idztjFzS9h3gMDFI9NEnrHyp8wTsEtZDkkeAp3MVN6pHT+VhVRdlPyOF8wei4v+XzmmNol
Y9I/yC55sS+abCOg8y1kE3FTdqto9RtFl4dippTVidrvRIPrq2w6UTAReUu+x0puP0TdKK4ZVgXp
3CoLFflm0MOlVAcF0zMOqMl+n6WJ0W/60P7+2fU57HOsZ5QVqQ1++p87HUwkUfH+Aknr7oeqiXdu
53sH4pfZNjK14CSiqNmEtZHckkrE06g0qvPk1g6cQxXqjAguHm/mbZEV2SF3p3Yf8vhvu6hwj0Yx
4sk6Ytc6VC2kdXQfV0whgCmbQn0o0zvg+6gO3CkDVBvH296s610ceO0ZWAAeA15av+p+flIrnnTs
zHadljff4hp7XZR62cUg7bpFSKVu+7JLFhVWOSuNKOpOs/k0YSnzKwMYh4s3x3dKmVe6Wtvvbpnd
a6whFg1BxYswlJXA2vCXSVFZyFz4GvT8hiJMigtGlN22Httbl0dpk+iu2AwWWhnVcYkt2KH+rFrN
m25n8a/cPqHSJJDLw3yxyT2/OiEc/arXmusEN3VdAXg/uljNeTE5QT9QmgsVRt0ib8gEVBi34XSR
vqswS2+8nDWJDQ57TXlhcZgmwzoBo9KWoSe0FxMULTEQl0SlpzFlrxsVXEkUWhMYS7XaE6Z0kIuL
d2ormCjJ2rMjbuy7rOnigxEBCHezfrzNvHn7YllvsVYGlGW041YL225jByyRtGi861Dp/vCQyWE/
k43XMQMkkqYgZOu8754JT5AgYUQ0L5zdqsjudIGXUDc0W9UJ0p0zgRnVJshx/C2Tzai29tkzAYtE
ogpAkFFePOoRJPoSOf4Qef6DZZrNxYHelZTxjTBgslczVXVo01M0VfqGDHK7kuIuPGCKpS2iaiel
X108izOoo72VV5sOso5jmQ+q2ueUqxaETDEgs+o+XRhmL3ZdpwWrydXyVwox3sm6DJfKo7SjMMKf
0TznWvj6lr1SYvtCHBYGlr3ro37cDH2SXwNdeMQru+aH7eFRBCL0HZfp90qNnMdKNSeIxcmrO+Lv
WuSGd8nmw6jB1tJjvqjYdegKFFoAvFPtlKvQr72LHOh5NgDR2PRuPvtKBdOP2mJimT9FDkutwb64
H5/98WGprW0CVA29mJ5hrYYrtyhzSsUJAFIzyPq5N9KjF3vfnMTwTpHB/jps7ifDiBb6pB+nxjuY
We3vHc+Fy0eBymIaQw3pSTtsvbTRsTxMx3M5H6JtPmb5ms1xtC3ZKSyp3NefbXwkjHoYfpGfm1Aq
s1Bht10rKV7XrVesBLFvpss0mHDOZKI2FetuYB7ZqqMSL9PK1h7tOHC2foL/KV95nlctfUEzky4n
t2HBpeLKPPmoRzLDctaxbQxLYSW4XKijcyyqrutvSMndW9AOt7Lv86A17r+GNK5OXA2cMAU4DVZm
TfPsNqLB69WMnvq6KJZ9ZhmXxAvZoqKFQM+9iY2JEgEKEtD3pMFW6JXAhLk9idpgC0iE6j4jz3RT
Ab7cyT4tM+ybfgJjTAXXBRcn551c1BIzwtYP3GtgsEqOdPW7qigjJebFtDcVFoLg25ndxzk0USmC
hWDyArQqfRVqiGAdOdAsXHYJgId7VOn9oZsMe5EMbr2y0dBbYURCMsiw0SyHfBdNOc9DqSrYKE2Y
W4Sefx0dcQ3s4ERtdAAlPFYIsCTdBmp8cUc8jZJkBWCmorUKlRismiiprR8xHopPA3ENQiFt/ZiU
hXvrJeYD3x+wmCPVPJTLul2QnJ2OYM+Yf1TRynqwil3csupJAMuiWtkXwzC4bcsfsmGHoboqHJHM
CMrpkgQ+lVRaO1CZYEyXjz7Vsjd66qK9mIfIC+wWzLOlHGVPKcBpqxYuvq3SIZPwnOrYdenvs9Qo
k1XRk3eFP9HM4HrGfJwyE/G9StV+nfImPNUWlqE48UD61jz/JA98DbxdR6UV1hDTyaptXgBZfIc1
Db6UBdOiRJ5q04DzF/8yO2tmnsq+1i32egKuqYhdfVGZVHZ1qU0Wfkg2k4orV1EBLjJ946KOo7Uw
sHq4C/mtN6Pzf7Sd13LkxrK1nwgR8Oa2LdlNT2o4mhvEaCTBe4+nPx+yuQkOt7SPdpz/v6lAZWYV
mqa7UZkr15rSK4WjZaUHM91o05JCuAfBuust1eRrGuSmV+r04sTmrz1Nfbdh//tkFBRaO+hIPJfE
bRklzqnxG57FliuYn5r8YpS5DK1zR5V3OvRd1O5Jm1KiKOmEHJT0Vz8Jk2+WQpIfSYb2C5/32raN
/eAZLEq0N+Pav7dV/imi5DuHKwrwHYoxemfx1bJMZUCmAFSt5ZEdoK8Nlz469imHGHpI9QejeYrM
hsZG1U5pMecXHHsxAnOqV6fXvo3YcD5rMMqXM/kAM7FShEoU41GGKqQlkKet7oCq4putbjs6jEa9
uh7T2rzEDRq6YCOpKLiHvUMJtz78q5p5QkZl3nj+VLxood08DQ3SrWNWvJhOv/cSVXlcHtT9rtFe
DRCrNyQI/MvUKjMk0aYhPmR6GUOw2Y/KvixCZATVNKUWW/xAKa84xzn0jLzXIk7M5vhowQSEtH06
Hy3Pd89JrXwJY+h7Bjokza5uXtCjqV8K0EilAXtTGSj1i2cMkKRNU8cnLFOXOvBR60nN+K1/h0rS
cEvrln+Xx/bv2jzHr0EW19eRilhS5QUJ6tKUe8yhia7ES0cEylWhWYJewesr1o6Mi/Ksuqb6xPcH
MBbMo9PTtxjC82Bz0Dw7ygxgsLeMK8toYEHzVZuOqaS5ygAw7egDt3/JSCVcgcRXd+T18aKbdCwL
vt6VxLFIsYT10QQmupe1utcHx1Iru/1lbQfojG978nxLME94DWKSIOPFm/Tk/kw4yC5TYFp8YUHr
eJDgfEipb47IHEuwGiBuWqMUdbysHUcUlSloHyXY6FsdiRrXv3hTu0EZ086qq8vaaKDw1lMSkh8h
mZFho8KaHJF0u7Icr7/vg8k5IHxR3rjJGfRJ9KI0215ThxdFc/qXrB6/0EXl3RZmPl5VPc2bijEO
96grX0Oj6tE7pET2xdZq31GCKO8uph6ygjuTYrOvljrK7pyYAZqHJ6g1h3vZI68hauP8HB3dfNxm
Tj7wiBc5sO3G6TkIaPym6+1HTnLqe1mG+gaUh3Wf+VZ8FY3uqW3n7KGzkl86NQle6UeGqMfUELyD
Kem1TtBLItc+HcQLeADdjyr1TuItzPo5a4r+IYhc40v3vamy4EoPoYkqByTo4OesoW6uUGWLKXJC
ZT1PJ6+EExnBY+dflyh3TCcTmlJ9+yHgw6WZaejfTaQPAuvJpwnzi82PR0EWGO/oBV8M/tse/bQ4
yUyxBvM+RiJBZvGcF3corv+QWc0PTft2hFL0COX6XFfd2R2p0cmucTtDswUyZRfbinE/+erbYCrX
jjIE96uZB/7ylPrBLxK02uHW1PbhRKX4k6MIYhWBN7oF1mAJIR/BWcd2b4b32/k9B0ar1rRf6Ic/
REM7/erOtr+bW0DNk5art6pOugvs9M6NOSOHUx0iRkYTvAzVwgQiV5Cau7y9c77DHVhAxKa9X6VF
BvF0T0PJJ4cEi3folOCDl2afgBL20JCVIPd62bVp0BNroDmPO5qKSbBMc45UUfQ2wKeYn9JlkKvV
scatjk9x/yBk3X4GEJ8gMMSN13UyXWPWO/2DkE9brWv/9lX+7d3WV7CGfNq+Qd7m7eX/7Z3WbdaQ
T9usIf/d7+Nvt/nPd5Jl8vvQ+qk6dGH0JKb1ZazTv73F34asjk+/8v9+q/XH+LTVX73STyF/dbdP
tv+Hr/Rvt/rPrxR6h5qnQ6PYQhDCo120vA1l+A/zDy5KUaxCVf1t1WXemQiyyC6X+WXBh2V/eQcx
ylYfV4n1L+PXu64xKnXneb96Pu70f70/hxmO3oMZ83S+3vGy6+U+630/Wv+v973c8eNPIndv6YGw
qgG99Pff/vqqPtnW6ecX+rdLxPHhpa9biCddbvrJJo5/YPsHIf/9VmDqO7h4kTww46m568bQ2dcg
4hFgZYoCOZQBZt6A3GEKRgtlk8r1d4rbFPoxbZBObGqPJ8rFLYHjFICJA7wCiWxbn/SiHc2duAMU
483UuwXzSwedmPrZS8+Vx1NgqZf6UZ9g9zYpKqGzXW0pMwC9JDl9tki4nocRzvoN+oLUwxEpfru0
xjlRtmKVQXfeFq6my+plnY/KpbKtm/S7H6FBjgKctc2zLDlSkyIfpWbFE6jMK7PK2zvIlvInhezL
jeW1D+KTqIp3LuJW9bijLTx/kjAd5tdNSLLlJCEIdfCIlPNoyq4SkJYFGC4z1jbrRv/w7ujTPDiW
7pNE/Ys7exPMS7r/W5AbZOAWwsUZJBY4sIVsUeaO7oSQ0Hlv7tVhvofYpkJIMRKCPtxlmayVQeK8
912sKkFGzqR5VyvpaDHqmCqAXMpAltCJaZ3BtQ6XoMR1b0FfTscPa0Ce/iv8gxWuxdTdjoY6bJQm
zDlrmvZdj5jenVylTbrpe5RoPtl5IIp2PJ/yP/RpwdiGN30SwNbwrz0kQoaS4y0sUHZ/XG1yFaZO
f0Ub5B+f7LJJ2bjnupztkzjF5KTDIVOnhdR5sMBMUie0lsGoYb+3a+9iF6fY5WodgNfZZ5nOQoAn
ly7FFL+O39bKssaM/F1k1OhMZ9l4AAKANEk8694Gfr3mAZltkiTIWij81wKhJm1nj4fYK9qHIVDb
h1ornZPTuy9iWu3Qb71ACe1y1iBUhgw48sE2g347LSvFdrmH7LQa5T6uE0yX+4hDLeevMDo3KKvQ
pitXkEI9vvXrfmrdhYTPKzcX3+VaenalezdsJ9AO7c6rotuQGu5JbQ0jhcm/ypqTUikIwm98Ra1/
um6RKFe3Eu63dT+eWw0iyKDpUbeJjbfe6UTpPJfsBm3U62CUzXiwyOaL6UPI585r8QexSzv2h1BD
8QdZLo3Y0BdsIr+LvpG9KwEZ0yjdpK59DhdQBNKG6resgB1oqGhxeI8IbU1DSXnItvr1J9BPkgE+
P4jRmcPihv5XiwTIrnjHBsFpdEbMicrRkgHknfIUUUU9S15PBgcCrSs7bfsLaV45o9fDkSJ9aqmG
XeKAWgx7WE8aqOPK5nFhKDhEbR3vQiuGxhSkYA4cBM3lwffqx3KY6kexaYuto6k73DbkaA8yF/en
fUY1vkdhJrju7Wa46el9vvGGhUZZ5rEfGmdXR7S3GPPdxUHyCTzA6HS/hUYbUbjX+62qBOVu3aHL
47e9PtmQUzfOvn73yWyrkXJUdJSFl68G+br48L1y+bahm2jekkPQPnzDSOR/+Ea6fMkMfqRuA0BP
Wzr8nK2vUDHNEBiDbLVAjbpOKK8wpO9XE3D7ZrPOxd0PyWXFJ7tMOUH3R5D/X5uhc5G0MjnvKh5N
zJkZKbfrkPvN29QM2k0HTORGnGK/rO3pxtkGcz3v12Vk1f1dX1baFjoleFpRbkZSCHT6TjeNKAIE
rCEc5zS/GhMso6c2d4abPM45mEZNdR3PaXWdGKmrPg0WuQMVSZatxNRLYCKtCtMi3NNRdSMPeScm
N0REkofRAXqQRlOzrQfR8WYenfmKrzntnmZW/V6uMojV9Rkh39WuWyDkMt2Cu4hQTwVUu9HG0jo6
vGxa/DCuA2k9fhJQ37tI8ZbKwOKOTBSdtfe7ia1ZbjkWCiUZ7ra+gLCGNbxv0HH8+YWFeVqBjjG3
dLDq13MaVXB85KjwdRlElQrCkjpc1GGXDb+5aCJsa5r6H/z32Mhw5k+xg/O15jZpFd7ZgUYJoGsg
R0u9hnRSHlwZ8DUNF3dlR2QkQTq82Qoaq4qxSg+y4rJY9kGskaReFaLksexVw2Om7WRHewyvJOTz
kmVvWmujs6wQL/Jxu1R3nNFGZWxRD2zQbuVPZ/9uh/SJaEn1PbRjeD2sJr2v6qQ5jXqI4DZ9Li8S
K3QtP8eq/WxRpgH6oOjIsjgaX0nSM9DovUIzTMJ0aShQ0Zq/eKXbQLyOC9BBvLK26KhDvtHw+uyz
NamTbxAo02keNsnAV+Cn1ql4KyhILt6sKM9RbQJoarRjDMQDsmaUGiEqoYNnuVodqy1cvCA4tKMd
060gcTIMrfPmoHfj95kK3zwMFFHXBXKLTzvJLSbYTjbikOD13unyokBfNbcVsCbDMZGunYDjRfYY
/0oflNdO6q8BvwCKhZG5B4Cv/VpZGiCrcnqeioH+PCWB1KwPoAzOVYfip+rfBumsPmkR/7DLctk1
b/P6eiTf+8929VHl1kZFcZwtD4/X1uBaR83v6cwGn4XIudLfRHoUvKI9cB1UZPtbN55fiqrYjgsx
Gv1zxZ2OOMsmWKJoWuTZ2UZbV7weohr8KGwpXtmSrrzhRryRqX7YMp9yCsXs4bbF75QUUioMXgGC
3umeVCVprzs3tA8ZCfsvyhzdyffwGpEC/LwuI8c6hI2FYoYJOxUiq7NVHeU5eUb++Ww6+fbTszJN
lTyBz6pqnK34zftmE0/U1B8808jXz+byqE7B58ooGrSo4VowUhjZU7M5oU2vDHfvU4qiwa0Mc+5c
0xxd3tqKB1ZtdIurRnOjJxk8AB5lAhZPZnBb6Ig5tmejN5sEnuVsPGbd0PMhy4KZ9/+Tg8rato0i
7VhARZdsp1Y9lW3n3ErIpPvDne3Ox3WBjirUFZ+gdNXLAl8trG1rVdEl5nLfObkviyK8bGJA73gf
ThQ+5VU4wPCvvMq3NhIrA6jpdAe2aTiYy/az4sK+bSbBs5Lu1Bhu16JrhucpqPVtNFjhldhGELc3
oKJ+RyBueBZTVZhQBWXqrbOYBtDpyGrbPEUu05JD35NhfRWfhJvIxW29jJadVvXN05T5v8IdMpw9
BI3Pkz+CQpdLGfh4V5T2vAZ8jkLH822pxMjUL9qg2sgcqrNor1tzf9lzjcmKePK362rZ16qnt80u
W8i8zJwXdaiD46cQu1H5Rg28X0KrNqFJ9syT2ysR2MFZ5VKGdS5+iRS3A1XWW6TM7TXy4pJQChLT
VgvgGZEg2UOu1lva0NgZ27+8m0RyRg1hHQSZqOrNeO9AMLhDUjPZy7T3Qmy9Md5Ds+5sBjgoDp8c
/pCiPxSn15/txXgKy0w713md2hvZZHSf9akc7gI9aAEnZc7B42T5aKtZvfHrebiWqQxJ56Lf0cc3
MqtQv33srHGXJ2F4XywzzwyCRxoz1yUVLBy3HcJy/oTGz9brWlgGvOy7Rvt3tIXjZeYtokP2J8uX
G49mOByaKAOnVNVQw7fDY+2o4TONAOAq/WcZjNhuQRBZ/ildbG4DUHWe4fwXL9X67j4P9FNlem8L
9B4IA4K+vMkx0YqW7Z25hzZ2WQ72Nr/pC+fPNZ7WQOBddvMoAVVfTdugD6crmc5t2QFGs6OtTBU3
NZ7y8kuWpG93Q8WtIn1pO9dG2iagbgqDpI27qGXAJYqeNao+OyjWi1uxRWgojxzl/zU3rw0a5W7F
4C+LJEqmMhiRHYOjKYLdJ8c6RUPLPIQWwtH1F0Nzy9txMoJHuoopNsHKv7UAPu7aoZkPVOHDZ9+N
wkc1cjco0GX/5pW1ZudtJDY13OBZ1tPc/3m9RISQ014i1ju831+c6x6AguHyBYTuWRH9ASEcXkmd
QPRv07xz6yrtns6MACIBa/hRt3FwiheM9UaiOztytlNojA8ytLCm3pZ+s9frdnrIbZo8sthHumf5
CaGY/tVvrPrmMnMpozWKNW4S+XW8e+XVZX/hTUmJfVjbLWvRFA6fc8QKr6hVB3Q4pbTeJGV9Ai4I
txQA2Kcx3KbRUvBfLIUaeyd7zP8U1yVo0etOKzfar2uCoUg3Ux+87SMOyFX/P+6z3nv8319P18/q
Fk34al+lFkqcjX7s0Wa5bn2D5620742bqWIbHr1S4ya1jfg00gKcLw4xDeK9xEh4RVPOXms9ekmW
JRIpe8tUGWcViEAA4VObVNNejOK+3FHCR5qQ9jRfIcLuRsnbp3Q5gfPZlKYxXXVzu1fNKjK3JDXM
U1RlFtBtPvPbgK+8G5l78vkufnI5k7svq7a9enuu8cfomiyfcscbJLh3u9RFFbJFYufdpi4OO6rp
zKn1iz2Hece8XGbF/LXXrfJa1ssqWaDx77PjPwValGW9OIY+c29sfVIQlRzp50CoDKxEdTO/65Z9
mopDbBOs1sg30lr7v8fKxmkUfHdsGNFq+7lUDGUrVyaglctVvtjKVLGe5eofxLmOq4AKJpnppvtP
3Fgy1YHxKnkEYPadM0vsddgHH3i0UqAFKZqXCQJ1t5oTlK/0Gm9MMwPjPJoGAOb42VjMyLomiPSS
EpWpVdF6D0eSAoB5Ll51jSQ8WSAIR5dgnugve8w80zzETvgc0Kz0ypDwtjV5jkHhwkZoXD0WpfPU
+HZ9/WFKc8h1H0BoclQa7+INICt7jG3TuhG9EpRYH63J6M4iYeIvIiVNpMCCXUX6zhENkzG2kxuU
fi8LZJUMrpFelspM1o9WEu8doDS70q1Scp3ddCy0yHgsabTadyV5MtOyEDRebL6Ccl1Z2M0lRBwT
G6AB7eWnUp/+6AJLO5EaNh4hNT2pcajeal3rohT+OtEr9tgurqlrlVvNHq9aw/GiLR+h0ylR9D8v
kSbNWqDTzWIr91xfTBrA9R0DiynBsJ/FnrZeu62Q+DhetlpfjLjlBcZOenkh63bFq+YlznUe6wGE
CZwYjeU86UZKfwXUn74thSP9ZjVq0wzuVs6LEg7mm0hI6y8x6xarY7Wt28zLNjPvU+SKxy+k0F5p
qFRe2mKyjkVnlldtVqcvygxnGcDHHz8HjBGCF3VAWkaogCaVPhkDIi8hA1RD29jZVfZxai5TCRav
BK9T8X5aW9jA01sw1tth0WvLEvBAo+9+Bd+q+adAgy6dJh5YvuoS/TYRayO3a9xKdDMiRV4bw7lo
/0wLyzyFUDyd6STlT1UpJQQ7ylCggrVYXYOiEikh8U5LiFzJUDc0SV08n+d21Bonu/9RetDatxIn
28mcJFJHKzRqWVMAXXuQ9Blt0AzGrIXK1ViRsJ/5Htn2FnJYf6apmZ1BA5ekPqMsOzcgorboACPK
uSxq3NTbR10X8WyVO4p5W5UqXevDRAfgIiW1TGGNmu690O/CrYMYsHgtta8fZ6jKb2nAe+XUWXzt
snjeaEXkv3YdcCStL6ZXv4qsDYJ6+avvpO6mKAIPFYUGFVyLnt3OoKOJsoF30hwDybelT9uMY/8y
1YTqARqaD9PVK8H/dG2aBtHWGTiSt0v3p9EBjzFqpMCjyHNu7YXthPIZKPaJmuF5CKq92EYglzPa
u4t7WZL1BWKSyw4mDV17T9PrvVsr5RX0Ke4+oW33Vz2JvzS0GDyqfaXfo5eZbsSeZ725y1Rg5N4C
6qX9mUcz7as/V+2JX0CDUkmW/Ep3W7NpAs+/Aws4P5VK+yj2QM+qQ+qbFokxbhI17aEzgRO18Gy+
Rt+MMB5/H+YAuQI+1h77sp2vUD+prlQzC544DoKht3P79+ib3sJ/IpHQm02PdgwtzNuTNXyTdD7l
U7iDwiKlByola1QvPXxipNUg3U+Tk96CxnPu8wqFSyWw+DZ7vwpyUqVii96vVu/lKh6L2y6HHCsK
7MeQp9dr/heNOxloYjfvrNhXj3ZqFItY9UeHTKfYfyzLzL2W2DUCnncyYRaY0z4NniD3y5+1Oo33
vgrsv2hoHIuVstxavZP+aMd4O5vT+C2I63g/10i7rhHNUiL5jxHCE5XG0TaLwumbGSg0fORQbR5h
t8l4FylqeO8vJ5Am9JydhRbW1g7bkEysHE6c5Rgifj+gv0GJrLMHZ2iHLDUO8Xqpy5sGgflJKWua
QpYzzYdly97UgMdzU9+2UZL90HsSvkbllU8TwMTrwVX0wziXyhcyWJcIg6afTTZBPGTHtETl1Ie1
hW8d+bnvlJ61M8y67RM8itMd3OdXRs7L3qrFVBzQrht2EiuDoabfobBDHHJZXnXRTE8lCoscSh84
XG77uaYs6Wfmrp2c8WvbkIcrDLIjc9NOvzh6vpMWaOhROQ4jp7KTLmdXd7SNa9vI8yEYmIZarzxH
/jTtYd0vbDploMWVIbRV9aRYywDWPONThEuwtaZOS0H3W8ZnI5WCxSPhS0/7313mwQTJC+2w9L1W
0/gYLZ/XkH1Z1HBSi2M9jQv5H7Pf5oemDCYIXBlmcLfnGbnR1J2cKzEZBizi8Ff+FJLHxnhOp9Dc
zLBw7Na1a5xcBUlzjN+3+hSWuPeKp2Woq0O5ose7NrN2bWvnD1aZctA0k/hY6ygUN3rESVNNaZzv
1PnaMuvfhjLzDnqvzkgRoA+YjFnzKLbW6+ftKhz4tzZ1WUuHH62pa4zsldbNsO3Qb9tJ4XEliL6U
LT/UMUPUiw7+MPwiVcuL+8Id/e/Xl/KmaRg0CcuWXdHZh77ofnGjHeSXG0sf09th6vtwnyi0eiI8
+HmaLF3GqKVmN2jzHWX2Htoun2PyYfZulx1lJnaJeI8Xuxnqzf17vNxSQr1vdgUBU7mwVstQlL69
b/p63qw2uVr4M2/1woPGVmIsF15C+vXf1rXuQFOQRA5JFdyOQ+Lsi2oRFn6PWXdsIV47Uo36HeUD
+1RV1t3l9yFTWK9oi+YXsP5EVNkuYWJyc4fP8/ell6l4PtnI+H73g7raaPqg7puWTzZhFygb43cA
9f19ALQYDCuCigtZeRNUGerL8IRKlCxygh72hcX774vaJrl9K5VokTbuPTOn3a1MJjSkgmLaJKU9
ooTKPEAe59BPlBLFpiy2j4F0Xe/5tFrEU/GIm5ywRmWR/BvYawPiofgPk8rbtZJPxoMMc9s7O2dA
Sn611bTXUUJUg02WqybH4j7YDYtwmAxkq+Fbrcl556MPg+MiHBbaiXFXj98k4IO567UDdLbZVmzr
HuTkwD01jnPZQxx2rnm3esCj5nKr7v1+oIDSwzyb6GX+7OCZ4wel1/563bzyeBuUZsc/n6dfwaAE
JcxCqwapYf1o6AV91o553+SQrFXLsASISQJkiJ2PJgldFgJWti4Lf95r3f7nvaai/epFsXZy9XDj
2FbzJEOsFeYx0PzuTdemLSBF0mfPvO4WSZu+z7yHPguXHBVaMkMwmEdfJfoyJ3FFLT7X3qId2nEe
Co4yn6PX+8kKddlfbJM5eg8j+8usK7XXKAtfxyRyHseBx70qMcJrmUrrjjc7Z7rQmlvp4cliDyls
7SwTCQphpqeX0XyJzPat0Ydo/5j0oKZqi2awbYd03k5reOfICllLB/Lbrdatlls5JHFvJUxri/DR
r+nzW/ZQ6by6GbhN5i2VLdXP0QMPAVmA038Isx7V3HQ6i0mGElanozMnOmSOhJF5BGkRE6da3XRO
FKc6VaMZO9VBK3r7So4SiXzFyaUMcDj6u1bTtI0cU8QmxxK5Wm3rik822cCk6rdR3aLbhzSAAhmC
FuwDaRjNos51raYoMSx0YrS7vhGGFVO9tywdisweccGDQv/koV4KpHNSZgfaDJJDtVRTV+8U6D9G
DQQNJb1oS5+Ss/8Ek5epeEtKjhfvCpMXOD1V2vCy9pPjstXiTWb+k9E2JLtFFxGaRl/mEqYuX4PR
3+0164vf6d8QZMrvxdm1+gaSPP2lylBmnfTwKOYwQ4jPGOjDHfXI/jIWanOdq2WyE68VNMo+8GLq
aMsNfKd6u8Fly9H5dAOKiR9uELmNe4DKFNQrbS7tjRUmW6akXWSaWQD6Jk3fpkl/Uqbcven8Kdo1
VhT9VtHIMevwnyIEZx4GvbAhtSiSX0alfpQAAJQOZBeBcb+uRB4w/K3SOAR7vvk1nTPrgLgL/1YW
rPXpmMEPE/Fv1y9gl3UQW47wCvS2+XG1e1E9HCqAkuS5EAf7tFSmioApl7X06aIX9b7x9BRH/DNZ
XVCXm27Rp5DBLjoSVXJZx0Cw2mVY3WKb5iDczQOJIHF83uKyT1lTKCYLvTP02r5Zh6Hrm1NfAl16
twegkW6MEaK93b8uaTns5+ZDTNFG4zFpvd9EeRiuZP22Vi4qxRfhYXtRgxZ7lR0lSCxyJYrQCEXr
tzzbrOYAQUk47Siy/rTph/1W+0+bBghi9XkTuc5Wp3NqOVPIAcTyXfs4jsm3yxFlscvVp/MHjcJf
Ef0CT7tEgC/TD1E8ki1epmuss+xWhdG3ywlIvJfzTF8NOwBO7jk2soqUTl4/NykNfKoy04ySVQ48
wpXzMtl0pkNY8ycSdu4vGp+f5PA0/2aO6/qsGwAh0S8ynvmdD5tQadXflfZedL6WNValv63xNcW/
aYKoPs9JgeT6MG2nrOBUTEb7W8vn86aHxOW+bnroPNSA01eYzd8aB+4H+CKnbdrA5egMU7GjohLf
Az0er213Uo660xSPruZVnHzowzI86JYX8rApGh7GvtG/flqktbUC26pZPLY1vAfupDvX5uBNGaoT
PEDSH1Q7h8TKjS9JPd6lk5v+SIyETkqe3p7g16zpMSUiVFTjSz30d5I/+6uI9z3+NoImNsTZ6QLe
uV3yC7wU2YMAHbq9SnXrizU1NQ1g4YsAKopQtU8jHFsXmENWGkA9UcM4GCPsVR18u8fSyPttgdb7
SZAQcR5dNpX17U42nUBLyqaCoaCx07ls2mmIuseIlgAt5jFFdYaHQK3yG7QNOIEgTnaZ0kPfPApv
rIaJ3AkMK4tJ7IupjtX8RrZ430dMCHpunVjR+DVD328DeqTxCpKP4Ga29eS+WYT0ujDMf3TLOb31
vG+IHfu7lIPWJcJq1X4TAtLxQNod7Camgeo9nwodQHNflKmGAxm5SfKnq9GCBxuZS4Wji6ymaFNt
dDgfli/kwN4V40x6bcqy+6yES7Re+N66Kh4BVP27o7YVzhKLIyCjdlmR9B7/xYsjiEvzRjfgIb4d
SVVlRaM2z2/5ncFwssNIgVr07nZ+P6nf2+QVpVA4iPpQ3UbeNN9p4JtuaGCHIuwtIO+jfZ0q4PmU
2D1ObXew1NY525NvOTvSJckhh0gRlJEWXdyRojvniJ8H+iH0KlNa765TnSZ2+cmAWe8N0P+v3QjT
x2qHG2dvpkn4+hfx9mLXI68A2djARVZA75EmNe/SJScpc9UN6g1lYwtBO3IXXqmNG9POWiRjK+O1
ofJStyQhSQ7chXVXboRlc3ITKK0U+A5latrmf15UaSbgvHy6JUlVQH+7DAo8lcAL0c9o53/ZFkeM
TBmKMAOwJxUddNiNS82tbuJmmh7DZchHa9+UBezuy0wGAP9m1PDQuVi8rFPvO2rFMoPSET4OkH1I
Igfn1RSPdXYeevVXMclgd15x7ap6e1nZRHV4ndfWH0j0dGe4P5Ex6sakRxy06LYQoVvUmIaSfPti
FI9EytUlXOZmkP2Rp6oKXiYZbzgyaftq7oeNYC21ge4bnsvxyFxi5EoGWNLgLUhuVjP0vXG3Kbvu
bUHdILFdzep9ojtIGSmt5/CZrOj85rra309V4O7ixJhemj4kj2p5j7oKliscS9hDbU05i3MeVJWG
SoTWxeu6VnWFaLW/Fa/LV82tPTnf6SyeXiy4oJ+RAyjquu62Ra3cVwPcYhJZWHRnV1OuXss+es1b
p7GGaS9evemGk0a/K2yYvCJwHPFDrJcn2VYiQEJC2KdUTzKLcogoOXJWN7IbOasOEvtqgkbLRm/U
RA/P0nqOYXOo/+LTzErBI4ImCiXSq4F/5GsDGt1burL5aK6D8qWCHGOjDiizFfzSfBI+AXJBzU4N
4vGqC3IAF0vqlOO0to2isIIVj2mmF6GxAc2Q3PKlBF9LadJso5jOLm5jbZv62U+BoYMIgF9lBzWv
UAG2qL4pSwnOn60RuPew9fqxvROTOO0GAhvVM4eDRIjD7iBykvViWzfRrA6MbtbdiV1tlAFJGjSz
6NfXbuquyq/K0H/0Z8WE+ksorYJMh8hKgyN19uMfGd/lkKssnrDxuEQLJjnYaAdvxAh3M+FyeQmF
ujLfdx1lKeSpd573GhbtdL+mACbFpC3Aj5QrSRyII2rMESHspt7xAWs8iCPVG2rehfYKQUZ6cooi
54PP049m1nl3ZYuuQWZFCCr487xVayd+bQe32Dhz5n+v3OpuGEjIb8b5W8mBj99q0dJB0ld/JGb2
xRqS/Fun8Kelf3n6hfNAtgPi2zx2fUFCwLS0Wzcc56spcLpTpXoDqrz6v925GM2Pd7aWOytheVdO
BXmWIv1G0f7jnfsu+RKXmbqNc7NH+js/QGIGG/dsKkezmJTvxsD/udclOmTYtbuH4t+7oee/P1FH
R1RwiNWHBEKzrdNU5Ver6V4X0Dbr/4TaiErnnHxXNEV9DXon2em86R+C1FeO9G/HpyiJm9uxjee9
5c3FixP6EEaHpvYbQhpvL0PjZSh+EPzWGSQBP72Mafb+7WVEplv89DJqHmxuDZ6Tt93I+7kakK+g
CJG9QAVbPBotHyvLzPRUBrB8uTPld2LiaavZeY3RHWUqy8MZrJJMW2O8LKev22m2y1IaA+gxhxTZ
mc1o1xuhhUC8lj1y1AKY0FrP6AlYz32wJGEQQTqLrQ6CBfW7cF1BcvwMwih7tP235UiCUU+MLLIJ
ZqfedK35NjTLVQL83VZ60KXLzI76mdxKapA4XTyQ86Dao6nXKiyVOxFsMDWyC5RA5hvYYNHUU3+I
GXVRpGKWKNGpkah8nqabslIfeW7xt1FZwoc5DWZ90y8MKjLobd/zfAwZdAT94/XqQBqBaPU9ehrr
fdH6V8h1dluD/Nm1FO/SBO4rGCZcyFDBWYsXzmvvWgp/mT4jx+tCL2v7/v4CHJiHMNz4/uAei0ir
jZ2Iv2uLEU0F9yjC7iIWL1fi1WFx27SLt2rBznRDi+o6JGH3c2i86MJSu8wmW30RClvxLbPVt0Sq
75E/r0Ng+BJZGrVBIxmwMH+wpn3SwqEkj4CXp0ExjlGJTsjysCilchku0WZr0OVLaX4dvEmZ9lPJ
0+8Q2lexqRiAFKLpG8CuXZl6yesU1SWtftiFmzaJPJgsqvRid6eFYcz1p2+LfY3XdPMPHt8GPsPI
vYwLY7sMbaLTLTJ0Eek2bKs3WOIyp50BO8hpMU+z8C7Q+OJq24FOi6XM43l+sBuNTD9JdccpHuZ5
al4/RQ1OvNQWTykn+EeFP1pn2BQu3Mgxd24eUuBchFkHoxkfq4k/qZQ1ep0zm5TXRkNxHlNTNZ5h
2dkrfN+gmWJ1N0rKeU2UavRU43FOD2kiWnRskH3JgaaHzVm8bWqdJmgrnoIgNGUPMfdIi96EGXvI
lgZ5MPBISbbJwuJ/WLuyJTl1ZftFRICYX2ueqwf3YL8QtreNmAcBEnz9XUraXW1vn3viRtwXAqVS
oocqJGWuXCuDglXPH+uxaUC/A6BSYyf8sQJxP8haguWkwD67bOwBmoZR5G8ax3vrzXCspqFk+tt4
7UGdPgrs1i40acJ22fpdrX8VMROY+5XTnPCriJmz3HR5e6LeSWfGqRfZcTjrvPmtl75N1OQ++zj2
b870XcNbLTvJY5n4all6ofHJiMd/3Y2Kvdnk+90ffkYKLXclWrUVZWYfuQpAuqM/tMBBPIy1Gh/d
obOPdT/mUDXEh7MF3beN08sHO32Yo1/+MgUX6DRU0jPXtecjQAQSk+MkODuOrPNWkIS3F2S7dfyt
iVgCaxY07tZtl5O36jgUsv/osPT8OVbcVRfYkPgyLH6lS1Hln1C/6gPx+MtEd+B1C5fglM/XFell
krFOBWhTvAAUaL97Jxxg99z7djPbY5zcnlD41dsTfBfYLc0aFy5ZzPM1jbg5e0bxGMtibxhg2UT1
UrpoCpVuOqh8QksuYPtuMpuLqVO1Bi/Co9kDYqAzvVhpxYMIQfFmuw10W7UHdRTC2VuoIZsHoby4
XwmIm43WFF0gR9otjDysP3c10pEuK/ixiIb6BXpks70doVIEQSJn3WRt87nGXtWyqurBLiOwFRUj
kMbaPujhqICKb8MbSK4+xl7/DJGLagXtvexRmgi30B3ZpLaN2kZ3/z9+RoXwQmmCulwpbi1DewLd
vn6judtpGLtXh/HxOJrALJM1ywtrqSTeKDW3oV+x7ieQYIcQ4TFAkLdpRWptSehi8u2La1XmQ1ao
7C4R7B8yk1eQBOa2dJzxVXuZob+1C+BhKsN5xF4T1cwuXgLIx7uPZKs4XykUOd7bLvRJUgg1r3yg
rrfkQQOcEeFOLQD7SDY9YPDA3jrHAQIWJwDxZWuwdvMXwKXbfTS0bM116MuH3e3cj/YKx6Iv2v9v
djnlUJ9togVXvL9kpQw2GRuqdVXy4gk0hvYOupThkkdd8SR5i6JlP/YXRohmOkUISmidI3K2bPD5
DIW8UGdWp9NDBhKyGFsnCZ2tVRFX7BPrZXIv/U7uhswLTIThvO5QY7HMF9KKo71jby1XiOEf6jAq
0F0dC6a6w+wO2T7ozUCECmCsBiwsU60uTlL1L93KU458MQ3RQXBK5VAzQTOue80waUAGVjehSlpD
XAGlLNQsFBTMYlc+IjMd3ge9dyYz/rpgKIoBcq+zFlMGUEErIASzo17fGr9Ezthtshznu9tyi+hI
Pi4SREigBfBhGabV9rb4Rmqti3o/OFAfJwUWdE6QeZnXahrIEINOQIZ0csDujjOkJTeDzrIVveoe
kinadD2Pr2TqzQB6x7z9h/rIdBt0s/0+qFNTc7R6+Q/5/18HJT3QYmB7wI/WiwBxUl9dwzQG1KMW
0m6+jW18NFLsNh/LqKs+lVn009K7rsZvk0WAzeQZdIL23PR+b1LvzRkRK3G+NWWGijMrj5tVaOwj
R1cWKzuY7tCKqc54+GvL9styIXOveQAkhC3dgrP7gFnjBrLS7QlEcMNBCojlhH4grogv2ysDgImn
qYGQxlg17beg4XthAW+7qADnBkkBhEIL+xuUd/irx3y2zJBum6ccDE376JdvU8oJgKVeum9ToqT8
FOOzm3RCvhoVG0DNiLsRNXgL6BzI11LgmXQnte2vfpU9gSY2BGHpUnUF35A2WISwytnzQXHRgDh5
Tc22byEUDkVOUgojzbC6YP753U7SYh4CGFiMsxR7wXNQQjZ4gRsnwvqzgFTHfPOx63/xMQH4OQxT
Ym/i3u5XfPKjfRKG46sPOeteVvWzsKr0nIMheqGg6/FKbgmUHvfgCIbOpuMvajaEuzRj0ZajWHGF
wmRnncga/+s6n/qVXeXQ/aD22Dk9aEUcZ60gKgRdUG9a26a/BZbpn8gd4z3x1gN01V3p7t1+M5F9
cq3ZnyjuyeRqwIiCHatqvCc7majzv9r/mB+f8Q8/z+/z088ZEqLjfW7J3E2IqraNZXhQC3+/DCCy
HVl/7csMvO+NDJC6KNNvre1H2RrYdsR/2h4kI3rA7GNPKYReUh+qMCne0v+e6mZ5n24enoLS11MF
FMK1GoJTufpTJOplaAX5hmykndCD+fQic3NhDwy82FhKbSe29kiNmjNuTAa5s3BF0J99sMw/JY39
tgCn9ZvbDCPTbmFX9WewhnhP2S+3qVP/mu13NxpeRTH+xR4+/faEgzEUmK5d7UKT3m78+0Qkzj3Q
nhL1w/igV+Yp78BsQZ7Csbud59kBuBIZDiXav50SUB3yFly35DMarrdoBdB0DDmW2Uc/AezL7ocn
mKvZPZfRdAJtxB1507QqxHvLnpNDplAH5QO14kRGscuhg/ls1khJRH4Un6kJqr9tW3TJowFFusdi
tFejrnHNcpuh6klUC2pOk2XvQMZszr254gDCqLLcUS9NySG4caamnnLMwclHU5ag18n7uDu7cQRa
FCNEsIIvGcVN9EW0BWDikIM7USylj+sJmnhJvKGmlXF5ZCY0i4aGl59i5I0enXwOpZBD24Dy+TZc
iMZchn6/tjobKoVxGt6rBqVqTKuF1nIA7YTfAWjcD2B/+LeHDLpjq7DU/+EB5BTC4jrl8Zc5fJzf
VyqxoQ+PPUvB1kDiIKTi2Q6uk6bdH1JjQ0T6s23uB6k+SPabFiywbmlYW7dxkJVgYDVFRXBz8qmJ
lMncJIQNYWq4dGfTDVPzPojQOuT1bqIWub4PZChHOPEYpdQpq659nh0hP+g/AhrsP/qMPaOMqz2D
JNaHZHkTrBHfVmvq7HwjPI8IWXW6k0xlmV8qP2dgpcXoLHHTNUrq2w0ND0xh4STafptH60GQ0tgC
3p/ckckMBmyqQPy8pZ9ADUF/5NADXlAvzcGQgytNNtyTSdYGKoikn+3oR4C6dnNwmWcCAPLrJwKz
D1S/jAeydGYB1afpW5Qmw54CcAIEudup6es5gCcTu7tgob2nTvqQIRsL0feU39MHjGcdyj5+Hy6K
ul5xj4G+ucyCfYJ1ANjdYN+FTfHJZWn5qcA+yVaZusaNjc+4y5yly7jYUScQ0tPOBlHCkga8D8f7
qgCJ6+ivA69KL7b9SKAJhkVoBUjvBPYd8N1nDZLKrVTJN9DgfvV66PuAaCTcFxxqjH6eW18wkPpp
4FgbwcpNAZopV4aZsr2rIfiW0Yw7pMUtDb0Q98gLu4uobvNNANYCCRmk1z5LbLCd5shg6Mxip6Vc
tB3IWvbB/rs/coZnFra836N0WQHCmgGpoCN/f8QAaz+pl3aChMat40OwsKVIoC/BqlkmeIcPQwUu
DRndQ8UruvcsZFmwPQ63A2Rs78ERgJi/h9IvGYQn8mBRat2p/us0um66zEPuafrwH5EvvXTpanbg
Vk9JvjQHTek2LTT79BOagSF420O9OxpQ9KZPdngveZDxi7s9NVtmrjhYYZ8SnDywbfm3Gy0VgwsF
7bDo/urW6NkIyPzups8x82xkp4cavSNuD6XZ+gGMykMmAZyAMNm2m7LsCF2w/FhYhrMdgUK4clkB
xl5ZwWMfIXTdMLf6zBL+OeGy/tGk0LvLfMUXtgIEuuXVjz5sPo8GLz8XTZlCGifzH0eGL3Nt8PwK
gYq3pzSW+vgUz0nSNfJgLeiPvzS2+cYaA6VpeQRmizhiPpihDTnTyvzNRoM0BUcQW5DYCIN1jtjb
I0RiqoOLlA2EeVznkWyxeO2kMzxIC8tB6EJ2uJ3AhXXzh/QVII3CxC61tdr7+fIydBNESyvnzh2V
d7D1ZtUDdmNjZWOKNPYkrki2K6BdfzfO4vFktLVnunYOSgTBP1VmnkywnNxufM+aLeGvm998qjQc
n5Ou+UJ7ZNot00Z5HCA2LyJzT3YZBlduB8A+5NPnPobswC28S2FgbXcYxM4dL95Q5cEon+sYShWQ
irBWCfKMkJxLp4sdCXNJDm74nHWNs+QlitVbEedLMZnxZkpc52IAcTtfrJDxUyic9VBECG9RB7lI
yC0tS3zJNmQbUP+3Mt0khjBdL66DBF1I52ZqU5UCf7+mMhCAFOMBm8bxFey5PiQqXePQ6yZjmyZU
/ksNWpqjG0C9j2vtaKuY/GUvQOE/+UYJJqz6Rz3axhd9E2T1240FftxMQBDEtZBdLK3cem6Crlvx
XjhXaUFbIGuT4oCEARgdoilc1wyqCKkVlcu8BvlO7EwtPoG46wOgvQHkQdu0kPRLlWmt/7MPOdIl
TcF2wrX3bTK648XXsuxCHLfsEx05h4pPd8yYTiRDlqVsvNN9dMKkvpbh06IPp+99/9s48KGA5V45
X1rIMixAfMQfuR0FmzEAxkaCxvDM0jBZ942wniuj/1pUKvrBEvDgYVf3HXTP9kLpQQb7NQjgW3VG
QU8KZk3DfJ6UmgdBVnUe1FYIaAFuYkRDdkwa11jmk0yXiDllxzhSIGmnni5Kx7db6poyEwEUt5gO
tkICrdRllZWBQvDEgvA6tMCSUxiBQcMoRPtgOGm9rGrBv4yFvPouar0Wg/w6iKD7gZKpnzxwg2c/
t8HDHCjnmvlmBt0nwQ/4y9bnbLTZWjiB/8hS8ZJE8XbS+SO6yGoMga3hqBundm4jXZy56mBRBuqD
z3s3D/h4oFZnQnG+G8NpS5CgSkGnfGgR0ZsRQho+BEqWv9uEBwYKEqUmZ/JT72MJdUTzkd9/nA/c
XvE5yLoT+DdQnmL6xuoWYRkc8xNY0oG50UGa0gEosHI9UJVpdLS+0KAI2k7rm21Kw4tlfGlw7D4k
QVjjlGwaCn/DeDU3lSy86yiLFJW7SYhwAYiTEn2hDjDZRQvbLfn2gzd2y6t2zIfzzdn1NbF3Vj9+
cIOQe7JWbtGCC/wFBDHhWVS1ay86xAP2oR291IxFl1Hg3LIC/H7j2SAfm11QczUt0iQy8HYZixXw
RBA1uL2fFMtrkFmv6cXUkd0Ze+dS5l2xktqZeqIcGbiFKQAQTMXs/MfLj2YvmG2BbBFl6Zrt0NP0
iDErUZdJtyYRH966yCit1AGqD9gMPYQ08D748cGq+Ioc3cRCeZBd+/aeOXK2zTPYY71rIdPm8EVR
F5CbsCznLsmmZucmXb4vbXe8ThCChEZc2nxWkHv0jdj4Echm51XM/9L5hVrSoMJLm53MLTCPhP14
tTHlPKgwvTO9EZyy2yFG5M2DIuDa7sJ0XDMo9C0KXang6UoFutSqWSJoFZ5tR1rA1eijPbg2OOiv
UHoAQsY3P5yawFwi6gZ4c4R8Fu+DzSqRW+ijQd4Y6ZwrMMPqWmSyOTMPCvWCFR7Ed8CjYibteKhC
855anjbRHXhL8l3v6fIEPZQmoY7SiLONWQN+50dt+TZLmOfdivWIpCZWECXr0sFBU2UMhIS3RyG3
hJ8GCJodzabGdBelqbgIkCqsg0Ama/pGVfprZSblI5Tc2IlabRR257LpwfuHPrqEjSnXHhAX67QK
32yoXL2PKiOYv4uoqi3P9WRfyZ++iiCPF+uYy2Z9m0hG4s6GbPGZ5kFwGPQbo58iyARKlVrzX1lZ
8lPI1L9zB4h3iwis9WQXnusvrdZixzYu1RNL+bYbA+tzLi0oWZftuCW3DCn03MLBvp0GdvhP007M
qBeeBA0XTVtEsjzYBAtsjd7eoWowWhfu1G2IhYyaKWLrH5pcN4myzGybaH3rjSSCEmb5M8ay8DRA
U+ggMvyW1HQ4ouWVF6AQQfemruaI5DVwibpppsAeCk3TT02kDJJzVnfZ3IxHaZ7j2vgxz4SMxyWN
y6/UioXrXobOfPanaXrqStFdDeiIUR+3bH7X5uGF+hSQi3ftaIMzAE8Eo0Zzjw3WLgLBylNiTAYw
ReOG+oqBWQ8eCANpXO/27ePYJUvqq6c4+eQVP2t88rYyBda9j8rhURZlBlqufDh6mtwJsGF7lzKn
hpYO+KJmF1TTNLbr3lMrLXMGDGBibag5WKq6lFl4oRYNKrFBXyBAMBypSVP6QX/vZ+mnUdOe5EOb
PRg6alvW3NligzFA7obXe4Xa/Qu5ICnDL9Cg2N8GdIUwtygEAIJCT0KXvkjEPElcNMPeBnR5AYaJ
EKns2lukTQg0c+04xoIZLofIlghXTj9Fd3VeRXeolsx3CeSNFib5NAxldmXdX6iXLuQ8Hsow9u5m
p6zFy6XFZ2CeNwvBlGS6Wby7Dbo9q9SPsVJQ2IZZ6a5QcAUMSRib7Ojij/O+FyhkArQ2tT+s/ioZ
83XvIwhed+Y27fNh56Fa6DHm7j88nYrvpRkic+BXTwXo0v7mkLX+UzhW9eyAhXfY1SMOXXqGHIel
Bx88MovEg6Z9acX12c8N+4WJzRQVyUvdqOaikhg4bW3uS8m3GYDjGySj7JfboLcmduspIlnTVB3n
lVGxEN+RhFco74M80odLHwHwxocRKr/oaPXaSneQefcvOPAktgpXZAkZwz4nq6ptlJdQw3OdELKu
uVi7gqVPosBWMOni7p8KsSqDOc5PgTRW7Y/pZ7dDUCMHPhsn7R7HQ2y/D1bdothOD48gdjMPnwKz
fULKY1inOXb7rcZCeBofIVoHy6XfX6jlm2BTmLpMLK3RAr5D9/aBfOuNY5TLN24FxJQe+j4+DFS5
MUMwmCagsEYsAIXwg65RyW3QquAL8oi8fQCuKJwFBp+ZX3r5ifojcLutmB1ORxqY64EdFbdM6lOT
J+PB12UVTReUF1ffUTP2InxPo+FkTdDaBgsH+BmbSp7IjTwmI662XQ+y2D3AR/0ycIsGGc/RmGsD
ojytFollyjtrCOoLsC8G0KxInXqyrvD5rLU46a8RdpyF9yAEBId57nz3RSCOtDj1bRJeIIO27ThW
+mXL4mEDJr12ddvq6QGezLsjmSRo+jZmYAMkjfCoSD31JcrrPYh3jB+Wa50gXDp9FmAWWPqo97+C
N8vYub057FBeCtSmHuS7qFtMzWY/KV5dp8gpF9lY8nOuK06zBPBoCUmgufVud4VbilUhi0Npg0vx
RjIDWCh0fYzeB7uqWR6oI8fHa13lDnL8LIKSa2+O5wYMaS/9z1pa/UvMVAyOXLCihU1ovwjwf21S
S6oNOYG19W0M8xrnxfruxPlONmVy3zc2f2SFDWB8boK+qk2Tx1xU7QlvnM/UOXFen0FRfS6Vl5/s
MctXUMaFwKJuhj1WwAXd0iUyUrzCdM+oMvT4EO7UQj3emoyD+w2QuPzeGf3mkgM/uuiG0HzlrTJW
VcPKPTUzZCygjimfMksfwYCzXXAww7xGaaOArTCDvc+D9IiqU2+J7dCiz4R4noqYn01jDEGgCxgA
hGS7lVEF8aHSTe0mtJsZN/yMeCU00eIWyTCgsFagsuEHar67WXo2gMXAjUaggqn9hsoOMGzV1dfQ
Q0xdR8xTs5VAWvXBRYVldUJFnLd690BKAiUAqZRLT3tEHSjlyQOaRNXXuHmbgzwMKM6BiwgcyXgh
mQ8dkmnrqUENiKoa6wGl9NZDLsJNiyjllTyKJLWBOAjVAtEp8Oz6qTct8LYZ9+Ts2CjMFmMLzBWG
0ohWz4lwZLt2KjkVy9ozNmpwPzNoau0z0DEtOs0M405RfaQmRGrsJ7cXb81YjckmQanySjXC29Ul
BMPorO7ht96JSiYrOshTLzXptH5zdjoZHRHUSReU1eqcDlTBaTlskjYwAFIu+oNw7OBoArU1Z8ey
CJRcChlWGkB2Sp21o0q2IzBA80y3AX/OiUgRVAlXGce2h+UAuvFiyO7CDCuamvz7JiphAobgqFjw
5WYaUg+SCE4hl3GX9+nS54VYpUaXbeZ2HU+aszyx93PbirD4NlV5oSmqwsvuRtXjfKgHA283z5+j
xBYkdeqQJ8ciltkJu523yxSkAPv82eZVDeb19kh2GtFFoQ0aVZOoZuyLr8Hm0xBBMNhHLaUdGWxB
Nld34N9fLUuAotY3GhC6QxgdaVQg7XhSPE7u6H5SAjCZMbn2oJz7RBbbmPagj+jvhDYNttks0rr3
j+RRIiOxagWU0Fqj9bCjQqmkaMAhRUM5pGQPKMYKF9RESax1+S9P8u2mv0sAcWmRhQ/73EWl9NQU
x05fEmWj3Y+8AGZoKo50R92V0yuQE9sKvI3vY2Jyp37yrKcafD5/3lK/0Q7NGlJaydbJ42xFuuH7
QleH1ficrFhrynMPAP7ZzfNslZvMPiqv+iGirD9Zsn+7xKnTn8jmBeDXc538SJ2T9ujB1oA42rsL
9ShU0IHSGbxqhXF/S1NNg8+P5th8Fu+V5Q7SDGSiNBVdjA4UldqLWuRKAyfezQPnjNavuW7T/z4X
2d+feJuL/XoizczK0j6iFhuvT7yMmgyVt4TgDd6bOO6wp7TDa+XWi+3Exyb1IiHOc9aeHdeQZ8VE
tMfSduhYCsQO2ebbAACVfWpZB7LRpfRq1DPrC8oMQFL6wjucIMDbJfzxyQD8PkiNl7prqm+lHbwE
+CB8AxX0fAM86XzzW5cZKf8ZUhkH3V3qkf9liv93H0iAocoL/N1rt3fdU6M8Z0FEDwXP+aaFTu3M
DmH7UHapa9O9dPiVn1nwKZmY/fK3QVHA2pkd4t+DVFrbL7HtJCdZoviyLwx1R5cu8XNoZS5vlgmB
uDsv0RvyjGvRV1OzWZa1tbUSnFE9aY0fhub90oiaKpqnHCxwdZhKByX0E3RM766JuLXNIhDBks1B
hnLRdn4JatCyXg+oqd9HvsifR2Palg0DqFXbTTsLb3YZV292H4xt+wb4ume3whny3X7z/91eNahf
o+zVnPjS2StQXkKTeZyTZQ1oa0992H665c/ygTXbwQ3U8pY/k0hhIgqbBJtbUqx34s957KgjmWY7
X1YRKsoo5zYZUXbidv3p9ugeL5xt0/BxeZumjYaPU1PHaOXz1DSRCSrnu95jy8lChaDwJgQGc0BS
LnnteUujFQXqAFR0mXvwhhr3qGt5KrSN/FoWQUERCJItzTCPpQneZ5Fg90FBk570/YLt6TzTzXSb
s0myLdYb/0idwIE9pG7enwaU8a9U4WPHrTcy884DC189OkjNalMAnuldlY+g6tJN2q64ZYxcm4yy
I9m8AAQHAIVfqXN20/N6SIVvbraS/bxNa4zBx2lpUGggmJVKkeEchW0QTTuA0Zo66dK9TxsJHBXG
Grsq1Rnuvu6ws6P9TBADB0FN2s9Q0wsGiUIkpCZuTepFLRu+L9kpiHHqGVBBvI3U9DXscCSKfXM4
gVAcezxq+9pId3RJohISsVm7paERWNaxbOgh1L7NEFUg+LeH9uEP+zzzh4eMeZgs/KCUG4Q4hr3y
40fmDOYXH0KsYeQm34s+HZatSoMLJIC7E2g8UE44VuFXqzmTgwtV4mXlg1O+UXV9LqEjsqIOb2tD
Y+oblJ2bldfI5BzyuLjwCdgDpLaS7x77NNTW9NVGUfoKOral3jZHW6SIEXsQEO7Emjt+KUxHLJLM
ju/K0nMu1IEjAGordIeBEru5ozbAvxwx1FGo5uBbHNSKroZAKSEfyCY7Fyi7cRgfGkQGN3ZsyGuU
c3a1WvNe6E1tilQStWRn8I0BxnwoAkPkMfZ9dkBUZU9FLbdCF2pC3dk9gPx87iR/stNlRGrp4Cbe
7k+7nhbs0MahsrrdB39tpwdkk8GPKMiZO/8Yjupd5I9NOf94t3obcgMksjxOdb69TcuAqT+ngVw2
hlBnz0NCRwGTfx0iLNcoNEseRBYC9ltBsUG1Ybm0HKt+8UWLMj7Z5l+CACgAKcvvYQbypNLrf/ZO
ucqywod+6AOSQSlOKblY1qEd/UTqDDDuPPumkn9Qo9c8OX0/rjlejafGLKujhezqZgocbCpBPrCI
i6D7brN4aUx58RMc3M+9OzovoaEQ3Efk/eIZprmHKqqx9XEmu0/LYFjKzrS+jM6wl56V/zT96dCP
YfMFoE0IdIH90O/FgsthejRZmW4jp8kOjS+yqxPweGWFg/wCJP12rLP8hzny1z5Px+dBqhGnT6s8
hVbvnPDNrtb+4Fcvfo9woHa1u2mf+AE/Nm3iLus47UGB7YpjEljTYyesR/B0uF+g0Qw1p8jpTtAP
qx9A0/aN7PhlEJUZGnkuQVt33woOIHUSrIwQxXUgwIwvRlEm58biOOzb9vCtdddempTfAa6BTJZ2
YMIbt6ih5OuUZeUdil/KuypCgRcCDjXi9W5xZ0F7LVjUBX7iKb+SCTVcBjLTMrT5QhnVLja6dCM1
6AP/auOeBXmyQNhYHmy97s0dEaoFpqi6oxb3oupcMH6+DcorrPojT0Di+T5RiYTxCl+mdGMQRAQb
6reJycfnllgUQfudyN4mzcdZZ/147IpF6WrKt5n4bb6SD10+tGsVT0cBrGtvBQdI2CxcDyweVW5f
ZszCBGkMBAfSDWEc4pKJMwo0nqmTTB63zswe3vwFEO5Ik8Xu0WgDd0l0FE7VvlaJYz0wBM1Of7EP
TfnRnrLu1c3Fm38DANCS2CvwuXkNo5Q9qBjVVHMkq4wG8cbviiTIyffADUqYBCpVK8C/0LUduCci
5w5/mOppgCTTrkMJ96Ybbet1wos37n3+DUsY6FNEZpzG3p2uUKkOQJSBgmQ9Ejnd6knpkaJCYCj2
6nkkObgRisBopA1ExbVPITru/xpJzzR9QBRppMsD81UAfEQO2Omh9iJeF3HrPAAhnm7wzwhPMkvA
Nwzx6p0t7Bp5AW5DLbw3oUdtg17VZtl3SBdtxtqfYtQk8jU4uqzvqYPKQiBm02d3MuUqZJJdKxkb
22EauoPXdOMJeXaIj/tV89DgNY/yvKH8jG3EpygDuHfBH6a+BWNY7ddaVcT5LAyzXP7tZ5t6+18/
W1ybH362xDAgsqtrv6h0iytRLIXNu8NcnKWbQM13Byr7Esx4QB2J2Ncyy+QCkVVQyFG4Lmj9Zm0n
YAyYjR7StutAcWOBNHaJU2vnbxTEzJZcRfirk1FUCdbo2D1NWsVL6UvZm/5GxBA792u1tZVfHgxA
Qs7S69WZ7ujSpxUYyiLPW906mib6lggzWhStrzZ2Gtv7wK/5QzDqkrYRVL9AnpxQ4lm/kMfo2Az5
TfsJ1T9yCT32+KDwKrFvaf0PMf75lpwmOFEKwE8TdyMVx7EfbHQjgruuH6AGJcrXjYYVC1t0C6sD
MnAALOiT5wIi7WTTK7lFJmhO3bpGBG7AWSNJuu7SabchRi2fHv43N4Vv/rYEFBEyVn7/1BbFFqXc
yOvhm7dhLp+2hW7KvF6m0A15ycrGPGTMg+y4MZmfTVf9GNMwuEOiWV3Bpo2Kde1vW6G3FL2PzJWe
tujLLfmPqf82bYW48W4qUNkOam0w7G4CYMaWyC4mezraUrM203Q/H3x1Lyo2kg9NxDKTfdqYyEQ3
qC4NCLgaJ+6wsKzBXYdlaJ5cQrtikRi8Dcoz7t6eCHWaY9whTpNPrDuhyAT0EgWIqk8Q6IzYJq5R
VF75Sm6ony6Gn3xNvZptVcl61LDgkpTxcK5EU6GUP3fBIBN4akHGpBJvPrbX98taCGR/tTd19H6s
wH8JpYWsRvIWWuv9uZcRwITQl1p2FSQaZQY0P1L3uMXOq9uA8a1bBAhNqgUZW91DdwGQMvuq8a83
e20xUH/Mvb29smoADRV2Bi6W8aOgLxq+QvzcZQ6+c3TLg8fazlMonCFuThfkqHKJkO6vdgd+oRK8
/mT5MJLaU5ZY0Cxf0ly3MRASQiheX1jh22tH5V5+AT1YtzHBBX6prcg+m/2TpeFedCEz3U1c2ksv
Hct1gp2KjzNIFJymuFiSS0a2MSxb6PdwZ32boU3MJ5xOOGj6gr5cGFAlO4T6Qndx5nYlmBQ8GHGe
C9dk7abWAXxXe7m+A6VzMe7Ih0yOW/0aTVPe2uRDzaoqXGd56/Esv1pZHgQlW4mEkSyTt0uKaGSL
enm0cxU0IByKf8y2nHrI3W39ajMUxk+KQH4IUmZJApUfDvL0Dmj2E86OH6OZfwQ3aXDgxk9GYjwD
BW2fmQF+QGnzEUrxY3puxrwE91Jv3KMIjS2bjjPEePJ4AcbI8h8VZ2uAFEtgPxII17gR/9Gnzbcq
9rrXdkTe3vC4+YANTwDuSWHi/1hleyxaA1hwWlTz+9naw+KK74Nb4m+RyvE03xp2bxysFnuqMmtQ
SaR76OJJILNG0OIpnAa7hKFoD3QYnwG8vIdYZ/sYTHV4QrFguyS70YN8sWp5c80ie7oLXYX9ix7A
wRWAjFHlHh3UF38KKsjpSrN8iqupXSgw8p3oMkqjOJn6crNRs5e9WLo521QTAOGyFGfhxdVTCBTs
gwiipclaDlzLqvXK/MlVXfWEyCvgjXX/QI5xlV+Akgqu1GrT9h9VNuM8CfTqQKuac3wP9ZyVPtDi
RST31Mwnd1oBC+RsqdkFNdKDCHBvqDkmkcBprA1Wtn4ouEKTPbIb9pJ6kYk3Dk0FegvqDbwhOXcd
dqjUayrWXhEyuKdObF2TRe2O5q4wDHsC23LWoiCjPXTYHCCUVGTRGZ+t6Ex3hqxfwZctd8yq3GnB
mmhAAH4EE7xV4GBYQJlZ39ElhirAIUpwuTX/h7kv260b17b9lUKer+qQEtUd7NrAXX3n3mmcF8GJ
HfW9qO7rz+CUK1p2uVJn477cICDIyUlKS5YoajZjvKc3D6MRpELD5uZ/PtV8yDdTvTmD+Rhv9KjD
rju5b/mdF4BkWQNLSL6g6lwA+MNc5UbRL0CUkBznDjsEJH2Zp38Oofbc7agZ5ybV3h4gaeCR5DZQ
Dn89TVD+PDE6Cp3JJJyPSkKrKkW+sAS/GWWIbzd1EvMQak4qVKUhRRF9BvNmudeMML9uQA1pwhV0
yhRiJxXFYCIKRPOK5aAbL7KOalG80UBqdDGoJwCx0bLeVDJGrsTPsTQijxAt19v6xSwfGXK3xwQr
ER117hgAr9NZXXyZOQF25jJorXVchO5yOuLPiWGlQuI2MLw7OnYiM3wllzxaTVPR4EA+JHYXXE1T
JZIX6yDUyknF1dxLAyBEWyBMyIMlmTxMNTtpX2rvyEild4Sd4MHGOCqyn7VZZqlp5lmpY5aVQAld
RgJPPODd3NuitYFNFQBJnZqeGbu3UgeFdhfrV4HSKEGvtgsas11SZykc9zaHvSUtO3YxDeokmAKR
xAPLF0JEM1lnV45hXAImpXwqRvNSs1jxJKR9GdioZJA4XlSf7DABNpPLvL1d9R8pIJ3C0H0Viw5L
wCSfRaRB8rQcr5BlvmADPggSM7oGgJ64icLIvsSCtKYWFdoINOfEaJ7awY/h6WsQkVe4Zb10LA8o
BnbqH6tEqO/50npoftbiiL/IqNYmwnoIgiFZsDy1H6Zef8u4exdLGd+YphnfAPfaOtXNeCQRyCHi
mwaB+Fce1jKw5vX+ktTa9iYAGNM1aVHRVPUuNvLuglp9GMU3VZZ/zu0MSBpqZhL1NTArLE3397Os
zY1q6UQs3pIKdSQyRdJFjiQektGcQQk6Ub8R8Wo+qm9LYxv3QKCe5/ONRN/bvEe8FndwwlE+Okdh
NTc0jH4S4iJK0JwWZ7PzEjC80XQK80+I8UXZAf3rchZlXnXdu3Zwms9M2l644IBJRE4qLhjp1lbl
LTTNss9+Val7CCPVAVdFKlS4IzBAal7z6VfRpHbrgnQvTeVyPixrMmenlYhbn39pW7XagTndl/nC
wUAK3H+Z7Oez6zPTvcr9B5pr+hu6faGsrsPV1BwLcQDCRqeSabq9rYMkQcvT/jGqm3s9SeP7CJSN
B5sxROgqOfjsDC1vLkfswxH86dSbBlBGeyctxEcJoDtSYpbOl43FqovQMLWVZubpQoKA767t+aeu
GbKLTrWswh03iBUBcnLp8rvK6qtrB6BXjRPzOxK1HNBefuqHR5L1rV/s0jBny2mAqft3Pd94UnIg
cSJED/vqNtrT5MDEjQ+wivAFNWmAi5tFs3h/Q6J2hCkx6dtqS5Mj2yQ9RUb2TJ10ulrIj3Dh+lfT
0RujQ7RZaK1pMseOu0smikvSp8KNosc8tvmJWj22h1vP1lvAieAHjVrv3yBSZUWdJMpBkbkQldcf
qBmPhbGzQxjrSIVOoUNmHBvvSKDZ4Hhxy5Ht6AQA68EOvuzxKYlvqi78zEKjvRmFLa+LsXvyOtf9
Amr3YQ1GwGHn92gGUlsBdAsxmpHrnooqBQMfMqi/AKdQABI3bY5FGyJ0Tb+ZxC0Y+GRZAi8ENprl
yxc3INR2U5zeHJsfw/VxbLNicRaoZ0Q1yMS5cavhtAvf+0z+a59l32Qt8/sCTradrEHxAyute68U
yLWNPeA3UX/VYOT8FpkIgIw78SM2kqsmGfQHGTUD+ED17MYywnbrlHp/8Eorhp0iZkANFP19PIAZ
NwNB53c1HByl4keI4XYKYzBuUW/jGQlujYQhJUHlkYeOBmQLHiP5LAn6T+CoAJYz5LNap7LPE9eG
GxEGtUnNQu49qSE74mW2QanNs4XRd4+ADkB5PADmG+kd2iIdnlI7QHSpq38G7XCJoESe7uq+iT+V
rTjZBQ++IZ8nWRYIj76Uts4ucj7AtWYM4befI7sEZBQ0Mrd8hG0bBltpUQQHkZ8ln6iW+VY81bp3
ZO/p+YwzrJtFcuZn0yxjOAIZbHfm1Zt8bOZwp5mjtSf32tRrw0u2NrUSaSY/fXSkTLMkZb0jeR8l
i2yEY/eyaItiawF+4LOeFhOelZU4fB0bTrVHFBLIeZN8wrPCXhryqAGAtu5qn5S+AzsZstQQpmAS
gbhedPpaxc4vA8sFDnYZxH/T7paRXHih9I5uDNoRhMrE+WU6mnC48G5FHfAT5pchOASNVTT2K8RQ
ecdZzRvMYDP4ib3sBbI5OwRqHGXatvdBp2droJT1m6k5AohNWBVOSbfbe9nxEQCuyYk6qehsAIYh
qeuGWjRbH/OX2QTvXmbzDc3ftDJrYPFy9HhBmFmgHzp1Dq8uqVWzpN5FblotqUkFjLwA5vTrS1G6
CNhUGjUAxJZCUYmQ7J05Jg014PUc7x3FKMH9WrTAngwGUdxpMT8SNoMHdtJdjFyrda8eCnD0hcoW
3V2VIO2+E914ZCB/XWNxtI9B7QfLxhnFqY5z4xMDXPoEWyez/AAUymLlI2ruC6l5SSlOnPlbR89b
JNVb3+iJqWsQV5SwWdw0jDXHxm+dFfPj8JtML/LScL+2MWBXx2YMDyxNsjs1kPqrOAeHjo5wISOM
rX2cYB6r1q0nHwafIGi6b/CWdstWuMF17HAOMtcRKKNGPoJEOX7RNcHIIkHHmK04nKctEHqB/SHY
qqeagU/VLpMOzAWoTb2qZgSPZtODxd1BmpAqAIop/W2NgN6t2Qg4ZSVWogbbCOD72+PWxTpzU9pw
rSu8tOmPETTDqrZgdKW/ZRK00Q2Y5RQH17XpMvNrAqxdkCl2X/WxZ0sZRx249Pxu11ittmPwdF51
SAlfwi83PpR9fyIMbTcDemeYd19ZmYAOEvkXWhel9xlS75G6jZpfFaANxZJ8r0XyRTb3Ui1jrF53
WQVkIIGFEika6YFO2bOS5GSV1eN0xuqnWAXAvkgjDeQOjAXRRzctTnmuufcRAJ8OWFHUU9gNX5U8
YXhb6EEgDpYNqJTX8hGOjEXO63KH5a+/wIa/vxhNqwM/tMi3sV6Ei5L1ICGgHjsIx0VTmsE27wbw
mmngQXBcZdRSzVlmx8mwQ2xbddOqogawPrwXkFGTOmZZXtv1pvT0dklRbhTvhm/gG1tY3p7i22a5
ZkfjliF2eJEQTOvMbOUa1Q18a/U6k1g9fI3rV1lsautQ1XxreKmR7L1eBJYCPgexktsId8/Bgetg
U4928bGqsicDVsansKw3MMR1X3nqxSvETw2X0nFg2eN5vckS21rq2agtPCflJ4cQEchQTG0TFjns
c/wDiaiwlRWZanBTgMu1GEFEi+DVTWRLZCurhDsK4iIZAADAf2NYFzDk5JeuWn4zqT/oYJbbRcLE
klxofbwXTMNboozBgd7WvgCZDo+ePDwVjm6Zj4UbRCtumumlGzPnGIx5ve5lJpHrjXxxsHk+iTr9
MeRtc+8EYbP1vDzd+6kJpjQ1GWmMBhjXw9p8hGk/Wnn2mK1s5gw7QAhSjDoVbpaVa8829TU1OyTv
3VovCsIwt1aaIlx8aO7GzENqfxyme/g0kGAIhocbMIO8yEr7QvOifRZY6/c4KzwDr1rVOSpXvJ0F
bIWQxU67g3UNV6EL/WJFuf8xXFc7+Hp1vMLA8gQgxeomgDFmklGTOhDd3uyMpWYDAKEVrf4RaeDt
QeiFwqZ2YD6sQA0xNy0AKOK6GheR4SNC2rHcZawQxkHV+smqK//ONpvk1A6xtyREb+tPucyN5JQb
ip4JFvg1sHwTkBIWCzy2/BvwNiRi/vXk2pbWAKwX/CESM2zvmFMBcEgttUPwotsGQDQ2dBncBhzg
1dKDIwvfhuNXwcDM08vhM+hiXuQUiAGMzElO+mMWeWtfG5Fj0DTxTnRhsIGTA349Z8S6CF850G2Q
FBInyY7HafOFNIImFNsI5HwLbLbS5QQ932is377bJuB5+MuQJWM67k63AA0XWDXYz+iSyuq8Sb2w
+Hd7uv5l2P2l983YWblVU5WOJrejPx66AU5XUKGXxx4WgE1WceMuQ0gYaI6z8Sn3roq+856Nsfxh
mI7zUSYcX5Z+750QBV5NY2RaaOtsQKYSPW9sENU20oIctie1B5Jqw9OpInFHY8nY45wzPedVFwCT
2KclyH0EMq87K61BUDzIl0zsWQ+cDNibt+lHwWqG+7SrgE2TGpvERHBxGJfFBZLgszXCnspPlc2/
U2qjZn3HshU/zWNYOAYrzTMfpIU/JmWtIcK43MxNt+7LDeiRg01i+/7JHJB6ZfafKfo9z1tQ0wXe
cOkIpzvpEh8yYenxxzqeFIz+jvV8AW9BiQgRPBI5dpgwC4viRDQ0qWqaqkm9RovcTurFt6L+kXrf
GxtbATwXaQYAVS27xDYB+0oQ0Opl7xxLybDVVPKusgAYMDQPpXRy44eMbecWfLQrINz66U3gqwQG
GZ6A1G2K7xlyiFeA1RBXWgHWv0Gz449+kldrMEmNF0j5Sg5WEVvbsciNayMqzGVrWsFDq2e3aZKL
H0jsR3yjK5+C8s/hdiARvtHGOoD88a4APoILU4ybnsym9RA90H+ix5/kusisrV1UE/uQO+jpNXK7
j1kGYqSZkCgtgmZrygBguCMIieYOXggQfmjXQLABElWBqH0YVxalGXZHajZD/tKk1EO8Hc57h9dN
6o0Y0sP+dmw+IkanzNIVoG1PZm1ne1dtsBCNCEY2p0yDC2pToVS8fMz2UWyHJ47NJ+EZRLJ79sw8
uLa6XtyyMb4kMAQj64wtwkajDWkN6fiMLD3/GnvbSYvE+mBAq0+gpXauP+cCfsWkldWFtZFObaxh
oUSAcF+xz6EBbDg8195NFtTA48bif4EcGfigvDaA0aUzLkaEioMcsTZum7xuljnP+i+Razy2rh0/
62WD4coPZSYlPpVY/GS5IFrtfZOBkM3HM+3XwEbpBrhJWh5eeFx7TDRPTBvKNubpKY+CR9qm0QeC
gyzXhWO08YE2a67APYhk+GJNaF6E6yV7L7nQKrwqFPIXyZteIrVDyUXnLGdVkoOmM8GLwS0XAOwd
t0iaST/boBfPuBN8Sz2kQdvAYruMkqC7dJBAjVCDJvgWgRrAZMDe0O3Q274eGfNwvM5S43OGnc0F
IJiyC+x6swt8gUQ7s9c+OUYYHo0o3Ph6Wt4lSdReW7GNgJYOzKA9bC7LymNsR71aazYn33e+Tr1s
sJ5qJH8csTnCV4slNFBewkJGulQAuG5jdpl2Ra2wdK3Vh9/+69//+t7/t/+cXyOM1M+z3zKZXudh
1tR/fLDYh9+KSbx/+uODcB3DMU0BDAvTBfqIZTno//54Cyc4tPn/CRrgjYGNSL8TdV7fNfoKBATp
U5R5PnLT/BKmW1fsDFehKiCT/raJB6ThSmk/wXUO93n2vdVW03es3wXxERkr25h2WJ1ptjuEmpnJ
pTUG6dYhXDnQpYpFMJThdmIZjMPmVRt5xJcBAmHmbUYUm9EK3pgUBCFAJqLCj71zGSmXabJiuMcP
oCdG9KwqzCztLwxV9FFTbXIsekBk+rM3qeQXgOmnO7Nl2LGbqVUhHslpJxUaS8o0AdgU2OLXl17o
f730liUs3FmmCR+0JV5fesDj5VpX29Zd04XDDk5gH1FTfFynQisfqhhOE7Wd6EbkQZeOqK5Jw0LO
E1K1GcLE3teqMk87pIFzNk/HFMyG0UuQFWsH06yDhySs9FVkxN2FDUrMY1kAJ2OAb+rTCNBnXF7r
SakCfxox3kqVeWAa8ZPhRI8Zr4YrGUTGQQgday5SGux/uC9d4+3FEQxWX1wdgdAQy7TM1xenc+LS
Qeh8djdt0q3CRF5+Lj7BQ5HfgFG2vUGq/kdaDsM60za05FFTaSFcK7sZCnAV64H7CBuwXFtmmgE1
DQtTkNUgazDN5osuqwtb7RHxUrzNIpZ/NrUClEFFB9UhF8favg60vLpGoP0GDnvzLldo+iWwbQF3
EHtHkgEyLN42BfAfqZcGVGG/MRUuP6xmYK2tQoG8PSNdwjgV7Uc7A2q/lyHlsfeAmWF0cbWsPWQR
Bs0duOvNuze6gl/Xlr53wNzxZmtPDHO6NN2D6iT6ubH1kZ3UweiB7S87cRE+V52b3jeqgKWwqMwI
AGBopKHVLlqkHh5St8judcmrjcbHfE29NLrrkml0DvDeq8neKAqdrXXRxGfg8m1jq1WZNxvqKHUW
/MMdIdxXd4TJmMPx3wRjto00ZNtQj9PZSoWVRR8AJePfmXhFgT6O9ZcdB7wy5RmG5Sfu1vojbcKE
1vYn3/T6Sy1wsUXTKlBBRvEFUcBOLLFEHjvRw1K1couiWDSK7S1EECC4d8oI5DJxeaRB1EHNv5VN
k/ks9rZ17SDKZjCcZGd3Iz8y4fAj1UQfG+UiCwdEW8FRxHbCifZz9190JoGo5PYf1p7Xy766mACA
sgSzHFcHEJ1rvb6YcVAxnqTMu7X7eoArNnUXHPkL13qouQj6Tvm6TdzsIWfmmva6pFFVAbL0OtEB
4RbAs3AjFg5yj9tiV8PPoNbZSq2uZwWSjC5aCfI2KJAYHB8wOvEA5jR/zJZVzAHvqrP0hrtxuCBj
C3WwVHvpgHcmhJUAsO6akNkyKgpg2XhucmMhzuXXV8W1/3KLGcJmps11QO4yYby5KthRCT9rEuuW
gS73wlCEGYA2iRHCplhuCRPVt6Jo1Rc3oTUmqzPo5RyEBgSXTDLg5yEx1gGUPEEre/aAOLjealZ1
FWnA4k7rJYUC5ibgOUCF7B9NFTEY+VtbFvbnWau2EJ1mM1A3dso0VHgRQDFCzd9RUypZ5yBDKRiM
v8hIr1CmpklZ6ZFsqB1stYX2UCl474Xtj+IOyzB4RXQ/AlKXVe6pJyzBseVVoOGi3jNtV9Q1CHKF
ewqkrm6B4Stup2IT6fW4y0wEqig5y3sLawSMikBNwRc/APsdBOObzqKt3f5OVwkkBRKR4brFl5Jq
qb5uAINS0sAsB4qwwM8A79xxbw9y7+JSNiFg5sfGOzqp/SXJZHNLohyvrlUCH8aGmtTBE6RQMf74
63tEN//y6Ljg23A5yAVcU+ArXPWfrUODy/C6G4zyNgi4sjpnn6O6Cr9lHYIOvd5i1/D8hAjPQwAw
8PWCbwUQMeDf9x4KuJU24E0FSoZthfevR7pVy/ABM5zcVAuR4wosFquLKtikAFdLTScc10Ehx7s2
sIEq4mebEEign4tcyy8AE4tQU9XEF0azc2yFcqOaaQXw0dIx+x01kWj0MiU1QYW8DhFqtnYM3OWU
ERR6er0OR6s5S71Gtjh2RlU1JQ7BUDXuE4FUtyn12kwBJAEmMD6lXoNtLr/yDPMs9brw+3otu1RO
h6DjDEjMQdy3HtsPum7LG0t3/au4Rf5rjySeB0PqYApnLD0hQsG+536594KCPwBVpNlgTfW2pBZF
wD8v4OvqGgfxTi2+IEhuieZxntbwR1iA1XCatpC5D1N8caqlGBE3CurGoWyDe2CuC8TnwFpX2fV+
qOERQFqBvQT6RfiE7VO2SMfS+xi3o77ytD65yhAbupN5q+9pJrOBB3CeqWOpf+sWPZKTwZPVev1S
B2kcjNPITXZUQXKzaoZ1bRpyya3xRUYdpNdjlMGYMc3hhFuQWNVXjg8LSiZk+hUA8Adihmyi5mj2
o/uAIEZrGdlDgPwJ0KfaTcV3fQiDPdcNA2fgpF+dsD7UXvYRyQzxFcNyeDPgwwicFyC4NvP2Hn4u
H3R2fn6fp2MNmoCi3VLTKhO5r1sEjlMTJMzGdV2zTSSN/AYWdr7KWWLf6mWeXLHS3vKht29J1Ide
s/J0b9wYSqaLsgZzx6TudUl2qRfZnoy1IA0CumFi7clgFJCHTMma3kZsdMuQEI7NkgPotgct4zdh
ZcKol9d7w6vKH60ePxrR6CDntfaW+EwX1yU36q1Iag3xQCPgGpDFuSlCmd++N08S7/u0KLcwWLTr
sgUlXhYWt4XKRkEYJFiSVSJKpuUgbayTDI8UZFSYIA4gXWvEKuWEJXzy/fDFyfPVOOTDxyhGgoZT
Why+FnyxY3crkKCR40WqwA3NpFghsag/dFVTwQPXtV18UUd5uaw5c2+ATxpsDacIwTiTD6dYh3Ue
IYn2naXDUWDlgfMNOVXrJPXFD1+6x7aBR4aGIxzAvRF+EG4R0DRufr0SGm/fltg1CGYwvBgszjnW
lNcLIcxQZaP3WgvCeA4Ta+fBvUQpA4CbunYDyXeACoNFhGQtuKOCpr0fG6sE4Q1Q8i274DdRm2E/
0JXp9xx3JYLLxOdZAzH8PhzVXrizFcQK4axIgKzi+6d11wSqIn2AH1ENFI4gxl36dZ1O+wgD0cdL
KYb4UgaNfk0dDB6Q619fBv52X6oug8mwb1D/LIu+sM/eB3bfI87bYfLyJabddlUmKR55BuZjgHjB
DGDoI/Ay54c+8Y2V6I3y7WJAI4oEQf709AcF8OzgKYuWvz5lwd/sc2zucMfBX87B4iH+8uWJTFMO
osEwupw29KNnV0BC98OvsAknyigPtJ14W7oe2/4ppnd8xRFK9VexD9zGScwMGX4F1casXUeNvTLD
MgNG05rMnKnthh91E1guebIeghrAwXB5rLKYB7eaX77UQIQgVp1Emkfmc7EaVG3Wy0CR9w+f4/T9
MFtCTLzT8Rks8GFhWK5gaL++nbth7MNqNOPd4CHVy1waIGVpR1Bt29howoBk33ZjB0JdlXDSyfga
QW/Vp1nD08QI/5DeLzrfA2ujjlSGsO9B5RQAYDrBOwdZoHlwZ7K0PHSql5pU+HAED1bvnwLBwFX1
c3zWmTHyhDn/xrrjr+8BXVkXXv9cPLyODZQQods2crJe/1ykWqQDPFn+bsrhMorlZJGBbd+90P0M
jktgqFSqiEe/Bg445O2QIacNANWL2AKKoy9bAPMxG2ZrXze2A7CcA3wvIHX3rD33U06YU01383+9
smHVZNP6nhdDFfpB86b57+1zfvmYPtf/UqN+ar0e82+8rvD/lyoX4fcKL/wfzVutV/Pi6C9nt3ps
Hl811hl2oMONfK6G2+daJs2ftjil+b/t/O2ZZkEm4/MfHx6f0jBD1DpsBN+bDy9dynYHqEl1D/+0
9qkjvHSra/HHh8vn7reL5z78nr8z7Pmxbv74oHFm/E5mFiTOYfHCB+GH37rnly73dywRNmDMQVuB
GwVdgLJsgj8+GLYahDUPo8DJ7eh4VpA7R138d0N3uYUdo2szneMx+vMSvJgjp7/d++ZJhK+/vk2Z
62KBMh2YgWAjw4b7zW67jAQwZf0sOtUlYPRKJGwuDGyCt3HSnyLEsiZwN7HqEOgAW1xa4FVcBDYH
nnCKb6KwLpGwZX4XaaCtDfOElN/+UAdWNxXAg0Bwl+6ItZYiHZvr5cEotBJOZzDH4yioZo6LuCCq
Al2vmvqpiRdJudRAVr+oQb14yPU+B5xGeV0i5m4TOUZ2oIIDPyZeULVw4SgI0ycnbzOkwiBcnwqK
wJ+bMjX89cCBiUkx8SP8z1MIP74l4NWmCPoG+aCLLLWHVaOVGTKERxR1mB3mJtVcDtIjbxh3IZaR
g68KI3GA2fizMCUydKQwj7Gv50Ctbl6KUDU7gDIDVK4+kbzwzB7xXw7AwtshAVVDFqAEUWSMOti4
El5XGxhpsmQhWlFgM66qttS7fdzfmkVVKDLyoTyUongpqImg5Ax5Q9qPSnMkYMFhxwY0t92uBlOL
+qPt5KskQAi76XmrsWifmhSUsdJADvUIJp3aTS+aQF6Bj9vfDDUi9jJECdpanC0qqXzBfXvvBdGW
Y03fcSe9lwEPFkVQwXYUm0gzL9esQD4aCFvKRnECxtVRqJoEVdS25fwRoARr20AwUQVI8Y0Rx2DV
ikdATgAgMTT0RQSwsP2cyRBZ5cdkbEoPcGG6+ER/P38cQ+BBCKdqrgE+ZSEjCQGZi07iYx5A9UAN
YNYz0sTqNSwO8oD7GVHvqub+rM0yo+gQjz23SWduzuNIxlyEGS7KpF1XeIXuZr1/mOZtN03r64GJ
P7k6s6k/PlZjVJ2dq0kn9+YcqPmfy8BtZi7jbATWqToiFWmFXIC5OcvaBJEumulucntD0vmyTJdg
br/ppmafIeqDIVoUsLs4VtDxYlvV3iFRT0qoni8qsp9NsJ55eBp/tqm7yqJ4XNIY6pmU5pEiHMF0
bgeI1muAm/jOtG9k8+GLYcDx3nRTc9aZzwZ4PeDUA2XZilSo4z29eT4NHw6bCjGqs2geOsvm3zbL
4lq/qixrwB2urolu2R8B0+ZvAqTJH0AHgXURcHpsLYFTeqh0TY7Lt1XdCYuDNvhXiDnlGyD01WzN
OHD+Lc1HSLWaY57tTZPmQpYboj6pB+HHCLYg9cGLBOKqkul4740j2TSY5qETmWaY21QjzTcyBKzr
+7hi+b7rAmSmeF/Fukuz4oD4t+IQuknPpnaYWP24pK6zqjl4Oe4wtYy+7SrkLjXCbaMW9dBWiwXs
JS5ot8HbCLLR7NCqHiQh4JVwpuSTKvUx9eKYVakpYSXbDLF5GcmkPCSqAHp6MRU1D7FCc62Sm3Go
b6iD9Khm1n2eICD5zyE0eG7O03ShfJk1AJ36ws10c4k4mvaQZmV7oBoVZu62iD+BDfiso0GwbRgD
LF7yuDlghT4v3pM1MTLcYACQ6pr09B5UNV09lySLR/XcUI/P+10hWr5FMLSbAHRVyMPgOM6GZ+Hl
W+VpHEk1uq2b0YF1Mwl2UYr9AxWyBW9AWvjtsgns8mCplxsVoa4WRdWkDh5rJXKS8s+s6ts904L6
QIVuM3xPZJEOFCzX/4JUZnx01CO4xWpDO/isRIqKU4cLwY1hYXdYnEyV9oSE4POCZACa+cYA8bEW
oT4eehCFH1pVZCZ+r0rrr/2iOcRAXz5QLWq8RSvyYj9Ixzx0quB9M2wtaR0ClnZs6bV6tUEUzm3l
wSo2RDmirtVfn/6+g/ojJ96IG4aEku4dU+UcJscx8UOMN/QKq7dVLL0GSCsLuhJ0YTzh7ATP7K03
MnFA0JE4UC0wq5faYMl8DaCIcJGm2TAuDRfLgz4K7DSwA8wPrK/QBu7johMsWjkDQr/1vkZgDrJM
7nChwAhiaOYCcaQgzDUrY1y7VeSvAUsDWNKAwbapyXxRj6F7SFKJWEcHVPG9YwOlOBsRLqF160rt
6mDlxu4tVrs5ajezkNrUQ0U2IuoJdHGJvjRArIAAdNWe+8+UaBJqJ4lmbfAleDEdZ8TOEABDUb0Y
NePO4V266TXAqC+ZjeXEwMZmKvqwXHpFZ+wQ2W9x3wRQIfqpMNTOi2q1EaXYcKk2jZx1EHyGnjfq
s04FfFSgCDMPsJ1FfqACCYtYU6mKuwzwLoXa7r7bP1g+W+S5E63e6JD2/0JGKtNRaAiCu55816/W
8+GoNv/UtocPWgwp2GzVhaCrNf/cN036obG2NcebRr2Q5oKrl9DcBFpTfvDUq4c3AFWqegs3rHq1
4PsRb7NZkWq9neC9No+Zu6dpwwRwHW+Edq2u6pvDks7fyixlDzASY2MxwELrFe50Khq/wlRvq9RG
2uGL0tvu2jTxp/z7/rNJ36qetafq2dygccZTp0lrmvov/aQ6hgCWqvnT2THer75/pPmk44HfD24R
bc7OgKqzytkU1PO2TcKz4VP/2ekYyVbUyKwGGp1+ViQ/mynIlASwL3akMcvnAbZg3hrARV9nEYCU
9INuJqkBtipUqUciP2Wq5QO+EFPgvGLneqCiH9zqMKoiBp5msqAqCakbMTL4Gp41qQY4Rb5C4Ajg
S+duC4GeDC5uTHw2nZ6lNRL0gbaIyGxUqX86ErWjarxH5n+yqaV0+XoeTrWzOedTotmpG3/uW41n
zYanvbZuK/0TPSvzE0FN4Vs8203PhdVGBVvPWiwFhKYXYheC12l26NoKe5+AdkAINUoPc+FkTbBE
lgFQqftS4FXk8uYQ5c1LocF/g62MaqdjbDJkcaLqPlfSDA+9q75nE/XMCLU969V2bm6m/SaKDgiB
zbaDJuFGcYKv2PvAgjAY2tqp5TO4RZ48vMiTvNz2ce6vTH7np4A+yGX7BTAMwHOtB75puPiKlBZ3
Td/WMabJ3aPbGOm6Ur+OPt/ngr7wx7AK1sLHa0WTWXRkUl9VsY8NbhAbBwv50nsLOOdxCaehxuS2
E9bHBL/FNPtjLYD0wbAJw73DK/CJO5Zcjpq5iqr4av52JVMEWRjS3uzWpSX8hdu1/EBWqP/IYPf/
Yot7ZeL7O8vf/4cGOw5H3a/sdf83efz2mMIfPZn/lI1vGvJiq3PE747rwETnOrrQcWcjJurFVuc4
vwtELRgw7OvANIFxf7bVmbDVAVLIdRgCqSxbBT38aatjv+u6MFzXhNvCZIbL/xNbHX/jVRCYxoEB
nesAAtZhW35jQI842LRqA0GMTdq4G91BJKMxukckGeS7wseTX2S7usT2wK/TFJS7drgEeHP8D3FC
756GreySOBuEuSjb5Ll/foQdagDelrYrC0DjI2DbOTae/GbX7MnNgHVeRvoCICHaWsaOvWxAWrgK
QKiwO/vTvRNYyVWA2rl9HVfD5dwwBFgCYF03VYDbmVvIEUhJcVvD27FKFCuw18PZwTV9r3lLo7Xx
xZh/iS0PULPul2SotEWQI4uVp/oCZi1tC/wW+NVCJIb8w2kJodxyr08MZluLm6BecLhhM/VnPDux
Pq7NEmFj3s5W1vwUeDFbEZVX4CFyTqmNb7a+F/0KfO/aoRp1trCHnq96xUiyKGsZL9rWAsEaAhu3
cPgd2gJkoWD9q062jXR5gAPV2EPvTDcFxJ4uTsPPIinsaoV45HhVDM7/sHcey3FzWZd9IlTAmylc
+qQRJUqaICSKgve4cE/fC1BV8WvF39HR855AADKTSgNz7zl7rw2QEGmoJ5xkflhb4hRSaXmN2g0V
HnWzq6WIGuKFa51Zy+9Sa5tn/cmIn1sjFp4zw4c04QdJ60TYtlL9diJotbpGml0bZUE/9EerLRAg
EzRhylqCdzsfYKj0v8bZcQ1iFDw+dnWTs/UTVJoolJa3iOa3RtM0nIfAiqleTsPBtoraJ4rgEucn
xcZ3OTLVM7EZtFJ7t7JfSOIe9WxKLlxnnYPTDhvBpcBlo04vUTyC6xPCDHrnIkuw1lS1wlymm6Hi
YA81rKNt4hqo0zw7dUmFQ4qic77Yeqha5AsUJztRjsXWk89xGbVyeZIaQoWhcr6TQ/xHeoQpuzQg
J86DKP01hsJnZrGPrhnJTM/cytaoAA32gWt4dGiX9L0qJTQNlhmUTvvbqtbHGnF5izAg0yPVncf2
KftUFe3PycLn2Y9gnUgc8jtK/2g/FndtaOfOo+P3sbF4BloMz+pAu5aAcqSNCCfWxZV0neGy+rhG
3RFEQ+wqW6avZpoHVclORO9lh3jsJoqwi2+U02ekWKsrLa0IcLAXZ1KlfpqKHEbWo7Ja34H9SGFj
UGiVkujVmQEvNYzbYZPIT8M83PHJvSvUUKH3a5nbbTGBvUZmrjyNiV9Z3xRyxhhzUIiA757JP2M0
Il5u+JYNXycpc06AWT4ghH2f69wzmqFw+95h0lwyvMjoxYYE53hlVM03sSh9aJMS/qiX1eoXeIgU
e0kOc9c1LhWBtyVWDG/JFKTzy/S7MAlAyZUlYo4MLgXtdeT3oi0PwIKHUEtjIrL1xrhBfbga+RTh
HemBbypqd3QKjfGCZhAiS5FCMljokkXtdV8lMUGcPxblkBBsk6WNu++TDELv0wL5L/U/vs3kAa+Y
EXZbAWDfhaSC8c++vS/QIX0m2bH4x1P2/fn2+v0VH6/d931s7msduhOcPgZme2pSGPtTSl2z/hpH
mM32fR8NCl1drUBfilc1qVA67yOcKdXrHrA+L96fqEyU8urOAj/y36FQ7Sig8fZtDhkHg7KQsO4z
ovT2F/7Z+We5Pyt1cttdJ03/86K/BlWrKUAsu/tL//FOFsZIx2hRgqGHwaiDrPnzDj/emw2SMkcq
vr2Ffe+yv/n9z1v73n0V3ARvl0sIekX4HbpJKLmROe9Co3TfA4DFHaj8nEgndFWdkyc2oA50cXsZ
ktgOxyx6BA1NyB5zhiXufIR30zmhk5Hq/a9SQLddsi+mqV6r0qQ5VI1PVrt+0TXxe5gndC516TmG
VJDYmwxBsYjyqK396nJeyCeJC7ur4EG4Y2M4RnL8rEumGhhpkrmjlT1nWuRmpvYQ5bJzXNrhSY1t
knQr8b0onMASGGtw6+k+9KLKNRieHxRbvyfVEl2r6jsK3tvc2Lk/bJGPXL8nN3Ka92EEylOZ3bHS
0smL1G72UgOcQCIrn5xKTg/12BAeESXnNSlO+risL3ig4Wv3b0DugzXV1aCDdeyVRk03BlsCGHcb
tmw/++RXCTfVGmJPnMzwZYssnRTpt78g0LRUBTRXmnE5wDDcowZGdlCSMjKTNJQudgCASeXyuz5I
hvLecv5il3owE1H7KUCucPiVW7F5NVOz2TBjma8mswjEsN20nNqjoLoGnR2HjPxF2Lr1LA9hiXUJ
bWS6+Hk9f17ggbhaRTFtlGzd5QbXz4nxCDb0OKlL5Ks0PsNU/Oqm8l1f15+j3H02pK56lkYL9brk
HJ2cW108pc1DVchkfMa95clwMi/6b8Z7jhsNi1sPCCxGADxem48/+pmAFqsTiqdZaR0Q55a7cqde
SO7iYizT5+MM64zcGweqCOOqcCctFXcLB3TbTYIXCb8vHm0ZkYUKQQ8Cf/I7ranhtsrF6Npfit1M
8AnsoGkfsFh/TR1V81UrS05WK4jrEYEF2/fVFD9QmagXhcwiN8X4c5Rq6ZMitO4w6uVBU0BhV4r5
E+PMuzkTNdykbRsscFM8ySGsr24uikn2ga2vnl6vd8piibsavWuoFPImqoCeTAuNDrKAhqaFPdGJ
SmYcF0O9Yp8+MMQ4yhQZfQ7sB1NNllCOGW8Si9sc1TpUVBW/3DgHkGxJIxhy6bFmNHMa5/eVQrqb
R/EaZmjWkGd8hwqz+oQGLW6cPBVp+cYpfsIE95TiOA6sBtZpV/pYiT9HQ5UxmuteTONej8+2bgT2
PDyXkchcqVN/dOiltaQqA6mxwfLZyVeNtGtTJkJXrtY5cJqHbC1mfon6Amd2S130cqe10bGrxTXt
4kc5sTj31ufR1J6Xcvw6RXCULXueL0kEoxjQqKeaj4z8TjkWYW+d6yMAWwp48fzcKXoZmq3glrtq
vx2bRmmsXuZaG7lblmDuQGbYpfx9btFRJU7zplf54E4WDaVygwy0KXexPP00OVDtnXHUfHGorJsJ
JHfOemzPRpu4YnYCWAWSO5/kcjirpf1oWy0eBgSzswR/fcm/zdF0Q2Hwpcu5NDklx6F0bu2RLMdp
eST1jC96scGaEDWmjC8A+pCCpYnOZbKAaiA5z1Zkc3VJEs1LYhHMlsFNuFuoAtfqsbHGV9LzDI+g
djfTsAKPVELcvA3Jkahd2PpX0wSaF/sxfL5jMi9Xc5hBKEjytSoQka6joLf5rK6JGkCQjl00Od8b
DSSDwCSTDXFJ7Vl7sdaLndJQTiOil+TiZcnMd3uWfyyzl0vRZwngJ4hMKIQz3uD6Uww+AxTBcsWX
9auaytca2KcLysK5LOhIfRMCi6/FTnEnqF2X3WqZS+gbphakFcnS+yP7vj8PK4XJWMpcgrxuXlpu
MkeyG77uz4qasgsakig9CrL9XWIQc1BlDptBtXHT4s0Ls7ys7mvlLFd11t01KRdUmEYwqBL6tZbU
qtx0ytVfTXolXcPZiIjNt8jWcuUWH7qODDOy5d/WEZftctXi1gLhVj13enQqm966aYNq3SaFkR5C
zDm0BLCHhvq4uXJLi2TyTBTpJbUsPuH2TnR5WAOTgEauqhZf3yiju9fokhNJ6TfCMPiefsfDWj3M
Ws1i7jKEBuOPKelGT6Wjww+PpDS35+gm0GffRn7vlX/r2uJTD+XNadR3IvES1CHzdwmpcKHCmMIR
ec2G2T6Vcg29IjUPVaXfKiP3W3UVd7vMU+I4mt8Atx5yS5vP6xA/TIhpuekN2l0hwsuKiuL2U86A
P6hrfZJr8wQ+hCaNQd7LpPR3su6fAFnKJ6vsy2tDTG1iSz2vRRqebD9iU5ZZGKNzcJEA1t7SK3B0
EaB65DKfls4KYrBUhDaZF4FX8jS0jbjn/VTdyWifQIjc+yxpj8rS/kzr+Kzp0XBxsik/gxN5jsS0
3HXAeGeFLlVc5r8Tk/fo5AetH/lvSo6sfOMkIDa7KWg7GDQar23Fdd/oEU2orV8P1jfb4Fcpurlh
7reMd9iipzGXj9yXlnNiVw9Fjki/YiyMWaBCqrG2Bvd+KWiVZfHLvm4vzpKcqsGegJqzAI79Ptm9
HpYyB7q5fimcpXSNY4baxzcHRi66lS+eHEXDHY/lTyeep2Ma2fkVfoFfFnJzitQVNc0Mi+SniWYe
RNx5X4zbmlRbi+Ltq71QVsR8214tFoSntczokvbcbEqUfS1LTAqLH9v7Tn3XrOyryf44E/l/P/9/
3Nnrjp9ra+1WAoj13vD6aAL+1RP8a3N/crd1Efe1j9fuz/vY3Nc+XmvrC9eqAvDx/h/tf4DrN8Yz
UmXQeiAloeK3r30s/o/7bCTlDBr/h9e1XPjJm8z9SAe88PGnLBXss/exDQa8//Pf/flbH/9Vuuuz
9mfqyaWMRv0ECHmQrezP8//xeKxv5eX9qfku8Pr4+/vfE0J87+xFJbm6G2Sv3v7PHMiKGuyrBd3O
IlYR4RBJqUbZQyJVBQNPrXjFAngY6lh5mKTeIdVy6eExNMUpi3E7VzkgmcqyI79F1hfkcfmYZPFT
SnAI6awc1aIg2N0sybPW6/K2CAu+BImoIT7F4maTVR7S2e2xarJJJG9xS6WkZNZqzCG5jWCFeu0L
vnL9sKJ7IhMgUgO9mIwGpLI4piAXTjSjtasFFGeVu0/W4k6Jnh3F2BXXLEmLK6qlxJPBE+CfMmmq
9+PJ7uSHzHIGJFPG0l0X3h4KcxV4lIP0f62vy3j+zER8vY4VSfP7mg0pLJRqhzvt9gDKqPVaaTaa
OOghqOz+/bR4VdarZpKhh/40divt0Da8k9X4lpZmRYJgndOBYE7Q54SjNVrk28OqBPIAnEUz1fNY
RPF12BYKtYs+o0+ZgXojvUI3/eKuS9JNZaZyjqtWu6jxY8GNje+IP8h0ntvLWs9Xrqbz1YjLl1Y1
LK7LPKOLpemaSxNoCjRrQV+Y1IEs3MGWXVBhmNMvlto1t9W2C8Zu9P4dvXojyUQF40dQpgO6x070
C4GtpCOMwzFqKbevhZm7NUHNB3NOf0TtXIdDln7tHDM9xHYtX+XClq/72r7QpgUYjSGvnlpgqsqM
NKT2IyENvpKvo9b+/qwGLnZIZWbr8TnGpS0r82JoyrHqbMtfFOvNYTp/tYyuO1fxEEjbltiOFOYX
1Cl1c+RO9Z99CanpGKVQG07PDSQSNO6lft0PrH0NgHEcZoa6aSfUhYHjcBWTMI9GuWpXh0xhQn6z
19UByOLH+NKJ9bS2h/bHTaAJQHgIGS8Y9EFGpmY7BbFcrycUXedmqYcLyJLOtQzJYqhlR1c8e9J1
Xyti22YCllYB+KRbWl6x6PbHVBjgXMEzVkFRtK+rUM8dYOlABRDgGvmYX/GT57DKh2+ddnB0OIv7
3lhaOt/USHiF1ZFdrf8+c3/6vrDsS2aKF+rReSgWNCKAM+ClLNyJ0+3HSkrS0eztOxy2g35fKOjo
oQQpgHL7homgQXpmMv17IaXxSLrqtv1nVZIyUtlMZrhCWr/sD4jtJXUm0A3844n76v7X9sf3TUtO
CXPKNeXPf/PxwMf/uu/72IQKix9AMOT92PfxnzZaX54X8apl9lDjuUrzf7z1JjaZAuhO+I/39/E/
fry9dn/nxUjljHAFJDnbh504uBw9k8kCZuvj//7r7f21uT/5r7exv3Z/3jikb4Vobx1iECguhcx9
N2ZW0OSgYK2rPSXCL7thIPsvJeOFgvNRa7SvBLtK96xTKy+m8hMwSk89umIG0Up5OFn9egfZetHk
+U3uJKKxc4ezoTOEXxmFcq4LVb1SfHyMQQYeGdUDCoKEl732lnwoqFkEape/qYxz6Xw5DhcpZrp6
beO95uzUY+qxDU6XbW5JP6860GW0oFv1djBN83pGVCMfyqHhCFaVgy7sb1G1yDcIRV8T5jUHqhtM
R7U59dhUMceug2v1DAcNJ7NxVD/G6xLf1qgi82mxX8fkRzMkYdPNygM5Q2U3dkepG5+qkess6YbE
azN58lZ77IK8yr+BhqfZi/ngqrcUkiahvQm9f8tFoZ+2SkcwAlF1hzm7D/r4rY/sx9KQzZA0qjjJ
+0umvDJPMy4FYdYrv1HA9TwKolqhpGpP9aUlPgndvvMpMmQV9iUkVqm0aQDMrR8t8YVxP75RsyGU
umfq5Og/DdISYDxNp4pT8Fmtc4MKelJ6tMzzgyMTetVM5FN17KrqYaIaPBO81KeHVZi5p/byz6nt
vw8y7Gp9YWKx6lqYNl/XzIg/lX1+2DzLIQfJbZroaNd69jgSUhkCQX6Qxug+LhR0OJX1c3FcZz1n
Cia5YjC7J5KeA/hYDWksUnWMimi6GOsKvPhBGsz+kMnRuXZ08zrby4pZX00oQIvmPnzPItO+TuPS
vAxOeh4oX57qMdNdAXHLo/hlwOdXMk9pavMBYiuosJKEY71fw3FsjGcli2EmDSZCaPM2SZNyi+To
kDWldi6qavaLKAHNk07vKonnBxZawDh7Oc7DJAJqZ7lrITo8RCVxz31ExNNoxNKJAQl0SqTrOVPi
QC6JPc0sSQlB3rUuNTLyApYEqNokTmZVUuUQUMMM0aiEJmS/9cTG3afXDiwNsVXaNIp80wFiiAgd
aZwgzEhGIIrpJ7M+N5vNNchtQz21pX3KESj/acv9/6bv/82loRsmHbb/s0vjoXuH0fLPpi8lv+0l
/3FoKOa/tjqerJm2aaiajlHnPw4NVf8XZAzDpJRjmrJifDg0dPNfMOpMw9E0VbWMrbX7n66vrvzL
cZzN6GSbuqWbsvP/1PXF7fa/NxQZsuIAxPXL5QH6l6z+ZdHIe7Hmk3DSxyr6bsttD1RzxctXrLPX
TxvYJA6jWnxJtDYibMgePL3LP9uEqEFwAjSeUu5z/muH2Nd2i0SUadfZNPB1z9rj7mDYF52WX4gs
LQ6ZtcmXyGtGpTE0VqjM0o3oGPW8L2rCzdy1zFTCW7rAGbv2hIuxDoaEwn9W0I1Ckmu7pFwTS5SP
U9D0ZX4U2niJNMi+gIset3lAOGjOl8qmXroaHu4T69GkHxZTooJbnD7ldkl9Wb8rs21f1b68GSLv
TtWo/UzNBEHwKuGzn0y3laYqbHexyu4I2LsE+9reRTDV+UszjbHfcn3BbcoUrjDuWwnkIiXZRifs
f0Vz9CYnmnmeC7qnFCqRg29SVN0GMTaNqQlnSISVMpE+ti2ccdZwevyYSI+6wDeXmbd03F75NBIS
lk3bR92xPu/2lX1zX1Oq6mXOiXqONpsKlF/a+dbsjm0cE4uNBnUVC+aTUQF+hSRq/wwO8oIjZVum
VFiTvf3D0fVGh4LpI6ANkgZkcbxMWsZEhqCGZVGFv9S2imItBx7JTckXsvpAwoyvSDoTDnw6igRp
SI7VguLBNiwdZdqbymj2/gRIX8BaOKeDeYojmzAOo0Jiqgw1CENh0sicrO4Srdqe8UUFlaaKWsbW
AS2gctIcBvybYmj/6v/6JT5+HRqzyHo68VvTq4PcLNFRQUTKUJ4KSDdU4rwv6JV3gV0b77JVLzD+
pv4MIaLDp20gAd5Ohn3tYzFv8l8mPtFBXwzujJiM9sX+gf7axF7S0oOPKHqqRNgkNIBXj9t+e/6z
us7q40Tv2UsV9Zu+iWSJsGrO+9rHprLtW61OP9pl4e2/9O5W2tc+FvvBsG+uC3d+xYCa+nEyQq6k
5ZVsSth95350TJnxVStTLSAK+9/f6f797YuPfRqpBqc8AzKIj2J3IRW7Knu3ISmbVHt/BJ8Xc8hm
ytzdfbQ7kj5sSft5XqabzLHPE4ZWwFUDdZO3drvSVdk1sB/bRR6ay/CEspZJh70FodAnmunWFD8g
7IjzMNY6PR57dst8IO+GpEN0XSz2zX2hOkhx9ZjA3tL4liG2Zdx0AEacH+mlar4917XrqPZaoC9n
FmJ3EOKBRy3VoZqHSzdFrxSnAlGrsm+lZO0Q+fCy2GsZThRhc27LvCk9gH9fnOXtZNt3KNuVcF9o
/13bN52exF+nkw+KxY+wbC9Qo149lFl64wbhF21FvZ+GzgVmJLVCWYoDCZAwn5uFLEnL2SGrNFz1
+Wtadg6KiyQ56+tnvtlcISQQlABeofE8Jg7CeE74MEqMr00/EAFh6S92pgHw3N5zu/3aCX1zdzbV
0p+3c2l/AEdx2X61ZKc9LRNm9zut3JeFoThntNyjS3jqnbbcCDLbCK2/Z+v8c+gYp0Kfo2M/XtOY
Sv12p/NUNfqVOkpxWttGCdty8NWo+8QsPD3Gufgi6+3RsUmmUivnR9kohr9O5ROzIKcrzmkpX6cy
LcKq5RltOhzjtV59ARTd7Zfi1thWdaBb8m2eVp8wh28xo6STRtqR35fIAuaG5j6ihHM5zw9al5Ma
KuRv9IWjoEag481C3FO1jsM6s/OzWqF0Tce0P8R8OhBCjY7Xyox9OuEPeYLmo8Etxh0tvYLIcVeL
oykubwL1i6w26yUlwWDO9RTAq3pT2vmTnfSKNxkRjQGs0sQLCDWg2hTikpyPrTFd1q3/39g1coc5
6WGML18Ya1coD6TOt5PqV67pmjvb4k2SY/28NooVwCKiX9r3K+69p8gGF6A64+d0bfNDky0PEnPL
U4znOkznCjpusUx4b5IHTcu2/HOjPAFxHOikgM7GoFCVpRkYUX7ojYb+Csin87LUF0B9mlvj8/CM
uW8PiIVKNDXRwMATsWI8ERWR0WrGX+dpeu7NXRp59rxmwCSxwMK6w2OQQbI0QL56na5poaYJzaME
/74oq3yIneVFFMtDQSXhpYD6GqyaFA61Rk2iHjTCzFZ3MWVE9IoqjmoWNSGFcokpf/E4rEbl8sPP
F7XKpfu8JLw4/kXL1LzbhVT4bdTQyYrKz3MzzEFuZWQL1Pr3OkO6Nq3SuYJ+Sv1viOGwNRdtsOVw
7TAnSZ10Z1qDqo1qtgdm3WD0ns9EKnR9iHJj8WOU6fRfAEA0VPtKBawIGKT2J5nusbsqvK9UE0Wo
AneHGaS9gjUkl6p2ZCp0lXqqk9GX5fRXHicCo1C04nCVbmJUPer9C7MTm1v0zAmEI/NbX46NL6/w
2MamVU5SRbVFo6am5qYEvXD5ZekLjX5VkQKYcL2+/lIq7RGc/lPVWLe84Ds15fr74PTf7Jb22uyQ
jcplyuK8zdUWo20W3yctsY9qYR0ZXEKchXXrJ0liYdEU175UjM+rFUnhQiy6us1jzKr5nC/ZiYrQ
WTDpDQEdCr8gTlXNstafksmr8aF+qU3nrVAzbidyrPjgC6T7OgQCcfXBWkzOSaVcvWSSiVck90sW
i3h0VhU1MVI8RgbTW1whr8iLKDuuBd3tAUyy8jr1RH02kv5tNrnRWI5KEPjnAYGMTyfyd95ZxlPV
vXRLcm1oMSAuGPJTl5uLz7hUPRP9ytvNomOvaWCojLwMGvvYSer8SM/pE2/0MU2ZrPfS1EI2Trx0
iU99ab5ni/Z1bWLaXa181eTIDnTwhV6sEWeb6HdBWHA4Ar1xBwwo6JZk6UYQYe+SWXuhxvub7GlS
ZkY5CevClNxMoeOtbe3vUm2DrrN+zkb0kEkOdFq5vaXRmgX1SFkYuv91EPNdW/rUE1X+pFr5cycX
OXKu4QVGndYnD8WQdhdq2S74Q/DvRj2fpnyEVKv0VOhyMoA7ezJoiccx6K1WCVqyPNxx7l+nfCUb
+IHi7wLWHRjooi/K0ewLJFRCutmG9sMwvgNiii5dhCbBSNC6yJz1CBQodeT542QxlJF1dG0KI++q
/zmKHJHVKv1Yqz5MRPU1iVNG4queYvzVeJbzmti0OESKIXPVIxQfkziKRr5IM6BNR3esAEk4sUnO
cOKLKDwpe2gMorYbqXtc7RI5t5dYmXErzJTuIyCUXEotXLwtrIZ6XnytiJ3zOKeuqgE0U7ljXxYF
C1AaiTv3UhrP4rGzYXApUSr5aqXyxWJLmkylQz6W1oSqZExz5DHIqRwTRcsAbdrcz8Y2Htm397W9
a7RvTn3m9YvEkGybvuyL3afyscktsQqnvvoCHpjhd1llAQuaoFNW+dlm5d4Xu9npr81azMYpnpFi
Md7TuJv47bp80iDmAS1sMEZPfXqxhGX7TZu2uCYZSjRjXDBLQg3Qm6I7JHr8eSZVT6vlJZRA1gdt
zsirVZouFEXyFkPVOafbYt1k8Psim2dGwDbDoGPFr7T3giwdeKfap6pb4nnlGhoN52JbKMaYH9Ik
ve49tWoZf+RUfgPI8ad0GsfDvrtTsPyT4XAsZdPV6DKfTSppZ+YY6EVlAz+cVm6HFz0uGAW/lmLt
gz+NJ/xoxmmUz0KZun8shm1UrsZQ45nW3XYb0b7YPUfIk23PMR3yNTeT2W46G3TC+YJ92ykiLK6l
9bB7HcucGY27r2q0Is8fVkhlT94LCcZsz1M+YIVTt1WuXYnsyQwMBUWYGTXL0suXiETmT4ZWf4mK
fDxyF1E4y+T4Fo/tbUUZ9qLHkZdp9qNU1hzctSLR7kl/UdEEuDLV1mUh6ia0G7lCBpTNd3tbRMnw
TkejgIZtLWdpKuVA6ZgfrQkJGX4xKtIhieTvacXwSTHfkFo0aPJGRLGpZXjGdogkKfaFZSrNBxrC
x6hivAA6/oeodeNKW/pcJGl8r4BGemOJNDOXKICa5kQGAAKXuaWeNfX185VbQ/NJamuvlLpXZcji
F9OW6MY3qeEzG5dcWsXG5zEy87OpknOlj7+XgkjuQRk2qhylTdx6BddDVQ90UOuuYyndQyLi7mEy
iWCd5Vocusy4cOTZXFe5ZJqpQuJ2Wa+g90wj9nUpmW+qszzNRX/D0nXnh3CO9ZaJpivvWt/lhJec
smrVaLc1pq9V+CcmbvFuu5plWJICGfbOgjAKRRfCnGQKFTPywBmjkarn+akUFI7Vub2NU8n8nwPG
NSDje02rtp6w5kCW1/JCGkB3momMjCr0IM6S9ndRzz0oqpH7OYlaxFImdihP3buxUDRw4uiAOL1d
h9vQa+txXnTECTaKoGKCbyQxk6FSekd2Hnu6wyU4djDkMb7HPCqTJT7grhpt+WWx1gxgs6qezLr/
hTyBrpiaoweaUD2PiU7PNEn9BcCb5CjL4+RYXy1bf0zErJwA4kB1MoynbE7IBc7nH50Tf5eqRXsc
wJzdK73xKquSblgLooOD8SWFQH2oAYfQnJPFE+V67ofG7JeMWkjHaO+jUhUXTKmM52yvkoc6WEih
oHY+aa6Sc6XK8CN7QlPah9KLTSt9ALcCdV3o90yV8LzkZCfM5dsAxAcHUoHQys6yO0nvMTTzYn7K
27g6jtykJxbMmperNatnIPFUyQEke2unKKeu+LrYGdOTmt+1MGYMAEJH2TNFqp/0We8PfCLXznqL
g2uDnyU26sKWd5Mygq+4zBx6lCUerE8+aedgVgWXoVJ0OIo2e61NJrJrPlxNYibyCACX/NxSpTny
Z6ughTHKXb7iyOzoadZbygtOXyWf8wc17dHQRNHVjmYAoqVOrGf/lMvzdO0qi77ntsYURUVdlMk0
jrvqUDCjhoybYTgvIWNNdH6Z9d2kJC4wfj2PGYpwJZKzy+hQA5LqjEC7UadnsoyhXqfi5mQothQy
2kJK/1E2jYHcOgM+fuesl635Kc9JTFDi2X0lAefgDPVbYRN/lG9zHFK0HoTzQB2b4Fll/EwGuPws
V9/EsGUO1jD1x1K+YxjA/FYhcKu6n4q8JSiY3RCS6AELQS3X09TDH1VHwZhsUoqHvojLB7tJ8nvR
/5zkuPDmQevAh1nxS7PGZ6lo7VPb8SeKrP41KdditE1ijhLLo2swhkVMwoWsG4dsBJCWdO1wweL1
wyoUWqEiWz1HoGDNFINftYiagFqHOBq19Av25hIKEiRR4plf8q4ej4aefRKD092VxKhPiL9e9gtt
v/bPsUFdQ4qJ8FOykun9QszgZroekM3LdbmcdbngQBDJCg1OedTTKb4JGtFa3aMt0OQ7dyPaNQrt
X3t+smBOEkvNEYhbxRUb79ggv5zMMaoQeN0krCxzE1qW85kLTXEitevEFPitMbritsQOSdbopsKo
IPHstMKwCTKroY0zYTK0ExEWdk98mmxb/LKpwhHzNdeZ7HbjcEt7VXlIc1TvWY6gj6qxSYODToNk
5qXvJFOHmbd7mNdJQIbvgvlYiMx6G8wJQgGBIp1Cvxc4IKOpdDuG60Nc/dQnqOeiHY9xnSjnmaiO
EVpiXi1oMhFzlVlSnVbTTv1K9C0ZAa03S+l8IFgN+bv1njFs/6wzuhcts8gE9dVNMaBAlO1xqZYf
mVUYdDI5lcwRsZ2OboHbigqd8VY6KA1SAq7HvDaImBSjN3V5FqTTEHl0sWsPNu7vfs0QNZgDUHvS
WzzLBMQaS3BmopoBtlCql5a+5bIukmcnE86AWbXDoTR1gh3T3oP5PHgrqkff3AgK7dRp4dSp930o
Jg/WCiYLVYao+y9DYZt+0tXK2TG0z8iGzzqSe9RqwqLUEIMkF3Hucyu7jnFKxMQ0X/IU3UbEYH0Y
qFsbEQwcUrJvq2ooFH0kP09XmquieJu7xfHLZXy2BvULhoPhokk60i8xnJMCxnC50rO3iuZkY85/
gR4w+8n0g3ys5DKhK3SbRRm5jKXlw7g2vhI7+s0pFwb1KozWMul8WcnXs+VcKrnubijZCPAAWGtG
Y2jY/4u981pyG9nS9RNhAh6JW3oWbTmpqm8Qcg3vPZ5+PiS7Ral27+k49ydCykAagCwSRGau9Ztu
fPYNSD91hCWxB/ZTd51undceedAwCc6JxdrbMSfMUtm+luHs/hYoy7ZI/6zUCGCmcPsvVlU8hXGR
ri2Qy4CMPOzVB+9lwv+JsKYSLWIzwk8BAbM1llPHNpy8teoowX5i+YMghsuuVX9mJ/VnN6nD0alJ
hbJjrJek9/50G52wiW7se8xA1BFhVT9O0ZsXOaJODYGOVreMdYEO1KFtlY1bzQYxmsheK1UdLq3h
XWzzSxNF7WezjZjZJrA5jai/3SxNeEqelQbcnZtZ1iGrx42hmt1jWanjUrEywRPG9LZWXCkroGQE
OWvtCX8Hlpepe/S74DPoGdaI+FQskFoKgRECkktVnKI7UwnneUZFPDlmPkRFbh3oAUKXbaIcfTTw
F5FbV7tU63eFZhLpmm9YSDer2BxwyAFbabq1so2z4k0tRYXyVRQcZmQReqYzbD3VVx1hs10yeV9S
vyheR36IYYctXmC5wxPqxVh9KP5z5GW7vra4xzClXWoRUFey4vnWEujX4CC26tPeXAFV7dap6lvL
holmHXjke7sa8mjcd8aud7PuEFQxiFmjV1ZeY+incH6Vmsgt+G+0TEkZNythjIs4jVAqaiztBX4M
hqZDjYwyyRq2DwDLw+gptzN3nfGiS9HV+i7AYkwaoAj/DAfNOiAO6qFclyT7Jk4eNXAsOPXyBYCR
sla9r7AFal0mALbYiIgq7T6EpBP4QXIiMAFn1lV25Jrrg9HDVTZr0s9dMESkghxt39j5N91iUaR1
ArsnxfLOM0IWPzzN37Eq2hi9zycy1SECuoLQsd4VeysX7NfyqloRg+xWTo/XWJAp2VZ+0FqAiLqm
jWelRObI8NSDg4WYxvasYyaasnADNU/gp5YepeeSRoYehjaPWyQPRvsPxXTLZSbyFxX9o53loxsS
+S7JYUQl8rR/75JJ4ynrE7oYTCKKaTvpG9bKBEjr+M0sYe5IAJCXpi4EsfRrk8Y4Bo+us3M7NSEe
mZE5MbJjaLO48AivoltZAYTpgc8rBRyTgYzlPnYKdW+BqHLz6MKc7B8EsjsnOzXXyGDk5wZahMFf
ti2GkI0hRD6P2OYJ5gdP5bcwC/ujiJsCoSejXJvIZj8k8FiJ7ClPVhQ5B1mIqou4XBWBgTPTi1UU
8cbsAQoJnyUkaetqG/aOc9JD4Gn82aINlYsZ2e+W1bp7b641TvQ+cD8c2NR3BPB5FvSG/Vn65ZSz
c05k6E+oFVeHKGy65ciede3Ew7rQx/4pm4vBrdeoSz+5HTvVbIiqS2l+Khy3PZhWjn01EJajMjti
TWWOSGISlYcphPYG3LZfZYl21QMFresp4F4fp2gVDpOx1UywGFD9cDmsC2evtJFYhqoJ7Y2EZTdV
4TYUrF1dnl3LsvWihzidLkPN7zfPh6+gAcKdzpd6znwk6dIxPLmgXJdmgN1cErXf+sHC+5nb0GVK
fu68Asyxelb8XDuz591PsIePWJwuzW5icQ7/Jrfqi6sBoENABWxu3V4IEJaH3g9H4tsALuyMZaNF
4DYZ3fYkqhUOekwGbE0XSREj5WlV+yLlIZwmSnNyB3YsRJyuouEmMiBjssw8tlVWnhxCh6HV66uk
MF56Sz8UVSm2SuSHe194KayOhuRJ6cYXaJiXyfG7h4RwYB27CM67ebhHIIY4DQLUvZkHiwjOHtBp
c0EC08W7qiXInJLiafQoXGt5BgTCzjueHy6/687+M4yqH2pkl1s3E1+D0Xno6y495w3g9z6qW9ik
sBKtajpXKHcuJ9dAT4/g9KIgP7wdh6HZmglTfcS2adMj2ERcqCw2oQKFonQ0aMV++ym1qmOr2Mbe
cMg3TxhkbccUHoSaQBy1kuZJFW2x7HLsFIaBZXoh2pfCc8WRAO6LrzGXJF5GrjfU3LXdOntEavK6
hOw/WsaePTc3R8vubbTaLd5zJCinsmJeSxV2jwKKJOGpHj+khaIoyKjWFquelohSqdU/DMRzDxm4
fV+18t2sw2eoTDJ1W3/O7PxdBfa39Mb+S9uysoXOvZZ/RytKa2tMzuc+gBBF9DPZ9Vr7GghMNgJg
e6TdLpP3yR5MLEWVEghhDpokcMncwrZCCKExX4r4oJnq8Ia8erjqKygpitU+3HL5s3zPh7zfTSRh
1iT0vfYlKLNsQzSXYG86x5KKORvb1vm6xb7zIYcjAnQqWJJ8ylaKi2G1AAqAJwRiCFqmprjHzhgE
WY/qeknSyt8TPFRRvOgJstqNt9L6gOW7aQ4PUeMm69AMu4VQ/Ue/dYFoBVG4ksljSTVkDdXvMJRb
qS3QvEZNv6SGaAnLKju3ukQVUAWf1PFDP0fKVGx+F55fuEvIMP2Dj7LGqsT1ZRFFDbJScxEk6PIC
A9sqhGoe6tHs1ubAzZ2SxTp4ccVO2dIf+bFAarHLT9CZdfYsIS537GXyQ5QgkEzSP8W+QhDGsLWi
OIz8QpwgHveJ0Q4EoaccPjIiVc4M9saPbUTxx50WxEFftUgpFn6E7axrMP15ZU2iPfDNJVsQcGDz
XyILKbuZzODre5tiAC1Gv+v1Qx7aM1glxexGLFg/D/Ivl0d5kSHIOX8Q9w6nGKNVhfAovC6HVXAV
9+ggciR+HslqMH9Wua6jKF1iGYSKSloMoMX8DqK9FXiwLyhmb8VFghjUqptls2SBKWW+nyqc6RzS
nZNgv7ew58MiIfMpC1mddBajEQTohZkOx07E46H2J5V1AB/G/I4gB3H3rSQMA/E7QAoxT2ei6iSN
yVaw4IV6xL5PBNu6UN+0EY2QYA6aKipFLOOlUkbEdaxPrRsF/0jBDbLE2tRNdJFsWxKJwz5wPjXz
n5OH0V8F4i54FXaJgbUCvx+JlPFt8YBgOBplCuzIyS6/doKgWWYDlE2aEaDMzwKaxLHVNXh5s5iI
YXUYtsmIMMlBDRpOFO+UDmPyOZIZDubVFLG2kain/w8Q+xeAGD4jAKb+Oz4MVZA6/vIrPux2xt/w
MN39H9fRga0Kh+2FPatu3OBhmqP/j2liqu3qlu7qRK5/aoI4iPSaqGMA/yIjY0ng2F+aIBZdOFLR
i8mOCaLL/H9BhxnODP66q03M70fTNQuNcVKapio+WqoIRCbStFXNH2CH/qyGEY3ryQrPmMIkK7fS
pi9hZJN3aqLvJRatC5vfx2MV1dFec5xum1f5cgj64dEPumndtin0SMvKn6uqw/qUtILHI+5ZFj4x
p2WbpBaub2Px7JeFSbRFXB1Hi4pl0xHSgqnAA2U+Axr3+NCa4OmnifCSKJICRn4HSBd6S41fzb1w
2PKeRNAEw2LEHAdIW5mu7t3ySI6RR13nKEfYcffmTPc+kWZrN0j39Ks6KLW3xNHOVlm1Pwj6kWlq
2/exGrJVN1j2OfHxWoxVg/291YS4XxEfLsmBrEHgwJadt+EpPhIns/GKnZd7r/cm2S6Le1spknVd
Yg8l25XQro99+wguhBh2UhYD0z9FHfvDQVa50xKmrfQ/2nEFZ1GUFyyN5GhZ3Or5ENMnLxSKnugq
6TlHjrduZwGB3WeW0cJJBlRU5XX96PcIe5qjErBENAmPd62VL4K4Sw/x6Nv/eeiFaXow2XDsXUjN
MWxwjIZAvQ4neUQwIB4Xoq6jw9wrOwAJ+iDDGqLqEXLK7AzLd6IHeHd0nQ9IyhdvRbwkOV+8u17h
b4dcW7KQH87BQAikZ6H2rmmhS8zSrA8ias1Pmp7joFaU74NuZzvHqEAGzMP6UH3MMcN4ciK7/+X0
0u9MhCr8WUO+tZwVegUhmaryeqt6IMzOtqcQpvHsbmtnqqIvTHGxbR2QM/4X3BGlsiohi14crBQu
bAfci2trB7wVzMO9HVNC78HR/UfZJIt2mtyLSVKJ2YlNt2wLXH9ifhxS0q5Rf0REqj92GF0ep5Q5
Uxm4vz50yCH3tjpMUTgJWGkVDrsytH6CLV7Yn2WNhG1TLeThx3qgJHSBpnQOSULCOWtNY3UfmVXp
jMTudOdwb0Rlfe2VPnIzZACeZKEmzbZyFOecSt+fQgNklYWPRFOi7x2xqRE9jy9GQXATo1j/daxT
A/slR7/oBV6Q9qClB8LbxcEJ/WGL/miL3Wih9K9B03rVGj185RzUZNKUknzK0I3h9VYkWQwpmBjm
vWk+UlgHL63YR8PrZ0fYAYP9rg9D8Ne5cw8bIW8dZYnJmitPFyXr8nWkuS9ssPnL5sLU+Z5bm3TM
vY1M9tGNFOOUwuKFVZu0R1Uot5O8MPL3LKazxTjL67jtlB3jdCsrYTSxWP3lMBhrZHjcQqz9yvir
p59PI6MSdAsz8Aa8yjRnUdVqcBajn6qL0jxFLc89sIbBGTWM4Gz5Gu2eIKoDXt3c3sa1k/dXf4q8
kpFqAMeCZqs0pkp4JxmfnJU8vhW9XgCSGp1lWcbak2wDKQID3CNCNTcNPh59jRO/3U9qggpNld8v
6t0uwFLvgmSDcXONFZD2JlVv8bkPsps5rIjbehP1TrcEaZxdUSjP8JXV0+vPsfd2awR9kCpKt4Tc
5aAMB1xhMjvv1Ec6+/LBSr8RhVWUZPqqYmGyUto0Pgmylafe+mtW+PcBJMPzgh3YL+uBf5KaUj9O
si5OKKRqBf8BY+sfJ9mcJXTe1JP1w3addtfw6R8Ho9KOGL919oZQub0FQveq6BqcyNQsYlCHU74t
5s+8FcpqHHTr4rd8aVpHlkMdkRmu5k7ZFuDvsXDwNXuY+tA6aWm0T4Fwi30WRV8x7YFQrVZbEjNf
Yp07NOnKAWYCVldzTRZ9t0/sNv2rUoRHNZjCaxP0yovVIGuDC0CLrw3DsULrlxleq3tZVYGQ1DYr
cIf4xSVJQBAZhOTXBeihz1NSXv0AH3ZNDd/IUmmvuR0amyyMnQ35xWMadPay6CP1GkYmqbzECB+8
usNXLp0KpNZVdG+ygmhIPcTbMQnbFVA7AH2E/hZB15lPSkvhCI3lcup4+3GI5mqXnNMJM4+5JoeJ
OikJYPDSY+2YT7dhezRxAczqRnrNYTlvkeRQSJ6FzitZo4td+d1Xz4/Z9+nudGXLPh3YWoJ/TYf8
q3cGJNOuNZLPqykpWP40sX3+v28aXf/dWcHkVnBczQKBISw8XrFs+F0HzIn0Ic3ryv/eQy8AFlDF
T9BWp0f8B+JI72KQgu6wYHd1tcWYbkavbtZGNKQvapE2RydrfZxOUOhH8oo7AGDOgeeJcmAtiiYJ
2aNVmXfe4d4hj2SbHCerH9ru537o+KfB9zZWmDq4CWefhHq2LkLTOhVmrOxBTHrbuDO7a4qE2DIw
FfNtdNpn4jjmnxWiDkVt+N/aINUqVDAwiMDB1niwnNp46CuV5IWsBywRyGPMrbdD2Wo3Vr3VAbDc
hs8nynZX7wccv9vk2Ed2tCt1td4XXlpc3MgAyh4bLq5QzUWadoWEgbWOWE7q2ulSIzx3TvR2WvdR
R4ZpzpwmTTqBhJgPoXlfogKkhBwnm0ZvVmJLwa1yy6dMDdZXsBfusTH4rU15GqzrvDMItqnxI6Dn
+FEtGpU2VgVwmONHo1PiR2FizhuHTgnikjY5zlRKZZcKABeyKotelMD3ovHt3mQOXXpyJkJbfOQr
ver1Ha+Ckn4RG68x6izpYNsHWZgGOW4vATCVzUuHe4c8km112IL+/afutorB9BM5XX04r9H9GsBw
bXyZkr462q7/w0wG7Qz21frkJC6RDj980Sa/fw7GfJ1GlvJUqEoO1A/chNYE2lfbMXeeL/TPzpTC
8mLTu8c6VX1mcvkmB+gIjBV45j67uBjtURpTN4ViKJ+rVmzNote+uh6miXii9Bc7FsWR2QehmLmD
uE8Wb/1JhwaH1+Qy9yb/FI9ZcBptPUeoJNDJfOO1xtI4eC695hrmgXoqTTt41nKUfyKHMJbslAU+
ptex0tSTrN1HoGbC6fNZP68hR+hZ5t2uAfKGSLee6msimhM42NgTD7fDCF+RB8VAiB1J1J+Hw3Xq
R2XrtEawLq1W+YRHOAhqcupI1wjlk2oY0N8Es4HstathhcSI8hzEmfKE0d/Wmkd12VT+i3GpPru8
/rKfdMD6sJ10UbO0NBd85Nz/i3qhF8RDqMRJ9iMGwHzNSbEs+sirvxZxcOhiYJyL+KyFKY6vnd8h
7OHorwLY0kMTKccgAX2/DJHBWnmoZG3k7EYuzyDKFoAb77Lc3RBWIvOCrNzCjrP+X+QXpQbm72/f
MHCNdOEtYXbJX/H72x+TtHQne/C+K310Kt0s/zQQoEH113ir8bXZZ70voD8b5lsEmZEgdcmGgg3z
S5mn+8krzDc8vcJdmBtiLatem39PgDFdDaEojw4MytvZReZszCYItvLaZJ0fa/Vk4m2RoWU0wM/y
EWk5oAoFm0ce3uqNUx/kUWyVs+V2MdaHJkcinThSB2Uyj7oL/IBlbQU2dgAWb8Js9xAHO3KLXSwO
YeI4tyIieYfky1zvI1GupkIH3ZYqAEfn2c/0EGRvGvFmakG9GXQwqG5eVM/8hr7LARW/7oWjKuJp
mhJn7+VVvKnJv7yTV16aCLx9qWvIwfHAIw7Grf5KCFedfaCNtdrZv1ZNoCqE4pTn1DH9U6SFwUke
yQLQF5FAQcT2Q0c4+elN+fY3p6rf3NZ/p8rhEce3L3QDqp4wHPtGpfvl7tXw0lXdIbK/d1iw2mdw
8Qu/s6vTkKoXtGfGJ8NtKBwXgbUQGQdrrsoOEinrSLfH2zC/7r09CJ92YWMh4GrqHm1AWCWPiEh7
j3EVoDnZpp86KM6PaOJ7jzj0xVvLd1FESXKHFBqJ6GVsRzgDzmfIgZPvf+aBbR3kGbLdXpBCF7dL
ZL4p5FVltzxDXjXVAn15v0owVshJWji8y3EhSNXSrzeGUVoPGDrEsD3k4VzII1n0cL0fepv1/0Ie
gtJZqZVh7do4zm6Rxv/6LWgfvM/mr4HAl6m5qNXqAnnWDw8RPcySGAyi/j0p6moZemV8SavkyRVQ
cZzCjy+yADwUX6LQiJZ5IUDezB1yrDyqGmxtew0Xiw8dQ9k3e7TY3j60jwNYw6J//tAcz6+O7+6x
ycfgcL++HFYrUC504te3V5dtt8Lo4nXdNsrt1e8dtYL6KmpH/HR+/iHyCLPS+OSzv7m3319Mwe9G
ZJpC+vnvPzJE3ARhnyrZ/mrQMTtn3OrSROOXQ+nq4dkaAz4eTvexATBeDe2SgOj5vVXWG/LJK7tQ
3BUkARTF0Nw4ySMnXepwt05W1D6Hg/9s+JU4liTBFqIH/WoFzdgt9Fm+VvZgcgYXc66OxKc2TQ/G
OYapg1FY0L8CdUIFo/afiEANZycnwekok/qepG691IB1HidfZC8IVR1kO5vpCMKWKHZpEGrvOnIL
ele92USp9gXx8JUc9Q9X1WDB3jjU//XGxZvvP2Y/F9M3dSYCM4fwPPt9+ojyXANToaffCXrwDdve
MC3aVhenuK82DbkScCzU8kgPVNKPKH0TcW2WsvGXnj7aDeTKTrKpGdVQXZm6cFmCmv3qPniYfPc2
pi7i9DiiOtIEXrtVMQFZ6HG7DTENOWtTLx4RY2b9g90GJmfuo2zKmqx+MK2Y3FsmxKM+F8VkV5s0
UtKVbJPj4gaBVRURnK1s6xP/kDIfo22TgaqZqazy6F7INjsIMEDmkbWQHY5egm75MOZe/aUbqdVx
p7hsZkPP/Hj9//py90uVNVPiaK/+aShCPM5Dwmd0AIukHHPAsUd5BGTsUxdbyvZD+zAPu7chVFct
3NyclybEke/nfxjXk2BaVkCggY39doE8L70O+SAaaz9rV4J3CxLqZ6O8ok2IbOcSRwtayySj2JsH
QlRoobgHv45hLSkN7bJTDHEImtoIrdu4+xlE3x49Tx2396b7afKagbkNvWeiu+pR8F7WqtL0nxrd
ejfm0Hc8oO9KnOELOv/dkiBCufWIUl6RAF5Xtij/EFAlVyhjs8NoS+cY1I61UkzPfncJ1Mhtv52Q
81QAiD8Peh/vnDJqdllEGiwpvQtewzuIfsUnpa79S5E07ynwqk+RHxdHUIkjMVeqbRg4eyAvSE/K
sWmrb6sWLk089/bVXnGOKK+VyyBr+ysUwWo/qva0LSwlfO5zQtqZkzjfVXyXBZKiIIFISSjh9CTK
Sey7SLTEnY15Rm+npwJOPgLNlbKTbVZUT9cxBHE4nyCbCPZD4QbqtPL9COW2ucPzjUe3yIOTHIGA
C38gIa6172Exb7sRUeKxQlHv9sQbrGHWoyMKNGolW3melLKQvfcn470jZm6xdOLS9ybwIlzk/kC9
v9K9TY7Wfl4ecvRezttY3TGPNy5EEjmv3+rz5D5qqG/5mne6N92nf+0fVgNy3H1x8OFy93P5CGAf
yLpJ3v5fFgsGQgm/bzgshBcszUJbX3VYu3945CqaD2QucYxvgKsONtl8sShCyBpxKkiuy7obBsG1
Ls16MURNvrs1ilIUp2Gq1k4zokWMTmVwnVRoCeNIbESe0iCZt6yQP4Ei0kcgiVJEOFmRrwzFji6y
TRZ24trbOoQPKDusudepdH/bwRca+38JJ34wwmV1hIiDZc//dAQ/UCH/fZIxqqSu3Ciuv5mVvwcs
XEBh9cAYlNGPoXIndWOVdXG8Hfru56ZQnAfmBvUb+NmXnHnrkwa6ee0NlnuoXac+saQ3Ef0B21zF
JTjEVrMXem13p2kw3BfAiJswUMVbhvbArkOxAoWpwH1rzPZL4dX2Ncn95BFGxDth/cf/Owo250A/
fLsCmLfpCJaDiGh8jJxqyETrg65m3+xogGaPDMqTF3uLKQ7sq6ypqtChhSYYI6NRTi7dzh999G8R
OGJs2tvVQ6LPqp6ug3BBGQXL2Js8CCmld5BHhdFfOnUiEDW3k/G0K5RlOZSFhWApTrrqQ+9bYEVJ
yz2USlcdmrhRt4CCMEMPBxYZRCFeRFD6y9YtkKWpMkwEa6HwuhaYYd+egcONBXFkPpJtk6lDuXQ8
BEL/broPk2PbuPNrlH3oVqr5WmHYnf0xLF9ZdlobR4TZZopK5VMzpuoyMT2IXnPVNLTPiuJaF1mD
XQmMsPnkDqqBKAYcbyWL/s1M4WMamXvS5YZkQaSymte1j8FKDyPboags5WuIlNS2zZQ/oKpnj7LA
mDQhQRNdeZsuYR3436dQzXbtaGeP6Exnj1ULoSC2kMUGZ+mDUvXta4igLrTtkazyFwg73kVeS5uv
KsyWVAI8nftrWBAaB8GaUl5Ptith9Yr5wKqJ9emxLZDViUvPPbSepSEUBuk98Wz9KYlSSKE4un/p
G22XJrn5p0j6bZbY4oveI9/sW67/PEYTdFAt8w44lDfrroIpZEJWuqeDzKnkrRpa/GuKqLKfMPcw
jjJFhNpce0o0SDb3vNLPk8K2UdGJ4ARnPkEOQfygPc2v0gSJliyLMf71FSylRHWl7yEy5agXp2V7
qsLqHMZq8ySb+FFAC4SJhgo0I7TOzTeEUcCUrUpYPUfTq35kcZFfeyN0HwdDPPf8qt4qG9WkdmC+
z7zWfiuD9tR1bvQ8pEFyqXqRLYq5vUuHEFaaSPaZN46LKE7CFZE7VK/HZGM3vXK6F4EKuVlWq2Z4
9eKOGPtzoHfGgTj2X4XumcYhaS23BH5Vm/vESpAUoE0OGXEPOAR1oG1jlVhBFeXtZ/1b5XTGZ7Up
x1NaArmWVUUphk1ljPbGrkLjc8WSYNF3mX/+65zcL03YMoG9DfqgPAujNEFJiuRbbZ8mtYB2h0Rj
byvdsava/NkeCW+oUfZHOVrYIYQKlJ++GV8BP+xSci5/GGRf0HGI032OCdtbBAxBjk8D6LNTVCAn
OZ8Oa3E++T3D32xHILf9F8t4DReXjzMhvzrHknMgBjQCa5rf5wXL72EBt1X+VdTs4aDKgr2ei3KC
jt2k8LllG6btFclEVd9VUE6O93EB4h4HRLmOyDI0iHbN/AgH1LU/tu5nyCHrqNOnL5GbIvGiCv9o
5t74YIzZ3lf06ppZNhNSZu8R/qivsqkxI6TprVoD2/Z3m+ywJlgpatKdPLTmr2XlhjCscxQGVZ3N
YGoAuyBd0B+0QJgknsGRyKrvF+jC2dWIDbE8lK22XesQ/ubxv7QWBTmfKBpQC6ejmYvb6PlsiASg
Qr3YPoDkJ1CqeMWzOQThro4FK4cxU5/8ym5wCXQaCJdAvaM6D46y8Bh4HIusXJLIADo+d8g2eSTm
3v/aho1FfPDsl/soOZQc2bgUKr4dAexAUpCtg8ZbqUZL4Kvw3mxP38NXQG173rzZRbOBlQREZW4a
8UC5KOhAG3NNNuELkjyQmEAXGn3Vq+70TPtsROE1je9llfg700eltC3s8T0IA8Q9vfIFgqtJ2g/Y
vRzGF2MtYISFZ+SLjaeuMp9kO2gYiNej4+9lFYyjQN7y3YrEAgDTwo3y+BBZyKx2YxC8NHOBQTeW
JM3zrSVIZ42KoXgI7Mq6xBmC+4HVHPShrfgKKBST7yZB8PBh0uzquQ589aGKNOD6c28woblWqGOx
V1g4rEaQyGdgKtVDDQdj22Rxiya4CoFd2B4qds0ybEzvh22Xn8lpV5/7Gto83JbwXAZKvbTRAoKN
Frbo6M9KR7dDJ2OXeCsU8vBLeYhEAOIyEULhxLCRg9QtU5CFcne+2cTqtvAztAGUdCdzO1lHxtEC
57SViR81zfo9AJgHASrnM4sICHOTiwFOIKZnQrjnbA5d+F6G9l+jDCtzEhGIy8m5BmaDe4+l7GWt
LHLnKo+Q/ocjkc/SGCFZCTFsYnVEeUI+ZAXspF2jh+/yuYvYM8hR2SHr6TSsprHQDx+ez6FlPPUw
02F+hQVzVOqtAzfvH508Qi+10sPXxCXR28Rp8G7m9ncnVotvQz4+dCL1Zh+yR2y3u2WLKj+vhgyg
LEQJNQL1PjhBnYU1xdyBaKp3zjPtLZwMktmyQ2ld/VyUHUhvWER4olOIVDvKqmiSqQXbQL2q7XpX
OsX1Nm5uuvXKOj8PdF/nQo7jFrvKSw11cgkrzIK0IAJ9jPL8syw0FvrAvp7snAyUF5XJqrfjaiv7
oMXlpwLOpKzhLt89l1X01UqgiWsGQc9CoPAgC7eEkwpllJn2Z1trx8ql99yNn9b28d7uxM68a+1+
8ErKRVdL9pw8y9PlOCC3KBvlYDXr8B2KsnPswCwHCAIn1nChqKbkvggqX9s2+iqbo9CMt2h8tOgb
M6rjRl/ACA4vduaJF7dRVrK9EU7+QBY9XulQB97iIdCWYwz/Rmg+G1071/7IwaESS+VBkOEReC2y
FEgZgGI81knDA9/xH8E+AVsweo/3i0YhtHSEvT2lwRaKItZh3GH78Xd9UPAP9vvSX3VzWyq7/aho
D/HMhdMKJ9m3CSTCMlKyq+Niw1RXSvi9mbAGbNASJd2+NHH8vsAYs8mstsxhceJ8GtLhUY5E+fMT
8H7xaiFjvlESL3lwA/XDtXyBmk1sF1ennzSIdeisb+ShOcRGCRee1sGE/VK0/l7Fletgd99ah2+m
du1u7/h2+VqmGubjSR/uOjaNr6oXNuueGWTDsrV6zUfBB4mUw1r2uhCgthN6nSvZ6wCN3tcA4jE2
YnCd8kgzkcNbyGrQqdmx7VinyGrGF+Ykpv3kT/B+zawLfrgu6CzER/yF6hGsEcJBEDPz4d+J7Hmq
awWtH83jnu8w9BYBziUINKGGkcTOuRyLYN27uf5iZo22aJxi/FI36qGtDOWPWDf3BOOh/deBuE7G
iKa7OnPzlPjds5HL05UoeMnVsFtbrekv88zM9qRgx0NuMcOM6VEWGvm+25GstpqTHvu5uA9RPHtY
a1ZG8Kvxx42GXIYKvPMgCyLfzcEMIlJdjbBJaKVC2SqV2e4MAgYXWeRuGu6hiH+5N8mjSalQKUV5
YaekM1nFNMY/Ut29AMSJXxonLA+y3Z/bI1W5KPH4PHSVceiB7KAUGHvLYAzyMwHl/CyPVPTrzwkU
rVvvOFdlm+x1waAfezS538w6KJb6qFpnAx7cqSLltVSKGhR3pSynwk7fkfKsNrWedqg0l/pzYfhf
9IkVMHDRXeA21Rkd0Oosj3TifSs22QjE6GxEUH6lW/YIOyKd51sVj2Pa7h3yZAgjeI45aJrJDtl2
u4Klh88OS7StqddHd2bRdRMOWz1AdHy9MeWYq2Pt47cwVz1C9QtbKY59NaDCOlXjoSn6koiQE1+n
ouuJQKu8dbbLC7sd2msNWWsVa6FFuCUyXjNhlcQkU1ydf68qld1vvJGwXvoFoiw3MVyAF2wUwvfO
MLEMykAUm01ib4ayMQ95oiKZ1Y7hFhZc8Qhcw4CrZRMAD4N8yy83uXSu+SkLMxXGDjXZFGZ+ckmQ
lFzabVRtMky3TT4WutMgLtdCmz/YqkThyYYr33fTtrEddQOkuX0P0gQ4md2+aGHnHAs1yeG8l917
4yQYpLThcAp1e3pudBPurWjf9SzH+BmR/508HfzOQumy6LFUoq1M3BOgEPiZkqyXhRNk7u1IduQy
w38fYyI+i0pyudaU1nzWzWjTJV3zOeH3eUiBW2E+GzSfI6MvNn2g4D419/LdaYu6/F++zmvJcV3J
ol/ECHrzKqnkTal89QujLb33/PpZgPq0zu25Mw+NYAIJqKSWSCBz596Dw9aTUTVvlrmRuS9mW/mP
eQWuL57UU6Gitkci3X8kLRufCpv8tbBkl2zy/HMaUZMyAQo+zopX7lDKe1STPFpVelbsqC5p3vTM
EvJttXOQZqqPX9tpsM7Syn19q6pV/CQtV3kInLF7VjOofKCTXxmlbR+babCPIkfXLypxKW3ZRANa
3FXdpA93Rznwl9k5hQE2rPzXevdF/vL9b2u2FTlQdehC9iGpden0INoaddQuIgIryUPKvnkZmXH2
oCbvqJvbP1oofGFpi5CcqZpLFaXKZ+NZ9XI2jOBpEN/WflCnAzwkRN6LAS6ySU22/kice9Ty7GCV
pONr7iJfAktUhijli+yHUud3f66lF4vt0JPef22zKHysRsJuZTnW31pLyBeOwZvlN2zW0Y3fNEgy
vtXEH6SDYsOnEWnmeImmWDvac1fy+wiabzllyiPYtC+ZQiV8HbuoY4fp8GSPcXxbGzqOH4EO7csY
NMbO7ByhFxyNn3PRL+XacFz68DnMJclI0zmXBqDqXPxVQ2puwwKBQVKbKCXFYMElIFw2Ev8toeLy
6j7wl99fpnSuIqpsXXuEFlwAzO8L/LXe/TV0NvQg8yiJj2w1WVvFNG6bamo/3XqNsEvypbENILAp
/02x5iZfCPIse9+ZiIUaMxgOVKykG6Q9R48gyotvpxHsR5QfR+1UHyQ/aaRCzn03+8GpD4mrdGxw
xKW0b45/ptz7ygIRuSKpfRgz/rdz2NbRtrYiQGVwVEaJwbdA97SXrom/h6WVn0xh1ZNrLZPBmret
4huC89+DYKxoM2g0BOaYj8daWXbk/yvkBG0vRNZ2eAsyuR6Rt7iJ3m8RpPuEmx0rwaERzupcqit+
0uFe6dUlGb4OySQdBi15JfoU6px/mUZJRf/kITvhcCwRjTTvDeId5qHVft57/vKC3RJy+zYdgLlB
6l4XzVMisHETWCLgfG23l6bWQjNrTolHTSyEt3bt5uCulM94ILxfoVq7hAJeOylaIihTvPwzFdR3
iW//mEbnzbCD4Q1qXOvBrBv9EGeOeuqiSkU0bQIUWUIGojsUFTo+dZ65YSvQCPS/m9E03cXAqWVj
owP5KAdaZWgvagfRHF5TbPoOoqv1sCZot2+8eJlDrI7um5r8RMi6DL30Vx+FPyPVJbulJJwKwnk+
Qek0QRY7ZJvZHconoIlUrPKA/paOKR5MYo/02Jae/aE2ZryCtGC6dOiF7gxo8bWoXoe+16xCZW6/
Vf1aIp6jCoXcMauisy1QfRplOVMxF1dTSYeFDj/et3ZWLmGb+K9aG5kbSzXZv0Lf+2q6/lMDEcGX
0YEOUM2KJ5Qc8icVcqElx9t0I005oNTNFkGYHilPPBQnI3tPIrA13jk4g3vQyh9QA73XmU+xC/wO
awOevr06J/OFo+G4jKGs/G4WB3dOqh9ZTyF962nJNfWVasef3mxErfZLiKAHlP64NJO9MVpt+KSU
w0YO2PGPMzSux4HH3arr5/bT6rOtfF0C4nxR2aM+wbKCkmvuD2eI0n83BfCuQxb0lFP80++5COXC
sgbCv+LYtLw7332g1aoXBWyiiy6xrhGMCZt4rMI3tnrqCr3ObHsz3cZdpiFvQpqzBg907KfzXppW
AutU36jegWBa+Ga14BsqLalPcjRq/Q8C0s6ZW2n0xjH4XI5O93hbiER7kAXJk5yoGfbCH9rs2sGi
cntuZ6SwhgSOZfnQln1Qp5I1rW0YJHmO3x/vgOSGimhyawc7DnwxlQx1F26Aa37V2h74aDWl1a5I
5+8Ah+dtpzbZpaj4oVSFQfJ10qD3SBrvx0SSWZ8KQCuVATEWkWTYyax8qc5V9+T74iCoALW1/SE/
eAQvNiVS8lei6jCqAThdpTOyPbY/geWpwFqXnhU/ycaj+lcFCXW+WVFDnNaGkXJOk5uDq1jzxoj7
bukgriHYwxXIO0+y8fUWuT95OXkf/Ryv5ybw3wrfgT2loajMTGbvLdInxK5zJ1zrwvQG31ny9fJ2
crQ20h9lbrpnOdVK+0WnEi4j8FE+Gal1c7LdUj+WRjIjqsYSRWAjWJTlwYPaBg++ydZkHsz6OBST
p62n0qmgO021hRE3rsapMGqOaoz20UoOFV6hLaS/If8LsqnUVkEKb23DRuiidW6/h8r3Kq3CCtrL
f/ar+jBZ7P3w1dOUmmR8jVBvbm5gVv+1huyXXWM0DUdCVa+Fmj3IwxBZLCSaOnLojp5F7+Oc3vrh
DYZjtCjqnSf6/9Nf9vd1UbzUAUcOGDEOXd+BIhdXega8XE+p1VESguXjpMzbopq5Mf3ZdEK/Zhzn
oTrILhdOpUf5la39fUuGb1eVlVKTXhne/8/tnRzQW+tn2WjU7f7nfvK+FeySQSP2jDJHY38QNBk+
iYD3Wx+Z1wdHmGE0XIiPshFKY/0UNKR6ZL+ReHyx65lnm2rnLz37/JrzRqAbyAVmEUVuJtUl8IF+
JrrypfZ760oxdHKOvJqDgOi3XTZyHM1LAlpe/4DUnL0fVI+KZx8ChnvdRqNBZJUmE/zHorSD/Yby
6EMKJC1Z+1HGar2mfnxcyT7EWKDUjbvmQav6B8Ao+iPSs9ZznDoQq3t1teHjtZ4JmquHykabL4BX
9Vm6/JkwAufkqAyDhemp2cuoNw+z7kRXXVhJzT2xyOKXWBnQo22cfQ+vkbHI29E/Z5BMUGaUPY4W
hf7gHPZ5mraHPrAX7B/a0yTgeLLRxcErsZwPf0DsS3bF4oAWisYmqLUE8Qn/NxT0Z2X2lcWsBPAk
5UWn7Q1/PN1MGSs0EySLSuSqpFXPOjdUF3Ib8oQbNkH+s2yAdL4bo11RVuD5z3OCdDGbd+ehFmbn
s2MxS+WLmbQODK9luWZ3NT1K3yLyvGU8d8ptNeRviTvDRUotaaU8G3qvP8/fx0G166UyFerChmkA
OYPBgozIs3dm/JaDz/ml+kKj2Wo/ghBlWye3f9hRY670OON4HSUwYfamfVa1uLnWEAxeNVR2ZFee
95zHhQd6SM5ZDko30eX62p7ajnLLGQ8IHeXA7tGxC2ifIi16Vmu12LKhmcGCCKCHHL55VtoMVZth
QOR2nymdrCD4kQxwLkM3Ez3VjXHNTHP6mFWO+oSP+rU0qRf4knLzgtJwvnlpLTE1twV2HnFQFA17
Gr6Mcw9w+E9fDsfbjgxpRRljayoLNZ0XPVLN8RizLR2gNfVHOzxIUzZzEeSklVJ0a1BMKG6OWgrz
+VqOJ2Bw7KW8lDPbNfnNcgurWbVNwx6Otyqk/tZ0+h9Ao7jQ+29qCukxx+fmAlEbFA4wD6/9wQZa
2CtfSE30P/RY38OpfkWkUN3DxNAFm663SKFHZPvdvA5PxOrYUEF492gM6vCg17nx2lPBkKWW+mjl
qvE6YiXCkmMDFTdyTBWeYqysE8hk/vs8OYZUgv76Z56Jni5URkm4bJKyWRpjTkZt8rsdKPNhw2Og
fC4Mr1kUAs5kIxJvEhOMbUG/HJnfBnBRi6nL9EcF3oTDkFQF+q4E+Cr2ZuVsfOsC8V+uEsvo+yg5
AzOFnVoMaFAi2xonpnrgR1M3oQE3QcsXtHJ4FIq103i4jIESvYUaYRN90Iqt1ibKERBTwqbXtPZx
lVn7Ju1/X412sfWVIdwaRSaAP8LlPiqv7tNCs1SpJ/PjM9v1xVgZ9geMstOmTJJxM8Lp+jGifBzm
ZvaVx1T7oGsZXKTcnl/4mB5tbnzo/UKcVMVz/+Kjj4a+UKeuvUnpX5Q4GYmcN/lSjvZqQz0i4Qgj
d3z0kWADHzojebIor32hTp5AsGrOh/tKjQNevRAL47+gPK0+1H7SHTPPM5ZBHyvLUpqNw3++aGA5
NJDhFZc3R3EFE+SbxjdpI/vvTTUHV9B2lNqX9Ru3/eZXLWIOVDb8YMvbL/rIS19K2wkA0HblsRkj
9WBGcbwslfEMLfZ47Z1M0KaiImkBFJBdsrHGaqmHsAJJiwj2eL2NyglhzQ6hR6vovkbtcftG/nl/
XyMy3enghfWb7Mq4lZy1cgAkJEqBAag7h16UC7eiuZuZErxHKtQogawolgPg+mGXMkX1sLRl0yR+
QrFStZQL/L3qv+w4Cp4q3XQpSLcQeAA1vNIgRXkzdWAYdqv1Gz9otbdeqyBz9UZrX82IEkwiuB7o
IJXCPCrWaR5mryESTpu0s6H9sWFOjvMKztWwbpYTjOWvUMKHRzs36sXNDKlS0r3iVVqow9Rrr6ph
FPSS6lDHBqxR4ureKJFLikTaMbks9+bZBF11iNsWyYyy0x5spXvxPbS2s6AdXiOYTPf1COumNGPb
gt1Jh0K6UrPxtQgngEImytly1BkVGIfGNF2ktjW8DpFrwZprf8+FlRPuOMfxBMMgFuxqxsWLykc5
MQl843EKwoMcS83IulaOspZjRVk64BdhGhDzoKRUntv8pxwazTB51bgbBXE0LaEXyR3YjqVfPnWL
uCYiKl/bgV+ONLsLRWsDRwMSV6/+MCFsTaqSagGoZkLik4XXnOUYSj0cJeIxOcpBfubZMvPqeC9H
FeTQVyY76q00i544QQ7rEixrGnn/0j3kfhmdyv9s0K/tVVhGZffc1SURanP+7RZrxGGhcFh1QaQ3
K+kD3wA+czvP21Svr79NOVGOy9lxF6sobJgILpbwM5T2oO7ZDhBz4pENpMdKjaPRueNSIZm+an3D
479KdA4VQj8o8AgnNwJJrc4EFwd9Pt2beQzUkx6b6d619J0mLDko+xNIu+B4LLx6M8wmjH5iONeo
Yl/cnYifRw9N3YkNjfKrL0G3kfIFqTtoyaoY7fQomxBCxWN/wz7K1u3a7DaUVflTNDmCj+OPj7xE
XRGRSD7swplGNJUn9JujABJNM27eooqn++hZAfEYzFqvnuZEhYFPWGiwrmYD3kl2Lxw1imMSVFA1
1FWx8nUS5NGsGOKOZV7DKpnWE4y4qxhenXjJVidfGX1RrBOT79wyc8i0Byp5s5ut1d4lhFn3mJm6
eZXruCUPcMQRIH00rwWEcGdr8oGc8xKyi4KreT8l7S/ZdeufUzhLQrNZyj9C9vVuQVlvj0R52Guw
5nlwF5riFJXMQXMJoBNMTN84teLAVYtG9kPjtgg11ThJV7Ma4Pvjk7r13d3krD++sj9zp+qo6Xzv
Oxirv/g+hAZaoX6MkdNux85r1zG1fbI/8O35w63ndmupFapwJiSqbFRCdAZjBIyrytx0Wd8/TU42
PIXaNnRb8yp72KHoW+KcysKZPT9dxjkizoprNfDhOv0TfHbmo8b5/zYKIIjioyj0lnJyiJ5HD5R4
ZaPe+daN1W7MM/2KBkZCYaFN4Qo3Ci2L3Nfwq+yE+Lp7rnuH5AsTENfJroUN1amYYLPfv3jK9C7H
AsK1J11vEO5sI/3J7a23YK5/6MgVvcRVYD+X9rpRWuQLWe5V8XxEMcSYnTbO0k2KFiJTzN415g1k
JQ03C8xs9iHs/GcdfWrkOjGKKI9DROlwo+kXQ5yMKnFaKnPjWYsH4yStQG2JBaHP8aAUHJa8yK/P
wl8OFsJfbay//YnfDg9y0Dfm+uxMJgx8IaAltC0Wszu6e7uE9bkcSvOJh5T5BF0BGn6TV+zaOrSe
ck0PLlMZbeWgdAu10Vw1AeH4+yxreC4oVrvKOXppdJs5mazlfdKo1U+ur8cnOcdHkXWPhkmC7jGv
+dcLSzOI42NSR6+23WuX2qqblZqE/ht0Kb+82ph/hsZLoSC3IIixr5qrz5+tUM+ABBHwEY+ZdVVb
8yEpIMLMFA5BBQjJa+RM7XJwXOvNL7NtkPfQP4zZcyMapNioOVFAyORFmj17LhsJPbKO0pIeTtU4
C/Tw2p2c5fVZfIQ195tjOlbBsgVH5qTqQGo5w45q4HKhJzBP9+6o7zKnv4CIGGGulW3ke8FJUz+l
x62L0svkLO2KLBPIOPWgiS7Zb88cTvK4GlcQ1feXwkBAM06T6nNuDEgTVW3aN43hvw/1i5vp5ec8
qP526FtIB6OkIgaZUhSD6hq3UEVdVl5ZPqHbXD6h764uwjksd7LPQAzziWLJuHODJ8r5iiefICzo
jqKHzpYx6VVC9EBhRnWyYGW9GKKBfR9yZKuN17Kv0RLjApmEcXFC58rBRd/fuyoDEvZIu+oN+4KF
nF4CFecHDz0z0nmK92O2E+soG8X1CHXJy6KvuCzMYFplnI4gTf7HqRm73+7key12oP+YYdDtRjKz
O9OPv3Pf+DlC1kPccxZq1WHEL7jonyn4RUnAVf2vue1sNN1Qflm9t1YCtfo22baxyNrMep7CxHuY
Fcc+xkaj7SP4lASsOrhCuYCCRgBOy1oZY+N8Qt/mrrXYGjeaMBWSd7AkWe+u4Tu7GGnWB6ja9ecC
9sEFtLnG1koV490L8ldKDK1Hfczjl5nsquxGogwt4TAfl9IMDN9bZX1m/r+TjBKpKWuuQW8RnC61
8JsdWmjXtK3Br2EKLkEu9GGN8oNz5aepgqrpTct6qir/KLtrjbqEqa6bhy5Kq488scdFOQ42CeYx
eiMTc5s96jphRCfrHlM3248kYz4JxcDgAU5onZZT8GlM4aM/gMlTuI1eCOPDoSf6YbtBmGfURXAz
CD+reT3EVvkR5prNRgM607AYfY4upvYA3vKooln4DH9pceo1PYKalOx2PRACmnojPoGcTV54vBxk
mruOwn49u621kclx6tuWA1metxbU+2Eqa7QRRTId8b6Gurc6v0DOq12nyfqQy1YFyjxQIAFlEq/S
PbidX302KXxUjt3CGyt6+9nnXzQQ+2wa7qgIOslFoTqOVhbogF0zfbN6FfFnDT7TOAmNbUlustiE
UKhvc2qe0D8nj5DACL9R29CkrKHt23PbU8IwxsOB4Cqkq7/7iujUBjASCg/L7Ps1++FkBz+mcqjL
Ah6tIfNeompSLpaXHqWVGOb8IjhPxJDbD8hAFRkkhGNMNREleseiJk8fddQv+hBo8u0qwo/M9b6X
vaX88BGrJVmB/HTLRscd6uk7ldZIIsEW/AZ3TCQARhXQ3LF/GKKxfp6VcYJKq4JyQpg9lcmPnhoi
Tq61hLcN0JrwM3PKMXz/XOpu/xwAreJG/hSNA8aQVavEgORAjikhvNOhWVGkyWDYJHgk2g+kmpNj
QknBmtclqZUYiGPARHiaq8y8lB2aJxIEhobGr1ydMvgDSKo5bHBXsl/rx3XOof9dq5tya5gWmLfR
sD/rgpBr03zlVzw+pCHl5Nxaf+l+OFEXAxk9XA41im5wW+ZxErEJGp29bCjfAJApL3HksphsZ1+J
5u/xf7ne5xtt1/+eLzvl9NtwDYlxUOX6FU1LISSX9F8d5JlcR4XAMzm7FdwSALXDS+Qp4Vc9yPVF
1ZveS42sMgfPRL0QHkfmj9pYGNjq5qDEDWLiqp3u68zyr1BOIUfhheyYx9a/yr6Baogl32Vj3efo
5FDBwPcwhX8nL+dq0wF5/phq+6sLw9IjXPfuc54Zm5AbBKfVDj3J2QaJzH3PfuhGgkSgGLqjrzeD
e0JbOtpC/7+yJhKQOdiPpxaQxFYNdRRESKQ8hQO/oZJ906uRaC6/miYjt+bX73M5jggNWMnJEqbi
KYvKLaJXKH+AmPbOk+xu89HbQf4ernz2Cu88431A+QaqC2KS61m/KMv1znJQdkmzLQbYluf2dUTA
b+sNCdpaQ6d9EhE7db1vPeu5FpycsHlJRtdZFGofC5ADL65r8RrZFeTQhAnGrt7WkOtSjIpJYYKy
V3wy4RBcRa/oYQaIPhDXV6zPvAjfVWuyXpom19dgxYqHhg/gxfAFktapQ/jOFevFJTlxNsv4NR0a
BC3QkV4rtXHsLEhneoHwzCGoAeAbJ4dJgERhkwp2c6omoAcYlX4wJS9rNoBXaQ2TDh9EBuTSrTwE
VXzkPfPWfgyBAvC9bcbvWldxvMizLz5E+Q/s7dne6K567koLNW/hUcIqh+7H95ao1bJxycejFqYd
ndrRV7C+Bl8blAgGZT7bVXT06yb/QPwuBC2WQMlr+NnHYLqwjnPi6hy7Pw9lSA6BD+KjTy3/gZ2o
vjHqqV6EAfERSL+EqB0QF+TIHtKKr3mkU+bmmAYC7yA792PJY4bfv/WiBwieG1VZXs00jLeZoSgn
b9B+N2paPVlwcuzu/S3Iy9Qc292UDzoVCGg4KnNx6cA4//KzZFXbavo9j4jo2TVgJ6ouk3XfcU5U
R3U42DMvrOqZ/SSUIhY6xC3fnFJHEMeafhmBj4bhoH5p9AL5DgQ1jpaFRISS1N1Cpbz6LTJyNEyR
FEEwAbMO0RAGs0KWTph6AiNHmPnWGnxa/Ubitlg5muNuJzGKwK+ysM2K4I4YZTNE3XLL/4RCcOJt
1jX4z8rkKlcqhahF0QwvwHSml8koBOKNFzB0JM2FAHk3jl8BdHW/fHdnqm3zk2RwtkD4rXy1Kad5
gDI4P2UawX0rzPINchn+VQUuuZyQMPmauPWWGr32V1ZZO0QK7S9xGNTLPKrna6JHFHUrGUpdZTid
TDUpIPjo9FdDpGpdilV/2t2S/V/7i1vAjwzBKuQtUkTYcq/gG0dNfErx7WaEueHR8kAA67Gztho+
R2D8/V7JXwCNatGuctoaUeIWSRIYsWNSJGYC6bpo5NDdRBcKUJULb9m/5uQpVRVaBVk/j4/iXIum
AXOy0uqhX8FUWZyJLwFhk8Na4yb/Gok407Fjx0eOUtXy6nGSaMddgSLA5dZYRcDuaGjX1ZCCVxUD
Q+UDzMgb/RPCLH/XSbOOYxcWQgCrwkW1EEEm9tiTfIHEn4w4LMPycgo0cYnE3abw+/NtBCWt6ND3
fiV0crj8l3/oXiYCLFfPbNYR0ZH3WTXyEzlFIGXCjNqg2RoGNwfN74N3tdONFUGTeStHeVJXi7no
hpMcJakOc5eiPltTVT2LJcdWU97kklE3twtpyiUHsl8raQZsb25LShN2iI1lVs6W36C6b1qiVQHl
WJCUqSiv/OmTV4NQwbGGGt53ad8bOe9uyqt7HxuWbeO1JzI8JmQCr22ZURBu9O5jFzjuo0stV2oX
8/Heb44j0nIpmAnpwfnWfUwFKrElEkuG6p+pes1Ho9v9sJB+4940SMpyf042Q9i5p1pcaW78+0r2
cVT6PfqX338bBZTg3tYr0uDkw+aaJLqzb0fqCWEiokLW9UzTXMpL05zZdcjLm4P0JZmnL2BRRyhX
TJVNLefLy39NIl3i7EsNzYwpdDIKBZR6G/UAdbO0Dh7nLAio2dDYVtbAdKrcI/n4Z2BKnOBM+fxS
ut37vQSOWe4XwO0JVUNUL1ZpTf0Eqng43P2UWI/2TTR9jJbl7FrfU9dOo4571DDHfW8JiVtpz24q
RPoK33y4j5tlzrh0lZ03/5utmwHSuoT7qZr0FrF6yd18/hoUdv2gpjl6NlE0POta+yH7/bpcWNM0
Njql+WzzUj0IrlmjKY+5C4MaX/Z2VTe2wrYjNJotqUcVtroR0tm5au0DKMubt5zC5tK7JOWLNMj9
MWuwkIMhxXWSfbIxUrDFQHi5q6ihv+jdRgRPRZXsAp1GkyBP4vHLypV9PySUpgbTq29k7bVU9eqK
LMKbWZbTB5wJsBOuq7BUX9vX2nf618bvDa71pO9fJdb597VtQDwJ6/uFMm13GduFvh6MUud8BVEU
kKWftdE5Rz1Kx5eoBqEZqpyeotgfX9jqBtuOHfhKjipNkZ6a2fsmB9PK0NgiHcAlpN0ymuu1ZgQX
Y+pBNJqVd5JN1pHkRtB1aje94sUIhwj7Pi6vnKrbqmaq7xEIULtNq0SIc+ZEV7247A9WT6xi4ftK
hyARtiMaefVXn5vqlNITmWQjZkAhopvgfVwjOra9E1w6d/jdWMj+LMd4rtZ/DVAwAM9V5aqL+wDx
veCSmXl84vuy/KtfrumHxfMEV8dOWkhZI7LmE0gWtUGyxmfW4Im3zIJarX/KfmS/xSGNUrR7IRE+
OwO/e9ftyqV66L6c7JNr/vGVXX+tjszPQbOrZmuOc6JQzQxZB8K6W9Q/4pJKhG4iTTcUxU4S0ktb
XuUwpSL1Gx31sOTu4/jGGQov82zqcwCH0LTSeqU825MPEbEW5UjtKegj3EZN9g9Djzr2zBcFrDLv
rp6i90nna5SbKOlJM/etYgV5S4UiVRO/G1r8UxfQJjmYWE/8SpxXfPxHEoyPFeI772AZvb3dQ2co
nYKxqrldVTroBtbnZ50uwUM2B+k8hv6pJh19dW2bfBrfCdndoKABLa0d3f4o3eQsp3y5QR/K/LNK
7ORRQhrYozRXeqjgSR/vSAcw6H/1FNonQmfJI2Dh5oaX+L/Xub1Og9D9n1WHkWIxypX3qMCCKSDQ
HB5q1Z/sJQB6oGGiobKxXeVzyn0iLzvKFZUuPmYUrB7lVSs759nmcK63ISc34STHEWNrf/vfvOSE
JCOjDtUZ0Ny/FpHDt0mxEyZHBAE4ER0Sr2s2fee9EOBVDqE5WvVJXkZDHlBhRefED5KbBkUNoP0c
1AAVCh35HkQ+0ZDYVw4R0RH0vM+j96N1/XglwojlQiYdZSbyvycl5RCAgAq1BBrFCNftUOd70xsh
SKFAtdIFmrTmfH6jYbvZf4YbdVCG8x9zjOCpRv8Y0jYN/qNmlSbjcqis5DBqcRts7kxurYFWiniB
2CLLcv5j3laAwWiELicbKOqch6v2aVuWcZVNbevdKTZD4PYhd68+bJRd5AjF47wzrnmTmkJXkooR
xVfR2/6nz+MevGoSh8SrWEoOFA76U5NOhvHep6r2h5fMLRJhrCT7ua+uGvDjlBEx09CK+FFx0PMQ
a8uu2jVz0rPdk5yD2t2eKJK+Q4gDJQq1HI9Gy/2q972eHWqFjBaEHR0vjFo8hXS1RbJLOEw+Go1l
PO4DMbGUTvLSD0g8arHbPNx3Y7XYxd3NvzZn94H7hu3/d2mSpl0A6EILpefgM4NvCIR0qw+cGbZh
0djDY4BA6L7jMY/uruirCueNCKy5k5aT1PUlF3qgjlf9GK0KVPWfLukx6UYKkmQut5MFFXHSl8oJ
llUUr8J+eketXl2Ond8+jajZPqSl4p+8tte2ptakex0C52PjzsHGKNr6UTGtYRVnUfY6zxWH5t5y
39Ju7A9Kp4KPIkHiAtOkCbIxO5bVQcsj76j7AYNdb/4elB66PsVHUw8XKgdjVajNFiKxGEexc3Zt
VPKEJRuFuwCayO2PfgqSeOm00bApvaqhYsG3V42dmvsmoNg8iEJlY06z+9IrNYfWXD+0CFg6pLQf
vejsWFYC/SNNwtP42kLdm7lOe5HWrR+Ra86CypEExCxq7Zovvh1Ze+mhpml6dSFfXpC6tramE6gB
eogmkISmDjf31dUMItAhJ3F+7yuaVHmYjRTJGbGMXLCrumlDWp13JP4oSzRjnrS7MgyLxe1PQIWN
vYGtvZjIqQZLpJeNU9j2m/vf3NlG/lgQPv3PdzeMCNY0GaD5P68HD/vt3d27/rzD+18Qmy4pkTiw
t7eXzDluAFRh+3B/zdhxYODJycDdX7WPFP+BUrjf71AuWEf573d4+7SQH4bqV7y729q6FbDf4d1J
b7m+fIcNxGn3P3IQ7zBrb/9/t49lQJ6pTsbf707ORqJrrwQuqCjxQcjZRZZ/ifXa2t+Xd0g7LsZa
iVfA8KpncEei3lUt0T3u3CdSZc+N7nifFN/AsZf7ACw1v3ovtHxZ2gq6V7qHXtuMlEDrFBduTNZz
rhORC2fkHqsoIeuZmsibaULjnUHZVIAxDMubbv51T9F8SwB0LfOhqA52R7dMftz9PY34Ic98Npyu
uuqQOV+blaBpz8Zx1cSu9hQGhf4E89XRHVvlFAtrqhx0kWI+Wjko3Wwfynp22yE8mLj4bQgdhQvl
sVhDNnpbjg9Z75T/6vOTZu3ZTnO5vcoUN8T8fX0hX0bOas0IVRC7zPbSHLWpOQNuvlly1thCZ1TZ
FXSkf/7eUB9AH2juo+yKIXzYwiBRIC3I3yb74Az/Vahpc5BW2qJq6ejNbUx2abZFHHRMQrJ9/0wy
PpOg724fCWD/cqPGGTB+48vonQw/z8+NolHAOgXRRV5ZaUbp1FCXW2k6VgqTe6WDQIjMNl795e0l
6rirqXa8LyA9ZMMr+Pn0+xXu3XZSxhTj//MK94EUZbrbqxQUocAfz35I7eFIVsMMfWSF0DabjrVu
KQYl9UGyYzsPmfXsjQeyzi7p9ro6ex5SCaMatlcDdMGKfI79ooRusOyNfPywmgGl4tGYvsVFe6rd
3v/lzeRqcgS0qZEkq8zWLFikrg5ySg2/Oyh8oxmsfISZ58IQ1uWvOnU9qwx+1SulSxxNDWR4+XO1
jR32zsFReneHFly9GxW+uUbhSBkWdl6a/50f13QEqlV2i0a2Glv+1uiznRwZDU9UHCFkCzdin03H
W69jeIuRB8EDiIqc/4KW/+V8GTUt8X5FS9edxvZkWeUina1d86Qx0Yo2icI15S6qtYiYqRdcVA88
CPhiBQLKPl0metae5sZWn2K1eZX9bpAYq3iu2z13d42aSmOVl87/sHZeS27rXJu+IlYxh1PlHDq6
fcJq223mnHn1/0PI2/Lfs/cXZuaERQALEFsticRab5DewLMqK0d1TQrJTO+7Y6Y2iO52ur/lq6Es
RTc7xH1X9PJTeDVG34YGZsY14q8OPMsVj4kkIan4xvuu1+N9VeU1HOXpFIssd20byq5TvIz8or8I
7DZfjkOaPDsm5bOmxxzBtsz4OZewVTAz8B2i2TZQrsJM/ilao1TbKKQ7RzETzRfjAZX0OdrI3Iun
g51uQJbU+MLS6KJ8jXJ7fRVzk3B81r1APokWfwlKxK4fHkRo3AECbEjVb0kfSE8J+88tX4Vcnul5
FZCr56D1SjCXLdwBxyD41Tcm8LlQuK4AChuk/URg2Kt/DU+BZjPmO3fAcu3enxtToqGVI35Ix5cI
txVg1UX82kqDivw/d37R1HJynlqoezsPkNYrzwAvslGEF+jq40tjLESQkjrxWctbPsesYKshfCZT
4UlgmhLbBuV8yQUlMI0OCj+OHQ6DRzE6Uv8Gh+Q9D6CrroZWn8o6Tl51xQ72Yx2UpOOZlLVjtjLB
WKzEJCOXMZluAjYPOKzsUe93V97EmBSHUPjyOAE+PPFk2SM6NbCEZEeRghm9snwMSWsNUaNem0gr
UVsOomXGO7wSg91gu2fqjLeW6CqbDt/2eOArNE13KGnvlRrna63PKUAihPosNV7INoGVSAQ72xBy
AQjmn1h2f0PZAdhPMNHEdSu/RDq+hKY7Tpy5HtlDiVu205jVY63qDn7XTv5eWdCnlKmMrjSYRQFd
+m66RT6Lkkx+zn2TUouuqiSydWfToRC1daRxwpPkwRIt2ey5itma8aHsvpNfW9xWKtJoi9u8/h7p
MBVMiOH4hZP1quMgOWpyRuUu6r1NIFvu2be0bGErUfIamNKPxLKMDzzrb+tgenWVsFp5a4yuBnzV
SlcH1YeFO464NPXx84it1VOAH8RTW+EEFVnpg+gKK32cwdoAWT0NFk1SrDIy6Usxym9jdGj1Dojo
NJqjp/xU7+9rUY+bslq41Ytxy0mSZWPxIZPeUqdpn4YWg0IEnF/x0lKAXwTaTDS13LBWpt8USHfX
1Ss7Maycoh76xBSsJe6Kwkf7qLhJiTl1duvuzcTfp9mEjp6i4smRE/pIvx7kxth3Uh3PdEPqjpM+
xUKu/A6j+BEv46lPHIAi9Md4OoxhbS6wdCJkGu2Q7h3ArjIi2qqMROt9WPSJUeTgQE+l5l6u4nDe
dKN7qkzPOtaZ1c8HbbTfScHtvN4dX/IRA4fMrYo1nMzgi6ePeEvE9rsEoXmRqqN+CFolvKSUb6D1
qtZ7Gg6vCuYTHpWNme+mHbjGLrjcD1btHisedPaQGQt7FtlOtB0l05+JkDiwfgV7AarLupweIxNq
08wkVTcrjLri+y/a7C5WRcLbExjpcKkQNNuNHVAewQ5oh/h7OaKsJNgBNS0gPT5qTrAKBif4LptN
cBLsgGmsniL/L+aJVXSj39pKGZzlEaqAVFGId43IefCNznmwK+AjtnkVPYNM0geZHIxApzHRZ9r1
qnfq8SxasRFFm6pDuczHBC6dm251Qaa3P4bThMzFfn3ERSpQDfPBx2MFCc2EjYlWmw9qNtrX2ALm
wpjoqUxDWrrw2RdxVqHaGOL/rkEAwdBYRVgYD+EwjMoXLGF/nYk+R4uax6HP52Aogq9O91Mzs/KL
lZvp1oLgthTdrhfsHavRKfbya4V1DFIGSRd8DUf5O5T99upHTXYatMGaifgq1ZCKyKzu5GhycnVV
/UP0G07u8hxQmMjW8D1z7OIg+vltrdHOTJptaCTel1CnOD9djtRJ8TpGgm0tmlwdXra/rq7r7H6J
33PwFYWZPWbVv66u5VFq3qnuqkJKJSy67ANb2jMZ2ezLGGbGwox6+ejWTrEvMsQeuy6InscWiAJp
lOwDNvg8qnsdI3Q1WTS65iJ16WECMp3dD0kjDWuzjQ6O2fzZL2J1WX/xdNt/blt9r+BQ/8XtC3TI
0sg/FkoDPV52s6WauNZrr8ZnN7CVH6GWPYCKS141jz+rKzNpH2pjd0SdAuao7ldvYOW3Hs/ePxQ3
/4o1l/4sl1K6snOS71pQy6fOG4NJNNP9GkneUoQih4Sjk5NXTxns71WrN95Ohsp+Rj2qn6vKwJcY
r1XExwcXVNuoW1stdDZsMCIhFvQ6pmU968Yh/mrkwbc8qdxvZBJOGQIdH4U6LmV+9v2Z0x4RPcnC
WWMifwNjZAb1Y6VnSfnh+PIFM7Xmm9YGH2PrGxvJdLqVjPPIowt4L8sfkYvIHtuyYAM6uMpK9LWj
Xp4hjm1SfEtvEcgVenMn1klj4DA3ZMGDn4bOOQ8MUMzTGUz8atHEWbCsbeRElj6KY/wHnH2pUpTm
9sq+0Siih9to7cJLCu06WEYW4kWUuxvW+WvKrY939TZFrO8rmbIM+6BexXYrzUIpls6u3an7eAAo
F3lZ+d6GL+CPrW9x2bhzxMaVI/8w86gjtDwvp4Fm+J7AQ34PzS5ceiX7AHMAopLLHfJqUWh9G/Uc
Rkbjf8m7qF0FdihvpdyQH+zQxzJqiuhb80mDg/kcpLq3QR/UBrxnls9NojyKACSJEtyaCyBnVVWu
VSlQeQuoFwHFBF5XfbHAZG+kOMlXJUYwVhP5Lyj+q9tYd7ql3cvGV3NoFoGVDq+42usbW8U3RPSX
8jfMleO3Bju3dQP8aK04gfk1ThLjq2aTUehj2VoXTRe/DfE3MRbBcV6xc9Y2WLaMr4NWLUS/YrBR
DatEJefV+y8klDfiJcjvWItACtaaGUvz0vCxOmMvsRdn+dS894kB3S//jxA87XX4FI2++DS3B2m/
Q8ceR0sk/sShDMEpF0Gu/dGXJl125iLCNXUEvIh+B8fTAP4ENjrbxo9P/WoN5db36uOnftfL0mMD
4r+NzGFewVqed133mhpVeS0m5qKNhs/+dxes9+qKOc2tiypbSRIJVqzEttbXB2WR46h39TJDW9Z6
j+BJ6zirXNPzo8NObwMrtt/LNf9PyuLu1jOdfJ9kfrupUPk8Gi6KOjW2xCdHwsUvQgv54ocVmgBu
6T0mSotCbMjDaKjKJ2AA2bk0NXllKq07S1PDZWN9ey/kYYNGAjtT00zPok+cubFj7GAGnURLc0IP
KaPEL44VBakg7tLzrS8sEywEEzle+MMgP0IG93b1iM1z4upDwV7PnwOA7q5i1IjrYmEF2IOKphbZ
3SEfsm9ZmciPlV42J8QWD7HnSi+1ium54RvRRjR1XelmaR66t9GgG9e6E7kPVE+9p1ptFiLKHnl+
KXWe42XYigC/0JoZjJE6YYdnu1/q9Uugl/No0JBjtsgUjjq236LZ1NEPuPHDxU7a6Jqy9zTqGJCo
o2vL3CxqdC+ZlOBWlVEx2cgZ/q6WaVQPpU0WWI+DYzMJ10a1ERxbbv5iTBy8ri6XjeqXS9NUxhgg
dHPRDVNeeyBItmngJmdxUPQiWsiFiaGdlqW3vqAeE9hKno8LqAmccQoWfeIMBme5kbFe5gGOONHn
Sr67QO1FmYE8zMdlG/fURiYNnsRpkl0IqWkd074wDzm7tmn4gXKeHVVzfwbxjhuG/REW7k+16eWX
pJRGYEmVf66zyt6gCB+gtWjqp06Bv5trefGihHlAfaNoP8DyGprm/NTK8Cl8SktZ5w41mLdDnVgo
1LXJtYgyLE3/d387DX7qI7eB40oziw3/Z2F4lXpywDNDyZDHpQ6w4JiNmgI2MvxA4HxA1WUY9uLs
frAMJVkrUQOLGns3Zzr4PIfAepxOQ618alUqxHejN9GvSvD0Rd8t+HecGL0H96VSLGNZdzcSbLQ1
ZqsDaCMzeFUVSUI7UDa2YeUFr36UvAemU525cQev+lQFj6sXz7V6UsPJo5gyFpW6o2TYzUVQzA4W
5BdsD7Kw3FMGbhtjB7PI6C3t2Qx1ZZFEQ3WOFTXeKHKRgF/QzEMRxvHKL3vlwYIkNu+gk7x1o/VA
kn0C8vP4RdFq5sJkD1weQ3xdK+fQHesHveIOkhSKfFDQqt2ltuRtxkIez7mfDosBI9OXrmOXnH/h
Nyc56EZOCSCsuhkJLjlaAG+ND95Ek3IaqJAz0RYHIHkhCIdmxKMx+mtErCHCRcxtjmirEoqtXfs2
VHpy9Sfpa6XvskOfFkix0RVOXSAQjGPY1WvRJQ6drjZncgUzMefeL87USRP71kfELfT3+kiDrW8L
ygl5uiSqzrafZgcRL4+BtHKNsQKIpTlrg8TWfizCYldnnUMKvvGPdqVpK/Bt0QVdfHvBxmV4zAaj
pmCsFdM9N8ecSfMWdgPvTI90ZY9iCyIGyaQWopR1tBKdoZLaxe3U9lBodsmmDXt5UIGgKeynM6+p
HtsuBgmuuySrEzlZy02HMGKf69shKYttOmUmQxQZV6NTxpdcEqls1XvS5SyZm3JVfMFH2EcnlNRi
izApbM6UR+Vh7U6bqBnAwmXbFUiNuZm1tuxhZkyAj7aQgh0bcPzepqblN+4MvoR0COOkffkd1lig
C+0exkzma7/C3Mp0MS0jzGE10S9WM6cwcC1/hvEUYoITGONDVNflWoptivvRoD4GpllefX7Bzdo3
irmrQgpoUSTYlU6sPlpmqm4yz4DJPwXbmNs8plB7plA9T7K5AtZtI0IVuY53jQRcWzR1q8bw0inU
TWdREkI2SH5MfJQ1DceIXnKPXU8zquaXOuRhmH+/8h6NSEn4tfJDSlueuWKEtslVzGzSXOHMK9ds
MzBdBU+zrKKkuEpSpc+rBqp5GbZoNDUJqUOKAO+QyI+Z35C3CO2NV2b2T+pzz24fFm95YuRzSyr0
Bw2U3KpGR/VohpG2bYZE22DB0J7Eikj9pIhyuahmt73/XmY8nXLvmnLHtxWLBPTOtKLeOvl8mEQK
dWBRW7HH+btd0Kc+KmLFzk9IbY/GxoekGGZ6n+KwMyTLBP0hVLolLU+uQZ1nz0VTPGedpp4Gt02f
ucoMcKNBRmYaHKUMqTtbK3di1GqqEP1Oo92IUaoeBepOrok/J3NJwxqrilx3XzUnMDQF+HctfrMD
+WBMriumxfbEc50vqW5OcqNBc3LCCmBmq7hsz2sIYVHRzirNqj/GletJ+UcZx/1M15DEkvPuDWqH
c3Cl8tehbqphGWexNvs08KlplhW7LciRon8MMrRDHCwEk1F3Dn5NGhrxdTatocEOvwj6HzyRIcjc
dz9RPnzBUNz/4iToBMMr6s5h3BubCl4OXBc7PycUhBfIbJtrUx+cObc33vbp0EAw2JuKjY5cr2Ev
Ljozy3Iwlh4iKtOGy/1rDGaB7umHrqrcJ9frpi+KWmPMSDNpnXJZNgaWF1MwLgHmetR05Dampt84
6Dhjhnxbysqd5uRLzbOYOrIrfkDwaG5NoWbddHMefYJVzH4CXqQ3Ros8ZuOZaVKvvTYJPz/Vgn1D
78+AJPc4PwSIDhiLPBq6DzlXHlOqjO9ua1Yz1TKdFxzMhjmeu8mj3MjBEuHpvZNY6AT6A5qt4Zht
e5A4KJ8oUjavy3bHo4YNnp1RxdLjtWTY8SKL3PQxmQ4DlQUqDVfRI7vewbHGrczQ0fdN56gqmTHi
2w19WjbdZAFEqJMXYrwcyAhnLXrFVeMeQ/Ly80Lv7Vnqy0+RBfvKRJJhPVB+WpluWs6FspAQDgon
Amyd5ZN1PLBWeazwV4nVF0vnz7Mj9SxaMil0kNdPeKpWFwXN4V2ZpeXCSy3jbWizH1ZiJNfcqaQT
8tAUvY2O7xE+D1M28ko1ufqW+M0Pg/fsjZtLg/clsIBQa4I5is0X3Oa7UwaJaRnYNkhix8IyU+mq
belBt3bRmxxwC8JgSB4PfFu+KiM/kPiA4HhXt97KdEBYovcW/HD4x2ilpGwiJZQ2JAC/DSXC5omO
AHmBHvovLgsKkamaW6/4iLprrE7StVnkzdU382PsDio2ZBpb/zL5Ltcou5B09i9WWFw7yQ+3fR+Y
e0S8UYScDkZ89vL3rPBrb+Z18EWzoP3ZqStZk9d9UDhf/MztlrUml3ubDcTZ4xLnYcNDloaCwwrX
bf1cjo0378hFwhYqQpSiHT+a1U1kQfuUz5rSjO/KZLGKeEo6c6085xM1rDLZfvXR2v1m2wHKKh2E
M24o4dosUUZxZaN7dUzgWqXut989Y1iXXkHhrtGe2lR3YOlJV89MN7WO2MJgIToyROq8rjGZ7hLf
Xkdoku+zvuo3pi3t3DFLl8rg7Me4amcySQ8SMU2/agPNXGVu88W30hqHdzuYVekQfEOX6WIbhfWR
8+VByhkPWGTQV45U1zukX3cO/OYTAZOZOQyFUzqAS4+AgfSeH17FAYEyZS9FqNJPXZEkISuW2MaS
2o5y7KxBOcpd/qW380thpmTjs/IJ+nh8RthZfs4kBQEvxTqpYV4dB6O8dCFQnjwJw33gfIRykx5k
RCecsB+2noUCCvD+TD9IJ7eBqeibyVsHKmMNNh1ppqkpDeZ5ymw9mGrbnRqzhrguAWrTpTBYlHLj
71WnOSp1Y6NZPyEOJ2Ci73DGI8KPKPfBSA3IF4h+cYCMBZ5ehIi241dfeehPUdEennvclM5FHD7X
SladSLTyTRo7Knxd1b7IdhrOIFkk6zJof9hUQq7YBGvHvregNup+MOdpIztwdhWDiMZ3V3wRgCuP
0TfS+kR0ijFsnSDKZ7d2oFr9bKjUGFBd2i7z3i5eCi1slthg5mvRNDWT24+joC/rjfDfnHyYdzU0
ULJsWrq/nVrsWveuDtNvPoEq9pGnP1AKluZ+h+2i7+zSargUQ2ic7QRUa1cvdUf7wb6umMlh/a3T
jfYy1gllpwyZzzJ4G0u+h6GkzocmrH52+mNnW6j8RL5zKCgzzVChahd9BHmmCbEiD6TG3WCNR8KJ
r/MlQcnzkk5nlKEviRoXkDjpEoNtBlGq6/itFE1Z1ZOTpJTfIlA9GU5nT2Ukt9yDkIUSTSvwxuNg
kyzjPvcEBrR7SJpsDg3CfMozOZkFwAQonPd/usmNUzOONO66vvn+d2ZyIkIMONwettrAq//2rLNQ
yh6C+Gfh5vauL9B+tBv8bWDdJJtAh2EFPxNmcok2GVvuYaXlWnEe7dKCbCk35HC8i1MX2SbjUX2f
2tTlfL7+G+4hFOcypBQQPBzPiDJnSzcI5IdmjKx5rHfyUx5fy5IH0Mmu99q2YbhpdRzhQ8+pz0Mw
FV+cuHxT3fQoF3zTo7jHbR04E1kubW5aWK5rjaFvGneUN2ClcTLP1HipGFaxVUxWA9w93TK6gso0
z6UQkpeqXJofdp48KgM2QVUmy9jWSMvOCPOf7PJOPr+Fb17LFXZ+lCHRFDSbcqhPNl+ldaTa3bo3
7OEiW7a3QANafZUpUKpmEv5MzSOVLKDjfJkvZl9bb5aPzmnRKtUDBaZmVcR1BtalBBtNGotnruqS
VXozTysr+lZk/dzPyvhD9ktMENIgfjaBBq5apE/246ih0mKA5fWdTqGmPxzVWrefbMdR+MlekeUq
3gPfgN5py8XO1TsLPGH3oXgRP5S2BRTfqEyA8E24R4o4XJK5GU6JY+az1jC+hUruPUFFHDYKwqlr
RE+dZ/boSEWm3ndkLAAQpsnwMCR6B+2nlFdl2jav6KLuRERg1iDGC/Jzaldl66avNrLlxVs0Icyt
Qv3hwP8yovRXm2ekJ5xFgJD/sulJug9qMBxS0r6zPnDcJ0PXSQeV/W7CnnQaCsFFD1qwr+NjAFAP
Rk1ZL0sDm2qP93Jh4vi55eYivTTh6M/s1qb8PY1WjY3jjKE/yTJKoxQeeCiquZGWQCo0ve22TUP2
erSV9M2JrY8OpOmlcEL9kmn+D8zaUwjQziwHRz2Hx4fCgiObW0ykhnXfRumDp06Z66ypvpuIZyVB
o3ywy/ko5MB6LpB+WipK9GYPZb6g7ulckukAZhklVWpHG9eUVAl9j0pZjCWYJd8tnYsIdBwTaH5I
Efvel0u9SfaXH5ZpFREWk1e62Le1b4vFJuY6zblvO5LNkucv7SxPj5JXYUAwxgg/tVp8AHXx1QIw
eQw0Y5n51SMS1MFcHdXDWDl7PSGPazm2cswxdZ+Pg68sjLruN05cqVt8SIZzPh2CTTqQcgFlEGxy
zwkWutmor+aAnn7Z9z8hw41+x44dWavnknz7rKqdbNkhkMTPZeyNOyoIc1+XDIyicm0jD4DY4sJU
yNV41saNpHTOR57vqxJ/8R0VGRgbExhNzofDCFl1nmiUo0NT6xedEZGhlwcLSl3TtLOobh4RC0o2
ou9+gBX2V0hlq92yszptxtPIUadU8GpXHWkYSw9eJjXKRZsY2iVyfGflQ852E2NNRWo8QDBKN56B
402nFij+BPWxK7XkEUUFnqtx2QN7pfdb0ackQF9QlwUOKtkXtgLWh6KShhonOzL7wdN4SsZt4l2W
pGHn69m4A4/Nu+NSwQgg9R8asEc8CEZfpIqyQwcJd9kiwLxJit6+yhiaypbasunBaR7eK7nSgD2O
HzTz2EuCA5jhdBuMJCxsYB6LwhrVheY7LuIu3YNHNtwxTEr4YyiZxxqEogtf7SplXnblWXpiO2Mb
MZo8NXmgd59NjAAwN/R5yIvr8hmXL5Lokf7E58cEozNH4T292M3kpNw8W5CRL2Q+k9uhoC69KFAI
Ww5TlBgIi8o91fl30cDaVV5SMI0WllWOFxSmnJmm1D1VFm283Ppkw1yrsa2DfyVEDLBb0M8GEMmp
J+/CaC4bGLjXUlMeescqDk0T/zqLkVpAoRsZRkSvASmLmNspv0R8rmK5XcXcCY+lgZ+xJBv5OlEc
F1YlBz4GzrapLfL36Xg0SpMbQBJe60KK+Przs8gTrIUHLgrdGJtAISkN6yr6ajsj0VghWxraKtuk
yqVIR1YX1N96lNN0kRXDqUEO6CKjbDDXXN+7+lz1mtRcTLWwQzXfGy82YKIDX7qqUxboCurcpl19
7+Rqsq5D/a312+jotz9IgpenuBnylWO7qMUEOBBVLqKb4gxNZWRyxOn9UFunvugHUqfYj/SmbGI0
YaFXLcVvLqooXw3sLWaGLtUv/N4r8zp0vcfCLnFqC0v3bMp8KIII0Z4g2psNbsRqY3BrmZri0CHq
AQvSyfpsJobUnrx12i2kLlYvWvUQCHEm2Yyx5+ENvmk3yaTjtrDCKF+MkErY9apTqg8DNyGwJA6F
r/BY4JvNSvFk7SbgVNYN9qu9ir7QJOEk4jp8rdCLNg9Rho5AHnrxorEUfVcH8PUdwFxPim9WD2yn
Z3KfZE8oPy6BSUrX6UHdbSrlVYud4lAmgXtrGnmSzMOhC1cIuOCxkra9tMSuVVrHwHQfKj37DnUC
jFjadTu+a8Gso1J1NbIIvJwTj2vDcQFcldKLj7fVQzckc70pqydvGMqnLLEvOWLCp9yTyidH64x5
OwwNv7A0bVtx15QowoVbuycjy7tjmw/uKcVeHn3O8NVLwnIbyH4OccOLXs2I3CR5yGAjRiN41GDk
KZWJUVfCuCqNpEfZ1uUH7h8b0d1bbXqI/QxkExtNAJKjj3gDFUxDq+IFfAjz2YgjBLxVtMNhVJnP
SUXuG6CZvLCnpjHIyjrPuL1LkWU8J7CUgIQq8VLMVZ3WW6Pw3SxvcxuQw9ztNRR+CeYJr1plo+uh
k8ZSUdsHiLbD/xJNFZPKJcr88koEpx2YdB3Z0duo7EUpqRs/X9/m9r27QPBHXotgDTLFovRt9zYa
m1WzsKDZb0SwHHSAntqpDCted/SluV7X0Rrc6MawnPbceoO1SoIxP9jRPiND94TbV6vI3dPEpHlK
yv6F+pxzzFAW2KDwgLq+1nfnpo63UNqdvaVJqLGIvlp5L0aYWbeuVuuikw5SwZVzNUC6NNX3VEd2
dmd3ZxGflkG8YP8cYNiOu4mVdjziBdSJ5TDGoI7aRaL039PcaN/z3Ffx8dWMM7z0cBOgG1VT5ro0
RvTcyFiFmU6q7sipt/PQ6b3XktTxSkPnYCVGlQrbj7qIcReZRjMdSF+VtRcvsLWX5r0qEm+j+hmi
5R1puzAxy0UlFeUaNDP3Ldsbh52DTYWxDA3rr9N4OtWVpFDnfwT8caonSr6KJraXZzxgbuu9mPx5
kJaHhYQM0IvGp+3qxhgRTS3J6PRz6A0PohWOaXYqQOeJFhgr46Dh0DMLJnn1sUTkye579M6nVTHo
1FaTutYiNCXtPLjyr4MubS0JyuG9mwf+fBe7gCmnoHt/rKO56A+BOf80kHmhPCvcZFjfg0UI+Qj2
OiZa879fzm3ZMBqlojxjTLCC3z282aPpLsba6Q6DkspHWSXd1agAB0P2yP6A2EQwOQqJQzHZComz
WDMmHQyMYUcLRyHRp/w+i7OpyNxiT/tpQASLUVR7Mf2YVhbT8Pz10FFAyGI5AqK+rVqRWwb2RFGq
mYFkXkTDmO6yKvh1gBuY7sh8pztxdh+4x90HPsX9ByH35YGbIXgv1r/PE817zP2V/oOQT0vd5/7j
Vf7jq92v4B7yafnKk/66/H98pfsy95BPy9xD/rv34x+X+devJKaJ90NpB/wd/eBBdN0v4978x5f4
x5D7wKe3/L9f6v5nfFrq7670U8jfvdqnvv+PV/qPS/3rK7U9v+TpUMsw7R14tAumr6E4/Iv2H0NR
5TMrpUZ4m3VrN3qU/dm+Tfhj2t++gugUS91W+Xfx91e9X7Xc4UKzvI/8udK/W+/fvT6bGbbenR7y
dH5/xduqn9+HP3v/X1/39op//iXi1ethvBhF167uf+39qj713ZufL/Qfp4iBPy79voQYiad/+ac+
MfAf9P0HIf/9UrZTIp1bau+DZAT7RmonhUTAZvv490GMRMNQ7FTtIrpFjzirxIR7rOmW4V4MlxSQ
tk6MLZvWeQ+Z1uhzrzLgVtWGdM2CGAG1un9iF4yQ7dSKc5iLLfiWaVzMGQPd3FF9/ynGRb+LTtRq
LFHEEn3iUPWoZZg6ILAasf0DctFnRD3ic2FL8bazHQyfO3i+thndDihUxsc8RYF0itKiCCc5MRpY
EnA2Tz7c+sSwGukf2NGRELEapGXEUrnfw3POVXl5C3RRlVxURmCjk2zAL8lGLHbY2YPDxEx15Ud4
udro3Rjw57virJM0oG4fwu6ZmkNgFedCiYuzojTa2tMLoOtidqtVw8YtQDb8MdvqHYDJafOGuCAr
iomVmWNLZNTX+1piab/TKpKa3v62XpAUzSFMY2R5/3pJEZb2XX9UebC4hekjWzRL3Thy2UNixi/I
mxzqb2b1yCNDUf/DuL6R4V+NQ7c2+L/tAeV6B7+avOxdg0miU0y/DxfgRBzJ0XdJ14CqsPMC0mmK
0kdmbfPC8m8NRwkc0DBTfw4cF4Erkle3GaLzPk2yxmhO0aNe/jHnFlkN5bKLk3T/eeKoDP62CaXr
p7VE08jMI5luY6tUBl71MUZro9x5p6BJvJM4A+zl4dtaemsXyCx1bUbvAyKuc8boOMIsnULvM28L
ae2DbUcxedNA34nDSOpshzOyvhNnGKYN20RKZmIw+R0mmq6ueymEE2ZkkKMxm5VmrSMDL8NtzEd4
rCnUUytJykn0tpjJLcHUanMxcBudwsVZN8qkvFXvIGLvEVSczJWUI+kBXuNX7H00UvxHTIZUErb/
a1AbM32jq/b7vd8ET6iip5VmVHlceS1G7i/m4GEIqq5DwmS66t/XdWumUPWgGtpLcRGG5am8I2WC
wpbt7sTByDIc62/He28XmfRmcELIFk6xCcgWjK8HnO/GuJP+WEAvchIGcRdLtwVvk/5YsOzRepVQ
aFioKKPv9ekQhnmzF01xdj986oOnh2wsG7H5feC/WuA+7fYaau+sMqTtUjY+ZX9I2CLigKwmF1/2
00topOyuQgwlxAD5tggPakxqJ69KdGntHVSAMZ2JNtjTX52W4T9htCCvRD/oMWd3n3GPLYWxpVhG
zL3HfGrmXg8bw6m3oxy9SU1KJSM3UHLTw+gxAKC2tS2SBjKfsNei1TYiAgKXw57b8S/WBGNPM9h1
uRmXQKosJPwnOEk7wUmaAVBPPuYmpcfpVHTW04g4u8eIKVW/snrsm+6hovvvmoGAqNxXiuXx5Lb1
cB0d46LXSfdUsOHe5bpaLocyTt893aCkBMCK1NmAyNtUgpIj90thAFyNCuTXwrp2Z1I9bAXYWKCQ
xaGubHduGE6yvPcJ2HIKq26ZgN+ai4EbPNl13HCt2Xz0/wA9e3UbbVFe/HYLbGBxVwGKuRhcuTun
cJwdO1c9nYlTcUCL3QBCUOFpf+stoWn3hWqstHskYqcuNpxTDHUjbGKng5huF3UAwJK0QG5WPYqh
KYLq8ujV2OYE1anM/4e082pyWwe29S9iFXN4Vc6TZ2y/sGxvmzln/vrzAbJHY5+973m4fkAB3Q1I
1kgk2Fi9FrzPsiebcsqots1NUB1+88uRvPfSAJADTM7mVgarhoEcdBLCido6zd2Yp6+x7zmQD6dA
TpV0Qjfkty3mKOtOOkLR+y97Nuav6fsaSf9M2rI8tV6ZnOH+T85d7awaj9QnpF6/TNI5V8MMnqTR
yj0ktCd1dqdhIWOaAQQ1554ow+deQn2gWCvr2ybaym7aWT/cSC+2H2zypeKfJbzgJ9lXSJmOo5FB
dGd6h0w0o63BSHkbyx46weiS2M3ub7vSe4d/s41W6B8URJ/QdBcx11WlVY7lHNn0E6UnS+mpqknd
carcW7Z2b5ph+dqSbw5VgOx2GpovZD1auytfgyBXUVAfwPWrxauGhPydNdhPckZcuum5Ltk0libZ
WrvjQmNScn0M89A/yl42lF+mwLU3cjRMlX8MGiDJ3Nx/h8TvvZttAGaKGo6P+oTw3hzXyXIdueJf
L9dSrbPK20xw4v8x7xb8a26kokLhRBs1jIptNZvBg6LWsNBXXvqJ7N1nazS1n4hre5bJ0a8bxE+p
k7SfvT7hSCfuw8cwdrlmWrFytFs7Pf61Tgfp1zEcavhu+BKfNLVx9oNSkn+CdmDRIp5zipCXmM4d
rICbPgZ6CRbBrt/iRPHWKWxdC4dEOQemWbKGd6w7daLhsO5jc7PJEE3V1kntKvubXU64DWWYtOWl
Ye/mxEOr7Y8lrXL++Aq3+UbMcUSbZfe+ZVEIlSLu4MBKvpXDVC2zi5elFwC2SbnsctQsghC1rdBo
4fkaUeDSjGhcQKo1cHD+R1Og14veqwW390K64kGDx1p2yyBDBbYirfbB6FeFvTaGGJSb13SbSEs0
UXIQPsmmMyGQQOv+QY6CCgKcW8QgwgYiImf+HcGuCfyjhry3VuXNimPH4FxLkqSqTdm2+8W4lkao
M8PzJAmRUhEkjf8dc5tzi2kE7ZJ0xLER7FSwejAIlcYLXCGJr5UvfYMS3e/Bb0+lVMompzqKYhhx
3TOCYh1D5bCUl8HbVbGYYMYNheNmu15HhcOcfBLp4rIqm9tSN8dt2m2pW3CBYBP52iznut7OT9T6
jwuXE/fDnKAXo2dOwFkrJUWp43fVsoGrJOz0x1E4IcZwl50GMlvGjoptHaNG6N0WRl9xrBId3VqP
7qQ3KvmL5Bk05nLocDJ/MYPxiHCQ+lRP6576mAYkHZAFIXfuFsbK7+xwnyN0ccocWLh4JiqTlexC
LD41C7cA2UkZar1pp3xsFpWh/gq9+m9TZW+IBAfDxLOKHJJlp5ppBISXKMWjS7XxxW8N7Xni0HNp
JI65BzWlPYe148J2H/goTpdQhanmsLTF6auF5OveMqrv1ay6PK4KG5jGABBYV+9ncQ4rGzPQzH3U
tt/lqBNntjI2onTnX2PFmrfpsifX1Qql3sPSlR7HZKioX2c/pfE53Jk1gBlp6zWqNVvP97ZzVSiX
kjrd9dT2qM2NQbkcm0w7zLJJGwBOhZATXEjDB5fwF3B9HIKs/9WTIR+ijST6lBdqvQO9Ux90FWLJ
d7VBKTkoh0VUHDkWCY/S1EpVwibj6MxWc0HB/1ufUAbXNpVzyqgDPUay8MOMUSuPlu0Ex+sC0nNb
Zc6hu169v42pbzgon4N0aUXlD45SyydOoKonRUm/cNbfn0wx0lRr3AGZRMpKRJSVXj0VUbeC+ny+
l/FaNSNEPFIiJZ2KZTcPekvqXkyXk3w/1QAcofV9fQE3zc5ZblHbb5TlciBVsrATrzjKYFAE816f
qBSSr49ChLqfXI4lIa52euOta2rj7CjAY+XQCSBVnluqcuSw8pxmoZqJc84DRX37NafvNeOsZPCM
+5VnvN3msImN73Udtb8QTsvISb9lYHDuCtFwhKndhXpmrUehXnqzSUdmFugkJKj8yKFsZEhoRk8j
6MTDzSR71IyONsmZ2zqcHboHP4fy9/3lrpE6teb+6IF1FW9BNqNjwqCeh9vBV9qjxbNnCduA3h71
sd7ZQzDtXK1toafFlOq2QdWKHMuutF7nyOl2wyEiUNyqWYcz+OeuLf5lQqFS85lEyk7reISQTdoH
PqgrMW5URb8aKXf55b4F/mWbxYzO7rxfk6XbNFJ9q4HL/3tpK/XcDG3PP5YtKX3ZGRP8jfCCpKsE
xZlPWucN3GlNRDrtoPikuS+QIjuvUJvV5yZGMtAZ0/xT7k/l2g0oL+cRG6LnWl04haqtPIHMRwo6
P1oCuSl70jYDRAdWLDyyKd57cghNGm7PSqHlGcSNtxj2KnvmE7zU3b0WZv29rln+ahhQvLnZbLUK
zk3pb6VpoOgSlllB6WpM7riXRtnEEENsbQAdgue6u7819lPc+sU96EyHR0WLIs6iqT0A97xgFdvq
ObNAs1Fiuoqh19yVnFa/dg2fUBNbSA4LJWbqf6mu9rv2aIrh0IJgpULYP0mv7YZfh8mbLnIqCNi7
rNare+lzzXLbmXb6KH2R0i5A4KTPmqd5LwPywzC8eLbyHMGUdw9gszkWPohUMcqgNrj2Oi9FhEDr
m710jFZQ33u12+1g0mI/IoJvji5U9qpmdgheECZjwbEFmy4AmHKLlasjIlclYXidffWFNXAMxdDW
ShD4G28I4SFIg+JONqqFNNTcIqArhwga/3I0ZQM1jaoGm1twLrxITgyrMCmhnntfJRm14i4IdW89
dCUCQe8OOcMayNrFigMZk6lsbOi197yOvc81VGMEL6UqBPaQ5UIrWNJa3sY3N8KFEF7K8dS21a4x
KV4Ok3lbcP4Py1PQ3/uGzvdN9IzkHKMBeMeZ8i9L7BeDyPrwB5IBwtGXbU0FA2BSssVrX0mp0489
eAIhoN0PXuvcT6KhKhcV4JrsWKpFzn2YWc69pfnOth0TZ3GzmZqinahwOkqTnCpjobFZtLkeglFk
NenUgiC6vszNdnsZr6fiuIeb5uiFTr+nMJvi9LSc32y23KvM7MhHiqELGxVl++bD2CvNU2I620DV
Z7AmfXBMQZguIzk0nWSddkGzk96oGr/GvjiqB53zUvHtlVFwq0B8zwMhohUsXTVavoGWI9rK4RxX
oCi10DvLoVaD+FTyt9wIuwt3qvQ6CX0WmIdhaljLqNKwlEVdg+eXw9yBsFNHcNus+NraZYHSAnRA
+6Z08i0XXeOJwwau5BAJ/BPZ0G9DiP8NjsBx6SD1ffdXrAlPAFosxOYpKu9sH1cU73qrVp2NYy8a
2ZNNhBTV0alCv4IDHY8C3GrRG0kL4SbDpG4eDa+N34ak9eLnMu/at1LtfmhdtHGdqnooB1V/piwd
eGTdsFOMQuN5BO2xCqzB30pvZPK8j2qJAQCD4Anl72PiA5NKRHBNDvGeEvCDdMr5cfU9dXkakpaw
jD8HtQLDtYhWSoj9Z4jlVctSVyk/tUfZUHylWuHjYPXlI8WcM7kkFbLL2U/SpZvyuJqbJsSo7/Ft
X2yN0LIuuqP/8DMEycZBS++Ggisl20nY8UEj3nWikY4xz+19MGYvrV39NokJee6W59qOl9f4zg4O
cTifO0lRKsjnZe/WtP9imzLr/4q7TYtjvv+F0o4rMw0SsNI+jDuTScWwqDnVm1CHMYhG9vqSc5KF
HP/lBgsa7cLIP0n7dQU55a+4m+1DTAlXx4bfww9NrXQ2Gbzwh1e6TZG9v99NbpIbGtnWLf4zUK54
W1vGGaFirSuuKjB1oxGwHNxkOvKtTcqNJbim5RhqkwjwMIDGm20YDTSMPozFxE4a5ZxbU7tOfCjL
QXkAOGg99U3+XSms4SRHpFz1Dc9m1qrne/OEcMguSorxlHeuhkoOlRqTHevom+b6nbTJps8tSC5d
vVjLYanMYHerft6Ts+X739XhK2joiAo1rUMrsMg3pjd15yRpPOpUouCgCOZXFiVxDUAonOsADHoQ
3smepXO3KbQOduQ/HaiMkT32rTdpt+cshoZChGjpz2bgIEmukRVuCDnEqHOZU2wUZKkNvS4sY+uJ
AwP/e4owyTFr0+LojPFDZFrZNn43SXtl12G5+Ls7UtGOlQ/6Olv6PwS9ryZt/71k6Xu/V2/LYAvI
yV1rg5efmzTqIVqg0qCkxmQR2X34IwfmSRHRT/4ynwy4sd5mrWhXvuamd0UBkyDkfvpusivtzmaP
trL7rlxSuu9x+NDOp9AEnr2pQ0qJnMYZVx+MsisbIwCg3reGD1wLzDbYbn0+3dwTFPfdovP5mNBN
/npzRNDDosSG5qWaFY/cbbkcQ0cqR1RKmMemmD/LkWyG0hRfmqFe681UPEqbGkEEU88uP25MPqLZ
HNVGa+kzhQn6E307K0a3vNmyrHUXUw9Y/bbQmHzzNbTLr6tSDnagTC5eyDWkLffglvXTMd5IG5uj
aFnpUbuDZ+SuKCckPpBZeuw9ezzDm3mOxYgy+epxgoV/A2navJJD2ZDD/wFQPiY7SVjaWN6dz4m3
nCRNLdXWW5gN+mUNMTR1wuMEksxHmnEs9bsUdLxZztGlFSNp10PbPLJ3OMiRq84mKEV9qrYOklsL
abw2jarf+TpSYUYH05y0hYNqXMwpXjRZHa9tT6kuUWlxOgs17y51NOPC/9sF8OxoL73NAYram+E/
U6ktM8hQKObuzUNuRsXXsKJw1YWVCrIjRVknc+WcTBhKDl6jmluHpMh9Tz3kCgoW9c0qom+ccNU/
nXiLokaw4TpTbx2q5+47T7eXRRVgs7vOWxTszU9d6x2k11YSGO/Tia84WqP2TgULuU+RuFkZem2f
KJv/AaVCSAGFhqS3MN2am82Go31XqB315kRIuzJOZQ+X9e9p1G7+/yz3b68qbeId8tylrwOQ8rU4
vmxF04mTV9lQbLSKAfyebiYZEeiTtul0lT+oiJU2OV8OKQR9BO9u7eXoti5VMjlcINuCcqlDB6xc
yCxnz1WfUizqfIHK3rtrOGGbmrzaFboaXfKhpfrXMuwHskEoT3k+5ErokC6QxbC+jFb3NCR8g5Wx
WVoDZ5w85R+v/KofqFZld/IyfV1XJqUygllVNywa2RONDJkFO2snstbRnP2c9XK644oGzfUY9t8o
VjlUlFW+BZAbbakv73dV5MfI2KjfLL5ju9x1oN8pnOJ1pABp67nztJbDZmz7NUJN+VYO/XmIV6pl
xHs59HRBfoXQxXHiUvkawGRFuRHUW5WqKmf0n8E159CvVaqrv4xa/mtYi3yrHHqJ50NF1v/yymF2
X5rrKVB/9PPswfxqq6gOpSZY3zZPQEcPPMHYGool/GdWmdKrZzmSTRZmgshC/xEPRp6tR2ev2yT6
SRsYlMOoxrUnNusUxlQDh0AUmkmHiZTD1ctPzaRESUSntaWvS32Ae/bd7VWWUa7kitdlqaxdTLmv
rFukYpZ92hcHK8nQCUQudjWDP/+mWpAw6N4XZR6s9ayF0aGr3fzJSIxviHhm2zIIwOl0QXGWjeuP
7Wlw7+RgaqqqW92chhJoS6tGYmnsqmEHoeGrn1cUE3q1vvB0R7m0QjCE04DgLk9hW7I044O9rPLA
XAwu5JNR25E3IEzOgoG23889SpccX8SfOx2OSttyv7ZDwI0uKeGJ76nL6Ia2hzOi8L5CE/RVK/v6
yTSm5MBWSVtD8Tx8Tdgep4b31SRTx0ltqYKF1bVHc3Z/yHk8B3D7puzkYaTikfOIzuS+G1lXSjJ1
fDI1W/tCRSnanUBE9vLRUTYZj0KhU3KbEk+Tsokqyj7VtkIgPHdcmIbL2TmXnr2SD6FuLOTa8mCp
+a161ySxelc0/uc6CrS9HMlGOuPEXwzUxp1vdkPXzVNXGnOFVKXaeK/2bMxn24+mRa8iKjhDMrf2
9NHdymGmWC+oOi9RY0UTQ9DWmFoc8qnp4Un2kjnMmoXsBoGbNIubS3VbHlpqDWQ4Uz4E/uoi+7cw
W9uDzXEeT7FoArIw+ao2hk9OYXdb6UB9y0f6JCrebDOn4rCsw4a/9QB6SHZDQbsTC1ELccM5XRvB
5HMdX4M6jtw0tL4gxBKYaYmKbuBz03j8DB00RuGlVkgVo+c667tWaPc0wOW5q8fGrs10/UXt/V9e
qO/iwzSgDMc+wV1QSxd8m51kW8em+ROG/X0TdyT5IGng8dHf241T3MtEfqpX80IN8vAoh4EWhutK
hZrMTZyXZpzRR0rmL7bvlpu0HUk+ek79SdiLSp++UDILLStfYY53lhUIqUOhjtEn000gM/aa526C
BTKL+h/S7GZDuC2NcWFlO5tntAPM3TA1i57553BSxkHIF+K+dq/hIXArpMMhz32f89c612gNeYF8
cVsz8JwHhzqIbZ07w0kJigHBe6SsrEG769AyNxHzxSa9iToOJ9kUdf6sjIGzTZrY9s/SBjUIGBq9
rBdyBiCTiPS0WLXK52Sncf5TIv6K1jc1SWU6bJL3Yi7+gM68kF4rij8Xjdrt5lbTqWoQM6Kw5SSo
tCOq9N4DZRUYlD42ALOvPMYmCdSWPRuakk1I3XKIsVXqxN6U8JnBdq1r6ioI2p9lSSpfSSt0Aql7
obLit9g7/1dk37vhl0MKwF9tgiHjL4ebOxS/3paR0VIl/ioc/+f6/7bMzXaVj3+fkVswq/Db5d1E
4t1EQh5aRt/eqxXqj4GZGwtNaaoVOYbiHoWx/N4RPfAFFDDZd9IimzlERa4ebOdDqJe2E89Du+uU
9xXGasq4jPndWs6US5uu2l8mclnSZGZ9iOKFZZJGjsJ4M8dW4C007qvn0h3WmhzKeVmZFhxnquZG
DSgbp8yv704RiNDbO5OvTr2vwwV/7rc3h9d2/bEh6Xh9G6YqRMCUFULOzkNG2qnzSJTqVuU+pI1n
nsG9HKRPFaZicCDqMCZ2R2IoHW3ZDeta87yVHrMPX/IE5y8a/EIN2rnG8Ee9syHvOclVuCp0D6jZ
3Pxg/9o9rC5nx012btRZl9YqUu6vGUegWqMC0YHZ4BLPpnWRPTeojX3Qtk/XODklGNJ/cj+fdxn/
DBLfzHD4SezaxogWtlhVxt2WErjQySmLw/UlNbgyIqqyVoM4bRz6LqAEryx3cojWOULAFqVIcuhm
UH3U3ROCAe4RfQnn2vw1lA5p67042pRTGMM8CPbPiId0gb5N/YDGXP0QxZx5maVOxdcw1XzMNNSZ
fLTJYO6C7SodYOuQQxkn57Yxew+TBPN17l/rNU3YbsuGWmwN1fOjWfS/Gq9zjgObBkrgYVqimOq3
Q0iWVwghQMdpxU1Rb+Auh3MCmsFKq4KVXOFDVy4ro6XHh0GEHxrSSLOKeBTim0hilhma8G3snSiZ
Jsk2WKill0Omrq5jqlDd0zVq8gIYLOzw2wePJScVYj6s5zx+UyfINjxlv2LWvnKcqSpkf0VjJaWC
DDOnfhD66NohGcvoFFHnCvu8cYizdBOQ49zFDmVVc1lZB85s7V1gDo+KMVBlDSvywpj7dsMD1PQl
IYtA/en0SQ/gROAb0m7qtL/ac7uer/Yh0z/YZfwMnOQab6adckZVEUqWEfqkoaoutVDXTRMej9ty
ig6z0N4dHKQFNAT0No0Q2zV4cNnxiwpX0htAzXry7YQblJhb5ZN9ryrRrhOxSB+4BzfwX6EwnR8a
uzcWTQ1rD1xwCxi7ja+G1iGPEfQRdOYmJa56oy/S2EsufVSmTygu3VWwiX8GZpVv7KBRIFjzys8e
lczkj0qK/dBo58Af1cTsTIlmfYa6GgGhChGgwa2vpsAOISjiJL8+a7VCLi0Dni2DZYx0yKFsSoc6
dj9AkScIBefLLVD2FEHpXAzfb8tLs1zkZhvC6EvnfE7HYt7URhNom2q2KVpUeFxbIURaLbmONmyj
hMuKk+o0dgZX8cyL0w0JpGzxv2aBpYoPhmesrovI9a5BZtK/aYpR72Ijji63xi5AUQ/T8maBHim6
wGOJVsIcWc+kJIO9tN1CZK8p3Xnpa5qyujm0yWUaWdNga/UZdYfixa5G2S1qkB2wN62M1Pz4LgyH
VFxXdl/dOhkOgT/1B091fjXSJofScRt+CIkrJV18GL8vo8y+ufSR1VpK723yf67liBdW2jLcodm8
h9pj3kajEy5qQaHVwuwPFYBbrkrFM4556EG9Jam2EkijzgnnO8vJikj2+vWkonLJHLXgjzLN+lGG
QD8QwayEAFMQlNZuTB2H3WOtfB4GbU/lHGzcajhy+CW4y4W9mqsfRgJTRxSH+qVszUMTdptB6Q9x
YxXfwsxtuEsayksUm9VqbJTh3lataOvArXF0kZ5YdulUIm2nQ37ftl+zxolfjFJx7gsKiXPo3l58
zmOei+AgXbKB+gFIs9qgG0g0+4qHpjEXaO5+r9AKfk4Qt0W5QlnKkYWY0bMz8iNzk241sddeOcbC
VqLkKQi7/ikZs3jlZn67TTO7f1KLIj5zBXyVTtmMgf/FZbd4kiPoOJxtY1K7GaukhZYs5orFPCf8
tdjcpN2WRPB56loO/OaCPYwg8elhyAZzIoYwn6ydVt9WKWxAUaQM3IR/K/FIYRwtbSB2tsCX3hxV
U35F5sWBYpksgJKFnDKNyb1EWoEyvKvaLLmXICzha8RI+oI4vmvUVF1MLbsOx2pLjgsTdQFWv3x0
CrN4ZC9NsUQ+51s5lA6joE44jp2LNDVWX5/01nm+xotJgSLkUgMeetKpj9PlYLbfYi/ojjKEkwz3
rp3t5W2CprZLlYvkqdHMReKwCU7KqLegCk79vZcpd3EdKDwsAfy8IFnWX7Kh4fxfTSla8aHy3BoO
NQtoFNVb39cMPkS/WVZWyBGZuJmmegK3cYzsjxjJRjoLEXEL+3/bph4VvrGhuDdR1oXtwk7IM7UL
3ch6ijP3OI5hdYdGSbVEpTX7/n9HZKwx/rlGp1VokhhFsKuStH1qJuWTz3s8FWJU5124m4dRWyqK
2TwZxdg+Jekn3UyTR2mx0BhBydAaNtIXTZ5zMUd4koKmfUhjHVhzZV54NkWZO+v7bwO37NBS4k+t
4xmbxjOifZGo9qXjYmAPrn+suc3VlOvSHWdPWbslAEhU313oMGfEluZWf5mgXroO9d7WX7redz4M
b14Z/G9zc3J/Ozhvs1lvT7LxVJgPuOkWUDn+tsme2sF4QSrY5xQkFwDPKUNWV4VZcnU1dgJNGnfO
LrON+TCXsGNLUvYOBSTuSc5zr83Kbuo7oPq5Hn1WK2MJ6Wf4DeAkcLDIfdGdGInEEgxO0kPsakQX
a1D0SwKDDMVN/ExOWVCur047bp29HahvISUNHPX4r0XDJcKz527bI2CzKrzZeK5Cszly/NEv5FCH
HPw+ahJEemqlWxrGm6aX3ZP01RAsJEoVXuRIK6dy6V7miEv5PRw47nFKlGQJAAB5kcmezn01G0vk
lsJvjuFs2ClZb31bwiqiw5BlT0r4WgpBMBEgZyZCmKQeYXSSM9laR9/mytrkk2O9DcNQbvtkHQZQ
f88ghut/ogqdw6nVlFe7H77VVp3cyZGqvzZdq74AqeseOFw7p2mB8nfnc5Kpp8FSDvV8yLZAge01
OL1PGfXx+6q28xmUvTLvSlDXekpqSBWNFY5wTr33xgymDB4Gho10yEYrU/sa50D4cYQ0bHmbnzYc
oiB/1DUwQPjhxslR0RrdjifjekouXqfqXDFT7RGm5mGZlI3Lhz4Hi8apTei4jHFZukFxtLuqcq/d
zC+Lo+ZapKCdEkZG5XtnwM5Nwq1AamgEBj5xlyqMAVmcrh2edF9ohmdm/D31/SWpx+5nFvf3JmRU
n+eJH4xpVOV96yXlrh9scoRapl+MuFJXocaBPZzdX+Wkyd2XsBD9cKwhW4RqXr/kPULrteP3izpA
AZzzwR5GUX5zzWTWuzaxu2dyEkJrDGy79NZFGHDIY36XTqcIvCc+GOmSDXLnr+h3e2c5MuzGXRru
AOJMLA118b+uJZ2VMrt/rhUheGIamnc2xWS5Vqw/B2lmrmTarbe6FHWjqP2Vr/sw7kfFXWYdjEON
2Fu3OtwfM3wwO7girOdUi51N1efJuhV77T6uob5VuAL3YqiOxnwha825LyNFK/WnMXmQE+VijlXu
UfAYuOfhRyCoolor845yLdUY//2VgpcyiLj1GIF/bQK9tYCOhkm06fqmW0iP11e/3HJ4jVGzRtuD
89jfJsclTxYB/EELbTK4jNZg3I66jbYZMFbOAlOur8LkC9pzNdSmCFkmutfoLAJcq2jxYYYiT3W1
z5YaAjNuO38zBMX0xZjhnvpt7iqYdqVZdf7V/Ee0XCQXOb0/oqU5jON/vAJu41F1+x1PTtY2gY3+
2ZyC771dT98hCXlUICB6NfXYorjKUqncrHn86eZ5ISOgWdwMvUc1px+WANq7NyPWxqXBCfyZ3STM
q6rSFmc57sCND4IXyhu+s7VGtqswf+ZBeUFXxv086DVqRxVZbYd86raGZ+fgNJ1y6ntPX8/F0DxD
bD7AK9eM34vaEBce8yeJoS2sw4su9+bnHmAL/CQqGC/xqVk1cI9/saOhdm7NUn0OXLhgB8v6FR8h
FHWLv9lFfC/ifYd4ub78QP+Mv71uwDp/xcv382f8v6wv338t3r8zFeuRA5Rnw7N+hEY3fO9ggZ6T
FH0Yd0ElXQThv5XvSBno39FP/2eMTecAyW3PhtOydrAHxRvf9acv8LVBxVYrb44O53El7IgXT19g
5Fma7/acQrurXcTPrtnvyJ60iwzBlWNjJnW9SDPFPlaD4SDg0esr6ZGNdNyGslc3BlP+chdxd+jC
cdzd7JM2WGTKQvUJ1WV4mbJE/1z2zYvLqepP+HYzxYFvrJuH3YhGzXKEhmWTll4NtR8Nelr1SQ5l
TzbKwHF5YLYNTCjckhRKtMq5PcsmKb32HIlGDn1rtJZQvLSrm602O/LYchwoc7wxzGBeyHlyinRM
Jayy1HTW0Ps76ud+NpB6q4OXwrWiUz842tU+xVCcjKmNnKaKIgnPBualH6B/SdLsUDkdKuopaK6t
lyPcDXe7ciLRS92cQynybAj+u3x+GiMeb7yCxy1nekIdZH5y0S6gpLRHfFHYKLuZEHZlwxHZlPnZ
+j3FbdNTO3pQ4ALLgPnYq6tlMLpUFKT6RXrtSNRZgRJba0Y4P3UQcYmnYTaT7dJQDe9THE5vGryE
P9Pk3oHJMFjYNviIWdQJQqu/7lL2LXoB7KBXuy86FW7DFuW58AIFlHjENAakfGHiGneqE4IM0CB2
U6vyIEcjqZE72avumr4ar32Fe+zK0lM+sxEgEDX8VA1lAaXnFZWJ5zovx2Jb9xNbZgj1lhxOjmeL
sq0cLiiYfoz+m98Uy7GcTPhuS2UdqFl0SLRhfmysGMpZiOV2o2p5a7cNm407ohirKcH42iaC8LHN
w70ed+Pr5MbaggfAHB0GvHOVcEdBAM/MohGVkoo7xnuDCOSvIc9H8UHxKvjo4QK6UAbVvzROt2Qv
wqlJrHHZSAI0ccSQOntI7/p8FY8G/yXDEeyaBVhiUvBru2z0T6UiNMSbxLvjwK0+mqBL0IZSeuol
w3DD4u2iaqmOyF1Xf5ANm/s7Q9WgMgzgLrvaoR0wlfK+Abn9UKQUpkT6DO327ylmVA3kDcNPN9MM
SedONUho35bhnBRhG+6M16kNxJTLdO7yleYjhFwDxjkns268QcVfBWr7Vlh6cHEh81xIs5roKGiY
9icNVkvO+90NEuzgphISiitFF3BlNd/XSe0pqy6ueUYqcnMz91p25yZBfm0ypE4QhoYC2waKcilA
Vm5VAx02q+mmuyzobapvNOcLFM2b0gyKH8XQfipqbXw1HXVYK3rcnFB4G05FW1SrQe/a577K/BVH
5NGu0aL5lfwCMJqgpvhi0KbX0O2+KGBNKBNkpAYW+5tseDLz1nxWwU7x551fc5R57sPZe5RBlfjK
UPOgLZwIpmU977aKOiabyoS/j9qX8cXovZPCffer7cKDaYyAc6II1UlKMuGlG4f2azVRQlc4qfsw
wix2HDRwABNI7a8VyTfDc8o3mPfTXeAE0bZprfazODKSAaj0woE75f2h7nX9SY+q14686zYgF7Cr
BfFr62nas0AcbZLaiQ6I/lIECZnVErEv/duo/Kx0ZfoHQClXP+rFH0PPiXZGGRk7t/HVhzaA2xvi
sfkf8EMQaCnf68BNwd00+n3gIFvd9A6Ss0Ad8qKJj55gkJaNP83qCexPtpkEtOJmu/ZcSKbdli/U
1WOJwFDjI3YME6Pzvg6fjY0QKvJqVZmPh2B2SC3+3ZVj2eimOR5Uykj+d5DaKirHzsEwHqy4YhUA
jCEYIagSVEBmRqT1l6COrIeyHvv72Psamway6mkW5qdg8h+lz/Fa6yEse3VX52BSB0oK4mVihea6
L2yNMywxDmCZXXJpLqB9I9wz4Xgs3W1WwfI3lbq2m2uOpClmd9gHa5z4NDP4bwQs++6+aSJg/+pw
kSMIb7v70nbJMOeJvpY22Qg+BbQKtAtCJiwlba2vf8o0pT1cI6xPehYcyFDMcIn21G4VYC3QjhH4
x0p3Hji9j+9S1UNkJnQfMqNyHvLMag9oakcLOQycUb9DTZEUXu/OXxttOIw6SBfFS+Zdq5jmhk2H
+hkAIvSnyr4ZlQcyT/3D6FTJwbV0bxH4wU+zTMSWT2hYW0//Q9h5NcmNY236r3wx18tYEvQbO3uR
3lVmlq/SDUNqVdN7z1+/D5E9Kkkz0dMXbOIAYKrSkMA5r7FK1iYNdbPFgILys4ijZFV7Zc3rJxgB
gBK8s2sWLLYNZV1NK+fYBmpNxTbvLt5sV4BE7PjYtqAER0NJ33wf22bbRqjOslAXgOd9X3h1/A0X
P3/RpQbGHj2SarFTC8wgIqAZdpc+IReLF1Yb2fctib/1OAA/hDaubZqyho0B8GBnZUI/dix6937H
2+io8z1CtZqdMfXxHfRvbkXWEF+wWuSxyC7gfpzNTEq/mB6xN1NJj2DINtiOifbKoL3hnxDDOORH
bSNk2wR2+d1Qx32RzSL8ngljuJ2wOEiDcWF1mv08Wdjjhm3FptqvYEiLeOXWfvUGAglnCD1HfFi3
q7ciWbAX8t9G1cpPSIkkSzkqseF864mD7cg8CcmXlZNkyKKKujubtVfxm7YqrFBL5cUJXEiRLtmJ
XHSPpq8s1fEUmOcuKUI8a4bsILBQ+kMvsu+makbvqgZ8MYwcfGU1i7prkkwAZS2kLlK/Oku7HoFo
v205ZaEv1L7uLs5MI5NMWsm4BYvZIYffPTgzHVeG+thHnSXpxMF1kuJxgrt4wGS6W5RV3O0GMHEb
7JHUS9yEIfoV2lm2QMoCTJkPKBc22xh9Yp6QvhGtS70XC6VIrQfkWMRiHCzvS9eWF1wgHH/Bo9aa
BW151bswi2GOlFm4yfScJ2WvxwrgqARPVxHZEDMa+440lT6tfAhXrBPb061Zdp7YNCaCTA5laT6G
KNo4saaqBzWu8dlCZnSRCK+8k4d0Lt5UvPPDLRhnO9RrjJPsVFMD9RFyZOvSxMwjcUCFNIYfnRM9
3VgK0vcjODB+xrlxjTpXvwZ5V54hGKLq+q9QPZ81KEx6w2gfP+NDrBhLq+6KjRbGPjrRGHbubpfj
jgh2ZzRvl5IXxnK0PdVV/6dWT2jrD0H+kZ7r3mk+lNhsF4ZTjo9ONbn8pUZ/YGfrrvom/8YKwMJF
gxJyp2YBlTAodrL52XFrUryK3Tq7+y0+GK26itDVXslhn4c8J4VhZFcZMZy0cFbDqLVLYbjZevAO
qvC7B3kIHN5aT3TqXjZRKtdQ/EWJZ6i7B4Vv4QMyl9nWdxzc5edZMoaaJux1LXIPclzfQHyJJ29z
mzAPy0WQberJG1dyVl8Z3UNVqS9YkuYnGRocvGa7OjrLSWD3ctxGgl1BheKs9STiRg3nSr3qScYi
y8/dU7wrfupvDEv3D6SVtQdtQt5Vjhjs+hvZLfWxVp1qX5l1v/EavILVPNrXeWHqmLwI71w28P1b
1zyhSoKEK14CK9OYRaqwJlwhA1vtyVs6bxYPl7CwjZcg1KJTDwZtWXiW86YHNbdCtYrYZefmi+lh
f5I6wbLJQcxrmhPv61TXTuDTwm0URf0lb5pijdqo+kC23loadR29lGWooS+ToktvjV8UDCH+qLto
X8S6zrPNGbehN3nwSji0ATdnNxsFuxuy8ZaHsH4yvntm4iybyZ2OZdzZz2FirYNiIo7+ylab0E01
M314zwRZ6Q5ZV49MBC7kOiWQefqYAwsLiqG4tMVU3XtB/1VOLxxhrVITWXZB9ToO0zuSzfredYGa
t8XQnXXbztYBbrtPZqmZUFiz8Gtt4R4ttzxVvw+73voTkYNn04rz9zDPy6Vaa+IhG0Z/I6/Ys/W4
XdFGt/WspD3mU4OVP5XDYALt18KvZtDdiViwieKKGaiK7xoVr/GP2XtGF4HzboU6n0dv6Sc9DYzH
oAeG0Sf2e68DZVFQH9gbqEg/qn7CLhKBgqlQMwy9shuKzs+M9sido11KFB2o1nY5Zt88pwwxoPKc
ZaVVYue7NPsuQSyp73FNJl8DhroxtqGCRbjsHWJ2aAGQ7KXs1UtI7TbUQrz9zKPiCmeFZrH/LQnW
PPy1b2WrNZh2perJDOvkMipGNlPVhqcZYVbkYl/V1vjMXr84+CIK1hJY9ms8nOMSiPZrvGC98J/i
crwyFBUVydTcqUnkb1JXC7Cg16PnoNOVbRujf2B7UfzcC6U4WALzS9mba4nCvmPkiTT3uq7ATX1I
7iZtLuI09TcJ9zCULjn0PTIFn+gPGaPeSTn+B/pDGYzkIGMSICI7apO6QA041NYROnZxaLtzJp0y
shKJ99Lhzl4LC8uT4r3B8fqlmgX0SQKicDYPTT7MeNPmoBplpsAYW+Msz8R8hqD/ZVCm5CBDn/E8
s5pt/2OW7KAg/tdUrzF/miWC6Xs11cZOaFp0adPYXuXQfVZmgcq6jMmDD7VhJwoXVytIPJe66loW
uHD/4HkZy26KO/7CH1NwB9u6Zescb+PktTwP0mQzE1d+CiqqZ63sCbxDa9ahsuqMvNpVCN0uErcO
MNycXyHmFeS15XVus+dXMIrOXqWeRt5Jb917a9Jg2mlD9d3VP4o8Gr6ZRaYveRvSC6Vl8xBgELYR
2O1eAi028Uir7bWSuuwstS57sdQOdk4p2t0wNzOzQno5dqqD7EXMoQPKFPSnUQ2zF7NNv7hRb53h
dGcvRsRWnl/VoQn42qgJr1pPavEOhg95o8CIzpHipo8why4ybjp5DkID0vCEo9K73Rer0bWyF2zf
jWPRh39N91IkxkJU1M+6lfzH6T6glndrym/TEWE3jr7tiqWd6qAx9NBbxi7Znlgf2Qs4bfRat28u
okbPTVUrVz+hkJ460WurB86BFE+Dp00Rvw7sWjeqXYOW4jNZuIpVb8Xo4TCnV8F5aHBnH9CH3tUj
FkmKP3arJijMlym0/iwS3CnK5B5qMkvsmYQBX2MRWfnZ0Y3hJJ12pR/vHOL7jh2H+S+L3h+hqsSz
sE8jDwhr1e6rpHyIUKdWt3ACmp+aeMe0e6yiHspWzc9BXMEw9Nx0pRsGCojzIU3bLwlyKfuxKzEO
HJsovWgoji8j2243sinHqXNHOgqKiJWe3S5QDdXK1RNQeJ0+Pg0eWYRIr99wICypkI/mCjTSnFBA
cBtN7uRu4KH2YjbJIjbj5s3QLfXgDY6ylLN8X7TL1MQmWvaqbyPyfm8kWsJTmuCkBse7YfUepaux
9opDHarWirRmsOkSnuBoDHQWPEZ2YLZxO80R6q4B5J7AD5El6aj+x0Gd7vVZJmfF2ttZNH3F8x2N
siXZx+jZaWKQWXilfqQ1SD3P+h4BQyBtbE+PeoYN7TAY/tEw4bMhFRGuFRvOvVnl+BVNpJuppqOP
aH7ruQtTGvSRtsQ2YTt4hb2Hu22d69AtV+6YiLdKmBf5QkYY7GK4kFjD8SAt1AmoQe5FF3lm1eV3
RQlsCoG/xMuqcTGwx108JfW5GxQ2nJ1qdqfOqvuTPGuz6K8zuzeVoxoCFWfAZ/i3obij97fetpt1
VayCxGRM2Sxug3TnYmV1K5v1fEB3pYjeZGcxw0XycDEmTvIki1+2YnxlqZTdyS78A7KVwN9iKztZ
giS3a5WhqxzSgXJyEAv/iomducKoCWhTCJtdxrz5jLz7WlEF5WJcCm/x0hP1rqN6u5AjPickIdJS
rj2UoDT/dZEw5Z/ihIj8zC8j43JW3DnGyo2xI5cdP12dFzQuYaQW92wl2uc6c+7CsQMJMrccLX1W
1NA9y5Zd59+9dNbkGNPu2cbRHa/JYjqZc7MAz7woDacHOsFMFdGapfDd7tDWU/ccd8G4TPHJ28u5
ZLyxloyMaSfnDio37LEPjO3t36ChMOJ1uCbIuQ5Frk2rq8lG9vaxZwJ9nP31Siw4q9TCQrHrixfP
inaTKuwvlqFYqwTwA+ShoHiCP3i9xVHlWMXs50/qkDUPjiG+yri8TjjWqHO6zXS1MrjXXTM5X4bW
0LjbNtUlCGP3bAnTIg2hoSHYpMOqHrCVLJ2gv8LC7K/KTM+veExOqgvk7EfcFGawonBpskJjhOzw
TQ2zigwFljnkF6riIuw6XjLMSo4ylhpxtOCOaa7KfRMB/tZYxa9LV4z7mMLmU59P903V4xPUkAsc
7bp7smzIiDgEnPq5dQsFqJlUaM7KVgRfDS/zpD/K5uhF2dpPgnHjxWAQnba1Nplk7qiB1y6K+RTz
+I1RdcG8hCHWzuweDVxvsWqiABDOjMPVpnibutMhK2zlveGWaqasyNla7xAZ5dsFIvK9Sd0dJmr5
Mw+J+ohC7OywSxyNoD9GXG9U7dHsszxYjdegLLVjyDL7qMOTcVoy5IKb9sLsh+ohUzJ3F4zRsB2i
ZHxKxfAHqX/rj8jiPoJewmteGMnGAXlxIJkeXpHARU7Giq0/nOzBUof2WyOw+LU9Kzm7GqCAugb1
qtipcUQboV54rHu4zdGUBy/ujeOcmAHuPwd/OnVlVG/LdEN9GM3Hub8xtXjpzltNlvdLDAm8E/lr
w1n1thquQkWxV23a2GccvFv2PBG/lqAod52u2+Br6PDNGsBoZw6QFLlZ72SQipZz6zaDALKJa3WL
AaWuVauhd6Lq1vSAd665nY2lsPAam5S78fCBuUuFTUM0PfguG05EVs6yJSdQPVRXw7xVVZWiTVnY
tssyqaurHOLxDNtPuWYtdNSAH8z54AvEN/wsdveyqXd+cg7UHYznK5R70vrVi4n6gr+AOP+g8k9+
D/w4xi4pzB9VuCtrNcVioECVZW97U7Bnt+SfEzfED4ncy2Pgl8qCH37zpSuTv64oqIH864o1ullb
d8rUNVahYmdoMZoWVeW9IcT8UVl6dQ1gEmD36L7I8KirpFfSyd0686jC1remCLUndtsTpu/C5LMm
3qGPuxrAch9wpqrfsnQl/x8mp36wdLa80OnsvICLnQw/N3G3VBYUoaxlOk4YLfVGdYoUCKebcT7t
Zisgeai10sY7hDEFAijNQgY/x+go927NIlWXYUbaUToDa2LcZQ2Fqojf5MIEo/k82omgDjTBA/Zz
f91XjfPSWPM3KH/FWMw9+334560FaHNXs9pbBUabv45l2nBr9bK97ynhyvG8bqOU4K6Fi1NX2vGk
8vpuy1c2f8sQPWnnxK0BBWYVFzH2nwjR3pu+HS+wNpu+tiBJeYKlyb2I44TyqQ9b8YdUozyTgos3
VcZbDxttVrne5nNcF/XpMrRSfZnhzde3WX8d50NSOuTR/eKjTdEAkS0Z1/0QFmk5shZFf/k2zE2q
8lKYb3LUZ7gZWeCYIk93nx1lQQIrsgEwyqvJ16vVTgPvqmfx16L31wa3hnNSD/hctWP4kIHlWQoL
FOpYAWDog7z8omnNC6aX4UemUw0VLXddV9tmrVawBTT8g3BqTKUU80MfA/3NLceADE46PIk+HlZZ
URrXDgmYjaij+q4VMEpEb8yEzr5bfeLlu2Bol07hQtGjYEaFpQ/qO9ldwwfFGab/qNkgbkvSwUjx
5DE2cfn91Fr46GjAuDKlIPceC8zfMJrk0w6bQwse7w1mnhwekWfZx10dLKu6z3fcpZBdrCNjFcw3
XHlomqgIbu3YrLJqodcwyf/xP//7//3fP4b/43/kV1Ipfp79T9am1zzMmvqf/7Ccf/xPcQvvv//z
H4atsdqkPuzqqitsUzNU+v/4+hACOvznP7T/5bAy7j0cbb8lGqubIeP+JA+mg7SiUOq9n1fDnWLq
Rr/Scm240/LoXLtZs/8cK+NqIZ75opK7dzw+F7NUIZ4N9hOeKMmOAnKyks1WM8WxwnyHt5xekAne
Rfeik2z1tWc/QXsHb3Tr1VlZInl5kR25GKBWlTm6Zg5CXUaXrNtGL958J3T2zpQ0K9lEazBbVk4a
nQajKN7aFYjq9C3WKQYlk5Ys5SA17rqVSyp0b2Thc+Zk56kZqqtmeMXO9fNuoek59HEZzEoHulrg
nWSLlGp1rTRlXGe1G6+cMq2uud19/fvPRb7vv38uDjKfjmNowrFt8evnMhaooZCabb41KOeAqcvv
i7Hq7nslf5am8HoGpiibTGsjLeajTn2Ro9hNJGym2RH4WvZRzJwZeTA7rcXTJ/4Amlfd85ETj+L2
8GOUOWdKfoRU3zJQ5VXbZeFHw0uCbsXkUS6QLbDBkFHCl6BJ2odsciDzMsZXvPocmQZZkevfvxmW
/W9fUltzhHB1RxOao6vzl/inL6kA9Dh1bBW/TVXdbDSjTTcGa8M9aczkOerzi2NE6tfMSSmwtGZI
PjuILoGbKAvZUTjGM9q63iN04+jQpe64jocSm72qecR8FMvKKQkeuiZK9rdmMJcOZP1AJSG7bZUI
45kgaeFg/uiRNYYRPfe4x6rss+Igz4Si23efc+Wsz4v+NJj58nXliM+4NwBnRTqQ7ztQjmORjf7R
hmme39qBjo0l79ZW9lrzkM9xCOQFtxmunPHZnURpZi0xnff/y11EiPk28evX1dVtTTeFPW+eHd36
9ROqVa1Gzxxyd6eE5aZPVRf3IPR/HBdCJWkG9qVYo50jr+pOReNC0u/y5s2uRXjUky67D80ou9cS
3D+T3jX2MnY7dDA//KDAkHQeJ2OI26bkLrp2K5vtaGX3fSEckqhJsxnli3teQVE3L7s1lBAPGQxo
yrGhZ81iqBR0mfWY0xJEPSlSp17Gtlac3KSAB/PTaYPg8C6avKun1qDdo4x3vE/MHb9N6zQNZbwd
ej285FEi1sBG+/uIX8QKI8b4ye9IUbFL916UoodiNkzKexIE3xQV8LkinBN609MTXKyHytCa3QQw
ijRnG18Fuc6rPIMr850LoMz4I5Q3iBxGTfpiuNPg3CYUpQ8zMwUX+jm/6aAVeqThQoVfYz4Lvk1W
XsZfSatATLYRWfLV0l4aZo/PrzCh/c5nsT0h1S5P6yl0b0HZBGhuHJo/zZjar78Eqx3P6cBk7TYB
EGZ58OOd4YzKnuJmjIK1UutLzQmwAIBEf0IC3zslStMdyTdDgKcl45ZfsYb+6RRQ8xo19unwOSZ3
WbStZNsS1rfI8Outlzf7UC2C50Bti5VJ7v2UT4ZzdqkPL/U52d2ms6FkYr7xiMk3VA+NPYbc1Ee9
lnplZY03mL5E5g+ej0WfA5VzBvKPnUuetQZuJDsB30aXvoLvb3pTsTSqdFyMaoT91TxYb1zKrFn4
BYx3c5rcXj2DlvzrkGUY0LDXtbfsUyexqLtUPUcasDxk2zdynKV9qGMTXOwmdu7GDGv2wbOCL24P
6yMeTbYbXW1e7QEdNzfXwy9Vl0M88pwEfIyhPFJmOhud5z2Tk+kWbnSgRjSeFa9S/XWHdyRlTWBk
bllcdAXeAJK0WGenU3mUsQwsJ1qXWnEhU/HcF2hHVOxA/TVbPBI7YDt3IyLF/rowWbQpGbgIOU9O
kWduEEGkSfhrPq81OQjCJ/xY1kmQ8MZGYMvWxuQFK5vl8lprBE9uVOPPsBzyo+lV1qW2hXUZI9B0
f//kMPTf70u6LlTNcDVVNzQY3Mav96Wh8tLG723z6+B5a332UdDmA5m3lm0/Zybidh7YtH8FS2cI
VhXl8Z9icnQLOuwY54qB2sg8W7blWTAgK69OKcWnSUdasGk3ZL8TtpBWfK4Cbnvy0A1ZhF+GPEdW
QVUR4mGUbPuVC6vI745yjozfhgAhekbPykdRp9bURW5m8Nl0jK7//n2Sy4lf7t+6ZeuuY1qOqwnD
kcvEn56wZhnhbqxYxVfFiLKlTVZom5cF3qIAmd47EwU7dO1ecsdpj+ST0S+Y406EUqJamNMlmRTv
6pvG976wRnxq2b+wnKgPphjU16gsFjIeeHq4IxtabGRTy7AIBcHxRNZOPxnBUN0uW2oFC/JGTc+T
GaSbRGg9xgtJuBGO73Dvje3XHnmjeAbF/hZP/aVRtPkXf4yddY8x0D5Bd/E1VPMbwDhCq/QWx828
fU3IJ0ug72/jM+ISMOyGSoSOwzGsnPxxrkuuiiw0NrKpjE1+gZW6i8l3FQgvCxjeQZfvozYvHjHI
psLS1B/jqGjrv/+0nH9bD/GstSmEmXxepqCM8eu3uipr3aGKGXztghYnaC1/nazau4/S0j73edUv
GrPt34c2AD/guxZsZUd7RiNngyV2/252Q7J1WhFuTSNt1nUA0kUHX3LU5oNDZe0om/JMxgJTUKux
7UMk4uzKegdJF5WfTYkX8hWxQOxiB24ufakWJ08b+1OBWcZzM5qXoIqmC6JE+bMrzA/qHc2dbAVz
krIpgvoom2kb9svKtft9Nc8sfbZq/qTbW9kbghtf62lVb3xXpIdghpyBgWxP3cwnsmbt+HbZ1H19
ArUH1FJGZN/nqLIXyIg77BayGqWpNuq/c9O35vpeKizqY+Q2H3iOFbs4qkmmJCopjFhlqB5389C6
8Xe2Bzmzdkf7zkbKbVqYRm7f5ZVxrnJz3Jdzh+yVca2x7P/ywcsP9uefqSBHaWqqrasGmzXt94Vw
jxR117u+/mUUfrXKrQJEran0t0PMFx41EvclryJrw5YiurNKx7pPJ4R3bQQWZYs6eHIxOwM4KFvg
2VSqW+eeES6yGlzN2CNlJg9oRWVnx+be7zeGwmIUz3EH1SlSLcO5Y0m8//sv9b/dqoWpq3yddRUm
rK7r2m9LyNgwS0fXIu2LrXmvNaTmu4a7zE+HoUedD76jxkJushcp4tJ3oEb6lZF57rVMRb6J2d5j
pIQGqZnl3qF0QuugAqHZdck03XndUG0KrJmv0M/6Ra+PzbEINXLxRlHvAF2DEkqmteOl3t4Av3eQ
Z4Uadbez7MfZf+r9jH2Oo7AW/5dH2r/9+IXpWsLRDEc33Xnz/tsjjQXcxJ59rL5EafqRZRfS897d
EEXWOZyxPBKfY4o0XqF4ZK4+Y/Isbh1x0jDYuk0o0ahZyNNomkHEejlu5AXkYNmBks2c/fCOI0Xr
8S+od4fCQBmMAVorTn93g3/LU3WoZ6mmMVn35EDBHUAYFQB64IaJ+mJLHZM5ZoetdncbAurr1tTn
IT6aKwu0ZkdkYOvsWtXpk3BM4yDNhnAizq6+ajY7ExFdCFg05UGOzdP4NjYF7+8szDJod74ybPpI
1NB9nVZbtEN5B1Le+RKoCfb0DmA8MiQ2m1jzzWh894vV280S5gLqIlrvXKsEMVYxdyA2RDo4D7IL
yBr/UkweoptzRzayxmu8ETNwM8jv2kGd00N0RFPxagCI/PufiS1/B7/cAyzWNC7AVtt2ACHqv2cG
kKxMNLRsv1gDyPGyDkl+4S6wjpTefikNr1+ZdW3tgrmp9GC4Vb3J7mQvj27ce8kKj4VpPmUsMWV4
tMBO8XD7hhqo/dJq4D+c3FCXstMV2LB4/FQ4zL1Ofh/0/RPuROXZLE37zvRDsWxRVv4GzB1GlT6+
TXUB6g/XlH0W+sVTpVSvckCnZPXCasfmHrnH+Bj4U7JOvEH52oQLOSAXmbsq3GA8ekXm4hPv8eif
L42f3hP7AOuJVYy+G3QFNzJJvHRSi7Sf3/P5InO0VbWovh/nA/Sfv2JVZlT38oBUys8xOfhzrhJ1
9W3cZ0xEKCWxpvjlWr9fv7RBBbGdFFTPH21bPQdwQt4THXuhuByyfV4r9lsfoRtf2+9dA4cu6dQK
tSbPerdL7MChLLKA78CVYDCCyBlx6JVQE+rMunbZgOZ1AjXUdct9V1D4Qygk4Wei+9hFQ/ePoM9V
Y39k4dEHL27ePDoC7IvI6xcXgsDdZDTOI3A2fd27iLuFuBE/jn7VYXOH71GEdMWShQsI86G9yLHD
hINXUikerFXG+hrFsCqfkoXsvR3yZmm40XSfsHE8mYOmb8UPoRSpd/Kb/MmnyApG2tMWK+brZ0hO
+G3+b83fLtfC6FuVprAWcq6UWfm8Xorl2EEtsDTK7Wbd9bl+NQutocDBy+rz2TDHZK9auOJ29vfj
cjTDN65Kjc2bMe6WhLvLUz/3nvXWMm4d5Ka1kysR8rLXmUfLs2LwAacwLqZGNOmQICbWYqCo1ehe
HnKvQczAC9PljKa5xRrTmPZ2NsOF53HtfFCbFn5LLC6fUyO7Vc5iapd9NIo16kbPhuOO97Y61Uut
7+qtbMrDkGntou+cdN81xXQvY1oKPFiB9CRbMl6M7j53ivHuM9SaEfr5bXTNdLO5mtmHp1EqrhMc
jUi1jm/Yen1Qb/SvrqIZD4MWnJvRHt7M0tJB06DehEPKz6P6mDsN1MrzmBbg8mEMLqNRT8tl4p89
pM0eXFUZHms/IttAyXDrd9PwKMpRP838Q8ftspL8JB5Q4FxACjK2yxUHMgoPJy1+FDwj0OUf79ku
F4/qkLZrS+vFWjZHNw7vs7FcytZtxFhqS8MXyhbGMilGn1wCwl52tdE9Qz+GomP112c7bCLtnWlY
fb2XHfKQ9MA+N66pz1pWfbWQo2VPY6t3QVKUD5qLeHbZmP1dbDva2WsBJAEiLb8lCJClyDq+5mma
bTP0FHemmhfPWH/dywFfQuHbh8CulRA1OngdbmPcDY4zkHsahwsU2PQMGWBxG6GxkjkqsXH6HCGH
+UWGi5rVgEw2VIfFcuWQRQiwJh/MYX7Pkuqo+YjIBynNxGq8fZb1+hq1hhJlTRI69uCl33QEdMrY
Gr5jVASwGEvNh27ykcdJG2vnRerIvdexb0MSfnOuZf9hUVSW7IprlqXjnudximLFawvTC5O+AQHA
Ov/r4M7Nz1iRGnyMM9FyA8LNXQTUct+w6ltK5YC0stHdUwFiRmVuXwKVx7JUDJjG5MFOS3Eqet7l
qehRfEa18cvkzJQlTRnOqUpKz8BMRBhsUkF+L4tGK7/AGwJ9FLg5XJq2fYeaayVZ+WUC5L/16qnY
ymYiDsXgAQ8bxnI3jUa9kZORhFzm8Nxee0VB3smLx7WMB3W4ayLNfC4mtTskvWGu5GW0yj6rCelC
L+uRDmjRnUxMy4At6A3vBjbGi9KWBkXTeI+R+xcZ13yw2+C7pbHB8BYPx2AeLhpF3bkY9q3lqEI1
L0ZtUfIFAX2nW4WCYmc/vI9mgwRAuYjxW1v2sWM+W2prL4amnt4av45xewrHr2bkw1uvxHc9ynaU
SXxAmMqfOdzIiITOpWTHHiwoc2/6PK0+Yj+9V4ZOv5/8MIMxbQ7XDNj8EsKEt4ljMWv7Kq23G0WT
s9YbgnrtRcmiQj/x4ppK5i10DYZgxVu6iTMflfzoXQSqyw6rrJQ7r9eUu8FGBywW5VGGPuPyTO29
nj+KBedvHUagK+uJF9tWg4VD1xRfnCREtsdQvOcx0xMQza5ydfPCv2eH4yx0KBxUYolZfp+dTRHc
U6I8RareH/VBMy5q45sX/ELiWZZtLUPykAK0waZlaA+UIslgtywZXFULnvsYwC3QlxgUSRs+o9Rh
X+Ku5H5Fp+XFw6Ovf+RlGD4XqqhWzpjieeQOzd0wHwoRIe+QVTvVy5o71bE5zGeyUw4rDb1YmpD4
1jL227gyGbC9tJ4g7WinSqjTsXfTEgOdOnqaBsrgPuCLjxDfjMbwPjozCBce0lPUW/1p7YMYu02C
wFduokRbmEClj7ZAOFaDkdYhWKl3O8VorrcmqvLGaaxRh1nYawO+3XOTYWBQFfxMIjOtnkuIgmuM
wYKt41vlc6YjZ8ld3cYthqYoDYxEnRzRy7kZ2ra9C9CSXsqm03blgQVmdGuiqOge4SWCP5oHp5Ol
3onC/56IJy+e1K9Awf+IgGi+D3XpLfzKtJ+SStSr3LGCe9h/+SbqB/VuUMqBJP+oHpKRDymxCiRW
8PNZWqporzBs453Kf3tLG5szpDxz5Vejxia7+65pQf8nPw2lSpI/I1Z2ixhrhJcyHIN1VQAR/tPJ
RLqKrYRfgBpZ7qkvxQ6bRX4AhWG9ZGWmHwpvHK9zq2wK3ik/yJ5BAScLRdMnREzV9Nn2DSDRvlId
ZK+rZWguomsPJJ5e0Q09KnfutJFNqsbRtieht57GLH1Gj8pYpK0Sn9y8Di5CaH9yM+xewyDNdwU8
m7WFMOWrn7saab9CRZWFXrcLTiJo8ocm4w5i+gjbzGG7NKojbGZ5Q+1eG/Ru18VQq1vZy5cFlfuk
SsBnccm+X1XAlF4MZPQudm/89LqQAtO1nKO3w0Zgz2ipXf2A41gONLnEsiu2wrOP1OLKqdL6Fbn0
V5hJfD+jfknF2/3mTB5ArXmSCfdkOwQmVuHzpMABqaVja/w6BcltkuX0S6cqnG9+nyJQYUf1gz+/
UiqCn18JEFz9mlX+q6X4ykdadj+9Eqze3aRYC+6lJijRuRgvS/TyUKXN5r9s8uZcRy6L9beqPGU0
YagWiTMASP+e52kzrwj+P2fn2SM3zqbrv3Iw3/Ue5QDsu8CRKnTFjna7/UVwaCvnrF9/LrE9U3Z5
1rO7QEMgRYpVXaUSyee5gyTDp7DiUEP4s0sOap2r7zM1fpmDuLlF+E99H2oJCNamfhorlj7D5K9E
J7jY2BoDtX67JGynfayDKhLVBTC5RYVO44tjCHuUhhXaJNqNGBGJSFAWZUKSbmmdovg2wYLmTmFX
vif6E52Lws9vwhSfBVZrCH8Yc3QMnLRww5gtZRGNsEuzEWes1HwSPYLxGc23/lG0h9iO8NrtWdQi
hakom+R0Pznhe7txTARTNHbjsrn1a01agIT2EW4p9KCl2kh5fJMkcQzeiKqTViPymo51I6p6a8IM
LVv1ENrTIw/i96pt5g9W0ucPCVsOkJhkMvqS34IXxPx4ozw7iFYQI93p99+gol1nHpZMqOPIBrEa
E5aQcRXOii2eJlVjD+zwxmlLgHDWyN7OPBj9DHGsFjPt+NQZsn4w65ybiv8Vop1PotmcjDs//6zK
dvxQ1kXyUGFivbMToyWNGEMsd9ASlREm3jZyJK2nouw/yD0Tc5dp7W3Q2KitlPMuldT+w9wP881s
AOMMEYf7UGkob8yEwM6mjkMO+PC3y6GHtDu74aczLKOVHQxZxzar04A9yfsJeLa4vCnnYl+SRceA
i27VAqfI9aw+ZqBPn+3vr+k4TXKwnVz3RK/AQNBP4el4EGOgiURSc1pJdjx6I5HAOxWFubsS84WA
x9v5csoxwMRoI6Jt4pw4+FjxbHTUdd8uRc5ZOeqV+SxjonsM8Fe8KbQMvbeldDn3d6Xf97Ni5/t4
zl+lq1GSyDG2QKfJtcr3TS/52ziMIo8N2rzs0uZ7JQvTjdH1xepyLlC6edV3irYWl4mGXlcrT8+s
fns5Zxk2gmmTWm2MYf4KDhx5zEYx+OUF8s7QCGPNxoBSdRPZD+i/F56Zh92L2htP4MdCQDjSmhMQ
mGS7OmtV33z8/f39S8Jf09gjkFYzYaETthXtPySMcpNNTqS24QtCNVGyN62bRsufIHi1r6bdbY2p
UT7KgW14oWpptxWa+rs6nM0tZP/iWKB+7xYAB10QVtzky0FC1n9lJiBBRVVt2vPv37J2nTXRLMew
NIKbpmbrtm5cBc5MRQ6ikKzUx3kaV7EzN0BEOOhpieezZbU3bJMTd5D97+fk0cLiGz87V830/sXK
mwPUPuDmChQr0giQp7JseAnA67uZkcmnAc2wR2nKbs1MHl7Kmi9IxVLmJgtX0KbLIFdPU1sT2hx1
/LWLlEnedGwF20RaREkcREeQCgO+VVHxD1ANzb56MPGP25aJiLJp6WRFyTP+nDyCRQ8SI1/sB0we
mEZaFUfyM8Fi5E3RWg6ZGhRHv4RzTgB7d3VeVEWPS19xLjUKtFpTHa+/ZZCrfpfq5drCgbgDqylG
E1YfHjTEzQ+h4bxAHCAG0ugTBg1WYGxsvaF16QIT1Bthzt+JU6C1xh1P0hltWhrFIIOMjVNjR/oN
cnTjg1xWA2Iad0ZcMKTUc28GdYdqy3KBGETyq9AFPhEcxCAwzKZzgnWcaDSaLln75aCLRMkhJUbI
khMYQ7IcRKlt9MJFZrlbXzXkGVrtruho8lPxVAUh2borLeT0ktkLtah/slJzOvOBPHRZj7rXcqjG
FxhTyeNbu0lolEVycxRtgFjUPG+PRYrnjVm1aLkGoYJngyYfU6X6XhLnxCFZWq86i3OitWl1a2cE
qNMMc1AeZKcj+DCl94ZSlsTF/zyIxtlG8H5T6FN5EPVLsxwjaUzSYCRJ6+C3K83SRltmXmU5yOBX
YqXLzvYyDwOjSU5zm98Ob9MwIPkNZq0dOIWldXHzQYIzJ5MIqkIM0leZfG90G9EmekXZXO9QXZ1Y
qCxz+d+9qtJPu8jXv79qnI2yZ48GkI1snlHQxaAxRXLvpQHxAyutdG4hbtq3ojqok/SiDkTxNQQY
jv2o5rdZ3n7CX1g7oyqvn0XJ9HV2gLhkmFWps02cAeGIhph9PjYSTbUW1ctBXFGj63o5JZN8cDsl
QSalHaQTQCDE2NTc3oSyKZ3EucshNIPQC8oo3RM9Tg5oeOEAuJTEoZH8qXBFkaxVukEb9TbuwvQY
BzkKWHaZr22+hlUdl/U6Q2YDVQn0oAlyjRDfum9BVaCfMfT5Y9MStx4mVV6/VZuuu3ewDVI13S88
I68JvVRljx8dnUNn6M55PB8J/qSngBwesqeG7fqtrj2Po2quO6OZt6JaYA7o6vOU3FZhE7yvWbEo
Tqo/p/PUQ1j+6Sqzv8sgybDcbGPiAmrzmV/zfgLc9+ybRb0tBrY/RRGWKFpGD6IDSm+Ta4W+eTdG
Tn8wygIJ4dEpP4MGXQawS8le5QCnDggLqXfdpM+uaAAqdk+kpH3X+0GJugyCskkOej2y1b3oYFRo
UksEXXobP9XSSzJf758Gh02rj0YbO+d6s5BwPo0rhBMBWSUQ2Fgyazd+pOrv9QZo1tIc2wlobpP9
SjbU5toOjXG/gIvhfSE9J4XSoRKKc6O8yi3EswQxIyiTXdiUGbxcpz2MRfCdsKGO/VfyCeU9HmjT
ua4q0lNAMF8afV4rUSvdorcwPUwOcaUSDOlNkqvjg4rK4n2nH0WbOFMrVgk6KTQ9USV2ca/rurnH
UzHcNZGmbRJZKT5MebMRn4U5dr0XtnNzztKKFN5kGG8fL0LMqzwv8hdF40eNK4+8G8OxejQwfBJX
5kqCBFppwEloACpJeuCsnXEKP8LVePsiVB+RvcFGo1PDq+NWTqvcM2uEEaQeyctcR9u0qeDJQW6t
nLfCJAo4Cb0V/mqa5P9Nn19fgnHypquXZcHlJaRANf5hWlZ/nZVxptJkQK66pZnO9axsGEHrZGY3
vtP12b5N0u4W+47qRenwx+zRaNmKao5sh1mrBMxqMoPe0BGCnIaVXwRSn/DxWKWXI4gHSVCKgcT/
WZJ0y2GVMcVbUXprrcx/SE0iU/LztnVZWZGWNC0McoEQadd7HvYOTVWCoX7S6wHhTVR35VpTbiwd
MU5Rupxz/uac6OcUt7iGupOUkZVCMybdRQSn9/1cEXlMHX/fq+VuyudY2yqjb22mjpnnrY47zQY9
YzRRxvSl79p0pTW1ta8cBEWN5jG2pJRVmZnvojDKeDxTjaf+K+6Lyh1UJg3SX/RV9CICkK01Gycz
Ua39JwtIy3MJrHLTN3ZtntMxr9Cai8pntWP90YQt/o9LNSqLVaD59VOQzfo9vz/WfAtAZ7JwXioc
HDdDdnp24qfbECWn24Es79Hyx42oTUnn3IpS3dkyKmP46SUW8tOuOCmZ2QsKWv7u0llcT5RqIy+X
vvUV16Yds7E42Y+4jkeBBktWU/xtEMkVa5WhfCYEbIEEKNO9+E9ix3kgc6kTvI36d32bE+HlPzLx
K/DglI8obuWW8VJm0acwnrMv0Ry/6HWhs+wffW5QGwQo5pBPS4eIeeJdZFQ86gYHyNyyXHorijWU
OiV8s8rUNZ6u8SYuC6ta6UrfuyylUCjFcwF23Hbu9GxjR3O1Yz1uP5Emvte0SPtUGn6CYmKgnTUt
LM9B1TAJLQ1dOJ9LfljvHDkPdlZU95tq4IHTxF9EO6nncD2nWNLrrbx4M/jDWmP5f05T1hWD4pSf
VCd+huXVI+unGnsSudJKnOdT92LsgT8sWqrbobOarVU60ocQ8RrRIcU/aq0OWr1HXz1+yiMCNMuA
cqDXnj3N9gn2sHbblD0pmaWh80n4omQl3at+4x/mLKtWZmY4d/EAwwVd0vdNXTTIl5XBO4O9QRko
03NvWeVxqnX0k6Z8eobmEW3aSMtB5NMalQirSlg/nUVrDefJ0vNnVJbGc41tAlsSeiXRPG+nQEIM
qYvm5zbuEk/G/uYgLrKcYN0h3fYkNYN0Z+U4yYoXhveys5ywX4mLMF1MV61vmzskzZpTHaPNMk8z
wI5m2TVFsfbuUsUn6nu1Kv36QGjpx6pojWpCDuLadnFXiqqAkG5G7tHRSfwbob+Pgt74XmTq6xd/
6srfK9C4pfUvbeIKyTfWWmLKYEJ2Se77xodqbGokOxCcA6hKyD4hQdOr5i4tFmk6v5TxlbLiQzn5
xmMy2w9v51PHJOoGkthuR/+e1fSrON+wJPGyBkEASEvpXdaWrRsuUBNpwq4lC2391pyr4QxOFj+I
GFndvgNYgzjv2spba/9WxK/G2ou6TzJmi+0mGjlMsojh6Kd8QsayqbDqeTtXVeYpkmdp/wO4ZjkX
KPcTkHafhwXLV1BufRx9rofgwYr96LUfqi1OxUXoltnnDIPw2C27W3bGRugWSYyiRTC/NpN/a9b2
8Bn3na9zXSgv6qyPqIIhcDcS9nZRiUdm17csJAVTdhAQ2BzmIdlHT7O3CXItRdFJlBqtxSvKtjNP
nJNqKDOuFDJGJsYggxBt0e/8Jpov19kD1mNhOBfr3s9G10HmHK5pEqwls9LP7HFl2KyKssuduDuB
20ImzgibRylkrWzPdf8RpbhbPwCt6EqrIO/7N3ZTtJCaBLNJsJiCIFMO4QzyZ+E/tRPWFKaWFW5f
jxYANA4E+6CJlHjWOUHMQgQyq8rwdyio9fsgbD4oiz+bODgLk7gLshMG8dJBnBJdzRBRSB+d09Wl
rxXiPKgY4U0a18ZKVafgVs3aGfcqc8KZLtVPbSz3a9Up8id8sVS4t1rwWRuBwDSsod0+KVcJsj5f
ijFZFPgU/Z0TIX4oRqoD5ftIxWLQqpmSujWl2jgR2iqMKDzZSyVlGXrKhjlF2G2ook1jSYsvAi1W
qsfwEPHn9EBCEjWJ2xsK2XFcSrFSZcegrNubAgfCt1L417mr1iJohrUMlR90gLx3iI3CvlmKoSnL
e8ngIKriYGh2bq7fOqFsaKgYbdDVTkzFK5QyuuuR3kxtLX0G8qPubb1rVqoJ1Rm9DJTBQqID0NWy
OzvV8GFdGtBDK1eD09n7Kgid93Xaeampj3ikQJHIh37aiCq4rx1OcsYT3j4x6WIIYCnq2x1+rnzU
rL6LqPE/YtoeeVmxCJRJWr3J0yg/IssLlhnZ3W01B/294syTF4aw1+WU5IO2RJiCJdbUDpG+s/P6
+XJKlOxq0FfR4mYoY/ijJJl9xJHcZtMPbw6lOcNTl6o4Jw5zycrFhXOIRaSNOB+KQfc1ATBPIR+G
kG6JlIKoz0t9bAJQTKLOLP5nPcjqZ13O0fzK5Q8y+OGslvNvbBAR7cwN9ksADcJENx/ACpub0C6j
g2llwamzl4ST1NbvuiJH/QJl39fuc5omxbdcBUNa16r9TuKxB3AgbU/BUKv7wsqSbVp11QO7TiQ+
sir93GO4Ka5S+vI2mHhaAdzzPR6t299H/lTjZ3oSWULdsVSZsLBjGJrM7fRzzIsYZdjbcul/MYpF
/mDWgkNGrA8OzDe1CZrPWTKvPxgdMtcxButeEp0mFWs8pYFWLBlKdNup4w4nJCz/Kl9jRVaco7hu
dp2z0qwy2mZlET6E+UOatLeFFuh7WTK0PdECDF2KMvWivgMBo0PKYNekrwp5QvVrTGUeHQwHgxaN
z033rOiSvmon9NuI27Vb6CeEk7UaSk0bYmuh7M0FfGPJsKcQlP6gKohr5dqH+BXkrHY3F+8wo3NA
+qBgrJLfxDnKzo+y4ivbrO7eSc6MUVFAAhOuvXFDNjXzIFZKByt+JOiBqrc6NLfGhBOX30NHilCR
PkiyRcodhVQ3x6d1k4FMXQ0+/lR2mHq+oRQbqG7yZvBTbTMbXzpdzXc9oZa1RXzcMxAy3RABHz2r
Lll7G93On6P0Bi4uWJkZ3FBiFC4SvRA68VCTIt5yU5DjSQw0nLPKHeVofhwQjY4l3BunkDkfei+a
ImpircExSWuAd+Vm0mzVTcKB1H3SVisZQTacH9CSkQb1U1Ig2debebXOAz93JanKVlmglg8xaEAg
BeoJEWv11MIFS5Sow5Eh9FC4GfcAjp0DDoYInzcQycgZho8JpEkvHVVCjvi6AUKs6h06fCv0MEnm
x+1uRscesYbSNUciBvHcfcnkSjsCn/kchNrWClkzmVUR567fT9WeaHjQBtkx0/T3Y2xq+6CVrVVi
IN/LqiXwYsVp8Y40G3IsT+zqsiNk/uxY8ZCeQkRfOxgZdeyXj6FePhlGm+2NiFS1rx8IX98ii2V+
4Nm7C23M3fEdt8P8VGhm/FxL6VaxhgFTq6jxCtKR9zpgur7W3TS0QD+UIQZwOOjBlI3dvu/bU2fu
Z2AQ60XNc4Op76lL7fkUFgBUJIusOBS2Y+njMivDXNtYo27syyp+X2T+cPIngrIJmhm2Uvs33aTe
2+xHXR7J9g7ZUkSh1fFRievuLA6qhXLiWOVY8IU1oKtK1g7a1ACV06xjSTb2dgCJsprMEPl+Cxta
wLbe4M9uK5+CyjbeQ9N07TA8VESx91ImjbvJ6V8y+OMnXR3BRmt8jRoAV0/VMBZmRw+4Efzkqq8R
SPBnW92OrGRXmWp5kaR9kYdqrUYq08s0jic5z+5auIu404OvhSSPPMaktask7zBCz8I1AQtnmwZW
sUJEeWWOwSdT1fp/eKwpP8cMeKpBBdAMxQAMDkXhF9IlkTWnSOCjfc2Q19qjAGgewI+scDWPsQhK
UWfCOsR3c1iqLsFDHx/uFINt1YYvaNje7x+yjvLT5l+8G1zCEWx1HIXU5zWTfARyrvbc3l8d1sSo
cHQ1dtLFa2+HC4Vmalez7iSuGaMbYo/2N01KvnRtOx67wZl3hW5vK9liBU0Q64aVyrj3pRD4UxtZ
GyWsUDmf0Tbs+vADiCT53MzhOWksBahBH52yTk23Hb4QxlpsxjFOfJaKyHfVMn6KuuqRZ6qzDsoh
w18rNba1rD1HKbaDsY6GmG4maJgt4e64czo+LiRxusqU10rQ77KsUb3QkHtvCpQa5ygLUstSrU0z
XTeDdQggIuFCkLnZiDchspHfnDYKt0bUvqj5jNBfWTwUtu7s1UDZD5H0iFJV/D7hHnIV2/mcFUjX
aVMnH0CJ6Dd5wOOskNJ4a/hqfYiDdb2gbLvumzHpt9ydcLLqdD0NqJnWftIdVbltQXg6WAjI5aGt
uvaUZpgDm0HReajnJm4i2xFRC+UOKX+JbEKEb2Yzzd9+//0rv8yx3InL/Qg6XVcty76aYwt0O63K
CPKvuSWPd33tlJg9+frgkWV4bEKVRXpJjFdd7s6yKsJ7w47/gR+j/ByAEvegYRkQxYmjYYp0jY1H
my+3nNrJvwLEU5+LCYQhbkpWL0FRay2JMAQ0flTV1qXPJ6v3RvkNJxlrG7LGwzkoOSpykuwTcCdd
1E/w6Jntfv8xqb/8TJZkKaAOfisaOcjrxKkiWc0IT3b+qhTpF2zQ2iNwhxQ5tiwA1om0isjmqkl9
AhmxZcsS7MJJGdfEgMELD4W9iQz1M0r+3WnEXRYtlUk6pJDw4ymXV8PQq8d5wEfz929buYrt8dEi
1S3DpLRVxVmSh1d4BiVh/wUQyPoa1fw+5MT45HSDusKpD1UNP6h2uWWCKZnb90a4Jtq9Q21c+1jY
4465DhYsxn3M2uVwlvrSJVzp7BtrSt3YRswf9X9P4bZi7WgrT1GlyOspLG4QVJJXbRMcFBuxBh/P
P7PJVhiOmLsxmJsVoUZ7O9gEx4Y2RZgkw2ATN6NFFzt99qUx31gD8sUhyd1DBd5yXfk+0iVB1B8t
cyIBQt4Vji8enl0RN24VT59znWRgCIXQS6SpW0/BaG0Kww7ZuBX9qon7Cvrg5GyCTtuEhVHfa0Ob
QcpPrfWI0dXG1/WYKdxheWcEA+GwuYUgplWrWg9azy9Z6TnxJ5h0YVN9lnTdOFUpCzJJwu9WsXHa
rOC/u1YcTQSP/Ce4Zc5u0KNvHQslaD5isTlOOzRry5uyaYHfEqbYMsUqe0RnI1R2v8gaPrgoamh1
jxFV0YY7c0lO6exPsYuMsGQM9V0zBON6QPPLc0wjf3SQMb9x+u7VQHswYxWgKjcKDLK7smFpdwti
hw2RDNB0709HRy2Tm7AaFHfq9WgmvJB7RpV6E17hd5ol4cNaIf44yE6Yu4T6pfso/5DrZPyxblCy
AwaVLKZyZRUM31Dnzh6bQjdv9L6ZvZaYrWwodyjCL75A0O+KuW3+Yaa6YtC83co6ehIW8WoHnbor
BlUn+w6/S8v/atZRyPKjz93EkpxNAmRno8hRR5a278+mafRnPVAwxIyDQ5HCmefZshn1/rFfHPqg
+j1lfCm//6WpP2O/xLsjgA7DR1FJ3lv6FblTkdW0zqoyfh0xU8QFA5veQS7uuU8KbN6n4Ua1MB4r
SZ14JeHWTao0rjYAThbK++WMkFU84cOhpRtNMZsNGAUifVGb3Rdy7qzlOVQ387I9yZMh4utPtbWe
GdjmFeFzyyPnH/6dX553FskFwwFwoJiq9YvAjKYO85yMQ/I6RN0tsGHlUXGAu9cgjD2fmXI1dXV6
16KGBk6i9xR1gpGm2IrXGjywJQ1X76ZRio+j3YGgTSwNEGTcP1rDk1PYn6dgKp8Ccv7/BBZxrlcz
fPCaSiZG02xH50Hy847RVKIma7AseJUChG9mJBWHwnrXpjFLBeRLN+aojm4o+cUOzg7pIWCxj6gN
31mps88V09iJzVQvayepGcHr5Tt1wC2r6NjvKPhTuAHoSqsdmpOmlLuYwOFWsYNFsARiDYppzr4e
ZtnV/GaLNdCXCaTYi5bYAFfa+hRnfr0lNpw8ZX1N2IyHaduNz7//5q4QbOJGtHU2b7ZsqGBdnSu8
zJx1KCeMSfxqZ2qzdhIzYAb3oX039r0WlcnBHBVzDVfqdZIwiurGvTQ1xiEb6zXsJQSIh/CkjXJ9
NLKwRN9a+WBhXH+n2dIOx8JeavX3kH1xg4SssQK9GLlVk/YeQRW0T+KgOs+5/7GTO57RPpsqeK7v
fHg9h7pDi/z3/yv3zy/fN/gfFi2qzU1qKubVM6EeMqOxgzx/TQ1DXoGkHc6wgR2MtvvA2kUsM2+z
KFmBk8lPzhw86m34za9m1Utk1dikuhOcxKFwCO2i3IPYgwGyErpV3HXJPU9ef1fazQsWzONRItxr
t9k6kuozhsojQhWER2E3nnXe252O4FDEvXXj6AGe9qmk342k+85J/hJZO+bpFDdLfBxQNcgdzTVK
G7qrrL2rzG7tk6PXEl05YEoOlr/tZZR2cQnrwM3k0ONLi6mRuNeNH8Sh12Ea4jZBviQ/2GLND0aW
u5NuSpiaZEilQNC5RfYhP7aL6lGQORUW9giCg6XhjRmd9F6a0mpFiuIW/GJxVsentp2jG7acAXF6
E1J3lpe4DPepBxBc9WbtHUtCIJ7N8NqZ3cGparx8mHwQA3dJKia3KctodwbQuo5xPHGzRYffNGqs
iqv8zJrdOdhmER1IYhVum+jGjRL6436yp29j1KlkHXJl7y+Orr6av4ZdhdQFcUwX04DxWOLS4Vf4
UrZo+4082TcGqy4ocgQ8ZMR9llCobiwRuL63XKxnDmNfIyoWp+9NvcbTcnHgVW1ibmCG4MYohyac
mpPefyNB396mLIZcZER2aL0NW92vk/cA/fd+TYy4mD7bqRQceYJXmzFA1bsGWufGE9oRxMblg7Ec
YEi7OLSWx8AvP6NR9FrDA79RCuOMsLP+oHfdeGOhpjqgS3urRkAqRyP7knf1STdRpW/t4G7AZ+sO
sVSvUbIHnCOKb1bA1G6eie1bz7kym+5E6uGQy+p5NBT1cVLC7WSXyd3AHhPNs6m94bFEfHsIByyE
Qpi04PVuzIjQP/KkrC3KzFnHrEwOIN6nU9ARqpptp7kL8D/7hxW99cuuwjIVQzOYDC1HAW949Rzu
cabkrtO7VxP7GC8JJ1ZxGbws2+l4hrICurXtihuy2ah4uZduHCB4YirBKsSYcWtG85dsjIxtmiA4
HxsIj38k6mG5yGQ5uyReIlTsnJjOjzhEQgZBCo9HXHCCm+EmZj7g/uKbrqpBkw6GyV4pwYR8fzZM
R7n5mKT5jQbo8wGJgAIDwbw7oUFibOJC+SZUc2CNbPEu0XbGSA4I+bLkJWv6dAV1jFmkC9mG8FpD
FhkbODHqFvIA3NAgKg4DolrJ4veZN3X32MWq4s39U0bmC921MV7LORJK4Zy/jjZII3Ps223gk1BK
llvYr6NzH/fTKTKNu3Yu67c9zP/9STWuESpyXwpkxQCDtVfV/3wqMv7+Y7nmrz4/X/Gfp+gLGcni
W/vbXtvX4vwpe22uO/00Mq/+/d2tPrWffqqs8zZqp/vutZ4eXpsubf9Uv1t6/ncb/8+rGOVpKl//
/cenr1mUr6KmraMv7R/fmxZcvuLoxg/zyvIC31uX/+Dff/y/OpqL/NOvl7x+atp//yERfv6XvGyi
QGDq7AF1Jhl0AkWTov+LMI6JVgZyb45sMtnmRd2G//5Ds/4lMweb+EUi12daDpveBtfSpUn5F47Y
tuxYKKOhBmD/8ec//1367+1b+3spQMXU+G9+oB0YMgIw5IgcHMVkRdFR8vp50ZMRfG3GxByQJ1/g
jFU778VhHJN5r+BGtlfnsfDyMujR35LrvV81HBBb/l5aqtGcPuctj6OhJcePogTUYt+Z+r0okWTM
8MrZt1KV77sJmq4oicOwVMU5K8PnGkF6+kgIDG8dFct05Ag2QTE9YaESzJ6jZFB8cyWoP8jqvLBV
/E1sa/n+clBQZ2EOXE4iP0qx17NnXZ2tNUZJ+b5ehg+ZeYlKBRJHozJz+FASXhdOVO7FQYXRNHvz
WFO/FNXU+UKqtlkHuDsROVya+34evvdEZ22avTSJp1XcIzdlqnElv31iNvPlDXy6dWybPd7yy6f4
1jxU2aHJ9yPBdObMvTH5xb41+xK19T+rKXnqFJ3wMCaRhUZp2+7zOTFkTxSDYSaKKYriIDlKu7fH
Cia/n3eyN2NB6BXLf345KFjDkweBwECcaPn4jRmmMWpi6OMqY7EPWaHtofGV8hp6QJS6RmAqEECW
06LDpRdpnvekJ6HbcfNupqp6mHAexOIya/aipPxVijqtxrr452Y5Gn1lrWlxtpFG5cm3u2aftEgk
uaKjqKv98kH+0HQZ/Ycxc235aKFfVC6JRmV19erlW/Py6uItiTHeXkkUL+9TXJiV23LiXkukRN33
qa28lchYq6DkUmYMURTN4lDN6Udbl/315ZQoZcsAomRUEsKyRfzW43L+coHB7L0vym0mKVgl5zaf
PHZQHN/K4vTlYC33ylu7OPm39R+GEsWowsY7MSDkLK8hLhGlt3Guh/jhdX8pxs5XDees3fUr/DAS
MGeTpTTR9B+u/qH9N2/+hwt+KF7e9A+X/m276Hn91q57RqxeXZ0clkVOlWQrP//L7S1K/+W5t9/F
dXOEttTN1Ump4FcjfjqoCHezd/UKJWlneS3NJMhcHbrqVuWRdrnm0vtqWNFgzvdhVBrooHIrpIFa
7EVJyXl2XKpX5wp4CHAQlkt+KYquokmUxEEMJIa8VA2QhynEJsbIxHCiaAyoabq/f3XRURzEywAU
fZK6AdHwZSw1gaH5QRQhPvfyOm5mZSuT4dNSGZcYwy73BPUzIogAxPbipDjYqarPxKKWJtFLnG2j
wZg9a64at6liJIPaBckvmmaImfOjKMpGkBW3PwyjmoHsYrkNxzwJitR9G0sCnBQf6hot5QUusJpS
BY3LGjsqc/wc1TouSIB/MoUdQ5ip3lh3nxP2IF7djuO6T79OgwyAIAzX2YIjQepV9QY7OpQp/Alw
haC9Fi7XXrOCL9rc9xtUn2DlETrz/BoN6x/e5du/MengHqaoDtfdMqX1y3O8X57zovpfnmvEFPzX
QVwhrn27YhngqortCwS1q6H/G8OApOxY3No3YmRHTLZi6LeiOCuGYWXNvP/7d5LJ0T6MJ5iiP7yb
Ziw2pTo9lGImkw0j2zvZiBHhUmqXf+Vy7rrPpfnS53KurEyQcpf63w2r9sgQuOLqyxD/s5cRw15e
5TKMOOfE7BwSO4coyXphXKYudZlNRUmcE1Vm8DsFAYbN5XwfNiQDRJe3omiKxbwqrrkaUVQzMUOK
5ree4qJ5eVlRemu/1N/GDHU8gSQUVGcFHrVVSNAiSuOgyB/JO2XgqzKoFzLSytkUuGM3jNtGHjSg
DgqhV/xiCzuRV7OvkV/XzdKLQ7bAvTnDiHcij/m5XZuhBQbNSJxtnWXIWiLS0LfK1inJxyWJ/VHT
QceXmAg3H03J3ilACHaDXWG94GMqpVsPMP4nUB8S+cmm+oKHiL7qWWGsI+1sm8F8F1T+tilHlFBr
uO5pVD3J+IpsUav7kEbSFxGmm5TOWRezgdK7DAhUnb3AeEYR29kiT+GsjcHyjCTcovnudajIuT1k
K9dspzWu2V8SHyb4NJg3WiO1ngHgNNSTTQaJeo0q37DJLf2mTKo7JOK/Jfngu+w4UGkyzSNbBDwd
EdMgjw7FIIUfaNhJfsCjvFjZprVPVfk504B2ZlF5lKdmXbB2J0VuPaJrE+8MMg/k0rFvq5x1hmnC
Wm+nxOuH6MFUZol8YZq4n/q8yFZht/g/SLKy0YsoPkbD/KFIo08Wmj1rZXiRG4SUy7tKN7ygAv0l
Z+vSWp5zuNjNtYZhBbYlbhL9f/bOZLltZOu6T4QbQKKfAmBPSaTVuJkgZMtCDyT65un/Rbq+W5bs
sOPO/0GxTIoSSDSJzHP2XpsoRBMviteHqenZCxqQs2HlW6pUnL2iET45aaUPUOpLNU6j53QEWBZV
eBE26Gehv+TkJe6LMB4ec5tuPmv/D0VnHUtk8Sa5d0HvhFiOzuTxwSWkeSunV1lolxVDE1IUq3uO
haSg3wH8I1xj8UIifXaA6UOmug1qymw/dgyqVL7KNbl4PmLIdkWxsydV0v2WakgkCb52jiBpAteq
o8B0q2QX2+LzEJ8JLSh8Ut1JazAaJ5Cy22ihir/RtFe6T7eJub+ZyHWf8LWsZdxNIGvKWKR3Qw91
p//k3IO0GTZ2Mo+e2SrflXgb1hTL8lh9qtyF6GzCPnNwAORVAS3KO8gi68iUsDpc6fokPRm+NpAh
J+PFM8qm9DsHyklp0Jkq83ZXp3kMqjSJg9ppbDjyF3heYgchSW2jWdRb3e0+R1n/Cl16CvSaZlKR
3Q0qdcmZOu6diSSyImXLDW+l3lkHB+Dj7OboMuSLYkXkBbj5Oi9AgNYVnPCu1/ZuK19LAPtmH2pr
KTkdVgiAWuCvidy4tEzSYYAOJ3JiLalOmjElHb2QblCESRK0eKTZcaxsEO1pQB0GLp5F+yCXsfUo
jPJ3QroB6fi5W6az1VnNqkWC7vWip4fPb8wyhpevzjckGp/oScrPDrE/ibYcOttGuqR+bLOiCXBu
eW2anntm+55sc+dgwXEIQqegVd4XJ1cY+7qatYNIibni+9ApjrRvk0nfHWtC7ps0HU5Tae3myZ23
Te6qgXR0su7z/iy5qvw+KRAIdFXsox0rTjNaA+8imcDs7jwu48A9HECvL3uCq+Apa5vaNB4EcLpj
nXb3DYlf22VhzYox2pthZ/hUAFmQMYWuSUq9UZ19EcfmZtLz0zSy/BsyY15VlfkYKz0Ww2XeDmNW
7SYcTkMPkK+LGoATTrde0uEZxT4uMww2XsuF71docdcIJYtONCsTF3NPpPMazidhhb18VODceman
G8ewHlLfnb/gyPYsHferYaNsgxnF6NbwB5KhMaGRDV5r1GvNOWScjTuzWbweLdNsMiSYjUz8uM8/
on/z9bGvPMknC3SjvamhftNI7GpPjdHqLqVWeqo2feo6RGpmOm4lB9cTQ/x9GcLvWJxvSLbeWul0
H5Y1RV1K3E7n4s+s7bXUyAjuFF0hmrx7qDBWBTE5Kp6qYCLodP1+oDsfwLeGTueUK4bC+TSmLfCA
RKHkxqAbx3m27grUCrK6oDdsuSaiuV9jH9xEII3qeroNdetT4eL1MzJyqAo4gRVI3GAuxYfalk9c
fSmo8R70Le6DIOdZ54brajRYj2YJMKQlOqSi3kwNkT/qXA7+VESPCZcpSpZnjagFCihT7ZNaQm0R
FRxyMmKAhxjMOT3dIUXhBEn6mEXag9YzLSNB9qiaX9w8RP5PDjKIKGLNwtzxNHqselgsMFCyyFfK
rPZjNd9Ybmfe59IfBkcceuigtXKgSedxpekbgMCz57jwqmZJB47+i5gxbUOscFaRdQbZogWJ5Joc
Q1Km0QaK3WSeyFW5raesCWqbc2/MeocabbbLuo/IZbBU2L4aMtx1XfaFBULlz0PruZ3rrivQ555p
yYu5TW+QuKTJipn0rlHR4oi5PWXwAebUSBHck+1e0o5e5tk4JBWyJi68oI9s1R9r1LZGgn9s2dA4
dv0e14rf28ZmHsKnxZor35jcJ7yNy8rIcZDltEW6OXxuevMw4KwFq1JQ38qs70WTKwF0p8TnSim3
ISsBL5LivpyITsUe3OAfOggrhuJcgyLpJpcM6rjO6FokmC6sS35kT8JeQ4PBdnipkaqznW1FsoSv
PlNRKxB4MyPqrWStmNbjhArZIuWrXCaDJkJJHZgjbIPV97CpHwkb6Vittw9lTyei1+k8uToaKKca
V8NsZl6tkSjYOqXjLeSo6GV613ygDTXdIrBY2+nU7SuuDTsLxzUDSRd0w/PQw1wIjSlIrJDGPaxu
FngmJ7S6r7OuXJFfsh+zZN4mPcrmNk2ewoJ0iSVVbu3e+GoMmJZoje5VJ76cGYSZC7CGy0yv4SIv
vGgDgFkcw8uelmS0V7iH0How8pFmq8luXJUXGpfuJC9SS8BfGEwU2gS/T6caVdBUskGJ7iq+GOSm
T8sHhwJRz3i8h2q8jlttvCnTC1DDFP3KgNbUx6q1inQpSF2u0BwNj9ghmqDrupOr140XDYhtOyHv
TEs8EUp9qMLNZNE1snTy98DftEGvekWd3feZduRNHDb9TJck95ciOoJ0+ypHNqWmzrpUs9m3TXuP
zKI+aiL+YEw5uoa0Azgav2TTkzXiWBXTaz4qM+nlCnGTkbZrgXD5upHZiM8A0hVW2/jTqz4zgKg1
HBVUC4+OGxM7rMa34UBIYewohGPbwwyEN3W9vlQS/FFluKuZQqtNBW15KVeWauCIHfzcdmBsKfoO
8y85YdkRG83oE12T+qRltIFR6+qutqf1Uhn6ljFuVWiIGKwyxQ4/fOvti+9Uy7zEYcfFULfTXmmY
+fSHOrYs6rzWoZbbMp8TOt9qELU7zGfaoXOXkvk86L508qTIFN+tpA5VSvrC+EIQg37Xapehk5bU
xpqmANHktxLrTWTFPns8DJbIeWDFJlnWbapWYkkyaFW5xYfJKGmOlvIm0tUPYizIZ1XLe7PvX6J2
wKskVU/a8ac8xWcGvV0Aj6tXaiL6LRy71VJPDM1xGh+Q7tFt3c9EMdBm1z4h/nA9BkNrlWbyyH2Q
6ZblsLtl6vcVHgME0J40Ypj/SPs3dY26npQUCggjFj/1y9DNXxRzWEc6GC3yYj4UrpPgpS3CoDSj
bY+vOVBFIxnzwBX3Sbqs1EHcpVZzyiNuxqDJdj3wgxuZEu2evDSOuG1GYX3USwxxyV4qzLenjFr3
kn5HXFP53dAwOcLhsnLMhXOUrpNiX2LWcsNjiqZ4oxPG6J20HpWUxsUHxJ+AWWYmZ02MlZ+G4laR
/I2qa6h0h5UFANbCOJyGq458jXU50kLr8ZQnXR9t7GZZjdFMPylW12WUf4z7JdqUzZJ5PesfQb3i
sQMZKYAcc3kxO9B6ojdHyh1TBwE+i58JcXpQI3heZTi+ik472u6g4fsbXq3okXJ8th7b+XUsJh3Z
WI1gUZGXieWkr0bNpiNLDMONFaSacLcRJmmlpYPaDcvK7dVo4yg3hTt+dec2u6FyhDBON/ba1N60
WVKTTxrtIqrCNKPLZ7Nq4QV0i0lc5c6Kw2Vju/13SbeTWNJVrCbfUJQ3Xm1YFG3cBPrN2O/ivHtp
itBdkwx9cDBhJYCoAs3ipiBt95ulFEGV9jjs3BsTA6CBbsFx8w5QZ3R2aP5WItyOmvNotIPrDSyS
Pd2eHxrikTBhPGo474Fwo4az1Yz09fbIKJ34dUfprklXuaiekGU/x9V4xNjrzRU99JmkR4lh7xaF
aOtlnRZvB2GITQMLIFG0c9NlyklNzfAklzo/AdYyFBcZzfWlcRp2zQS47sdrmh1JiHhjsfv3tyJB
SkPRTEBYLn/p+oNh0Z+7xZ6CuhsCPV7u2/qelvp4GrVx09mYVlioIowmZhi4ZJryQaJHRaLj9UJm
sWnd2yvk46R+JAcTpyKRJPntoE3Rubs8zHl4bgB0lUV1sKORrIvLA+XIBRbowky0sv95rbTmGhNo
zCX/39f6i5pUGInY1A6iBccM7/DDhHc9J6O06xMXhWDI76DtFkKclssDpVm5dWYAEten8A70U9rY
yd2ImPv60r+vt5bxMWH6u7++5Ci1OOWIHINibKvVv+/VRSh2bUT61fUtP/0ALxXC9R8bvr58yUTz
krkqd9cNX18j/xwSTKfj/WhkcH3p+sMElfDBtOb7H79ZyOTWtnGgRnF6plZY2dl86jQtOY/1hPyh
Dnejpt+oc5ofyTJHNXJ5cBauq6qz6DH/97V8Hkpolvj2MlVBHQ7OWj/qSr/PzMw8JZeH65v7xKKd
E2bIMZHhEXsTc1DzCJKiKR2w05fngIHrdVPlhi+vz2NpCmZG0yltnbvFZQzBuz1y7fTGyXUz5c5E
vXF5orO8+fHA0upzn8bLfjZy/mJ+EXdOJVaDf983oZPZ5ota//hDtlpZh6hIToUs+lsJDeXHGbXI
hASVuPPcvIDqw+zrbChOdBYpxtUwmg7Xt10fMGEIL3RKub0+vb5Xc8ouMOtRxd/Eb11fE7PIA6XK
bgDfTyAdI/dEiLR7ijI+sK73X6KwcU/X14VdDHeELnlh6qh8j8vbwn7eSVvE8B75TVaBJzXRgMku
nH/VnHRbJXItBI+VfcLoRXJa7CzBhXp1uv5A69J2R8YGPMDL+64/wIRn3NZQ+PQ06xQm/nG3bgtd
94dkZuY2mPgZ/u+9cV3bnotUfpOLmhzGOY0CwjriMwpLJ5iMGYalHZJKZ2N/XgPX7v22rpNzf3kw
urbbUVMqvXia1B+aq/+vIvibigCRPN39/6b0/SIjwIfTJC9vZQQ/fucfHYGj/keFY2VdzR9k3f5X
ReDY/7F0YV0cGAKxgW7zo/9TEWioCJAyOpZQURkYFoLHf1QEwvgP+R2gpRAZ2JawXPN/kRFc1bP/
sgsZwdEVGLqhmabOPxHuvBURXPhSiyOrfmuSjxQQj4c9KK3SQyvrO+IrtMAiB2uT0PU8JqGq+b0A
X0Y2VZDKkyGX+CD6/lbpstZzQGgxxW7Ko9kJQlGxlYAoanedNty0Zu1s8SvWG0zozg+Byxt9y8+p
iG/Fnwj8iMDByKaD2APc90u+Sl1Hi8sKt9uQEgCFosemphTCU8Ke7rsQg7/UAi69/UKRO//Ltt/5
KP7ZOEoMVUXJxyF5p3iilDJo+NhxfdXx2iFyqc6BMjYgRX8k4YTRnbzQfDPoKCHy2L+po98qrn5s
n8PmkgjEOfaLCGTRsBLPhtHBYW1PuoHnUeNO74Oi9wqbWmaTkbs3BmpSUCw16Vb9dK7/I0v5ed9r
iGB+FqFcdz6CL4QyxMnppvPu+yNl6rPcZOfjZsMp2gwfItIXsciAiVEN5Gi63hEc7KA+GhzQVZQB
PBgM0DLKQkcKLQEU/fkj/f4TgaG4XFwaoeFvz+huwqcOWBJDJkJ1T0uhRpSaUR//vBXtnfqGL26i
uxFUUAzcYEDa3m6mjRy9Heqw30yLhicCDs6KLnD6JGEbZ1bHOjsqw9ulrXxHDNq2H5XxZDfNxJLv
wrnWjXiTT5Z1SBNsEX/+bJd9/tM1ff1oGuMDvhXBKXkRLv0cwGjWg9Bjres35MLbIW4CS4m/cS9D
mhE+JIaq+ngf5V/OhF93O/YYZMemgTJKY9R6u9EwztLR0at+k9IN88l4yX2putXqz1/td3udKbKL
EUBF33XVRP0EMlSdVqRahsaojSYnYDpJCExFPGmua/VfzqPf7cWfN/XuAANUjOrIzPuNMwMy7/Mh
iPr0RbL6ZGFgtN6sx0GCovLPX/Cdc+dyQZuCpBDLBJgGZOj9gDzHGQTckQta2GqPZr0rt26hHnDW
FetFCgNr+x0NVSJPJLketpGu5nrYMjS4Hg4E0Pu5yXIsBfA+WmKbgS/jc4v1YDHuYiIevXnKjrXJ
BGHoXbKgaV01ERU4JRT4PqfBB6r72mKG3s7ZiSCtGZwA2HdtFsnRYbLXnfHxfjFqM9n+5Ztfdui7
01YnKQnnAYo7LJLvTlunjSyBSIpMBdGRtzclZ6JQdC8mRjlQ4uHcqSz5RliZ9uA+sKZBTGBQCy5x
rzD9HVZWeZ+3l5o0UiqvtzVPUm4L9DltgyjRvRJdFDXpQfXaZqHyYVYEJi1bOcVeXau4BoR+NIWR
3kztt6QoFT9yRnUbfprpfngi7Y+KSP8i2te0X+9dONy5d10GK5P/3n3n1M2tbDHzjvw2u1j1PcDv
Gi8JXjivHR+XtMooBlFVGk1z2pY0RD3FfJ3d9lbtkrWktneMqpcy4/+q+lkkFnU4qX1mxazRJQVK
5pra2sLFQPfOovSR2w8uZHdX/ZoqTvxYTCQDjTb3SaWGsigYzajgz74RkndHa+lQuBBoe4WfGWlx
ngbnTJ3oseuBHgBrII+B9ZJ9IzoVuyClyOlAMJHr67EtgKXU+7Efzvg4Hx0IjJPb+BXJYUFl3Kuq
+Uiz575JTXPrWooEiNrDWHVCumb7PCvBHxiKvV5sqQeVIJGzB9Sd+PjNKBp1VMOc6FFPk1NvD3eN
Jen9Ynt25vHbLIX0FXpk2EHrgn0Hvy/bC+dk01stlC1A4QeDSCJ/VIDvjskha8EUTfKxTihgsKDR
PVbue0OtOy9daIzPNMAA9SkftIqSaeV+ixvzW2U3J3pAVtUiea/NL0KzHozF+GQXwFwVd9oVIEG8
EHQYtWH+SDP0j1aELS41mwT/F/pkxivMnQ0y9Hj+y1n168DlMIxgqjQNpnf4vt6OxOAjzB5FT7fp
KULLYto4AwU+LZkewoneZxSjyctpGP358v3tVk3uuiaq2MuN4O1W3Yazw10ybrvqU6uP577KX3vQ
W9TvHhsj+5i51qc/b/E3cy8UsNwJUJq7rkW5+u0m24hIEWjbzL2MoaM2WDC2pfeN0rWr5tm0L4Un
9aB2Su5Jczn9eeO/XriO6YjL9Nwl3Qm87tttR7TJUgw3fF27+iQbsSbIRdkZS6ZQjBF7tdvayosy
2sVfdvM7G/nl/sCGDWypGL8v/LZ3+xmXHfDGkf1s9PYtda+BrD36l3k0T4CSkueCNYNvDl1HF325
bS8Z9HqZP1vDU2r22t8+za93fT6No5H3jBTa5tb1djdkibJoFkXgzTQxC1Ivw0YksxWZbnTZnJkr
c2y129ZGSBIZ1V0WhjTXcPQW8fhQAS7ZmLka/PnIiN8dGubDmOLxIqCMfnda1HVFB3ugxCd0Uoah
g62kZWjrIRmeZDS/Du2IKqNG2aFZIuK+lyPEqD7gvVePba59ziYt8rat0e0p5c9eRj6EZ1sSG3Qn
gk6NCMAEP5Go9i1TkYFMYfCZIfygJX6NjXBaIUkM/7Kb30u9rwfdtdGNu45OZsH7OW1kAAEMYywS
NOrcTRl0EegFOyxW5UDTLtdQQUKNqv0Bkg7crSnbLvR1vdy8XPjU64NWtZ7FwtQF+yewqTYYpewC
y21d6mI6Ua95vlaxJQVZFNKMANimUsq7lPuXa9nBa9yjO0FdNiu+cGTsIp3b6pTn8LmojJBP8JfZ
l/HW4vXjPGdlDKrdxnnNCvrtmRVqjUv/fWzp8bY+5q5tbOcAQ5HiLpBz6T0j5MEaG48KIfFEqtE1
eE2TC4KCCf/QG8qW6fnMKnCyAhaAiBOIgPKWYUa+l1afiqlGnHBZzELTXHf5V8UZH0l3dfZ5qbWr
HhD7nFl6UMhG98S1Hy4kSpEh2zsRLTtJugxYrfl5gc7i5YAd/JwSXSDQ24yV9fLnc/o663s7N4KO
9NPeeHed4ZgeYXHP7SYCQOvPOSFgYkGyiPGLlNPMKVaMCxeoBup47dL5Rwrj2zaEtLS7+/NnMX83
0jMB5ybNKESy6buhz8FHDOOsbzfuhYI+Yo+nqZB9JKp+ZdXafEzMwUZr04O9jBBkqrl2V0xVdme7
cudiHCWPuDnCGaOFLN2Opep8sN1C95pFWS5kPN1LSYqajOwrnUI0VXX13GlAO9yINF86Wg5NC+OB
P/vQkAwaLHaY+yS5lliys3JVOMlrXiLrCG1xR+ZRiGuM3j8Ufcr9MGf1JZw2WYzKTld3sWCIcnSn
CEzVwSzs9lR71Y+wc581u3q0+pR7u7yk/dYfe2qqOszJY1Lr5EpHL45Ge/Uv+5aT+t1hBqGFmYM5
sKVS0nh70l9WBlmYMpw6RvYchZjtFXCO2KqZ0/95S78ZJHGJUv9hocxffe/UIhHHKptKa2EPlq+p
rP3ClluGzpMzxgWe+tgrC8QURmk8/HnDv5nyUgvDNQM71bBs9f3CmXD5XtqhyfBM+FE/YOUHUWWg
Omi/CR3F4OKEgS1o0ll09nEwqMmqwOTohczr/YwgSGk7L4bZJ5tFTpY/E1qLeG4dIgv6y7D7mxOd
Pqwga1lncsHC9u3R6CI6SCRktZsyjlwItYeqTZ8HFRmPYvpFkry2dvW3YtZ10vLLKQAUw9EgzJpY
Tt9u1B1wIKNTazeoxW5VeraM/YFtJ8Fi2cfIAYkgrFauFVffUmX4IEJnJ9pyAJiWEcxU0UbQmy6I
425YNyETzSWZHxJtPHTK36ZAv67XOJAmt06b42Ko76dfSd8RQDQwJgEB7gJV2hbjoB0T9AJ61IzT
1z+fOL89Y1kikXlNuY1K39sdY6GqjYp+ajd6eTN24sbAex2I0rplcIbmzfnruwvaEuVvJyyOrV8u
So0qKacrB4QsgrcbTolUrzRDtpti6T6Os3HWbFaHYQz/Jp6aO5Yrvhax/symGO0gkahYF1scjTA6
xzAqMCC2FvqAYa062X5ZEMv+ecf8phRFaInN4lHlYsZa/O6UGbGbL3GbcUUpxjOjysBCpsMtItsb
1o3fATjAEjWc9UUh4djzvTRA+xmLXNEOXKiQ5Qga2IV//lTG744XM2SOFKtbB3jK291GPnoo9FJt
NnMfpWu1mOOdUpq7vF0IzZyZvLZIifw0idR1NKhRwMRxJwVFxD51UOEVm1KYyb0+Td9pNo33vRad
Y9RLt1F5cBV9OdROfEuIlDgCle4DKzTLTcJE87bkvoDS66ZzUKUlbuzeLJLbRDkwhUvU2VrFFnlH
bX1TSlYICTLADc09kPGT+Wnp82qnXJJTRR29LHWyygYMt+MFNJlr3Nb0ZkF8IANUBdH/PiI7rmVZ
DMY2c+krB+On0lasOMlMhkq9AVsMPylJV72xwHYve3xgvfmQxP0ZIORrOv61iP2buRYAC8gPIOxV
55c8+STVKPc3do3UI4eQrvbGNlHCcCNCMovI99J2Y9Psh6EY93lIfVPXa3Mfz/r/vqZiLWVeopTo
RvxyZ5ClXDrpGPUGFdNdYxSEHGaqukrGknC6WHuenFK7pRd7BPvX/uV0/d1iko1TzWURc6HnvLvK
xYLFvurZeGejHeijeCOc6msqowjUEMlZieJeZIDkIwzRGlRv/Jer+DejjKtS8jPAGWgGqdFvLxdm
SiWtQRDMeI2QKruEVfqp07aIggsRNOpfvzFLIf3XkY05pepCX7JJ636/lnQyo+qjRWObQ+F+rYSd
+miwrdNE0WaddM09Yvg80KbafVBMR+U0DF90oGEHmzTFTYTG8ZQqz2Wq4mW52ATGJIn9DOjpqRfd
sdVqw4NrpfgdgLggt3Xl0QkJbpwb0pjVNjsq2WQ/tZSYWjWU9yLOP7bzgE6rbdJnNHprevH5uc2L
kS4Czh2udpa9aPoeoQiOqwQI07YQk/6RHLevgxWbq1FMJVd670DVvfwhQwufgcVs0guqRCVJ2WyU
ByA81GZG8ylxs3RH+Su8CRPkdFVlKCdTHZrzIsLc60f9TGOjfuxe9cqB/jsN1kdHf+oXLf0+UNdH
/eM1ffIA7tE6V6Sg3IxNOPiyKFlzO3HofkhtFwNDNB/iPjktCzl0bakluH9091PYpuVGtxH1dMIw
7ko3f2ImAwUujZbbSYAYkGi0u879wiIoI+B6So/OQgg0d8jyCajrg9pEPdKGxV1jHZ0/QzBl9txN
z0Zl5owdIgu6BYJYpuYj7s2+uk8T+5uI5fJNzbRz6eSfuyJR1iWCjBviphKYIN2LnNsR1e8IYNYp
KhRvEl1gZOTDPkEQmHsk5TYBMX6zl2rFZK2SAadArrf7Bf3fkZbbR7xa/Ua7PLu+ZIPl8hfSPdCB
2cktd/bktiMoYj9fHJmXZ5ojzX0Hwy8vk/GYXh4q1SDF8fKv62vELgbt0ISbZHLWaaabR0qP1vH6
r38fxiIaSMGgJueYsljPic1tD/QWiZRzQtrFRK0zmmtElFkFikFVKgy9KKJquwETW7F6WcIOVPXY
76//AupN4DVGDS/DwnynVM1yh+6VfEzyVS+v0Pmb7xIgM1tnIcqqsY5dGZqnfx/qsvcT5iq3dtHG
BH1nE4ktLM7buZyY40rjccr0eNvZxWbseniIY0gcTsaSau8O9dPMEVjHth2toE6F94ZTrTWAGR+V
uKouLAsPDUjnqVIqHzpk1B+mqj4POZmTMLyUk9ZQO3aTbkNktx6YkRk+RHFWw7JqI0TxPC2Y4t/M
C3Lcdto1A+BFb7Kz8XQRUo5zjlYhTfpTi45ZJQ4b/xZYIxfNpzLlJFvXIWpni1hG1UrP8LbSMwWm
YYUIdwlQlVJ+t4YYRkYykDGKSK/TbfcpR+2yAbJqr7pShE9W2ipERXQFcytn01rT8jQbIJxSsoNv
SiVcnkRWED6huedCbZqn4kt+edFo43w39SUXg7QRP8v6kZTV+d4Cgt/YWv1Yz02Noi0qqZHr6cqq
YEXOLInvrDbR767/Yuo6stZA7tsma23smCORZtwcifhGeFtnX/TcMfe201nI93NgmpXhGV1YkdUH
mIX2WrMBUBGQpWY/XmqUnsiI0Y3NaFhfuUlqAUdNgS1NzMIKYle+cYfQfRzi0gqA7+OMzNjwkMCg
nLRR3hAfthwmCF6tOGjNmEV0z8NzNwxIVibj09CPB20pSwQrgqCVlvOkEgCGlKbobtoROywM0JfY
KmYEVpFJDUKt11VkFqsBfiwr6q5Al9SfZ2eyPhcpSvp2II5JmZT2kzk9maZdPOmJsdKlQuG4TIdN
WNTO5z7e12K2vtD/ndZTs3QAvKPsk2nRaL+8bunMcnPZLf4wMazqTtU+WgYKWhxD87Ynn1Q2S/pU
zskXBpL8S6mHvD27T0XVnBwts57ImdajpHjCYtafERffxPOTNGrtwWkIl3CK6THqm/DRTJbsNu2U
b9dnuZEkN2Wbl14RViIYS4WjQe31zE3GsyMrvHcvD3OHJrSKF+OQ0wINZCqarV72wC0pLm2l0OZH
N7RgOSeIX0nVmx9zw8zQiqtfp3HCawRo7r6fgKe6Brk17dDed5cHbaJ+MFWO8KMow+kzmJSdS3fc
j6WgR3V5mvZdep+U0JlH9YtLCDySt8nejpb7adLLjPWaxbUoEDIT8rGFxph8bb9zoMftoIwogUfH
OIWWzXrcDJq8NW9pyxXw8jJn49QdbYqxqcGGDdbRVBy5MoFYBlMSzXeRU893138NMROZKsMBsyjp
ep50+nlTm52mQsZ3Vv7k1lG0LgYTtSPZ9AcVo8VBCio2dm0vgYUqfo/EffTc2l227lzYkHKVIJPx
rT3b1SHCsHcwZKGu2haO8Tijw83IzKJF257FxU+mTwYoP+HIQ2EZnKX2Et9db3aVwU/jdGShT/Te
7fXBpG+gZa66UdsmOhpuTcasJnZGGD4voHOsGKdTWn+vlOGbFZJ+mlNn4wsc3AGwcx4DKHY0N6js
aZUYHRBCNcIBVmqph0duL+ZlCwgx9gj9WAHg2ui6fEmy7EOW4WDr83kdLcl3ZW42DWQjUxkNUC4G
n4J5H3kcaPfw+MDU9wZQfW3cfuzIN4H4+ZIOR4P7OAsYf+qMz0NifVCBLGFr7M9M54NyQpJiZ6Bo
58GMAoKyfKUwjjgvPoq5O+Euojsr73JklNx16SyFBkoSPDx29tFBkGpAaRYCfyLEsUnsw8FlWFNe
yyG5nYXzsnQEEpVojRVoqvQ8MVRghfQnFSE3rdDEIxpuWNmkYfsK+GIWQ+leq5YnPAWn2hqWQMvl
LmuWnU6QGGA9gzSvJJfY31KiG9JJW+vlsmkvuZWD2GSRFZg5LUd7/s6K8yx1+quz3eCUkgYVyGLW
2W1MWU2+liyZK6NNHrphPFryMcvIaLVS80NqqJjpW4LnNFICAt2kXhsWakA44jeCSJEMJkXsLXl3
Lt3wgzUvdYDnR8PRwMxEwb5IkdHGk9ByeTp3edo7q2XBolC6xa4DyXGxu9KbVO6SaXpOFmttVosW
qM3MF9K1L6VUbymVDL6DJFIVgU3aQOC2y0sM7ZXmn9h1A+cX96TBr5WF3OumcdazUt+IDHsLipDK
r6V+Uhugzq0JZ3DQUj8Xn0Tv3M4twp8BrvMqK3ISRTICQOu4vh1tpVyrROGtaVVhgcCFH0SVuDUV
1hElRqt1Owj3MFsMCYb9XekGicFWf1VKnSw0s9K9bHGRwy9n0phYIWsmYkjLWhlCgX1ZdtE2C4me
o/Cv+lGMJ29IFHiYNk0La7mBr9XvpxhIMyj1DXr4o9CSx25ZSBEszT2VwFcicuFrFl7bF9+dNH3V
2wpM3lLWXs/MwrOHZp0VHGO4j0/WoH+pNYnAAA2++cG4SxSa0ZELKXscp2ACMOMlQmEHo/WPFcLf
ZdodXGddZa0M1LHPb8juWi/CekbFEQEzM7N1YyHHrfuB265mBVo6Ot7/Y+9MmttW0ij7i1ABIDFu
CRCcKVGWLNkbhC1bmIFEYsav70O+iq7q7kVH73vxGBJtyXwcEt9w77nt0p9FbpVhrs8ftqFpOwjY
T0qOIszYfG6MdgIFynVJju6hMrM7VBHTf6Kvh64dsCuQgS2X7IZM94mgoRRRf+qGdSvnUwEY+vT4
qgNaqhJ/ANLJpWdWxMPc0/XkLJpTBiH3yJzRvtOGS8/SkIKkJ79ugaDrrtriIK6hwzMz9vI6HKtE
nbwhUagMOpA7jc0I/nHnkIv2hHnuLHCV7tjdtCcDGfpmkjr0c79oTyb9jdxARDV3IPQuD7xxa5He
R3wTp6cx23xKQaDOisE49GV8jvxfYJioI+Hmn6wGMuDDSLZJh7dgBnfDHY1tclwleljqRUcOe24h
77vLPtSMyDfzQIwVezNR2raLq99jQuacmxTtphqH5oR1QJ6KnOUCybA2WxRtIOvRXfbNYu9Slu3V
bE6HykuY5XDN3JD1S+aDgsgjnE4L4X3tF4lsZII+HwjX7E6PG/aCkdthD1BwR+euylCz2xYStaqs
gzJl/98qD5e0rYE8x/vU3b973EULfs5ql5xsVeEja2syd9L65M3rT8+mWBIkxKHLceR2cJx208Qr
4fX5/Vluu64JDUw3Jx5efVhjPvN9JQ65x4UfZ90JV2N5Ku5fGRMmWDu9x6/h+B3jBkg+6TWPm2Z1
+8iqje91mVQcJ7aLrJo//K+Um8nOt4zp3H1bL8lpKQqI5vev/HTdaxk84Hiyos4ypn1GIp+rWqIo
R9W+p7Kbo3++1VK/PPGWGnCx4K8VKV0eIIFSy3Lsktxg2c/IlXsvm6T6526vt7xN7eQqnKAB1VGP
/4VeAxBaNQzaUbXFb4PGdMsywzuKYSw5x8erKPwZnBJezmxHxIXHDk2f2HhyXTNc3j5lL7S9wStO
7gyYM4MODsYt2U8rTrsM+tUF7Tc3s4TZ5OsyajVp8iEnHbHpXBURtAOOOT4x5MN8VygVANXMnVaP
7Bh59CC840LEQTAVnrfBm7rXWnrVstA/pwHOuwG7E1uY/2cx+2j20nmLi493U088oG+ka/BfAIrH
l2tmNd3pwaJwHliK/+JWPO59YCvs1si3ImZUoS3GdtX19B/IhUhB7VEp38kTzuAJBCf/k7Tx+PWP
b+EfWEHuE8b4+Paff+ef28ePNppRY0vXVPDPnY+/JR8P9z+/TirXCc0J3sqDqfH4wfnx4B9/559H
Yi/lOymVWDHuD+k/fzGNU2c7z9Z7A0idmvv+p4Vm7zt75jKdSAhTcOuAC/FVef/qP98+vnrc97/9
PaQcZTQM9dvj/sfNlOD6vkP+//2r3KSzsdWkT4+7IN6sW1U1v7u+plX24mZT+a4VPr79z82a00jj
NuDVfnzJmY7z25/tENT0sTGoxdO2swN/amPcg+151DXrgobSCeVqd1HR59Vurow4lLPrbfT7LnDO
FytAHPc15wb5P6RjBFnlfHIhIryFw3lXqPQgqnoN3WQQz/1idBEO2/nieHTikiV3VTGcUZ1v7CzZ
l5sJgZVZTH9LfdZ3a1qxPiX8N4fxPLDtzfTfHq3LU8qogz77W+X+oGJLQ8VBvmmr1Q0Q8oNatjh7
nKL82839VdkmiTIGss85K8M4jd8bJvZ4TAla1Vf3p+8+A2aPmrn9HUOWBNEM+sA1Dbr/uH/Dj8c/
raZNPjrAxe8AA0UOM0kp3+oecVG9tntaq+d1ERG5mQucqTjGSGbuhNGTLAt3gOjXJfBR+xHQO24K
cqDExBI4a/xQjbUKRpesPoJNfmffprG9ZVZsbiR2hNpPnkUzP2O++Oote1tVWgIcIvs7jsTQpT2N
h0dqwthZxxy7Ej5vtggzCgsaO4ZFzFiYiCkqpJ6mVBu3RtN4BGXIH/PwNOj1S1y0004lnhcyjPSf
3bH5PdZ5ui289o9MhletbxfCyyYZZPV8gnf6q8ojcgVdXtm7LHGwQlOlxKG2w85tav+UKLQJGbWR
UU/afjD/OnVs7LGRpsi3XhLAYBuZxWcNfcrJWA7L2KBGInrX93u5LfwcX+bQZKHeVjUA+czg8nzN
5Z+GkNVtRwscGXYCt81u8JNmBmkb+uju/ER1kBd0WGVJExhdy8VeFYy1jOKqaSrZd/H6F41jcXUt
2Rwt5Z2qcc7QkY3TTSA8g/r9rhExdHKtu9s5H6h2rLa5lJnc26OlH/Cb7xk9fQcOkGPBMtB1wjsN
rdjDHmmVVtQQDLbvTPmL7nYM2eE0u8SFeJs5G50kT4hzrOXl0CdBPbsqHFlvIkhv2ShWLg1hQ+/O
CKzaKqYD/EH2SkOzgLDFm5uzlz3F4w0dk09lQm2A1ODkKOdtND0sbAtJjyUSFz3Mh0o7rAjqg2yu
rUPl1BLWh+RKBNX8uhSMbGOBQYtJIqqo9IebO1zhV5GFIlfq3DMf6jyUWVblqYDYP9Tpk/cxG6Qb
er+LZlBPwF3yGJviapvXIWHC0JGHsC/05qobqD9GG9trl6YzxrOxihziNXZoX/0wLXCwljBmOguz
appR7w8scGkrgtXI3gVczyirsT7mDY1T2lCkqqQug7ItIw2jHtMP8qfcZpoYY9XLroFDa0P53qb8
Ep8512HAeWbp3cS7pvRgozd0kLhBS5O1MGYfSntg5EHccDCX+q+7BkxqimKEZ4e+jol+uX7VrJIJ
vfihNfILuI4FwAyjK5W8s6sc5FrVKsGH+BUfI37en3tzqxnpJ1lr0Vzb7ZaSuwnTzHcv6ZSm6J8x
rbc1ck5bsZNm7ndG5wToBME2l04rjiw1Q7+AeoDLFzRybE5/sqxZbpyACGHGAUJwOw/HrMjbaJlw
6qq1cg4a3Ry4beNU0bsnmLCISKMAIxr1u6VVcVThazngYL2n+2n+HuP+qR0gdiV+nn7rZ/Enti+N
vHY5exxtJASVOiIn+8jwiaIRZDvZ1Gaq4qN9/xRNop0O7Ww8uYmiifPHih0lKUFiQZZJoXxp7zcT
sCHSah65e73rWzsQMuCFZHH558bkbOyFD/A5pcBiCbHVfRxt9JvMUndum56bGpmKjYfdZR3osgJk
ONjWtK3FcOoQzp9oKOfQ9NhfVPjFGhR0GcN1Tqp7NWnubJUcfMVkxcwq9AgaNv4+wR/vuntnqbVI
Ze2hj0FJzvUvy4A6IQUpSBPG+/B7N9ZOVCLCYrQVg3T2iONuVILMldNaW3IGQz5RBPrwi5jU9ODG
I7+LLPQY2g3XFXPLvVvSveRWDmYSeJ2fBbrbl6dMFATzpFnkZEn3OVXjp6nPWM8pdmodSJ2aa4M6
cfnbmOKwOGK3FIvDLNQDfKHJMyrn3UgF+2yQQZjTy2wGpJsbc8B2yDXoIzMTK8qz+n3t80sas9RI
iF3ascvReLth9KiGZp8w9YpQXqnltYs5Zcu0t7esm38wbLQDilu0OyahTvNqss3x1Ql7ua/MXd2b
nFEDn0yf3ynuCWwtT9+SPlGmTpHEP7zBDZUHVWG4UZe/MfLGfORHQy2efHDGKGvdkpF6VgaunK5T
AjVFR2SxnchzCnWvXI5+qQWuNszPaXfqFz9ozJ7oXirApNTUTQkJI9TnTWeNxWUuuo8CqMZuYfhC
Nu4Y2UzNttTJSQg33t2qRXpRWxiX1KILaUicnkiUJIadQNuSQztMCFiKJkUUbjqbhFFpQ2Cjfia1
nIuLGF8gMaCfy8mvkHdLzCgzY7v8wNJRvYwskMK8qGHX13UdNIy8osZCwIYL/TyjET+MSfFnMhIZ
CNDoGz4TLHhKQaibD5V4UpyxzLr2hloxiruwvVmoHZjLLAebcORTp9xg7GV80MhXRxU1/9ZsX5za
PvfPs+8nZBQwnFGrybJt9sEToPuD7t7q5wIXI/SSHJoUPWy8mE+G38zeRiOR4/kGEnTdFKxX9wkI
8ZTTFkq3DXp/j3NLPYv4ZVSi+ibLJCzzxHxGo1B/QxtfRPg4+9AYfqghlq92ng+XOc2Ar7ftaw9Y
9ITOpN748RdA0eojG8aWmB5tDvT7tyjjqrB3zOIo4N/jAmfG0LrwbOfJ+NKy8uSBIlP+HI6t7X5U
CzmMiACZkrj0qkszP3l48rA39PQEjJLsOM/3ptlOoWtM65Pgad7YsB8OZU0JufCLdr5WAkxNf9o4
tMvcG2/SSZMrO9NrP8vqNSuHPSMoAzla+dXb/RiIgVw1q9K/yJvLEfGfW5I687K7FDk2rb5EWpnW
/jGvBiuwBwGEPpsPOnF2fLp07BvaMJ5yllkTCphdhaiH3RZl59LqIGnHiSUJzQtpadleSIejnTLF
5o171M3PzBu29gI/XS8TY2tlMQ1u3P80RUMWU9VcgWUYQVz184Hg98OUky+YYVYCTRdpMnWex9ze
WYtwDixt92M/vdiW3V+XXOlcQYwxwstrbmB6bbLYdgl6FulO6Lp/Lltq2Kn+UGYKSpvhJapKf19J
87fb6+Lg5+IyC8YIhGNunWlQOzL2xmPJvmkjupQm3rPO1Zz8xVrHQNR1p22Rr862rKddiZn40KcZ
eK2yJ6AZMH3gkmUfxPFSMk+Yrb2AoTLG6YY9CgAvTl0jM+xbltn2Ro8rd1PJ3IrMmomIxgoMocmy
BZguAn3qhv2qSrDdKdVNWpph6ZXIqjgpJuVEglFVaJPcdFCFvRDzu3xPW8M+4bkFlGwiZU7nyo/g
pMDv7zL5zSirbecwUm5Qt+ykU+VwHPxsk6B3fPIZj2/MtltCl8WboXcHTiRoI6szMvgYUwgf6UZH
Vt3Z/l9yusfDKJgMd8Le9EtG0Qf+ISSgicsLwc9R4nEZ1SuLkD0LtDmJOFE1tPrm3n+eVtpZ5K7w
AmY7+2kyYj1Ynv8zmeLxAgjKgLjxnIBOicrBo05ydLhymctERdLd0dGqvY5YWxDydp6WI8JpGr+c
tCo3tdVOZNkOESaKc2c+xAWsuLZzl2iqQSBNxXOety6R906A+GR+0zvibpT2bsxsZVx1yxeczJqY
PxdqxXPd0HgyXDt7ebxuyUFodrww8V5Z73Fjx1sti7WfzvQndmvn3cg/Yf3GhMjOyyNtkwi1lT1c
EnNRL9JLWuOAMaz6rarBTMTE2byM06ssTAwQyBIuae4V16rnJGGUvysQnNyqdGA8VGYOgc9X26OX
S8jiYxWegE2quv4WU8F8LaVyrxrIJWO0Ea+SPguAReP9KxkvjHasNi6plSRpcNMRJRQpd4UpMnT+
1ddvrL3OpEXtE9UUe7WurzLt8zMriuVFAUPVVo1eY8hZP9nWR9ut3u1xw9hunxfmX9kIlnd66SJC
Bf9C7Y4ZKFle1zifL1wPxhdrJKrVTH9OjImZWoNjvQeeg5nxu8s6xBV9AZAY1EA8raK+NUQpByTA
TYyGB3bsaymCpkT77MnJO1AxSKZysXo2iZe1Ix/t4taCzLh1HeJIh7QivCjttn3hraeaQfE2M3Xy
GnRmnro2ss6xWTe30AaNJZ5uBbqRiSVlm8/eGe/ofPQTxNuZnP5m7dTevfTWlkCh+WjTsDZZ1oVj
2mKrrRIjHFIzAVbGWNE4FWUiv9UkJ7SopTAtnZcS/4eo00jZkiy5jECPNU5B72kxMCCvfi5Ske1T
FgxMQJfAEfKD5TuniFVnEbTyKnRA1z+JZukD9iN5ZJbxsK2HXAXERlhnw/6NFlU72CkwhdnIIH0z
8H3caGryAznzxEiyNm4VYarERRivI5/4Yz52kP4HHZZNBlMwTv5qmDefS+LPN3RNB8RUzWaJxUTJ
WMvtWlRVuExiCBt1D3JpCXKp+mQmm6MF8rIO7d6WU8b4n8ndsszMXtP7jj9j92xHfU4EDbm1cttm
3sfarXAQGmTvYlKn2c0kS5H6A2Nsz1vCz7apZvxeLJ36dymnY09PvMsNj4gQp7qZ66Cu1ZjNT6SU
nJbFMMOlEnZUcwoRwwv9c4R8i3oofV9IdeaQLLut0BDwxV5OKZQT3CCZSDzZyS/f/AKJJN79ZkLX
55Q/Gg1/6GzN+Q/m6pKQiqCdLOdAYw1sE1JGOKWC9BJBZG9aTa8VOZMXAH2rXWW7AZggvMHYP2CB
YTqwI60+2+Oxf63TVIbERQnYZRO1R+85UVb0wyEvWqQrvt5eSfir3L9k5CLebGOyl+3lFRyhdRgg
Knp6h1jBRIRc1TWvaN/Td3joBAYEb0hteqAywBRZ165/HAsVbsNynO5RAoLqwJ00UELZTyB8xwzS
J42MIDYrDAsuknW6oqIvEOUgwmOutcKxquOWYNKhJrnc+NXG284wqfSJkrF66e9KSWhRDDVVWkuD
0CAdAonOdFfG654YXxnOEtE7mdKTl7D9lDvHaqyvST/gH9kUTPrtOBPP5G1D9G+1faOX26JkcGXO
zH+ceLioSvsxV/NnYjILqYZkCOp1gQe1Wsah0ZandXT9i9QKdTYaEm9QU1UsNFmitoYR1cLMtlzv
7x/dOijmSkVi/sihdEy5e2z7ivPeIkkNUB2XevdOQiIFTVBOgdDcNlM973thQFKJTSSXjGSoJdDX
SRIIG7a5VZN7myJPP9pBY1LLjJ8mFT2PBEiHCuhawk08Sr3YFfFCqqMdGUaHdlzr6tCtGX6Ztg+s
w89MgmFqsYsVaNORa9Sxsfs/zMP1nSfAS2OUnrYTSzbykH+xJnMAWQnGWhrWGqqgbWKmYpM5+qmy
4WrMYohfWoZLy8y+dsC9cNJIVaHN61/aAqzaUCTIIQbN+tbXv1zTKo/IYMdNXy1G2IJa2Q/3vl5j
sDb2mdgv2HsDkE/11mYUjuc2Z4zeUjlW7nuq+R7jRVnvWj0F5yPhOFUxAXechiderBlfg6I3Ia72
aSRFB/sd1HkLhC3nLG9DbGQbjFAWydadOFuocg7VBC7T7ZszZDImP51SAGqoOR1yPTmEiRSPC/+p
zJiDZMzWsry1N3PXv1JBkYpQC8QyaXcgvDcPLbz8LD+TbdIrf7fqFXKKeeO1jRtqVauug7u+GmzK
7hMp92iYZRWC2F3oqXniJrnQ/jtazMjTeG2LtT9ywh2txSkw3Uy/hokAlTxvtKATjPdSSKJ+ujVb
yrekMX4DeirZctR/Opr23SzrOCC5tC669IzEzgMKn/+ZCJ5EIJOU+xzLve3BADNxEUaWF/82TfKP
8sfclkH2YrInI/BSnAfe1SQ8OAfjHuE9++xfqqbsgqSX2qmzcwpZrIXBmtQW52z1lz0vTVZF+RKv
OdftkWGRp+UMFuR8Ef1PZhhBTiHy7k6HpVfusTB6AyhZzqvjtWxF04qYWo+EdZhNys31KNPT4jhL
p0fIb5BgOw6HtoZZNQPXi6gjb3X8ZbiquemWvaCG8NS2lnm+cxI+mS7xV8wcARvTbUgf20gi7hfW
iuicEgprqSD5kM0i4ZUlqpXnEmdBkDsNG0Lg0EwSkGFNNtE5DfVAVjIMWgrrMzYY0VhFz6s8kVrq
TgBECcPeQPgRR9vTfhNJ/6bjaY0YOXI9GBfvNAv+96zZc/CPQDWuYkuFCSvHJ39J98JF0sWENglh
MYqdy7KF3ONjUkHCmxajOXiaU+5yxn7RaP3QF807tTN0SCObsoNrXRuGLELjxNG0W2LYMCVMn3eA
SWb9VJLV7sbTEWNfs5Or7gQN66fZIoveEq1ERSI59y3Yo4+bcrL/EM3XM/vLWlIi++wAjf059qR1
TpX4TXi7/lkq62bH4P3SpfUiI80u7jjlXF9HY8tICAxbTP+D44wXuItLek1nz7wle8/95rpOw7wp
GYLl8r4e65PXHjkrBVOZ35ngh7boymOiJ+pAFOYNlNy8M1sOrbVoWe8FXDJSGK0lOo/PnnJtUB55
YIrinEjk3VyAcrvDoakDxFvu1vtq6H6ZTVe8SkZCO9ZlKDxG0V6rQb1SVC2HWQebu9bld7LhGK/0
4jD6Cvr93G9jMsC55qQdJ9JkQallYEpQ1zPrmWWT9mZ6VCAPmQrF9IatjcG8K2gFVlwYRkLECUCD
M5K56C5k39Zz4t26FMKhNks9Iprjp4twLdCdBOP4jPcA6xbo8Kbft2YjTvOS2BufXqzPGb8VYBEY
NExGpAQ9DVBtUtwMroMuGRsJu5il0PINozH34viwLhufVgd/Oa9x/HIt49KJcn8wt1bLp7yTJhOa
tI4vlT7v9Zls35Ja+jCWuMwd2aF3MstrOpbafk4iHgd9uZa/LI1bo7dZ0quPZTAlezgyE6PcVewp
WUHN3WGVFq2ydsmbTgS2buWhMFZ56Ot+ijwsXqFHIiZ2kJGRpvNR8ll5roxFUSqQRoaC6qmS2rVa
1HgYnKK7+kkC+kCm5WXic5mK2TjaVYPYZI4BIaCFS4tr2kOJ7Uo7OxcxdN5l7KHJ1SWnVa3nwePg
90a6ScCl5abpTfPAteOaLZSKeiufmyR/EiZD39Uaw/KeqcCL6fIW6jnIpdSBmQ8XpvLg+FrlfIsd
lhOpMr+RlVWH8YT4CHYxgaGZ8bvOZf2cuYDQm9b64TFoCbAC8ZDwd2zrthLf9XHfj3972VuvQCz7
Zy/vX+sO/RT9MEF8Iim/22X6t3Gc8W/TMN+zQe5BJE/3tkYrnK3LeQR3eOhIAL94prVb/Vn+4DJY
o0E0SWNxmvQ4CMV0fFjca1qgKYmTpgrmcQgToy0PGqv0ODNfu8x/SauVN5FOd740QgYYpBcki5W4
wlaM6Uh7+2mU6xikgAgaRnlP7f1m0Suga52an615MpkP6Nbbimp8k07f8cn59x4XrMZUPi9SzPtu
ll8VQPjAy92WbDioYo21zM+TbyRXpesV64aXOqbzZXTjnmzmnKGHmYHxfZoHpl6TRZ4MLhF7nX1o
O5VhAsDbtkrqfoWWNqeoRQdHTrnV09SZE3Q5mRQ/Ddt4wp2s7bBtppGpELlx3P90jdWmIm/6Q9ZM
SdhnqtiuZuHgoEq7vYXX6VtRrV+S93fmjfWr5cNfbL2RwovP8qqP+tM0c/zkboFmFa53ILKiuVTq
LmyxvIHV6hqfKpiZabZmZwyNxdU0zoliud30okJA4t/6MmnIf2/UsRh51+EY6sgEjPXLaNXd1ezK
g94234StMX7GmXPwlKKg6e3AdKm4DD8Rb7AYX+re7Y+kk4cWFgHwikn8DY3wd2vyJhLs24LI4Li8
mR0f+Eb4WejCq2PpFucXP28Y/pkYdKGNkkPAUYcRetxXvrFEQ96bt2Z+mILtsB1K5zw7SXcddP1i
cGaE3dCY2/J+FdFKRrdOkqG8Q9s0scCyy7VhLjj0L4nW6Dc/PXbODrNV+VkwngqcWe+eu/G56cvy
TFq4RuNZGB8IEzFwG6rHC7ZO7/SL43SJpeX9EHnfsP3homgw/qE6dNkuJUnAzHL4RY4c0kVHWsfK
6H7SEegnU3FN8DOx1bGDu9PSnHr05LwqHE5FOabP0yxeG49azzJSJiT3G48FFciN4ZZz/X7GBnEz
iKx1YIQcrbxDRQQR+TQuoKT7Fr9RZ08bWtaJdy03SU+/rRFYvS+HYTeOhXFofTt/iRHGOXq7dTkX
g0qM68lhgLFfnGRiJFMdJw1boPRF8l1ljF2TqovPvOo1DkY4v3hd659lTCECrCO7VfVg7jq2o9/Z
bSPTuzHZc6ziyawQ3FX9UXoAu6vh3j1DF1DjXsM2dLES/S1mofnViJZLoGs/OwOTvrHT+a2xJ65s
hW7FRDHk9fGyXaBEhc1QXZt1zKifaNGbQuoXnVn/Bsz+tx6BMs9rnb2nLeOd1sMvNi0qsoxF0NEa
gU0ROlajvMiiVGGFKpM9lM8hfOd5qsr55SVOs0ud8ZupJU8qRXA7FPW8i52Opi3mn1FWebMXD6B9
PJI+kU85c5IyhtYL+Ge0lvE24S6Z8B18OIrBZ1FkNwO3IYsS09nwmcTlAUNyGSKnM50/sJALhxir
htnU4ya3DZdEZEu/QGMKk1BjH/RRWq06OSVveKOo9Y9e3TMJqtQ7iQl539CloAe1sbpIsgg20raH
t5Q3N8Pe4jtiqnzH+JCWaiVlVXaJAXjVl78XVkRLZujnNAd9ID3fPppiJWSgcdB3dqzqRSU+PaRC
bx0jHKoBuw3IpAfyLqeZ4DGnOWl9/HdmHPSSxfkayRqhgv+YV9VoTGuZCnY3jK8c1VVn0kNdV4NK
LATKTqAyRgDhbti1/d11kOXizV6nNAAALY5dPBK1auj//taRXO+gxS2RKsdhrzfIwst6rg7LtGAW
qJKfyyCyt1K+kNrQfB/NOHmZxITmIs9v/pRqT4APdjKNX5nqLOdO+CnyPN+9QXhOvxuPXcQwEy8X
14GP7/M1Lddz79su45RieS0aJm2YzE6qRIRBmyNIfsUSRVR1+7HGrLAwF5Bdt6IPU4qZg4+aDbDA
QObKQAttI8Ku7/Ly1VbzrqsmD39JWV/tBR9kLdjkLkjNtyNgwYjtLopKuyPntam+GDV4u5YcbdL5
JnGgIucjQbGxmSsW/PGiccxQ6QZ6P6/R4NPLUlsvF4eCP5DNNFLfacbeN6z+aVxpeWWRmN8Xdg/9
4A0vPLCvRSk/XJGHbIcinfYkW3QbkLTxGdl3v2WryYI1Vs5TgaLYK6AjD/FpTCh4q2744uVkQJgQ
67EAAY7qqrhfig3xTKdrPdNWDlh+SCvW7Hnbz02xtd4Xuype20RTr9RvyeaRF2BL6qOppsee1n69
2jODsn5x3wehD29IbGlx3Wq5sdoxruRWhQ+gMxYOmw3k8lM5vXF53GijwbIHDyTzC+5jTbZXrT/u
vGw98VqVR9R6xktsH7N7XLDsYnGKq5kzzaCtcVzxuhrfel8z343Pshuu3uwn31PNTJ4girzPji/D
0nYb/G3p9DSobgKDu55xwBIkDfKGHImVuUFUL5SoK8ZX1sS1HnWt6h5Eg5NerFyVRUcmjczM58Eq
f+U+2ss5l+IdnVSKyO5bP9KR5ISrRo0Y1SXt6ifXGrUnGgZEQClg52bN1clItGMneeWBprw7qzHs
rdEFoeiOP+gsjAPGMXFiZJfs55kIXn/GM6NKEOY+OlAGJ4XlzLSqqbs1k7gNG7xzuM3U95SpeMCy
+1dpmenbOjw7fVptMf5P27Ub/o6yf1kIXQpnq5kukCqOYyNs4HHJW+K3+mmoemtjL9oacp3wdpNp
jf8YLv8/0fT/QjR1QSb9l5X7/wCagtiq/3722efQ/3c26j8/9m+mqWv8C42WTr6pKe6W/Duv5N/Z
qK74FxwgV9eFC5bd9e/o0n9TTS3zX7D/HrAzy3TBuuCx7ZpHNqql/8vH/Wx7wgYkdPf4/79QTeF+
/q/OVstD1OSbOmRQw7X1/4NNYONN8gmeHsl70fcsP/gIJe3Zyu4Lk5XRrt33H732VSjx4rFGJjlk
7Zn4zRAmcnCCmCMtRr2dF4xe/S4b60nvvVcq4+KY0DmfxvZrHsrz6MEBdDXnmjUEP+jZodS1mmSC
0Q+WAeGdn3DosYlkBNCwZlxYrdUO26F6fcv8gfrUWK9Gqt2kT08phfuLPNc31zdvpSHuJKUJ+Df9
jfuss5eeoB3IBD0L4+nE4EHeU7WmKYqF8Ss3ahksTRGyYCN1nV4is27+8jKW/quaUDOu9et9Jp0C
5HLs/Pcw+U+dk94Nq+e5R0Oqq2th0P7InuCRYXD0QI7qY03lK2EsL2Qm/OhKnPw64gW9x3Uau98t
kT4PbvE1Kh68Y8uPssm+SFxn99PwNMOuvTnSPinbOJs1z1OR8JgTV31YzVZmaSQqcxfH3ZY48utd
JIxBfefZ1nX0849yjHeJQcdVrB2pBfUf0YLXVN4h03na4q5hc8yPIFeTm9GPmULCj3FL6MjOwsZL
I53c4VW1ij2NOOOlqg30lsdQjpJVeF7udasOE6BAc+p4W6l7B2t2fsZu/xkrfo60GshVuRawrjhl
dWUHaWx2G+fxTiGLjBDGn0xrw9xSMoIlQ+U1JwendbJ7uM9tdcuVl9Pc339xjnAPDMHjYWt/LPme
ABRkMSJIV5i995y8FPKNgFmSWHjrkvZot6gdK/IfHLq9AvDzwWYvNo0z012cfFk3oWfzWRxwBg9c
EsLH0l9fk7cCcQnO5gGFZVN/dWL1t2Ve75ssuWYubx3+2/Ue/tjBvccMNe676kHz+WXyGZdscBjl
vuauIm05Ib0BAmGJtxcvMPbsPA9Y9K2RRWA6AvHlmSvkp6k+DQhgL2YXYyTyGTgOUgc6j83JiYlL
o47RcXYAL/kf7J3ZcqRc2p3vxed0wAY2cOADkzOp1FwqSSeEpCoxz8MGrt4PWV//X3dH2A772BEV
RKZSpZxgD++71rOOiM3JpAd71yFQoDh7GkPnFI/l5nqxhJ6HmiMeiX8wrM2if9cOikdW2g/FyDXT
6t5zM0U/6UzeZgnfr8EHpNsPY0KrWcCFaHpaeNkcktVdEBxOVbh3aYinAGzmEJejyL+mMdzUNZwU
SeSPB2Lejx6xovQb4prXBRJM+7W4lXu/w34XJ8VjLYhPo6KbW/q3DCW9hbUvFDXZKY8xrRS2fTvN
2ffkQc4QxD776DB/2ooGY+WTWcWVoP80SBDlHJ380dDKrdXeWIpTBOVrvSkKvqsIBI9PAMyrUXXu
luXyyGnaeRtK86+KqdvXTkVEiAC1KfZdXHQbVz80dXETmpwOifnseETrjHV2jIwlWLLPrIn2wKA2
ouGzJgbmWzeib6ulc6r2zO/PCYh+IzPuXRplG9fhomlH6vZx0ZJETDXSmjTuhGe8utggYx6XbvoJ
OQBIz+S5MHDC17KNcXbyFTqW8yxaSrGuNex4hLADHDHwmqZsm0vGU7MME4Q2iuw7le88p3t1Mp5X
Og00zmE60Lq+odh7m8kreOAe/gNfbOca+6ZQLUvM4lNjINukfXMqagaW0inQbcW4rTpkZRHiBkGr
udYheGF7e0S4n29SKPTHoktJMqlhu6t2Jv1arNfsUDf+nDi3U8pgWbUt20TvWxCxsNG6fNvFzbQN
IYaxDwwP7NbPbkdltY9MGsdL0MbocigvgtSMXzpSSXeZU5Fco0wS99KS91N124btDQlJ1p5ApJLJ
ILuYfBC+XcAjCM96gkWL7foTCcS7qdesjYuj0ALettXTDMhAEW5iraz2Y2zfKo1vcLRsOP6RZDtY
lpiLySPTB4rwrhHTR/Cbi14gs6kG0nB1Sr8Iq2mX6IUiwC8adoAey4MKe2sDjn83GtDdRhKIKF56
94Yp9pZ5R68GomhY3og6/MrI+40M0lPjOv01lPmTqfi2MvtV9arwFydb9rj6vUMz1581WQd+2dnP
I5MvvfSYSy93wa0hSQRS013HkqgTD3ObpahB+0cnj5/0dvg1DdOPVuYCjmfPYCGjeyf7dT3LJ+/Y
Z2hZgUj7vTwoiz1c0c1sQ6mVJmaydzFI7dHFtafGdCf/OmFhwUGvovFCK60LcUSgcwk9c9wQ5/dp
jvXdNPcfzlDC5itoKgxvVcNpYBj5L13jWiyorG4igf/cQiibjNYp7JAOu54G1E3Hv5N6zXnqwoM9
2YeG0X4Oh5MWIf0gY4rqvnNRxMMCiWLqDUeEL3G4GxKqbg4qhXDRf+uyf3GXiO58TtnVRPmAku4t
GdCD1BGTkWZguaLWSxVarjFZ4yq1sfJbbdV1LiWiayctPnSV/WxrnWo7/syJeZIqQK3rv22LuqEb
Tu99iGozs/IIANGHZbFYHusbW73FfZVv29bu/NBo4JJPPblbksHGy+TJG/jfTt+Xe6Mrj+QzYIWj
yKflyBmdyOh3Q83gg3fxuSNWxG9dUNLhIB7God00xCvsl3WAlJOMqbMwE0OrQkY90q4J/SZKFx+7
KrXywWBMjlV0mNE75cYtBBH8B3q/LwBH+NfpkItnBa+2xAIxOaYJsVuaccBNS/8g0p6XuX8l1J7e
GIQW/JIMtrb1oGvZlqpDvPeg9fmxebH7al2/sWzQ7PpJU7wX6D9mZ8BUqFZxVqOXUEl2Ebt+OpTZ
d1KLi0PsPB0AwDKL/no9czyTqrtLO4HNWhCXGhLhCVbEwBSHAUxmu2wh1KvVujs1hj/BsxxxwDV+
dOs5NGUKyyo3NpLJLSUmNDMq3vZ0Af2YZkBq1PGuAkLXJuVvVxlNkNgS65QefvSDTWF9jHcx+krf
8eEBvxQVS6VMY5kls73toeCp6LDJekz3vWE98pETWi1lfyY47K9DM1f9uVUjHty5JROs3clp9AIT
0JsLI+LICvwtRlKyz6J+23XFdXGsArbuxk5V+U98MNtY69a/9mjHzkdEM3Xv0rsq/LBdjCDqOPy5
r3eQI4AqS18QSBLEVX6XphZBn6b+5KLaDOoZLMg1nr1y9j1WwV0yGDA4rHYIbGyOAaWaIbjevR6G
9YGQDkyHuMz6VEbWB47mdIEkZWcjKTYQ1Sjic1a4d5ac7X3WyT7w4AT4bWrIjWZ2Z09g1tX6PQxt
cVycBJOhdWsUMWHUibR9mgRUkK0GSXaaDd6hQNQG6dPE7LS+lqu9aSryH3ZLWmZzfaDJOOUonWus
vCNqtr0RBfOwSxpkHqmByRwz8XJKOs93V3FtXGJ+oDhfigiBx2xEN47sb+oB8Qa6QsAaBaFIYZ+T
EiT0gxmbMnDzQQaeZQKmsqaj1Hq/Lcun0P4tpzJ8Ik6UBZg3flVVO97EkFRvloc8lrd1Y4J2XSEV
PMsPGb/XVBwDEx94Eo35KSfSe9e0nDBup08BpmbNoMfLzcwRLHFk/n29hyuKgCj69b6xgC0opApS
o51Qo3IrR29YOtEfG2paJcN+Es5bqS1EVnGyruLLV0eX3b6ilBWoODMDcjDWdMX/ui+mSIDmjn8V
/YwkNaEAQxV3vWll1maGd0isEs+jtbUIDC2UBeBa70xkT7JlmUO02eSSD1jA+apG7dymVh1Edon5
m3tCJWynYD2Um8nFM40GQjtfD9368J+7qn4xkzDcy6p3dmxUEr+CoEsGWk+PXdEog0Q1ngt9ZG/o
sAiAootjHb4bqB17jfSMbmke2WeDwuYZs5D8c4sSmrO1SK70rz+7/srQhEHZLQgkU2t3/QlIV/uM
75SLt63x+3T0FUwbJE06/q55sfWkt29ZG5ZboHfyVoWrTsVD8KsaJS+zpt2kaxbvYqmnpO+0276w
zyWYI78xVQ66ZjCe0bx4W1FJrN3rXZz5t2aBhtZRrM1qpYvnHMLXTbcg3VFjTo6jQbc+99CyI0JR
7zUxYWi8s4fMRhXVZtNbMUADqQfPRnDLAiErbZbnmGmQv7R+7Mjnf6kv3P+BG/5biMRK5P3z49Ov
//7f7HW3DlvPNSU8SOl6/wmwy6mULVbVDse+6EqoY7t1r4pzAQ9b6T4PLasak1jOZASLbiXMXv8v
z28Zri6kqzsIlHl9/4Je82ZLzCiQhmPnTNSOm9vWYTHJRpB+1y8W+wLChT/IOAiN5fC/f+7/YEz+
eeuORDGLk0uHqvrvT83iXyN5sRyO+cw+cd0wdoP3POWzAXVp3iyWftRjgD3XZ/3/ta//Q+2LOBDY
d//rMJ//0WYfZffR/Wvh68//+WeYj/cPadmW40Av9QTx9BSe/ip8edY/+Boh+EFosJEGe1S3/hnn
I/8BP3b1SXmmiZdi/V9/Fb5M8x86+Gyb6hf8I9cV7v9N4Uugavz3awmcG/9MnSqaYSPG/086L0IW
YdVisE527rrkNVu0foruHCf2S245yWkQSUQ13voyF6z4LN0NecKJ8+ZMjb4bcBQfIyLMXFm8dV4e
b+VCm6aqGAUMguI8w7ywV6YvvQxUfc1EBjEuVze6YDqddqkoYNyHHn6WwaHQka5miXQXW92WNrWL
GI64cNtZLtvYTSfMndoKr2YmF8LMdkloburM+EQDv1JXb/QyoQmAaMPvHaJGixVsSSfgOxtN+dQl
6MgEvjGcLndQfo9EP5DkOJCQW3M9wy7RbaZ3thkGPUlJXsnOmeN7q/QEG7NdmxXvp7aOf5DGKc9u
487boVEdCdbWLUKk5T5lyNxm3QKX5CGWqr/RXBa0uoPUp6oy71jlyHnBxyUVMQQLjIuEThieonS6
s6s7EKYVGrEhhUBfGBtBwBNOx3DaRANKNdv5HTpmzn6iekVcwnyoyvKslvO8LJSaqlLf6FTA/FsD
D9+pYqHkheIct90FpLUvRYpqKp1fVCGeChQS27KIf3oLW1KsjdZ+LjR6zyYheov6DvPprm/D+zxl
nm30jMjzkcy2BGXyhvrhMRsS67wWmmysdRCaLfRtHSnIg6CwZhmI7jO0BFA8N2GGzi1KAHXIZh8S
pIkQptpb3qgfYN9dbIR3LgLl1HPXSn4DIhE99pSnuCfaKToYlCV8AqDkFps29hvbe66Bj/hN27aH
ZI3oBLF+XFT5Dhj6scKw5HT1O4DnhOnVW25DDalv1+uwxTx0EWsEhqBYBhQW/aJk+7no5TsqV6+p
ox9Y2Rw84CIqv9IGNXc8PcLDL4lTOw60lvB3T++xW6H6RBimCgtWvW4QKBjhi2OR3Ev3FcAD+oZ2
zHa9Z/zSmuQH/rvQq5/b3K0CJy94X4bzsSqYAWBTAB34dhu7+nBGwqMjlSGYcVE4JprmHItIXIpq
zkiWD6kDpECUSOlDicHMjgbenxqEbnXyexFIuyDWjfgurL0ifZjNe5Hn9TZdsHamswagsYg+RhEB
BAnvNZgfOzDprynFRlEgXhX9VhHN4veEIzw6xXg0tRXVoz92k/01Jrl1yMromJbdrzAmRT3L55gP
VDzgFX3K6efsXtDd1vuSVw2WmY3dCg+cBnnfZoiqV8Mz2grNIcyqydLzaKmeWLuK/nD8lRk00S3L
Zfyo+00jzHcrBYgxAr1AhSf3Rg0JaS12tOiSfZb0+IMeK6nGg1xGeSDe+CVeOa3SIoqbCzoW+Uut
W28VToe47c9Rgv22hvCms1NRF94TCp2LkbiPKVccdUmEl+I2REjpw2sv8bMbib9qgUxUAgcBmEJz
NVRfzgOJmmTE45nDqnqcLEDwUwe/bWnXXVrxJZD30Uct7hunR4CRJ88R8TNrufiCrRXYQYkUvmio
3xljtrYb1Tc82slHN/XGvmY1vqG6adPA1az3jvi0W6ttT+FbIyeSN6k4o7QYCGRJhmNCCdE3evub
QG3XF/kUnqNHt4Y+mSHZfrJE4AjnV16SYFywudolyJEi8EKbKrJi5AlNRsTheCI3HDVhS1XJi14z
1ywD5gBOc4uyJLtqIAmL86bK+XHC/75elOoE9tsHwGVeUpfSJJJd6sicoNQVL5FAfTNTywMxX4VH
h4Rav1iIDpMjpCNokcjjk+ldzey/dbslPMb5BCHZ2u0vwoUj8oIyqkU1aBzQnfs2FsaBb23yFugL
AwI0tPj7Geubj+wC5USYakcXgovR6d4pLdsg5lIhjZyaSYvj+6ZfMGsw+pBlRG0n/1WxVN1EEO+q
yL0XRN7AitJ1tmGgCJrcoYcBhVCTnnseVPQo+kpbkVlQ+UIEXPZ2rLXLrM+kNiZo1pKJCmVtyMCh
wOhTmc9ROHBmVNNNEXaX2GXzAoG9hlnR4hIxyVXqZ8JlYJtzQsN7NuIq2eQqjvZ9U7wAIdaZzCZC
BboE0IgyUaMRBaMtqcDMwjPEbb4XhdA+JiMXR8LFmWJ10tC8vrwb0bcliePeeKq/nZqK5NluetWG
XAd2+EoSVLfJXR31F/hpanv0GGLy5fHBSz/J7oDtW2cGAwblEpxDItSBfjucPsmIR3RNO2WHFAPj
DvtLv81N+8WtopdGas6uoYeDg7aItoa94vdD5MbJ7OIiGG5zKcyDyrMIYzJ+fRFlH3WifqTQMF8W
99hZCOCQTERgNHYjSokySoejoO2y78lV5pwhvBUNrDU1d+W45Cjdg8jsmq1VIt5E4h0NMgkQ6Bzb
kkNWJ0eF0Bcmovcyypg+mYsPftXgewfdgmTg1uMN5VVe6hDxzWIgR8Rvsy1h2HVCZlX8VzwryejM
QOCTm5dmVX/L0AMkgmwCe4OG/zUrDEp4QZnNT1kJF7LnNWoMJD7R9dqRQuB21Pr2QukBKE04P8yF
fI+acC2hqdOSGN7ZjtR2qjxoIvA2wpYLGYfFwWCrfwlTeZPMBQhce9z0Og4OKuFblTQfc7EtUnEu
QwcjRG19e+ba0pv3FSr9H3HTBnVELTdnzzEpD31C4unbQYvvxDLmF+PclREXnz2Zl3Axj0YyyJPL
qsmt+ECTwTvqS/jb638WqW1tWps2A4VD2p/mJpzy4mRkCgcdzRv7bpg58TKjeQfW3vgaxTlDEeTh
MJht07YGRoLKNhtQBAtOOIWXnbHF+my5EOFJDa+jViHVyPGcIJnbLhQB+ve5soobPXTvK1Zv5xyr
LSZcKzrbmfdupA11LjooXLnZc6qB8nfWWXtAM3AiagL3Kx+gE1rjDthMuDWL7nXRTP0QWzU4rCnl
N3EKjDEg8d8C1TSToX2oYP+FKv+wMjSRXc1MWmbwCzWHwapLuvTowAJzLe+BvCJcADkrwcSaf+Ke
bbZOR8gxOBW2/w0VwFKfUJaU5E5HvThhUOT0GAyUobGbbUWMBsNrphMS+GSX9jHIoio8ER+WbKpl
Yc3E1u7EKpBCvXuaTL71DEXN1jBdSqPkq3hwPm/qbkm2vY1Uv40zsUXscRw8EOgwUkbfMOOPHN3M
BunWPl/cW+alaUc9f95GVJA4I1cheRn+JAFOLsPzSFlvE3ZKv+TOLoxTZw9MBaF+JF5tp8GqTrXL
dbHEXNdcmZbgKXP5qFOwFVMYdBreUWxL6OfplriSQEIHFrJkCpxRsWyWmJVFi+vaMCzwEDbcDn3I
rG1Y7wiiufPUSJ2/n3lJjf645PWxD9vHODGx+i2G66cdug2+hLbrT4Nh/uyGfj4ZaOBhoyKR103J
UkLhFRmxRily6I55bx9svIVbpH7FBrKwh2k+yk/S0qm30hBOuLLTlB741I4X7JTvOC8+hzDCYlRG
n8ky7MQYAqsAbYownngrYnDOoOdpxbPl2BRi/DZIQ6LnRha0QynCn5UDQQ8AH8s2i+UmS83Qmt7G
Spm36luZ9cdMY6mpzEshJE1hcov8eDBfG7fEId1bWytFjZgnwEDAErNEdIOGAnSPnaRN8Wuo2jkJ
rEZshgYdQ9vySHVp2qL8AnnqVIHdTc/ZWA/4uBqyUHC07NrJNdl1kF3f6mMO8iB7BMRHCoaG5MsZ
YZb0VI+9niV4IdKPRNfvCIFnuVkhWnQ8XBue409QtjblyfnlQg629cHwR63kOmm3GYl2J0mFvip+
QU/QfHusHV8iQWTnqj/P6oR3hUDFst0nVffFWumdlV45wb0Ajj3sPLJX7Exf8QcDjs+Jbiqa+NVn
g5VHVg3tK6xnQja7UY4VXD4/RCHp46rjekvmm2jWT6kxyMtAmP0GNtzXIlW1xzZOS7oEHknRcdOB
bOpdba0KAt6gvT46eygBxWaOYxZfeX9HAde3l9FliKOjllXaGTqifmpNcQdD095Eaf+TDidOhzF9
LzpFC0WrL+ZC8aqAeunbNn3gDqBuysT4MMzpBTLFcKJmz+nhqjd9UMkG0v+xrc3v3MyfxoahVBoX
F7oA1bkRXw+4aGBld/DsdDjTByvsbkpZs41pTaATQp7GGRx2AmQh0yGsNeZL5NQ1hENVHWSOYoA5
dGEXhjzkLMXdGLGWiHQRmOUksecQejJj3ohs7cusDnrPUrbsRmvXZWAoiG2BJ0CUFj0IWPnaZ6rg
nFILiHxM0jAZ1+Q/NjvGbgDWvhc63ioE4TQi5phqMyBjQqOBjeB58IURG0Qsdu0mi7Kt2zVoXUta
2nB5UgJrKRK7aOs7Z58asXegNzrBb/feEgttmx72T+TVP+plxba/pg3i0ayNfjgl31yWwO+L2LKX
M3uT5tGq2c17y7gw8IdyG9WAivX6w4CNupGQN/YScAN77BJVBRX3vMqePWe8oaPcHun6PGte3Ph1
O+/n2LcG/TlNwW9OU8lH2kLJNuKzPiRY5AqEp57bvGCJIeNnBkISJfan1tk/cErxtYtXzy5S6LMt
8x7LKNMgMsood0qlCZjAagbrIUnRlEGWRe126GDPxLa1xyStNmP1RhGWlMKEOA+h3lUSV+eKoSAp
wYmmsXhyJxJedat+pt046lgkEylpnen3euc6W6STzHkZJvz+GpJGskP6VUbxz9Rt7BtqppdFm12f
+XIyvtHpvUdDGLi9vrfapTnQ/4Tois9JFKbYhMZwQ/rtTLOLazhWFnNIRvAlFjt/QbVPCSI8Rd19
mb2rfs5vhOrqzaLSW0dXtHe/hfIwWKsF4RK4wdBGcWkrBZZRgzEp0ceAKxy3S+/sSzlhdYrS0UdM
6kgVPoSaog48oekXJsBjCKGwMy4U93fs3rRdoYEQJzfuMcd3eRywhRSrIMNtdLan86COM8aSKu9v
4IzRuRuoUXU4sR1XfxaqcU6uufwsnH2lZSFKGAaXKjQuWdGLY8+KR6ZGuh2VxjxKHg5tyfo2XNcl
kNDAf+blxbA1jEQuhL920l/q0fsB3UX6dGJl4y57U4ovVUX8IOVcJhlYuawchq6PL5Kqli2iCzn1
dLYZohJ6GfpIhEFUpE9T3KCGjynLbNI8ekIEGbAXmy99Q2mox5nK6aSLx3JJXmEMdI9GXKzkbfWx
2AfVpfUJ0dqrNKfNhd7DU7LEzwtFcb5RBrAEF3Q/RlXQ0QZb/ty83k+LX9ngYpFN+vQIkHZXtz3T
znowpIvnFwDS9V4eiSpojLInPIrGo95v5sLRT2EMWkTk0OfCQb8bEx3+XTGcugKTb2gUvAVkaQtn
EzdVDp6U2tshNhJGsmw4XjeTbmt5+zyazE0su/FhFXTMjfouzS47xYZsV5fsfeeIlwF087bGSnI0
2d4ZI3y6fqUaK+2edIbhU0EbbnIPvEFnl+eOWxt9AEdW5ApKXUIBvBig9GsN6QNQOb+kM52ktlCw
IO5p4xr2jk+63BmFy65ZZHfr5erHHj5d7Ul3YlA4uoIz41zIvmUNOWcDUqb6hGKNIpCRsKXTj6hm
58dQqyYWJzvCnPpHzW5AJdX4Ekx5sdwiyFQOY0LdVpGmtpWm0xOJboVzbhPrhzLd7LAkiO2rOAQk
wqldk74We2LZ6Pp7YjC0F8Ooc4bQu59d8UijhdxAp35jegBL3QdNSuYVYipk0LZ9E9YlKzotA3NS
A7B2cvc26+WbV4vX2isem7peU7LHL/Q3DbhC2KeFvrEkcve0iZCOjUgpTByx26WmdSS3GSetfo8b
7mLMI5qvysGIxiUkSqP266YD3q2bRzsvnxZtx5LsYbS17EDuLrh/Z3wtzHjjmCFZHkWRBUoNJ5pH
6MjNPbHem8yxkYy7zYI8L8/OlBNuLVPczOCR9/ZIZ055Zu9PdDu3ujPWgfivg1mWdWCuv3L9GbIN
hAbmVKKBCasA2PqIFVb7qosc6vgS3XWcSofrvbApfnSF+0nE67BpurzbLnhu/OvFIZOVsae7gkEG
otbaSK0SmpB9oE9tHYBkpyoDBs2cmlcz13l9i1cw6a0Pjrhet50FLPb6ymFSKdgX7P0WfFMUQnip
/TjnhA6q2D0kkQnlO3vHUv3Qpiz5XdutEWtzKDKke2RO/PO+wRelpzIGJM31fD3M2OYBEKz3U3G0
KKefwAwis0q9PYrxVkw8gK8MKOgkHYK72gviGUzFyVrMYbcJA8z9eb0YTYeKlhjbI8yXv/46Xeh/
/vX1uU2cm6cZHMxwbniSHMbN4fqObXQw6wjJ53C9X8Zeu3fE/Gibw6c3ivMQUz5RHd+uDZInjBuo
Z9YwqQAoB8sp9mO6r3hFbMYiBcuzPynwCgetGnmR6yu9jiLXu1VrLht33Te167u+vvTWzF8bZium
GOQBnhg2gxwtjGhWfyzDauc6DL/oDVk2iuGh70JrP9mpRn20KCKcCnhzA83zyn1Teo90KlYyqnWM
62o8sAZjTCg8rz7G6UJZyi6CuZi0gym7Vm2SlCDYJLRIVkChNU6Y/uG3KTLa+wKpEkTWYpnJTowJ
7wyuz7NELXuZfDEYOP6pQ7A1wChaJ+jRWyhkKS7O9XFdYVzHX/z/qBHwtPXz9SusKfnjjqIcFjdB
mHK43roermccMJHvRZ8KCIIxp5mAgRi6en78c6lcr5f1IOTMgFk7Dj6wvgqG2gXmBj+rCjz+s+9G
nbO9KimqhMigsgMpleKOCnDhWlkFuKkB+lPbvwtiwIMit29dKgX7K2/pejAxlO9sJNK+4xDzYtaN
yzlvTg6oW6QVVdhF1LsZbfolSDqW6myusCvl4SHDkoY4ip2k0bPruV6M10O9ns/XW3GitccerYnW
llnu215C975BFnk9LOup8TXIgVnWwGcQRHC3g0H+0Mu0P12/B5GDP/7zjVDNcYX2BUaQraBMPhvl
zTds9RYYOz2ClyhtD8C/f0zI07d2UtxhHTcv+npo0BsPmpj3XRe/6PDUL5M7//WY0WoHO5XuyZkq
+yYPxQhGQt+5NRumgorEjXSpdIEEoknOL5Rq6s4Ci/71MQMzdyfDb2UBqDQb7WCRnHLQs7H3hYpG
8o/W6AeTC81v67K4HS3ziCi7OyKe2YNSrBigQju+4NNhNzYN3k5l67siYozq1RO1BSq4LYsksb5o
vaXHVWurSpKFBrhytqXayF3NWj49VClNag43vWOdRwRd2VJcBi+nfFEaJdnu39VgxDdSAF33Kbj5
Szxnp6RNj+hG9H3as3tWxNsh4uuEcWHIFJexxY0KSSJBSp3fkB6zHIdGA5k7QmBgi0V6ivbWRA67
KXRAWlWc3bDEx09iRwO2137QPTrnxlS81zPVHlvPX4dmUTsb05xvKPcraYv7IquoOnRjehga1tg6
sJ56QaCSgNwR9RkzEh8mNPGtNDq8jE0c0decW7CH0PLOfx+cCVuc6WIJK8MbMTpyH7veA4VbHcz2
3OQYtWYirJaeNQh89iFhqnOJ2Lyy0hB7CpZCUNOsdEVtCkz8eg7pcnHzPwfHpcjp2SzOBuf3NJPI
GJOuknhV51dzhHbFMo3geqtZ715v/f1AjA09mMISSTsd0831AT22WP3VdrH9+/euf+X6y5aRvHTU
15GHaTIYLSEDQR4JauD1pucY2nG2cK9pNvotfXP96d+HVlXOn/9UtpLSJGapjTGaLNEmJwC3p/vu
ss4k1MmDKNTdYNJFtoeWeGzDeZuzIpw7Tk7VQF4c2/6T4orFHyB8tlAHT4XxuZ65Yrza3DEV8L10
gR2ZWqAzcZ5wEYByYNgsNCunKK9gwUQZATYzwNcUtGZXsJg0QnVafSIQmrJqbzMK+KZtfNmxzuXd
/Uz6HIUMBTbZv5pVw+UF/xCh4HOSscfNXO+nygDG52bt8zkeKbcOt5jwfuU12TgTctONqWpab+1O
dIW81jADM8vfDXVJZ0Udg0raKAlE11Z5uN40O8BDoAG6L/jEuFL7nYd9NvVerZnCeGJbRBhZM7Hz
nvAdr1+1v1S6qvaJBCHQQTKlctKzzy4QOOH2ICn2Gab8sqGYAfoStOBUFT/zLsWwgXynNAcmWUY8
OyZRqav5FFbIYZneux06kzxeO2zx81i8J2jgGdfuzJmsB1cv7iqh6du6CH+E/XqxVzv0ojvGwRpw
yUR1qGGxsCAQTonrap2yviVAAhQeEvYwHANX5P15Lcuuq35iULDe1TS/gGo06b05WyCRHKZS8jc+
mRkgGYi7XIPSpaX3UzUd1IrkWYMlvPy5p3HKicUVIwmMwmHiwNwLkyzaAIUgrEbR/vcmXLrR1GzM
ML1b+GMj1cVywtVS9cmhqysqxkQzYP/orLPDoAgHwhYrTraeb4uMCJT8uUN+tx1NqNcMgFzBqz6I
C1iQg+Pri35pwvCtNyhTJs2uaorTRC4S1PqPmk6AU8DIKZvbvKKbo91rog5C+iTSyx/AjvdDju0h
LG8lmGUjwZIweb9Gp7xtYNT58Zh8INzYTQNKWHNkRnsIXayLWWfucFhEm9owzxpCUQ3GahGjrEYW
N1AzcMeDQcmvSjXf8gjnsQSJG9ToWle/QNw7DIrlp6nv6ELcUD63xHSbf2tiPCYd36rdfk31cnHL
fJup6NwJbNPSeDLkTejYv/BtZgXEMOp/T5OiuEYD+dRM3hoNIKetLU3cg2uUD1e7cb7euh6GNeNn
dhlLizhF82WU/uywZMugM+8RIfwUNqi/VOYllf44prMe+8U6BNBzIDNNDRCTuvQB/Ji3ijvx5LeB
DhIvkK2n1sUZ9zsifuCjsupWovcwxUC4TqkwDspq2MMx8qooM9/ieYBpsmoA2c5tzXWfSa2CL7On
Whq060HEirJUDQ4XsAtIuci5HbR0m5iiCYYImACeW6SBsnQpKLAsvB4cx3noiqXd4xVgvZisi7nZ
NesVHf0pFwgZecEmxll3HONYH93QmQ9xHa5ygsrPLWBd/vXB6S7tijyg4loHxnqYris0JIL9pqDU
vCnWNA2Bxz8FIUhJAA9Pg73ed0qu4WyVT2pS54unQbdGrGzGcimwAWQexksbfbK3JKQZTHpJRxeZ
ZbQeCrY8gf5uruttgvue3JJ3UmrrlHf9pbagYRCjdIxFykeNVJGom7gD+rTexPoJtbLdGVkOR8yN
fgqFAJRGbctq0V7fMSSndfVIM8gaUGVoRGUNZzAtrDxxym+1dYVqdqQEjVbFfubv+6Vhn3QFnMTr
Fd3ev58+XV8IjT063Ywt4MLZCpFNIhuyJwAptcH1Z9db14MmqhsiTArWR/iBWKo4x8kh/Cdf3kyr
69m5li/2CH+AucCgBEeRicxBmnSVGWKwGF71LqEkPK7NQpa/ctUQUwocgsgxF6wdgIo6aTAbrYdo
4YKNcHCU1IaD6wFB884NtfTYX99ht1QlXDaFHLtLxaaPNMpYRprsSQP7kWsMi7tp5aUZTtVu/yd7
57Edua6l6VfpF+Bd9GYa3sm7lCZcklJJ7z2fvj4g8pzQzT63umteEwboGSQIAnv/pqxV2umuV6gA
IIUZezHciOwA8ytaVIosTAUeeWi9h/8F6+UtWor/D7Ae1FIdDN1/RutdF3Ub/p/Ve1K0798Re793
/A3Z8wDf2QYUe52+E5A4QUj9DdnTVPNfqgniFCd01+EH09W/uKrev1RVtT1Wwx61VAfg5m/Inmn9
yzPA2CGQqbuGToT4fwLZ0xzj361f0Vl1TAORUJ0rtODM/gl/JYNeYn3o6Cd6g3JwLiYp2FzigMa8
JWSnb3UxclJKRk59ovNiX+blwlYNwA0reAs2Ykw11fh2LS08e0WYr5g9BtFp7fuYsxLOthjTz4ia
pLRdjoj71UmEux/iBoRq84OcDANdjV1k9KiHTUtDjMJwPqjynWxV5byl+0dGCeG2C7IAIRBkEpfZ
fQ44ifRh9pwW7hsewfdqAAU376/HEo4aXf01qHhr7/c3iYILZh4jQW1X5VMTzI8ZjDwordleGfS1
lyDZbk8JOcPQ1TD0cPHfNd27ARcc0w87mmo4iglBtcqb2hWk0G49+uau1ciw4vNZLIsMJFWYV6RQ
+FjotnNbGjbpO5JqVXA3qe1LapF/1K0KJe0UqBJEnaWDvMpWiVC5sC3/VOUEzdvI+8WnNasJHRGQ
KFjgIqVetlfQOldE5a/M1lLWymy9VNl0g1KgEFV5s0o7pX3J7vIS2yksZXezem+roObc7q33AEcY
pk42NhjQ34rnrTgguJGX0QoPJqmMia8OHw0YjclAvw5EF4q+EQJvDm4vICEZXQoElYKmhF9o6LWT
A4qNU9jmb2XAXR2dIFuiEiKQajMA0Pq1dN1H/EYetArzxcZ58kLtmbQE3JUh3nmZfeVpqOkmMR3c
6k7Hs0Bp6GlDJprH8jgIc48wqH5WLbpyiND+dE2ovjWYHHTGUzvft8PwCenm0zUIxGdduwmSbRjn
6xmNM7+x+HADoVHKDZ6g48rDtyRx7H2tQpRutDCB44bAb2FWv3QduOSkEiANO7I9wZ3n0AlttS8r
5Wml5WPW0+NoczDSYWj9IjaEGYl9jNsAuzKHtL49lBDW+NMgOlZeilGE8Ldd23X4Fg1Q/ByHNE+t
t8bGKeArAjAbBu+jtFK4UkN9k+c/BhXRF6+M6qVGfcDpqXjQXiDIVcgpZxgmmvZG7X0cQ4jfUZ9K
MB6F6qJHN0EyVpsQ6FR6G6V7nEluoAut+sw+KI59oyOStTRmC4e6SNkOxeQvUFH7OWv0AHFXAHwQ
33TgIbYt2rTLzmJPLbtDr7ZDFTl5rjX/xci9a9IgyhLILbktiGoDUfMF9ks/zVa9VbqD0+JDVEGP
W5ZuvLMMUP2mS+50dDTB5XmyBtRigFiukgxjGgB6C1BJD66KYr0FpNWbxxvDdemhD0W1AuR7UPph
WVU2HbnGvM0djD7Rqbm20orhVfKCqSFimEgZGw36IRPqRTpoMLd9HJIhWaZ4WJg5NdnW2xn/AUB9
beAummVmI0KcFjGCnyA/64ehd3nIoDyR8lkPE5DSuSLSmNjKYrCCO8wkjgC9sFImTaXcqDkqzm4C
TDUtp1+c4DWLzFslBK+T1NGHmaGg3mdrv6mRMYs/KAMJGeydC/QEnQyud09CMtkwLDlFVXCPHFDf
bYcesdxC/B9Ui3lQOupShpmMoN6gkFuWscLGviQCFt80mgsmsPqFJ+ku8K5zr35sa/XeC1AYhCM0
LPrYuAULhFQ0XdG0ubON6Hkw+w00RQ/4Y7cfyFIs1AK/XZB5TgfTGHlvT4vfegOkAeIxvxq3ZSTW
IkBNRwbVHvXBi6nMuiXwK+3wpVrX2N4iW+feNGn05ZM1hFk+3LdGHXKR7aNWGGAyJ6ygvRlxsbCx
1+7MJwWS2QMSIJ/oa96rZf82llwkhPJriBAglhQP8/Nh5Trmbejle6Rr8YbrsndlrJ+0wVj1uvlU
pNWhMWd3CX6IrBMhllS99/kIOP30S9Pzx2GotmYU/xqD/BgjKsPQC0ZhwNekbU2bVOrCiUS+Awtj
EpewtvFLLK6BUYAgAECDA8+TyuF1F9M31deARBrqLs3sde0j9TMvvU87pq3owtvYtT7nyRzXY4gV
KuLmV56bTmsrp/2b4VCiV2ReA+k6BilRsRgp8Uj9ckB/CcfvdTiDbAhN5+TrPfImw9GZwP302Xwb
+XSQ1XoNnRKbHws0VTYuez19D4eNqsIf97EAAeVlGPsxyW4BeBfcM3qtXWmt687DMttc6q22TdP8
Lu3TryA2rmYC0huvH99dY1RX7ljcihFxJN6uca42hoKCmRbinmbNa/w4IJq2jKoJxTLQSVcG6ueN
UMZtvF0FLAPbkX6VYFe3pL9y7eb+J0ONfNloeM3k80fL2HEco/vAJfLVM5Jou8rYRQAQFo2j/sj9
1t1YBmNCxUUbssIPx3H6Pezx06gkt8BfVs0Akx9NAFyF/BVA+K1qzfda1jHgifsdVthLAgscNzGv
VIAiAFQSYgT2rkS8sbKcl3GsAdhQ2z29xMMTtNoqiLFbHfXXYCCgFjTGR2bUaKAFiyCKt172Iw/V
nTONXwhzrpXMuUoH46nUMMAawcw5Y/caO367nV06+rOxRKwiXxCVvycbFoqmYd96O61xw+U4FndG
od8zwD26HppFWgajq8JjpLZvNb32l0APRjd/9Cpv05TJuzngTWJH8XM5UxFVAAbodx8bRe1WjlXS
3gmx7cJB5zkXvf8ZrV2w/CfUu9Ao8FtCivMcLty0+mENGTkgi+WlSs3N/ck/0aUAQa3ydaOGGCax
6jzdCT03WzUPvc0FY6T15I0Z/E2z5Im/Rlof7bE9+AlcbAtrHifMQfnwTAfPLevGikNvPyTGFcgO
e9FU6Vs7WIDxy5iBurHtk8ElI5momyGo0q3p5Tq+ivqq6/QCkaz80S55xe2sejfM+BFtknhR19WX
MTX4cVRPRqJ667gEsJyjXle29IcwNOJ1MJ6KntcVEfRnh9hp6T5F4DTxePRfksQO11ZYv+pueoOo
V4mmRXxvZ/4Xcl74/3h0nxxG/PX0Yrfuwcd6DIu1iPZmQPE2Gz+MssRTJ1CvS+MDj6CFOaSPGiHG
hfMqQ+f0BUgqIz9Ei5iZzSMoUzGmV18UBSsMo6cm+Gqw6Rt2UQv3BYFsIsKas2DgXi5oMQ+mObaw
HUkxFTYwM6N/0Nzy0/JuDU99Gyz3J5qlvD7NcEoY12EGE19NocDkF09oEI+LLlRvG6dUFzFyzK4R
oubZ2iAoBqwkklFfjG5wo2MqaKb7To3oHyXBa2okH+Rq3xE6vg6N+L7V42vNV6+cyfaWeaYeYSgD
2AfOMCNkSuwdjm84Pk+5R6xmrh5m13iDhXwsLIsgVZo+ALk8FRr/sRn9YhkpYMOHWxANLxZKhusc
20mrMmh3ycHT/OFxAXpGD8FF2ibqtHGzyqPxhxXPgCva8tYXChOuQV5ssmvwGTEfoTC4KSwhj5Jt
PZ1kcfIz17R2EcyEKhw+Wu70GROJUAO0Rgkxpht3YgDe4IRR4GedIXhiFehvgKUZ/MeocXCla9Vy
4SOeq3pBR+rBQtCtvyuMAMRQQwNHeoCsPEgWtEg5gYWRQ9L778DcH8m/0E3JwblaE4lfsyleEq0I
Nnb1iUnzfaxUCGim4fvoDj+csP85de2XPqNYqRQfOLSCs1W5V6Ef33cKjhpplx1qtLx6/Gd2mt/d
a9D/J2s4abUPFMtCviqo37qAzMtA9B2jjaRYlg22MHHk/NDj7OhX1a+w5RM7aenboIOJ09xdO9Kh
R13zTkMXfOnW7mfY4mip5sOVpiYwgnpn4YT2R5vaSz93OiFCyQcPqPjwVXSqCzC2xhrMzvaurehI
7VR8/rsHs3A/jBjWMomwLQ0uwvFgtoi/ouNI/79rHEAG4ycNzr1BJNnz7zCRBcs1LPM2XvtFmCAg
GicrJ6nu0KnwloZX1LuQOL4VP41m/ojAJJ9/PGBQUvayGRUB1EoBsijUl9g80iHY1B3K25U17iME
K4i/6jdz6Nzg7Hqjg05YTVWzb6uRQVBjk7DONr3eQdYdHvQaBQelL3Yddk+u6n2awXTfGKm1q7vq
lvD5s1q6r34Zn5TYpn1Bq3bhot1u54CuG5vKO2TLQdH3PbRvtCHsn1Oj3SWKu61RX0LHODqFOS1U
5eGAg/orIiq4ewKKXKqOeVMb0TJpteeEEJPtot7go5nSD9kudjJ0bx/jAd9aOxW9WiCugx3zAYwG
oJbRFTiWcBMZIyyNYtwZE20UpoHuwn/1Bw1EKyQwLQjzdfioqDbpJgd2UTO5/sHOTsaQOcAenSfD
DJ9dBCyLwbmGYrsISqGImH518L61qj/l+oup919R6P8M5uGH51gfXWg/Byb9bZIyjL9vzdL5VSWl
iDqPACjL7Ui0ctnQQwq9wkIC5DPW872mjac6uhk1vpeBX2zdwiO86m81o0Ncmc4CjPacGCyuFARM
QYsW5WNTgW6Ibfzqcga1nlrVy9lJ3zMYMbyco8KIL3wN6xszwaEzKPnMe0p4wjjuXp8NXCmm8Av/
3A2gbIvvnm6vP1Frzg4jCluk8s1FGPvZQU5QXiDMIIukGCEE2Bq+E2J1llVEX6nr45xN2S5H+j/w
MWqXPqgyve8FN2GEJVyb99XaK8ufcj/Q8ThW1uAmyML8dexCnB6dy3ht2XVwPp9cNpY6UBnkBdH7
7crzNbki6NEjyjMtxwk/Q1Wv3yV04W8UVFcDt4SLJOg+FekrFw8HRC5DtxEWNNkh8CJCCqEavPVD
CXujCUEPgH3LNm3SPEjDVjvBNKjrUck4B2OASqDklJxRIKkztWCjIkQYhNGs/LdoZutgU5vgDF9o
RSxGAhlKeKgJbSKpFi8bs4MVkhYxqLSeAF54lukl9EtEUUwKBX1Z1EhB5VV8vIfkN7grbcgSr+U/
PBfl1o5Ef0nwxrk4k2a3czvayfONTQMbsxHdupd51A/yzp3vUgQ9rbDSCSglN0TelaTlm9+0iDzI
ZfL+yz1kSS47Vwc5LydGihEIsjm7ChBgO3RnXMcZziFvzaU2yJsE/YLRp5fOK3kr5EWChuH+4LeB
GlRLuAN50Y92xFES8tX5/poY08xrxTQ2medjYI0zE2aJ+8AIN/lczKsWEIxEGiBig4N8bDvbOZg3
AYwPbjxjoF2AaCE47CQv/q8Tf7sGWUTVBPCbju2UvMTz08Npmj40SayVBDNIoElXK8XObozVeJ+m
SXS+uaNE6H17a1zd8ScEyP/9hTrfvCq8LkAXK3OzwcoGF7DYDd+ULlPXlzvMK3IgpZfzjfurAhVq
f4tyUL+R14K62w0yReqmVC3guU3Giz7oClZ81DV5HLmnLP3HZV4HaSTkc7OSNQF7M2IJBb6x4rp1
QE070xdkXF48WX3EBrbAkYUm3eIymHayBo8dEloTGRN8bvBTJCzlu+JN+4/ntYsUiCPgSS83cHAT
7+al7s0xwuEimWFgero/1ySRLZI1Sc5elhUOig20SNJ22XeqYRM66a0TKLQwcns5ubyt36rouSjX
z4RBd56Ig4ibfd6lDa2t8tw2+eb8VPMqaLYYr+8vb7j8e3IXuUzOBqIWqj1eYIiobkM0OeU6U1Z2
ucVl/z+roJyXT02WzvvI+XPxj/Vy9o9l52pbVjboAbkKiwdCx6m5D0ry3ZDXNCQelqqgt8n/qXtW
twj0BqyGvomx2XOthtGQxJXaOsobzk0+t3dOnBCudE96SjcQZEY7JHeC+TXU3VHCoog13uXZsWjG
DvlvCK1AwdV6Z4ikd6V0O2XCllpOCq9oSRfWYLHkPNhJUjEluonYt+KXhxQpkic5OiWJXbFGbv/P
xdz10Yx19YckLed9aj9OZhweBzHx0ffCoEkWdRvegix2OkJNUa1uB2McsN8BfH+UK4KAD4WNOLqd
0UJn4rMkJ56ompfZy7LRGLnFcvW5KFe5stpftv9v1l+OjLhKsTNrSOgna6znzWX3b4c7Fx1xOd+W
nk/9bcHlAi9H+adll7PLtaNtveU+UlFbA422P1Ze9j+fTheV44/Dz9B5NmXUPp0Pd7k5f2z37VIv
h8FPZiT3zFjqcqqYygUq9zXMcfhdYClXIer0d3GMuuqgZxNcLJRz1L/TL5qAiMqJXCZLMjkjZ5sx
2XS+qmzhHJBf9URephKgNzmZ5EIy3YQcxyBYEzTnMxIKgCQXkx++zUPnsJcEquiEynY/l90YMfFk
BQhE8+nVZY2Ir3YnMzOWtLdvRbdB5QO3thoGNbXsRcwxMQ3kh4nT0ndwBzKz4zmnU8kuRJv0wc5M
3DXjZTJCeROG6lomdAKRK1c7ZVFEub2TSfBzPhyZZ+juIn+sCjCinCXV/5aRO1jL3LgukLKyBKJk
C82pJlIJVztS52gTMLQBhZKrKDKUfbDKq7k5uDDuDuXfpT+W1bUKJyweMmIaZLAkJkBOMHUl7y2X
xeq4hfO3VGfzDBroBQw+rOhLiucpYQKyBLiP3Pjfy6JBpw5YsGmmKc73TU2any4XyN3xDAwWz1/O
27X+7BcFfEnxbGW2LZIAXfmEL9m3qazRDwSugNYxibdKTGRJPuk/lhmi/8jY5zOWneJzBu5clg+6
z4mptS7sL/E45SO+ZORIZvMpOs+Lj5gNfDnM22onk3GRWoABlkWo66AfepHuT6Lqq49KtIDEEzSV
Htjd5YnKhXFeEJulr9opKjdjRmYCgpK5l/l/UzxbFNSBDct5JD2wqBICWQIokPZtMRzLAqzmZL/+
kez/JwCAXEYEZqdEjQbJAH2wSUCB5aQFvEVUEiGQy7JJSG7FAdFlT/VN+B4lClzo+gVeuScGaa2H
pv9haTPvoHxOgXxEstjRhCCKF6Jt11DXL09CPpjL0wlrxBQhxaJJId61y8QRjdNlVr6ZMO9QZJuS
L/kY5AP6p0fVSUhKoZc7VPDQH6BPWdqIx5VINMg37fyI5Jvnxr21zCFnnnEcvYioT860S/w8hUUg
IBaid76HArgw6IWSTEjKT0QV4DaLexdo4C5S14bLJefPRS8Aya2GjJ/lLVTFfTzfb1GSs5rZM3YE
UCHflijWXdhlgMxFAynfGG+Cs7+UxfO7VNjRHhEtwtsQdJZ25o5Lg6e/1EXLEIKZRLbE8RkV6QnM
9mF9Rs3ItRJK4+M7ubbn8lnWpcosq0MhJpdZWZLLLAXO4kAHQtY0iTlRBBLnf6EV/3/QCtVAg+i/
gVZ89e8//wBVyF1+gyqg/f5LNQwb5SrTASIhxI7+AlXoaFj9haJA8Vt1AZGapkXW0nFRK/qNojAs
VlnobamuiT6updn/IxQFGkz/LnxEoAV8lw2T2zA8+pMWWI7vIl5YI419DmPzSjhmxaherJ2aXErA
MHcRhB1aDwpGhXGmLsrwHRdt4JxJaJ3qanDoKdZPfoG8RG9hrGcrvnAkJ/GDMLgCu7C1yaW2RByg
uhKkU7TxXQv7TegPzbrr0FIezJnObFPse2XGG0XLN6hUPIHYmtZe7KtLT8NVrCmsreYCtgiaqx5M
v16AU5/rcsJ2MYohL82Hhi/Ero7bB1Bg1am2zEfXCLRt1fntRqvVAD5/7yCz1MNpUtSDVhJm1bqx
eYYt9QiL47nGHfnF8IaNkY/Xnus3iHyCYzf6AQU3JS4OrlndhI4uBsk1YgyB9omvRrD2fVyQosHR
sL80DzD8s1uFDLCjhcMKogZaGjbMUJSz7xSToXaS1SAa1JfOEcTQ+ehZKbmgoHwtiuY2UqerGeQb
mtV4Ger5cHB5fxdRDcFhVOe7ZHhFAabjM2w3a9DgwM5njcRpD2xQ7GEHeHG7Nm2P7uYRqZfOW6EV
kC2dBsJuO9rpso77HkWiW2smKNYWGcajG22Ithr0IUw5TW52+avrtENdqN0ybJE0CjCMnlEk3njm
T1uBt0UuapmGhn0Ece+j4A7B9zgTw74Z1Bb3x+TGJG0FGXYaV6Y3/HKa4XW0smqHnew6IBS8Ik2M
6MKIV3schStMj8JFlKf4gsFbgSUNryivEbhGN3dhYYQWDjq0VrPzloUK0dhsN3mDCBAK3Ie+w/U+
coAvGK0aIvaD+2uvaLdljcINUPd4jcjlFa4tQtsgwWEygFfS9wf/NogJV6ZJX6/EvcHQQXkUFAH0
4xez8ORLh573AAWObVDkWIVilZHelpV69K2iPTkPrp4Eu6DBNcvufll1719VWvGRRyauamoOxxVf
iQUOf8PBL9WXwETmEoa0ye3xj7PqQS8hrLhQAqDUfW9cG7CwECiqj5jaYgUxGC9J6W5AbzJUsuCL
adUidfCax30RF2LfxJ7OzCewEMGThxIQGgsG1ZZUwcrP1Gu8wxtEonXS+NrYX9VCmAruyjaMdBws
yLes7MpAy91AJoDUF7rwtXvLVe9cGxJHMKTWGgocyKckfyEI3pzcQiR3jEcjDbvXqssf0oAks6r0
q6InKu1FI+Sy8TiSjDzWmlLukWtxNmhMumgmDvOzHUWwq4NaeVeM6Eob0FJIYTisS402hFjvTlOU
fWIa6nUdYafsozSycSOgtU6GbZbuFkgukL9ykDPDxTU0rt3MPREAyXaiucorElKQKYNZeVVT7apV
3e6r6oBIO6p/mt2i38AQQ8RUA33fELNcTnqIdrTSFleR4sLa9ItX0tRoCFUwceGpwGBqEshHLtrZ
sIjM1ayM6Y3vJc3OZgC4j0ozvTLShIw1nqnQzol5Wq3SM6Zo9FXYg6iqbOJYfp07awXJCezILW1b
I7m/ijOkfhzffyabHz92dMaLyiWtLwS7k8x2DwXDowa92Fv+ZzsZ3Al9mlAew4SliLNTmFr2eZLG
8RXQnz2eT7xuPHIFosdCG9r2xjPGL4Yy1gNqQCbKKQS4y6k/dgDHLKstD5Vqv01KiSByQNq0JH+N
3D54bM1DP0CAk+XEEKUubAANXeZlKTdEv8kXgObzeowKga2Kebn+MnveUi50JOBZrvpWlKtGy4Zj
NGpYSIpurTiYXP7HETuD0ZaR6E/uu+6C6+s0ho7eLLqxoRhunItKQVHOy5LcSE4u+ySO4AzK1W4j
RqKXVZd9Lsvk3nKFk2Jw4Xci2QUCA/NSca5/vgJFXpfc4Hw6eZRvxfNu8iznogEYndc9Jc7KUf88
tJyXx/jH/3o+xB//U+4z1mQ7R6fGj/vv4162a+r+YbKCfPPtX8jdzn9Qbng59eWe/Lm53PDbv5P7
fLvSyxnPe347vDwo8jVQwS5XWJa9vrIaFBFqXeFOy/3lBOppQ1b8jzsvV10utPSg06QWbExtfA2s
Hm6S2OG81Wgi0eT3i6w1kpWdtCRNa12YjRa5hkQYuVU3RLO3IqKWKRrj+IlRYFxi0YhhpKARyqWX
VW2tp1vbV+DtsPVluSxZYmd5hMva81GaQIDMvx0R5ijDfUZ3Y5VUx0Fdx6oYxvQuYruyqFQMH8/z
uCxR6/MIHs5lYe4n/T4pXs6byBVyPz+ctM2oDjd+Enm0A4oNqzLzMMvNp5mmn/Bz6nrHKmEYPzUM
ZGSpNhngG53RLM02jVc6DO9ivo48Xxin/vWKAg2lKSj1a73Vde5vcazRVOTbwTOjD5zvXYwZmqb/
cpovWnJzkefTW6og5AdAnKDOLCaTSMDIiQ1L4R9nL9vJ3Xga4MmQq4Pg2e1GcJakXJy9CR09UscP
SdGtZZjCm0Og+8bw6mf2A3QJfxUBJeKK/+JaSnqxnK2wtDXtNt9NwzeJadWDR+Y5cYMaFIoPksMr
J41g87pFAoQ4y0SEqECrHY4GG0MIlSRROVu2M6LsQosAyfejnAxoYS6JCqBIRzoNy5DaFcR+RNno
urnCEyA/yAlgXRiRvrOTuTGZd5CTDhIs4J5hXRZlwTDfNyKhKH+LEH10nIwZmpUCe2gsSQunvrJL
R3Jd1pzvTdNz5mWuoA3W2Tjf9HiHLCBU16tK14yD4zTGAe14JF+GGOl3QRyJa+zV1QGorN1Xr1pp
X9X0SPic8aji8T7TzGkfohqG0QM2p6CSW385hLa/V421Nc0aJKhQg+d3dEySUA4hNUTTaMklGVeW
Btta1YZR7M5EYr0HbqCpBWpM1ClJwIXM97vk2aGwrrWu8KTpD/IZULOrdhd0VcpIGrKivP+SlTu0
Ll6L6b1ky6tiIOzIYI6fGjuiacNWXoMkCJ85+oMI/8h5ZCroGtDNk7kOmeWyKt/NdgQOIJgLzaZL
0kHmFc7pB5KdAL8zEyuKXNs4lyzjWTBCBSm4A4K0lDx0SfaVFVCW/lg2wbNa4ZoyC/U20mIO/j1K
sMGsk4gThMHfogDf5m0nRHcUqiTC7KJxQTjzr78jApJS6+LMgS7RP8rmwT/n1b4l8f4gdLv+3gzR
w5C5jD8yJ5dlbaLoayjuP2SSSmaSZJpUkZlmmcyQC4kO94u+RXZN/mlZhWTpMrnw8/ma0F2NzZ2k
Pxv/zoG+zE4EqYcAMHM+qbdtNOA/LkUFzkXDHMEduwi74ZBHyFoENpH9/D35Y7ZozE1mBP62FeHS
TjCqLpNJCenuiGWB7lZbqgWhYmMkMjjoX606YSpu+O1BTpClK0HV87yQDPJ3pplvA+z6yihBi0iG
oP/Oc8mbeMmPne9pmh8avUZpBF7GtrPsTZ/kvMAzedBpcIgUdwA/xhIKObYNhGYDC/T9xDdP/iGT
V9pC7Wg1qDgaEK5GUlYL9HSlKxOYH8Gz0hVzE2MvjtbODXwuWFkQfw/RhKnuPOndKoGDeRyN+AS4
EEhqG62DpkzXWo2Fwzm/nLgBGXLRoLuC9Pt3kpRg5arPka9K50aoqgbBscMBqA4mZSdrBw63CayJ
9FGKG8gHf5Y5EO2JnHXwnz6YD/mY5wAEA1W4O9ZH3PpGgLmE9XPrCLTSOioMBpUKApRVwAFr5VfN
G6IDYsZ54HkHpLXcHebwOMN0z8CLlE1Qp8GqSuFFVX0ImRJmySnq0nE7h0N8REqs2zpNeVcleP2Z
s4M8cZRCMLfMArhO161qyM1L4snEiZ0iXzcAl3ahGu20stkbsd4xIBjw0hDNd4uKwMEk2ZEs5LyG
xtTCS/jUYiOL3H2OX4qpuSBEXPq8khIoyYBYxzFS7ZRnA2GlXO+v00yo+zXerRvXgOfq+nGwtwbD
3uX56CjAi7Ga7yJLy3mHuTCWlXrKcgcJPNSashFSa9vS07ELDFchJtfiO98MZGpCrVA2UaudSk1V
yWGLZXLtHIfjEhm6x7AT0W1cslAJ8jdwBYpjY37MJh4fMOK1Y4Z8ZMThxhxdCNwdnixo8ND3Ue7v
8FLAZHhu1vLCckT0tl2in8gn3tTEBdYq2JmF8gud9uIYVv0P9LmmtTvgqR4MuNgLHV2h3hIIxQ45
QV+XEH2jfpkN76Jbw7BocM3wq2hXH+ICbR+c0Yl8i0kniNS+p7WYYqB+5PQ3jjvG6zgECZ/Tlqzz
Om3xvBEb8PbuE/vdgbeP/DQ+QL0Krh26yk5FK/D838Kyd5bqSMAZLTRun5j0GRFcYJzwVdCZWUzz
S4GFY6C0QMWjGTlAB1CiYyfPLb4R64nYNIDPaLqKWwiYBuRltwWDIu9ONgkhDTOCXT0ryOHJRJzM
NsrSt7SdXCgzhEozHTNFDbdyk0s6T87KidzMvuRE5bw8QBLl4bbUeIAyaybSmuft5CYo/icgguxf
35aBltxHuZosc+szwTdpXaQpBmtFG6zMyURTFH9VVKJn4Tmf3E+1P+/i4T6uPWVt6LkO4FGE0JQJ
7oCBox365NbkfQRD9gxnGblYITiDjJGN0mivUOUqGz0tfN+6fJu52pqQBTDMEMkpMp06yjq9j9bS
eByytP7EunleDKX3hhkU5PKJmJKPRuLSRK4Oo2Rikoqa4KXWz8r9rIefGo68rmG+NYarCjC4f+OE
QX3lawos6ySa3p06Os1jYT/pxL52hJg6ZCes/i1RjnL9gDryGr5kimVt7T9UWvdkj/P4boaQWCIs
x64r8v3XOXB8GXJ5D/XiHjKTegpS/GXLJrJgmyMbJuIx742K2EOXvDdekm662S73ceDkT3U4X8uj
cteo6pFlXnlYkt9YxIUXcgWCf69hbGYPQ1mjw2Aij51NZbdQSaXcogiOC4g3v1baiBpZboFra7z5
eSjDvfwTUzvg1ddEBhqblXbL6IcXgv76rWvXNPMTSpS+Wvt36HVqxw4oGNE1rnYmpjB7dvIjU+oZ
dQ+Q+lrahT8s7JLlVcE+wg4HbOJxAFtwZ6ENe75cMwAzj52XcdsHk4bz7hScDzk55q4fLR30btzu
iglAb9K0wyt+HOc9wwKMYtsYOBNbTvIAPuxNnkpNIyTuA3+80adMsATaYWmKB4HA8LWbqtUTkcFi
34x1ttEUTJ5QKZb/3ayoTlHdoDg4qB3iCPO9POCArsSyt9z2OpxK+7ooAJjLf225+ZOOpwTDwiRd
N12XHDQrHs8PEOFWvH+Ht9lGbAFxN3+nq471NOvpSR4V4KeGJyBVrENz7UZWO3lUs1I/iUaDtlen
6IhoqreSl5+jANTqTvEcgZzQEPPfTFVp7kOn8O7igACrNxn5Z96ZqAiE+gteLxXMLCUg81aPd8Go
4KIptugCUmC2Ev9QIjPemFNdHUoapLtGsXDKULPiU/hi+VY0/eii3FuHRjWDBCI6qhX2zjOoaPI4
GXbZo5mGr/S29HUcGC5Ucr+5nUi7no9jRcUanH3/mlpEwhTHAi1q5OFtXWOLJc8UoDYbQP/CIcEp
10mZDUcGBtoNYeJsKc9Sj82yKab2LZh0Hrev86F3s+pG9cP6fAwbw52stdw3gIUe+jxafMoL4tBp
iJyLPEuHelePAMw7jo3GKk7N9pRNkXpt4VB2PstIG+DF7jtMS4iUo2Kc8PQsr50GxW95CHRVgZcJ
83k2UEsc4py2jq7a1vGEtIt/3soZFmU8OR99h123ZzvNVeK2M1UQmT2cpNJPNMfFDe4KDSUhczCu
DHMorlLOtUrqAcMGMHHiGY0VMOZOwVzLVzAWjSKcQivDTD8y5SiPoM2lsUQcsr3GXVQ9YVSsrvw5
1d9780Vu0EzjhPRpZV632lSezAbhDtSD1Oui4/H0PWFqpax/0iUnFDm06r0ThCXftrnZoVDe388u
3Ipes6ufTeotUrsz3ysjU5ZpxDEq6ucx5xrXfRwpz0ob3J+P5oUPpVtYz76SKmuyWckRcRXzmsqE
SnHo+u8uD0tumqB5C7Mxqu6twgSNnUDqxC3Muic12p03yYF05wRn303Qa6syqepriMnDMbFQjdD7
snpR0+pWHo2357FD0uKZ0EqyQcnDO1SzG94MBTqaeJU1H0YIp1P8Y4NBLQKGtnKnTehp0nlStrNt
xA9OQEg6p5f/M6NWql6vvMWKMDdFGKYJrsP/Yu+8dlzXliz7RSyInnyll/cm9SKkpehEI1p9fQ2q
+9Y9aKAL1e+NAyRy59mpLZGLa0XMmEbvlTl6ux6jAR4vBSHU+/JoknFqJ1V0Qndfen3YizPsDKp1
j9oFsVsxVkbn9998NdB5m1YUtz1xbkE34FxZt9W8b8pm3+loFt9/bQhTtJvmcMVY+ImUrlaX3SS8
L/pmwozspt8vryYhzna8e4V5wVNRPup3bNnRZ9WzBC32WkQ6ZUfANt9iu3xfoBLoANHBC3nQs8Or
6N4OCCNDdU9AKz3h+GI3sswMxlXXkT3uGJLZLXVJyBc3BU9PNXrWFwSc8/dfBan7jAjStuoMHz39
lma+KPT5VHuYxlaDgwz4KivfTYZjjFkJH0kj35yuznF2VcX7So2TyKGIrL8yYzs0mfrdCymHIg6o
aznDurUolbt3y9vmjAfU8v1a93ryR0hDfGC+oPsw2nq48BzdOjkgnG28RhuZQT/cRFxJX+SfIvyY
Y3EYrrHemIAi8n7eX95/xMxYWCHTxEhn3Jrevzb+/vtvyOH/n43//k9m44B5ovzfzcanP5/3/J9+
A//7N/5rNC5iKiDzH34DE01TmHn/azQu6v9B1yNi+IJVss4E/l9z8rfbgMmA3CRjxZREPAr+5TYg
/odpqiYuBDL6HlWfyP8vc3KytInm/mfY1mR8CZwNMHaSRcwG/s/EqUS8laS33rSVOMA2gtAMxhWF
5AJxyCMMw++YADas7N5fIOK1nhbe2SkJ4kvF6EmY2/jt+0v8RLH6jInJbt44w/iFLE5w3zfEMP4x
72PGLo/0zihSigJ5hC3eX94uLm/qyT9+NloVhreK0nS0VHxTUehqy9n7O+nZ80MFv1f7pqNIeHPy
ClyOGOuMbL1bCbzHfJxqOT9TdWPgI1SZW9Irz3XVCLT8vrkpJokpdbnq6a99846W2zAU3UbTxcso
IzSjmWGHuVm2vD+ZUfbgjaKZ4dhd4+jTPDToA6Y+fQ7Jl/nQng4Bae3sTmc2G7p7i1JaRPcoPTcC
Jguzqn7gUEIJAbBRFrsBO2RP0HlPYWwcm8Gc6jiWReUkn8rSS0TUqUbMtf6Ljfb+9n9x1N7UQ1kk
nG401Hu/zzfL6f1dFOX6FIYAtmav2fuL+MKWYdIhCmmfObPXASISjVGCVy9J1bMyvEVBL7VuWmit
RwCUUX/GEeGFCcdqDfwsocUobl0xBRmm7cCGVQmVfZZFpZPU2T+YaaiBFVsYm8k3y+nfX940p3//
cRgZUQ5e5dveEBvSJwHx3l/+zSp8s9HeP5NGIAb64ai1/ycF683Iev9MeEGf6DPGH3ELj/hNxKqx
dx4dByRA4v2LbEarTbAdQ1Mf2+VWXgAj4ddVHiV1Dx7X/1QTKlRrYBzPJH7i1eB5goftDNojD761
jdMLGcnDZ11ju7svkYY2zY7vzMY3ZTs7tajrJAxnvGGyrkfuwtO7afOnPk/EJUjW45L8iQ4DmXO+
BMuMyYSVbQxz27uT95L9fK3lfq8UP7nqGWjnRw4ndrVMSIu7Qyt/JyjTJnoWXuHEagB4bDEY2unr
a3KklWAmAQ0j2tEY6S3hHuOplulzbTJNsMXTPFPCcNF5JQtdWaAGaVmFD1f7jTemaRFCiTtzCXES
VIJUpP1jL8eedtIaB18yLhs5sWpC8pzd9E4EGQRwOeOzkhmJ5hjHf/TtSON6i7aUaMQC44SfjOhS
q123h2irnRDYwyjB3HkPSYMrAXyDg0LjK6UtmW4iLQfDpqaI5vkWrfxzx8+Lj97S3c9kCuFmLqyQ
WSNuKz6a3EVQmBL52lpUsLgsxTDryQOwQU8UoAssOP0h2hSkJKPG+0Wh0VXfDCN0anny2pNpXtqv
b6rSpN6BSnB18ank14iRnnzSXqKwLOmBVv3dr4hJBu+RZljKNzu5nz820lE+ZzhAYDs8Koow3SQM
jACdEOev/W32mrbYlj1cGTk2akSezV1hBIQqFGNYgDXJgC3ddK8tCCOoz48v/fg44Rq/jjsMKtDT
z83qw4wsPRhyVHKW2djIIfAfwHLRYEdqv3WMopIj3rPLkWi/GUonqx2yHo2DvBAuiG75MCxb5VP5
7Q+0j+FcmxXTemq87DZyBQmdvkNeztMDeI9vfvw9ipKJUomdbCnJ7BSBckoImgSLt5ptku/bRXnq
N9KV4UB1IQoCCJDF1i6MYsVNbf60lEh3G88MOA8sKJUoGwaaKSthjr6W6X94reZuNJ1obn7QInyr
bB2FNTEmaK9d0a23GBa+/sxZaoPnSh5sWN1OZtqf+X0/yPPnr/Ijz9TP6Mfcsu8MT1fbhy6u+aoE
xH+k1oaBgGPKJJ8XGyTOTLnE881JgR6xbnRpvvANUdaP4DZt18PDLTgOiHl4Wc9P6TPLwXkCYMpX
Br3cvf+UxJMwPnN+2mWDpcGywLz8rCzukV0iYVwCAeCz7sAsQjwJR+ASkffqpstuDDC3ynntVIdy
Wb/mmBhgC6aagfH3eHnDafJyH2Sf15en/MHecRtQhFu99qNkTqoTquvyTbWYxFPpc3jZ+Yw4JY4e
nEcOPTKDl1t9iBNLDuKfOvRpmQk4CHKsxB2u+fPzdYg98Sv/BVZA7WIEg+Zhp9iyRVV2fBmO6iIM
LbbFzg9dZdp5uO+BuKjH6ONV2p2X++yW3ZUA4de02IBQINWqbj738v50brfVZDItDreZOPLfgnQj
fJfleH87aJvpjGfvceihdfEk0gkTUbNoTmTf9pUzGUjTcMClDT4HlS2gC4BoP1cbYoGCBwcd+444
Sw/EIMFVCgU3/ITMfEfPXLk4k8i1P4mhvLralsd7my3jL6Kpze9wV99m6lpX2EDkX8hKngT/BY5p
f8nbY1wuE9E390Lp9ILHy9wKG4/oQVjowhXUh7IATeii+hb39eWGuY2lD5tksOChh6du4mf5SUV6
URAwMNrceHnmoxcd8HmYbJ/9Wp/8AbEyuQrvcM1YzC4GwsCfWfqbxcGkdWTYbdv+QqAs2AofW9+/
9rf2Kj1/n2yyPL3l4Ei6J/MIMUWAOkXwvKVlG15DCU1r0rtJ47FZ6PdxywhrCw+E2CTslzvjpLfr
vT0rrZPFsxt+O39E+k7T1uq9W+/ywdj/8cn0tNn9Oxxs0ToIrrIN0wtGDNKKGUtU269lN7Vvl2qW
wUzj6JtPSo8pQP7AMeS71RZxClNn+qhhsXkPLm2GQZEn5a543+TVXIhcsV62nc/bg8f2HJyICKF8
mUCXXPNmxWZaOxjuhNaxfEz73MMYSXCU51ZPSEYr5skHudMz9P/zIVBW8vq1vh2N2QgCWeJcuOg1
6cQsbpFURbu48BaemVU91yTV3EXvIa+KJ2h07Iq3oI1WD2kvgSip0Gns2y51uwOOoY7sjb592F5i
2eY+olNUr5J+0SnLIbaH+cNNvBMxc9xB9Ue8f4/dGZFbgkWKFJF1CgHfFeVXdwP3sV7RXNvhXhI9
5/A10Q+GjCgfNhrHuxD06GTzII7RVLqkK0glFheHV+416lJsA7KijHSp3Wz+vkTcRLp9JC4i90TA
ON4qdmxEx/GlsHlaYxhgUN1a5rT4xVynOgobpfQJr045ekf1NNJhK/6Nkq1E/EZmoYgmYp2Wu5Dm
Ety60lWZaWm+oDhJ6eJZGstzMznpXSBJdo6FvWhF38q5WJofqPAfBB/ZA9yR+X3e0zpSadjGuSwc
3tJOmrdo9he9b3wpZ6CDRbobEHOP22n9J+hOtQrNqeZVPihO6zO19QloudZbwW+3LzfcCOKMGIF1
N5c/ymBL9sjjt7r2q/rlGuuC18DCd64ED59hDXbwcbfMnOQyCaLboUK4gTBrzjWCcgupEReBaN/m
NsFPEuUqYQPd9AFMk5zkDYY+OHE3EpRDp3tYlT/5Mj9gnj7PbedWx5bJ/zbzcDl+7gdYceO7IP8H
SN5vNH/C/H2WLh8EtmyVebodzt25OnL9+ceiZl5sBZxLVxwcbe/aoKuH7oCHBCu2wE7fq3v7la4e
M/0kHl+/9x5teZA9lq9jhWcHKL2DOw8gYvjdbIpPxYMZHGHdILGGnIkEMcfSGartmmm4Fw6k8TCv
8sUjrmMk66knEZ8k0plqmyZCm5yN176mKOGdfIr0MyeCZojigQ1Qtbvu7qu5r+IvPdfhuTKXSzxY
PwugROZSLTu8dXtc420Nf+7mPRs3DZqJB3mPJM1IcxsSFonuyHD3hcnsyZ8pPGbyXD/dZ7nOfzin
TZJSMk8+4WZx9/MflLJ+vWrqKRFT0u1IV1Wu6+PkKwMtv0DnnHjJw8OHiDSv53NJgNltlJpR3W7a
XbWrJEIZ7XYn576ZTJMPNPV4SxhzFP+SjfN4uU+++fCl7HZr/oFB44mxzWhWbiSsh3oXjyKB39dX
0gQt6axBGLF+jbE7OAHDtAweO6WeYtn1SF1j4rDg4yueWrdVsr6deUfN0PEwMzddt7nfkiYDcxq3
sT+V8lxA6WUXCgxkv4r2evHVZ0HzU8LW7i4pCTiy00yHl0c1Ia7JQsr9rLCURYfi3Xm8LUXvxgMj
bxlDL9oygxT72JjJHVymopnGOeTu9xd9jNwQ0GsYRnUlQweCL/lCs1cDpeb93ftn7y+hwv/FhJAK
w0C2noI2zYtGI1vrFjvVc7TgkHHdtpWRTnQf54fv77qRMPj+LntPEuPx/6QKuacJ6U69OYkm7vt/
96oMDej/+ttKQfyUqnXUkWqgxwQoJsKlrELCGB5UiuoTPfe/+WZvfhsm86vEjJ4+btqzR5vWgTLm
KNwIbjQf5WhHOn4rF/T5Q5p1trQh/yavnTo/h7/5byTNsdMgtWxPhgLSKSyA6sqH35aFUIicCCHc
E0KAg/0EZTNdSvdrTB9z9J/KtNVnRmE9vjTRMhZ0PDG+RSuUZfisTD5UTgpb0he55D0x5cM6dJYs
W2I6eluIPVPzeVFFWzVL+Le2tNf28hIuWR7PBSyQ8F6a4IHsZr+P87AR3JpaFE96/g3qT7KkrNvi
bhNy/CF90CC95nz6Fda0LxKE6gCz0y0xqo2nfDTL8krXGXauoTh3vHCxCTJc6jHoXO25jB3tI5xN
NuJV29dfAtFuvzhHcKGVj9zXOw+fLu79AOtMJR3Wkn7bn3hDk1qkO/ULm5EtYQHtK0juO5VBgQU9
zHtMKTzE1C4W9QLrdgyRnjgJ2/UlCYZfxE/XmLrvQ98qjsalM6xhFf9QFNPp4WrABOM3v5ahLTzt
uLbvuk/EYOyUvxSXd34N7jRZN9Ru0qnaM6bE6AnMP2d3XchfEuff9ulzR2Czl8sMzzaq2LvH7S4I
utwMsfUI1G09C5cdhkcr3PqeMZpui6EpnO/JD8Qd3CaYGytrnFj6Of8afvZl7Zg5kQgev8RLvXal
87zcPHwvsGpnkkTQjp2ndkxEqBdilD8rYvvxhVkxPVV7ZiyHK1N7Ftzv3u7Zx6LF7aDbOIFMtelr
YiXLm1cN7tOLZpjINhZK/cbH3Zxb8MOrlrJN2ugjqOfm0za/HqIl7Ou7m/H7AT/YCTuS2oCxCwvg
KxF29M/yHBwFt2U2ln28HonwIhl4Tt6hxee+PjEv2k06m7WiE6bxQ0rWubrR4VNTWfyNRPJSDvIj
/BPRUWbhXHHD7ePm5IS9+OUO/+ACQ1roEorFj7TOln0Sl9hszeVkiqoCQPkYEznt6OdyJs6N3k/X
+fW+x5VNhuvxo9vy9gbtIrbDI3S2MfWWa+62X0yoEMzfz6QWTTZa5OIeSPNNR8W0hBWsWLBKMkrq
vTStgv7M3Sh90yvWuAUaHwz3kyP+uNmS7qUZi8AguiqFZ9II4JbX5J4gT8Udxfm2yFwcLbjthKOl
T7tUbZJcI6goZDUGCuFbKt5HGBHgnrFrgJ84ODOCNxDZbMdYqn1+d+NPfUk7kBl/vWLLwlKtpiQt
mt8Uf7Snmo8WcBR1WujPq9GACrLOGzEAI4hsGrI/I/PbBX0kAhpGmxh2fZLdc1cgxZCXwZvwtRKz
UNY6PafXfKpfWaBjHQfoAVgZe7oEkWP/SA/q2Zuc+mmxjoCZENSIQX9H7ubAhCcXgyyyFhzs/PiQ
Map6QRFxionzIsX1SyQiA3n4G29hMngdV9HV+AVFgHa0Z2EQmctjCADEDW+2oALCheZb/WKRMDkh
Ukewy6v8ctSv57DN0tU99sg7jS/NL1vc/aMoof+SqEWtNm83z5WAg6fgtOdCCmJcPFe8L8CJqbbt
iDYTvHjTXTH5AcrQQryp0QKh0wCZZJDkTn7Tyn1eh8JruGjdcjSR4vgObY0Epr8n+Ffq6QRmX40Z
UceknAnAPmE065YmzTRJEF83w5uw1JdYD0KJcHBfWSPGj5H7n7OruRtUfN1drNJF0U7TbZoc8JN8
nMPcvkOTwxatWz77EWZhC9XiVU+qew04FC5ugiftJ6pdxtYOqujYOAA6gBOUYKiL17ndYI4b3PaD
U3M7iQXeAmvZmOJwd4km3vKQhPJeVzk4ly85kMlUHvwMp/PIY4eWnedRculeQNKgF1jDMdvi6F0u
i+4E6sVJdFNxQ6RUwG/fqr50V1+BoEVz+cyzS57CsCzW2mbY5Cb2XZbJrrSAnsvurM1kT3ZYTePL
baNix33E1GY4jjtFbN/33HkeOeHcLCEZRHFsscNix1Z8cWo8Bz8mWUAW7aFh553nx2TZbfSr4iAk
ggM2+e2VAJv1JpkLX43qJLI3uQfk/CH+MUBCcVzVMfKEf4QmanwM2bvAEXPh9329uTGKO8F9z54Y
Hw7OSffax/hTndNn3/xi/Sw8FXfCHnGHRbSkThGSB2g9KskVaT6Vp1MOMIR9ICzjl6PWGCd4vpBe
tHjOCcUuysKKmMmJtJoWlqA7KIbc5j2Pm6ZBDnKBxMHuYsGRJGLlHYlwEBH0z8G1zeR85UGRLDZ7
jE4IWLVGpzsswKCFft4zq2AScHmyGC/DtVvypLFhT8C6Gl7VisRlGh8n6jyV7XRaTWWnwKZfZznl
UzpUrpWAl53kdbr7CnhqBfsW+4qwa8eNXqa/5b1zvZX9k1Dj0tXyBTSrYi5fVXJZMQ7PXJwiysZO
DL/sPSNbN6zGn8ilPUb+5Ymhm2Qwaw7agBAxGFTOPbTf8I8ddpD9+JnZWUoXrJPlaLHE7vwhUL9I
ewf85IbfWoaIQahvsIYZSNBGLUZyS4du/0FojI1iTelsyMqRZo8LBdMl06vTbc0GQ0pI0y05NqoS
fb9DLpCGMGLF9mvB9jlBSyb10ZDmqenx3HW/4nNPzvIT4U+zmhw5FAEFISi1P/n2GU5zP/YidcNN
kc/KMdyGR+VHpfxftfMWF6Nzj5srVVsYmGtiFExyb7/jDcEFmGXm0yzxeUYJOmHh5T64CObwkyNk
EExYMcWvz90vtVeJlSXDIbsG9dkphEatxa8B9kVovb56LgXl3LY+kGNhnAY36pxX6Ny2TzaSEY5O
6BbzKRxSr9s9j9os+0x2E1e7lsQ+3z2a++oN6DfdVDyrXvdHoiSUT9G724x1HrDZv4s8ePphYHyy
/eJNmh05JF+KN9lzYW/N+OxC+h8tXXGJt6qCycASDRgWdTM0BTNjWVxEWCh/GhlNlfcyjnXdWTG5
zBMfxCbhHto34iSDBz9SRmB1AmTZgOlkK3r+q64zcaPag65aFSRION2xc8NTxhNAgddx8HnZIxBV
O5tDP9P+7uzAsBt4GSzpXXBgcEzzYZEvs5D+2HVxXCDbQ1iHc1ZZvX/8oNfDQL9yelaCVSyGbU1m
8C/kanZwrbAxXUzi2YvhR/crO8Ms3pS7MGC1fvMmb6X3rBeApUWBlYSFmmyqULr5arKUaNuvxqlc
KW4/j/zUw50P+pqMW98NUKf541jG3Sk9SEdKL3We0JTM0oW4Vl8b9Pb834kNs8Uzd+xRlRxIopcy
IMuJxxzLjJs4D5HHQe7E+ka0J/mC1q79Mr94OAXczs8sFukHgxiun/VcdifIqGue3uexPxMcwQPl
cPl+runhtaj2zyObYgx+An5ziCgTXGmqfBCbdH7BOD4SWpJdOZdUZZ02UKa+OWgo/7F4vhJldNfm
xjfViXC3Hw+/iqf3XUb5cFC3BYDOnjTnXrVSlttCOuisyXMbNL8pfc8sXSfLfju5qJWVT4k1zBaP
uUIC2o3ZCWYb1ph6gaaQYn9auOYy3ECouAe9q6yRKiKUdeOT5Mkuz84icuXA9B4bc94H/a67iL6x
qNiSaJZWGKCzdOs1kDiDCszr/LQiRY1CyqW6IK9a/CJThUCp0n2O+4aVfonoB5FKjt7CtE9gzkaJ
xzjmvJZINVm4VemzwpWHHS1U3/SBCbrDJHJopie1C6gvGw5hmgYIb2PnRC17leAmJhTHaY4f5L5p
rMeclClsIvkHktHu0UlNB+9A2wgafTZg6srGmoBFgTbMGkpkKUhFlwKxcLtvpLuz+tod2qendo50
6W3N4aZTMTeSh9bzsabrozDdQRIWr6qrTfMjHd+cgQB+xZZ+LNmJlukKiiA2CuB8L54RbCA+JiCt
bPphkNPk1o7weQu6S/834eMhZF2WF4GUoe/6hFsVVk6kxBAdSaYHRgQnYz75ArhSW1c5C7MKB4td
f+oqV609oIv8J6ZC4l2B5iNRLiZBLWPS4ZENKkUMAAA3ueEuQaTNHRmj9WSM97DI05UWNYmO+Nn3
V/U+xl9xQu+H10J2dd/YlxdIohEjKIpxfcCiyi6BSXZKcm35RNG0u0Tdnnxac7BR4sKBkRYg6d/B
UwDzqnfctvJm2W0K8GY1N/yYnAGInG0keIFw/tS2/iefGHqgas5CX2XEJgbRRn4txdR5sizskNRF
4/hs/OLpvVj5tMEp4UIBWi6drDAMv3wlwOh7ghH8wxkYrfrGd2GJdnhJwccUm5xJBTZ+hQLcSXAh
34kYl9yoNCyeAnr4125Yp6taG0GpfGN8d1XAX6YvSHFqT91kya6d0u3Q7/0MnsJDzWxxU67CuQ4B
1ZU8Ihh5eCiVOUjCpeoWXv7ZnNSvehGjjSMM4HMClFyN22/yl0Pg+qs/DHiFocOsT/Ofs+f8vmTG
Gv6R9+Sbh+eMpF8a/uGq/PUk7kZQVsfZ6N3Gp041PJ401GnYlW5etP3lOON83WZk/L5eK17x3sz6
y+0x7yWUSTxMFpt13PgCSb7JLCeWQVkowD2kL0VW2triy2OwGY1n1lH8grz+MJDm+Awt5dC/YYWT
OThevp4XhZyfF0M3mzER7v6N/wh9aawjmIkaNmaVxLSVO4WiXB3/VfOCrIipaYYxJolbgsux8IQi
9UlxfFtppJ6QhD3tZhQEzAtp/BwsuYVvjNTB1gSH3fJhblXVj9IThp170fQGgwLGir/JuBmPLCcJ
ss8a9Lyy0omTMA1O1ww4OnyDsd/NAhqX0r3xLK5ir6L5WoZX7NpzqnsSuZhwcfeogJNtlDhQzHkH
L/Jft5LLxREl6555HGdus7yvY3X5bKekjnMg6iTo2KHPlr3i41IZxxeq5axYIBxG8k6OvGV+6scM
nuEp+Qk1l6WeLRLbdHEaPfC2BzajKzBTtu0X4YrxaX2IWxspl2n67YEenoGi+VGRtAxgEp/LZMUj
TUh5VbjCb/dtfHDISaozHkhtYFJsXF+38fjmhIOsyOba7ruV8pttR9r3VP/Ggbh0kzsRS9PbbUEq
kuarF9lhTTw4YXmSEo9Zfz940cOtcVUYPBbtuFdz8yl7D06JBy38EUiIto7C7ZsDVLbjn+GY4+NE
PCWy/2WWOJMThitrge1IYjJF/ldcdpYpu7FAmCNafKfhSWNdC9b9GHnPfWIg5naT55w0+/sVpUm5
KY55HuhCwHCBiQPszzrHqXwqxpuhO+Gsib05bCE8PE1sDUSv+UrAeXwNeMdhLMhaRxO0HJYQdS0h
ADpiLVDZFU57BJcdIgeHwGSvb1T20rU043hUTsTKes+znHuFEORPuz1KIuYO4LaoWe4QYuy4dRFf
vPbh6bXH1KCRr5HhEbhdM4ZglBUY4OSZi8FwrNoRAsTRcUGbYvvzqtzuMZPvV22luc9ZwpWK7eoS
QTaIj+X4XqPPPrVvNqkoN5koPb8dNgzMGRh1mLfpDpAl5Qa+Va6yYHj6OoFcuIyxLuSPaUdxI0yz
dXlIdxzqJorCueDEvvzDwCimH60secrAIbLZi/cTZR3PurUGKR3Lid/beXIe6H0pvKflx8OPZ5Lz
ckF15E/A7voK/l/g4olS2Jbm1fXhYkI1rY/Rno+jODfRZcohT+/TCIIB27Vq35fhul8+fGnMbrfi
cUIXQd7nGCoovqoDj2Z/YJGx4Unk9O7li8HGvR799aZmTcrBglzzCRDGSQOMqf0OJ/2Hh5iIxCy9
dhh3F78PeV4lLpYg+Ke8OKK59pQ7WfAcAmSpac3MxRtursr2gvte4uUJXmdTvViKoXPXp02Bg6Hb
KP6rZ5aBybWb3TyNSMKEwLhx/tBLvtHYhI+ZyTktKGX0eSusxCUHSzUqdGyunv6exxHpgfQn0ZlH
W/JH9Rvtsy9yhB+/DIS3vDwrZrwJJGSR3MtWZ0fn57z6rTBTggPeWfoiPhaKZeyMyfjp5PY9WQLa
Ki1GgG3MpmQJB+4OnxEXQ9z0uzPRuI6+1NbQhOzJ3NgxOyRrS/9RYxcCM/NuWx9TCC01nmvz9nP4
TkSeQSv+Y84xrVdVb9UlqRN+153CZiXKLsY0ODM/tuGFaAFs1Lf6UvcnzEYm1LYKg07/1Ti4gFBu
ENxoIDYQreErOtNU3DK/gofNRIfhidvMVJ5TKD1fxrwI7fu2OCKSizxhyu4w8eTYr/KFmXuvLihx
wHd5DEpI2dTAyib8FXcD8+ZvI7UJNvP41V8B9DYHlnCkM/9e6/HZ4Qgtn2eSs4+MFAUn3wsf2g4x
Ou7ZU0n1a1v6RikV/TQOJwVA3FEIp7Vt+swWjwSssWU899Xs3luQvPdsCtpkJKKpioshMk3Kylh2
AXMGjPDMGCGbXXrRRvS772RTM3wTNs0EpZRVHOUPhSFPtE8VpzgaXxjoqoA/8+bA8ASlNtez8hFo
DAdeo95W28mXMsd4m89aQcZ3qPDgo/Sn17Xy0bwyan0CNICL7hkyEzp4c2G/SRfJyfb3K8suJFLc
wrh8zcinGJxs8flJW52AMASYz1GD/eqdVR9LQCH7zj/Ee4z2ChvePj6+9nADHqN2C09UosumQksa
u1V+mfyOufhLuaDmIvXJP2DjhLvAbHSfwTaODwxu4U256e+wJ8B0+5yPFXLPwQsRwIJCcgSwnNer
bK2tBIdbSpYfD9Y88qpdsTWn6iZxyk3vK18yA8POghYylwJ1Y5hufYnOPLr3GXK8bbrqHKaLQ08u
sgvvBViesnPriNOHH+Ho7AlQOgiFJHHDKgDmdzKbRzF+iOZcX9uVxqdlfPszQraoxRdMKV8OonCV
HDZm6qSjW4+jEqQ7ItIW6l95n/N8aUjLweqm3OcfsJh76Aoo6VQs3S2IbixfiDegDgwR9dlrK0tT
bU2JmZQHczaZZ2yfHD3lgnVJPNYxxxroU/viZ41oyb9sESwU8SOGTkNlf66WkoOzWxNRESEJ36DG
i5nUDMRiwKez2bL5hMpoU8mTT5Ss1d3HJTI5VGQIAtfbCh019mnxJ9V7IR9wxsVCWJR8md4dp8jv
csErQZY1ZELs7erU7VG98zr4DFHpG3Nljmu7+tkcskM8Z30yvM4bYvfoXWfJvl4Ks+TQTGFR4ebN
lJ+ucSctkCYhTqNJZ+vjLXJi0iDeA+PMCLtEsbYUP8B1f3uqqkV4eixGiljoGP31NkzNdfl5n/Jo
vcBTL3BCmNsUmF5b6ULguIc+5xbm+gYjFj7cqbo8acE7JPoO+3Z/KZnugk7NwhOMDmGhbUEFagD4
KyfdIUlmxhZi2Raa67b+QMNAiIOVpV7xyY4tWJAVWpnlI685QThptBmsIaWEhgYQTgK4JZbLsLSH
LVW2vkHZjpQzpzyutsPhuVc33bzyUwj+iq1T2Z4qnw1m3SieMDcPaTjVVhMIJJzMwB+vbyHyQwdS
DKkyNjuf4MF5BGah6iUARDb8wTcddoJLpTv9iVl3dYpPJnk1kHpB/C3zGNIGUX65odPMLult+bg7
OnUtiDE/NS3qE+iFwx/qD/MCdR/SIDcy9FOaJrfcVKuYmoO2psQY280RMjMg+qk/6VSj1o9X5vW2
ryi1JY6FaZ05pJmUNJdI0Lo5YazxJNC+te9Esth07lzEhU5adRIwRo8u9FQNebOMQ1zSPg8T1Hx2
SIjXpvuZICfbx8FjJfNgNrb+KWw46TJ5nYUfpCww7QEXpZ/qgsmAf3NgPnZRuu3k4Hb3SkatFKa/
JfO/MzVExPl6FXNgLKcEWzmG3z1OVGO+i83jw2pMDTfLg65wiabpE7+pzgnu1bR6ilMCp4mwZQNW
GdZovc7cFfCKWROm+BCilvm89u30ymsNlFX8nK0FS3Ftpn9kolv43VeE8+YTFEAj6NFGnktDLT8Y
JYwb8ksYK5owczMO6/t4AIf7Iah/e5/4Ep6gdpwtqIcnYSP2Kwzu+QIbLxX0Q3FyOcjTZQQzI7TY
+QTG+pD4dJo2W/weZvdFAZbxGktYuhtwy9B+lnizkl0AUSYGNO9Ofb3WpwZj0zaQZWioC85pxtJe
yIYTon3Zhdg59rMSEgRpzI1HRcIbztKLeIMyWliCQCHaTpvcETlUGEZQW0vj5S8lN1kX3RQlVNtv
63wXJWspW2YF8iGI7DYkwxeSpG7atZvHMDOYdjGDzBlMzHC+ktOvQZspBmSx02AA1zwCyhLqMmoh
igSF2wsYQslO2S25RuSxV3I7Xui3+oUp+DdIdYMtDcGtRTztQLtLL8rO3EBPamq4sXbNwDoPBMGi
MHoUnpgTvIHWEBdhOBwnNuYIeeFR+2o378F+M474/5Oy81qOHMuy7K+U1XOjGlqMddWDOwCXdKcK
BskXGEUQWosL4OtnAZmTEZVdM9VjlunmkuEC4p5z9l7755x/valoHNXNXME/+4cAILLDpTvSoIfj
BaMZpvI2bwKxM9TosN43BabuW511OwS5c7Bt2ct7GmMJHv1NJdGUA/zQHeNQ9LRSuGZVKOrFEiBY
N2db0qkV17vWB9W5QLDZ0dpe71Pmgoed5RXrbafRSbapnV238GDyRG09eYw/FeHQiVzva5YHVmTM
evEngsx63/q8315i6/3CRY2Hzh10xlvrq/NsYWOuV9en4jOnMEnU9DgYWXMNh8NYUY3rE0KVHoo/
b1YxYxItRFv6QdgR/JFv1aTrtqMwJ6IwvPhb2k83YAcwYAEiCG1+tTLXjKtZxNcl98TRyP7QpTeV
lBtfz3R96zDeiNPpEEuJ17C/9sF1LEZtF5VKQrf3OZCcdmMl2ehn6OnScIAb0LUhOTIlRR4dBKdg
1Jghi520RHYtSaGksS3K5B6daKYlFynGNTuUgmgO1qc4Tjj1mZw3zT5mcNXic8pNJtuxeCvlUiWv
EVlUG+4nW/f4VQ4J6ZSNIcM2VzBm9h2tUXGbd6oCSZDpA46JT1tmFm9rfmUxn0xb126mV1whxOvN
LDj6wczxvO80KWRhlMWMLGP0nQZqi3aoQ2/qkTW2ghNhCoFsEvJ4yMroeUgI/UKduhhJAsYDvVNh
HzQ6GnNJ7/OFFCAYwgLJd43w0qmBFMaIvGY9QUw3DDehqf5oYT4z4UPh3yr+PDMvryKBaW62PpPc
eMOSD4QohqxVGqlrWCgTRhvtS0P7JkFNQXoTJYamKK4ieRzwJDJQsLIJ6ITNNY8Q2yEInAhXHIsE
vC2zt/i+on5oUYs1A2VAMoW4MGcSzOvl5ZGTneLoKW6G4j4oUwRPkXqnyJw4DM2YzhZ5RrsiJ61I
brMc0/H7OO2NQsKnwzFwKmEz8JV77YjEXYmzGZ9g/4yXrjpU+ZecoHwIGgTr1piJzZwaR4dZwIDp
IVboOTRdnFwSaIl9txxrsuItrnFbKJekqhEplDaihbmjIk+t18iyup0amO9ONN9MakZTylZQHsuG
P8XIa1M+UajT21Qjc7zkRo2qpQz2RmSz6GVXO1gaTv1hHPfdNKPmjhz6wcwUNbN8qtkSPUUo9CHr
A44oxJEpB7PEzr6IoGlOlT1dZ7K5aM9OHKAL9o9ARDI6DZ0hT8ba1XrlEFh96Xn4mZgNrbWMc1uq
0KJS2WQ7emhqLQ1A+CZg2Bp7ScJqQE/aF8nmXFDRQas7BkSNbkqe2pscDIiJM+qcVleTPFsx0DvY
5JSM1YOcUhIQ1UpfeWCqKtM3BCdJ3a45D70e0varUihCHMqSKjeuJHJKqrgN2JDcYKAZoYa2W1ch
6twM9XfxJaS0PyspR25d1Vynr1mRxzkUJRJljj1LmiQIR1iEZbqtEd2Wqo7OUC5Qz2fyDvKJwQkV
e2LpT4Z5MvkCYHCSetKzmQ0zXfBQRPqeEIpTNzfJuY9ZqOQtq76iSu9E+Ba3I0gkdF8yIgMOseCj
DHCJOmOIOBWfeTYwIo3D56hkpFxa5K2XarqbtLbfxk0679ReL/zWJudzRKkaDgXN/2bWYwrg9Hsz
z096eos9GiMmM8QxnRA/92zBUWNvMrDVG1A3mxjcX55O8p2l5921VClh0vFDtuSXceS3Lg1n8qQp
9ZBlv7cltf0xiFR+2km72jotR0l/KkyFc/UqASK+gKPeArIs0OAazf2YS/pLSrtR1ZhVWvSCQ+iv
mS4R9hxuCbfghNMuLtYhfs16/P2Y6Aj1iixUkTNTa3KH4MBjSwhQicRTfQerY2P3SXYC6h56CXw2
KOYauJm6XCK/p6vaTR4g99BN7YCyp9Eesj4rEL/TM7TG0mLJEM8AFhrsN1Z0xWSvXmS1f27U/lvZ
sJ/0c+l1o0wZb9GfiMI2uuQVBajB0H425I0upzTbqeYsUVX8XY5vqhTcwzZlTlFL6REtYt0ZJ3K6
0O46DMmdc8AhsrSf5ZQ2ZZATJmjiUFCSqdu3o/AkMyO8brErmP1rZ0dQsyyWw8J8z8z8x9SZzs4Y
xbA1ZXrwuReZluqmAdISVc0jF/ubcu1LpOaOAswLSi1dOEFLSw1Nolj6u7hqI8+JnCe9hFzTZPQp
2M1QyrVkRun27IZs5Sj9tiAnzUUVIorEPGS2DwC0ZJLXFpjAxZPc30+ifWrL++UtHvEls1FFprTT
SGJVEs1gO8meYodgmAjXL6ZoZjQNeG7GOGg8FIfOiN2xK2a4+32nZzFdMPgYTKlHAi1vW2UiOykK
A38YjGtK0OQGclbpgdo69EpUeWab3eV5Pu0LxjzCbneWrs6uHM0IG2YBkS+fALvlhLib1mT4edpi
EOGPjFQ4hA0rOfG0IZu8lcDqnJY2dctCXI/5TR25y7EloF0hunwD+YIh1AzWU5rofUHsYAjRGd9B
SUSIEs9zJ82eXqOeKGGFoVya91U1JBg2cVIai5u7YAnp5Fj74DRQkRpBvxkCO/QDqrCUhGQmaJQw
CE8EkgWosOijpyb1reZOUypyNQ2ZIeFIYZ9ghcd1Re03cIYlt5nml7XklqoZM0wJLTbKkXoaBog0
bUUuIhI+yzQu00jPGCzltBDSe+b7sUWeJod+P2owyqRS2UIGMpJ9zKBdGTM/DhDIN/jcFZvussT2
7XU01MpkiikSpW9O1tou6DOGnMKg/QFvRC2SJ6kO98rIATnsW0EfnmKEeFm3DzG9FG2Cb4mTSd5Y
39sUsgdEtEmDsKBb1V7qaWBOcopjqys/+cYp2W3nu2kb4nnq7Q885g8jubeXvB/akwgPGiiWjWrG
4mSoIUpzh6J+yOlCNY59dor8zQgCOB0yU/wyuSXP1Dpqc/9tYgtkY2VZw+quElBxcYG2E5NG6NLW
NmfthY6LZMWS+VNu6s85QGFHQsRGViaFL9b+jSYTbzzXyqeWGk9lUytQJ2RvFNM5DhB9DtQvrjF0
mVsp+q5IkS5E7f1sWYfYrF0lRtSgAsuz4cdv8xDPjxaar1oraqqvzssIEI9yqbhUBvHLzYxhjOFB
lau+IynkivP+3Q5y7gWuEHQI8BujHe1NAjRnF3qgfkd08T6EObjJVWfe1dbgDfAXWbQw2dblbDeO
bXII4vmot+K2zkg9KrQIOBHdKyVCxV8mNTakhbqbLCWQBNw6Yi3QDpymY+cSCmU6WD3dlyYp3VQa
HF+uGNJnUeIWOrSBPNmaQJtyw8TIKCtfhug+bLnjaeEtMujpxPqOL6z6FuSzfajPhJPqD7Nq4rsl
czfHkjazONnNT1ES6z4O8HnvKMcqZpijB2y1ymycRWQwTKklgJFohSy1OcQGXfqxVWvqnNsqzDHc
TlhJW2Nr2d2EtjaPSLC10F2Jm9HhLCGY/bS1qQAAQQ0p+idN05JDluW3CBFGFZBUjaC+JiXSjUlM
9mQJmhtu381g1dZhsuqTPurhfUUiYEj6adsgVYQfZPp63b1aTiXOueOcJodyxTGqHXSawrhRq/jc
YhUGhgLqo5hi6mjre0Qka5eN+bbnvfI1JagJc7g9FASECtrvsTEYe23SiLQsunsFINo51zmUFVP6
YqTSj7TjCzXokzrGcIiM6qWpkRhLefucqzFzDbm8xEENH4iCW7DnurnZbKau41uIDYmiBDZErT3I
OblA8XANK3p7oNJDW/ZtcNtOx8qpLuazMKJPS+QBLsf3IKWzE6QER7AY84uumi6apVzySNI3EsnR
mq8rFZLjiqZaT9XLwd+p72SHiUoXl+2uWpS9SU2arVVL21BD/4VhE3IDTYyQtWeLQ6Q2piedyL39
aMdEZiat4jlGfarl3COg8IVUiHwjMmlHhqXqAuVGKdTSfJsm6bbBWvAoMzQTcftCJny7jTSBblKk
1s5AmJ+ezEGlhFaHk6lx/ugIgmMqknNtQjsnh1pDTCD6NAOOdBwj1WggeW+HD7LUk63UFXzSu67G
Ay2wlEXKFHqmgTlUDDEyxSlM/CCg1Ju19CGIzBgYGLNafo1y2xupR8Bz65F+Tk+8JkNntFMXHvZw
0CTidK2aflfrp/JEeqHYjznjIZshhUaVioQ5nz1OWnAGxIE92blvq3OT+dHULx03tILsPGicKvgz
kTgQ2gvLumGsPEXdHT2Fb1Km4NvIpb0W8ANKSkMPZOxf075It6Zue6zmpW3byedgYlorGzkqSNqN
ZJFrhnlnUg3BOLoTMgOxZHpKwn6/BoVYkZL5OdnansHOTgBGIr4boF+2UaAgq3UWv2z7hLl7PKkV
eqsrOePOySjnPdClHkWsEe00c7wbBoXKu2ExE2gJrdDavmgmvddQCm/mYFksK2ycrEsR5LQ3bOe5
a4cO813n3W76hm5UclKk4TYJ1Rs+OJjMloJNEi0e9qG+WHLymmoptFCDbwjUdkwCMSpBizTGEfX4
oHVISya+X3n53QP0pJoSnNTAyb7LJrFGkdSdkm7xKeYDE8iJOMi8lnZZZzDrk5m7jA69aX5KnYSg
rZE22Q0sHwQrlXRpovd+NI4N3JeTY7dsHbbOWKcJcfkgaQUbC/9VY2g947YVmnWIkvsyQ8YAIuuD
gMQvraE5UHcUPQ5z9VHvXNnC218Ivt2K5owf9gh2upiBt1RSXJg1rq1pGps9ZwEM0A2hfRN6RLM2
xU1UWn7lGGJpZeDxBnu4jdWg98xRQ7A6q8Whb9DX9TqE2ETRt0JDTS4Hlb3r0bg0CB8B95iYqpqv
iUOv4UTTOe+zmc2iMRExoj4SjhG4ehCIS5tG+2GAhESgyamw0f2Nc3Vy+q51qyZAOxjEnpEEd2mD
+Fqa1ZO2jHeMBVqj5+2TmQFNl2XXFN/nMJSPAEGeBh0oYjWQ2sqbIk+QA/xel2ZUMSMj9wLWlFb0
GKUAYwHSY7vOJV8z8DVMT1pmYkWV53GbVCirWk4HIVs9mETZJ2klcKmCvyPNqORG/SA2OFJjxVuO
+hY/KAZTckMvZKPjDdbiO7KEd5WKwrCa6n2bZi5pkcGD3OAQmZkL88EyJfuemZo/zAetxVsB8f7E
svCOjsmM2ELsgBx9caD8jOa63loF1V1BBih7QO4GrU4ucAeuOFEz4q3s0jNjh4LWdh6LyWAnNNlQ
LYaFghr+qnKwwZxlfcxxjCYE4XtP+ICvmuIFB1XHj9g058ngw0YoquuqGH2pTphzSF10N5nvdniP
xaGiJ0XaR+94llBf5Y5hilimR9OzJahcMrN9VWXKuspvA/05KPGWYsE6yh06D6hvb51MUyiBGZCU
iRurgmVVwpCyretndjkaTIGCX0TWXxqtFxsFbD6khUJF5i6/a6Z4mBtmGp15SZsSKUBLEr2jICAT
6SfZfcXtjFRfXcDK5VLHGpRwCmu4SoRnCeOELWiBjJlyDubYfjAaBiKC4dVE8yvUYuVilYpbEtng
tgNSzbQai4dZk9/tSoneqW0+jYBdWjEfC8egq6m1n5zfXnIQ0KzOQlZZ17Lumz0kFQPWk08+wIsu
6+iyDr3ghBrrmHnbnrYahwaAm/1mKvDtd6oba0skYsgixoLV0GjC59TFaEIHBS4ye1sow3ugJtVW
RSleBqxOJjCCuK6HfaRnsLptDm/FpLxlgfOtmBP8K9l6sGL4FIyXeMxebAV88Wzm7bkedZt5l6S4
JnFWCHLqt0Hou6XM2JaNMXtEGJA14hC0nrBuKYmK8wcluOFAl5xAP+mbsCLhWLaVx8qpqQ3zUULq
iSnO6J85ecV36dhNW8N2HmwrdLxgJo2+rdtvdlG45lTr7gho9RSW2oPecfwrFL1xs7DaWcSl7dCo
qhX2p8DOcs5z9HhGjn3FKDdQRwbTzxuduJElPQ3lgZZZ/Q6emBfZODm1oOAolMv4EVglyXGJT55S
b4g4otgdWVt6H2+lsCKNN3H2GmuLY1jqH3EuOdc4qW6Jluk9oWojmZxUe7ON4yUvWMjrpmcmhh/U
sj9MYOd1p+gu2rtAeJJz4N9SEdZoe1M3t1qmDsF3rSg8e9YQ6cP5FlHy1lSldWvTjqZqmDbmYD05
iO/IqojxvOiTZ1TSV6H3O2HaJpWbdLX65jOk8eaVDVoJUWnzzkGJMVc06+uAZffStS/hxfmhRU68
iAj/EMF0scdR2wQWM1IjmFjI1SwOLAKsNoGEBmFSOWIo9K/CuSF5Ykkgtvr+JQylp6S0DDczqZKj
qnhWpznfq0Z6ChYM3iSwH2r9IrLsOjef8PGTJU/kNQTWvdbeNpINiiHM6XOEkeG3r73Unxooczt1
Fpg6zAZeQdu3nKwkqGUKXh65mFvXiAtm+zPtiJEz3DZRnGyfQEL0avD68G7kD7M37rU2N14cCY2V
nVSviTm+yZ10URvzzLn2VvDLPlWBcRwJKNlGRYtipWUfzDOIxcXzSFW8Dxo4MhJqhuKcCoz8CdL3
XHDw77BlcSIBLWoOnJ/N+oOoEhakMMfp/i/pfv/6ajQ1dwRnYKhaOMajY5TJdX16WJMCw6B6KSIG
MbkU/sXxtyctz/x5M18TP9fbv11dX/4vH//58nloeF8/b1s2E0YBXk188U9GeCSA48fLxXptvVjz
XpuFlfzz5nptvW999OeT/3Tfn26uzwugzVTDBynu3pRiFV4p5kFaQXhYk09/u7reu96e12hJKYf2
oTrlwwpsXi/YunDc/rwtzcH/ub0yvfHRxM9WPhv7dJbIxZZbdavTyjxmaTfzKaXuoAf5Jqsmex+M
GrQcm+lpPtTGMZIj4zhHII4d0hlZr3Gzq+ffH0iXp1gmQSdsVPufL1iftt6UaArtTBGd1rvgqOrH
UbVxsvVySuyKBrdnfd76yHpR5g3/OEXnfRJrGLfNAkNXsvy768OdahiHUv2Al20gGHYG3K0EV7sx
FLETCwcoWwutyKoZ5gcZ5+K6Yvqrk1DVJQxohmZqtmSigh5eLtSxQxARlc2MvnFGIQJ1xiq7z1FC
a1HYoPrjRIlPKSdwvWFiFhHNhzJVAjQdqft44YknCyiqWDfw5eZ6X74mXvYWiatN2LmlMmBvWB8Z
wiX0OKiKH5mgK//zddkayD31JrlF2OLS9S+sf7sKlxhFyIMnPk68+/nv/favrH/2t+esD40dkxRF
FLhC/3hT6R/vbH32+sAvf/v/+vDPv1DZIKSdvj38fO4v/2YJrzlOm1OmsACGmcXhz84BKRhO4kah
8yB0hIsk3ts+KeLnlNYzOCnoGYNdMAyTYlqXb6mu1HurDpgKlNHBSqfiYEZJc5Z6wVQpZY7fhfsh
Grykyw5SiG6lLkF5gVhxA0d6A8/5ZeoREcY1g/gmY6nfsHKh4jSosiEVSKZJT4yZpRpQeTqFNkKA
gUE0OO0uYPYhmbQCWmijfuo8sgArL6ngkObUMtJZWfZCQo3dKhxqzEoM60luQ/hpU4voI1CDFoZH
kf8YwljymgoNFGsBt0+n254WnYtdHnWRWT52JgOEOoIMoqCkGOiSERJhMe/u8CvGmR4e6lF5UK3i
yvK23Y6ZjBAhTvYZp+D9YCrNpiM3ZKtQl8lBjJzKxs9V9reZUnIyi4P+MioMlnommIrGmK5f1OCE
bx2HcpzcIMW0BWHWogFQzexaQHFIdrqB+zEhlLQrqbktmS0GyTWCcrrNZwcJjdJ9GiERrHNSW67q
KKcyEj3y0wAxehscQxsDiGw531NklR1zEDcMYxxEPYqeoqV5L5FdB1y5Kdp32fLTLOsYNBpM9NP0
tq0pthOjQkMd4dcNUIOqDNdOuvFqGdqbmvaYZ1uaafqk7A0T7XhUIgwor0OK3NDK6u+4DPKNY8M5
abow3NQ2fVIljQ1Oge0MkIPjg6SX46G2qB1CZrBpFzcnS0gX5gTN0D3WMutihcq0K2CYTC05a/14
EalyFjB40Y/18HDt8kbqtNoXRnCVVP29qJe+LW9HYhOmOaJKxI32IAMLjDHAxr+sLD5lgcA4HtbS
TVTQQ+N0BlMolvhOMvUSQhnR5KHZNi3tgBoJzFSFKoRk5VnutB9mKu2LEHMFL72hHcAOE823uWQ+
DGYz3tJ7VEMWa6mBAsw0LGdvLbE5NEOOki5PuKbS9KDYVEGFI0EOfUj1wbjrMvXLIInAjbNvIQsU
HPUFul39ZSCcy3W6+Xu0l0KFMmFWE2J3F12v2X0wDFwKPwFqtqbW60pMfFqfeVXCUU3LlZnhCmtW
DSp/jAS2LSxyA0ZH9crU+giHJnoqaW8FgVO5kYj9WgBuC+jr+kEeHOWUiE4p/6bWenCo+YYkR5No
dZbGN4XAtyx30MDZHER1cOlQ2Iz9oBE52FXBTRvFzZGAB44jJZnDIwZzTFhjO7zUWfMqV7yDvEIE
mwd3VancttFI6cf3PUgeQHHCSfvpU0lN6aaJ8QmoLS08qMioadBhkUNLwoMRPEcxomoCSWDqRDmL
TjzAXRTclLNJr5f9A3qE9EG5hqJCPhQOBt+wP+ko7ATGnrYBqcTh3NcENL5KykM0tXn9npu0DVqi
e13YvcqNjr5NobWH+CVtfWvWxUPeNagME4QyfLcImLtIurCmB+CnILqdilNnxeGt1XNODhkL6QTS
+aOmvNqJI6OGKdBfqum3SY/7XZtShiuRZVyGKPjoaKH1igESQ0XeNfa8r7pPbuOuAh84a7hng569
exwGZDHTxhnoTBExaXmDCHxjHlWvsjrx2ANDL1XxWLetjLY0+qESV7StaRb4nYHmd1RUhTU8f5Qp
MRqXfnEiCoegYDzTWZt38E4SlYi2K29RddU26FCM0vrQx7beFTAqGeOjhB0nCMih6EDnoSZFyLGb
JcnwRIKpAhpQDvh5Y7ZGflA1wEKGFF3JeBdotBYSAtM7P0js7tCF8rWe0YUxrPrWzxmmpuFOtKRK
qTa9j6lSsBfKoX4Udv+RQErdQET5HBOQhKKJiDoa5CdJrlu+9QYPkgEps+6mk2zYGNt6yx+SnhZ+
qdHg0awFA0qalVyPD2OnogfXY7rFkjur1XzqENdkRpjfLCIztlyrHOJzWs251+T5mT7pVZJXAXqs
e2Vi1pQdVrPrO/T/YpzT49TwQztze9HDGDhNNQS0EcYXK0UDko3jNaVvfxQVg5XcxsY1Jhqm4dI5
yGP6IhC8WuP4kpkM02UzuelnCX30hNXCVLEwyY22DWG8+9MwnXviIY+1P4n8LqsUjqmF81YVLc38
Douv2TylNukbbMgPJkMt8kChiJqcmXPJ+jSXXdVUGeGk+bkR7ED07FjtzeN7INcXIU8V0Bw+fYLj
XZGxZNs5FuQ6elSc1lCQ6jr1AV1OXiNEgAK6BiUIE7gdY2ZsUMt96wOzDRuvtvTHsu1COPDGc5xB
NkwauT/2C8FGLBeKSDFTEJwYSVF0jPLGOU76+ByRqUmnX5uOCqs95CVcNJIRekaOnGDN20jrghAj
Z3bVpXsYtOpuXPKyZIu6oKaOtNtS2ckL83O9WHMgft787S0uL2gJMzkW3nrHsAbzgI3P6aEoj1Ka
AfmxhOzaeMvRRX7Px+5UFVOxY/kINFosaRq2anOVQXq5Kc1CcxVHAkDSOLsCJmLevGgh2n/FQee5
LunXC91mU1CXi/VmJNl00CnYXL1r+mMavIZ6P86/vSmtbcXsdVN7Fy1beKpzPugSckBN9haKS4aa
tQq6pFwu1mt/um8gA7ztTQxGjZrQnFwqJ2nNGgu1HvVlalzCvqeg+5kXv15rlzVqHxvhVl7CnfTf
cp7WFJdlzRqSApUucVDjkg41LBeJZSBlWm/HC5R1runGOKRKmWu+1JrbvJJZ8+Z+WEKoTAtikb1c
zEtEldQRViXkJbeqARZ77CtcZw2pVhD+OUAsuVdTT9jNeq1Zwq8qQYa2WKKxwiU8q17isgbToOTg
1voe1msmpa5rLkFbUXyujFo5dq2tHNGxD0skl7GEc6lLTFe4JnZla3iXds9YpDwWCrlGUWIDZWtf
5iXwi1ov3zI2IDjJLoHOhwSDQbrXjpVKWFi7xIb1nEM35HuDeyRjeLOgk2FdOiS/pQtPbA0fqxCU
VkzrplZXt9pALcMc87YKgiV61lryyyh5vY5MM7FGgC8XJFgU7DREn5lkoP1E4lpLQFqzRKU1S2ha
seanSZzQoHpVDkLcJEbhzAX91UO5RK+NSybbvFys3/96U6OlmC2hbXzdIQC95Tdg5fb7hTPCULHR
CmznJfyNqEdkq5GGqFTsSmKK9zULXmdJU/y5Aa43pwRPeTnNgdu39oOmiZeqwlM3zItWMpmT1o9I
p9Owx3Pctw5irE7/QbxPG+mdNF5UYISzc6C5A3wz5MxLzxr4ZLorUy/1LNxh8uv8GVFAJLQJPeTV
8Bw957F+lx7LE6MpGZEqSu1lLQhzOWFBvMXRZJ2jb/MLeLHP8crEIvgWPeZoPXbWBOF0m38BUVx2
ynFH25MJYoUviVHAtNF0jyEIdOsEcCTT8OdiAY6BIPE5qM8P8KQbAejV7+UdVMdo2Mv387X7KLk5
IRvc6IghQBwxA3xR2X0VF2FO98w/ZTKLQ/7VbOR7zGgMCXPc4AhvzHP8TmAO4uXK4UUzcgb8xtIJ
71SXeKycm3GHI0TV/cj4QAwD3rYCNPqovNwBsPLiW+jw5gabMUKLR4lOqUTqyS5ZQFP2efoIb8ke
8lPABR7+WIgEGaPXz4rTWbY1H8xP46I+SK/aMXigH89ar8WOpcHe3QTRmTUDhxX1Jfk+XYPPEW/4
dwEDu9uFZyU+6Bj4+63goG1SSPp67UpMsZCTn4HPzhVF96Z8ZjvAAT8znWBqdM5OyTuOS5KqAk/R
CabCUYAjFr0Fxl4AD720qWNGWFvkcYCixC0rMY4bSOKduzNqi934HhKVfP/D6fxuQip/nvB52zUn
w71e7x3rQcp2v+Dab1mRkGX8l4KI6jIuuvbvf1VteO6sC5f7D59//yvCE9mQWU4Ylo00VTGMP2WF
V/UokkxTMGrKx0pCsuKlX9Kp3Kfv/TG8h3KaoVvw5eCWmOcp39FWtM72zfzBFsK6Fo1etrBdJtNV
/CZg2XSQsoWTmoS7yD4ExS3MTlHBUHU1aSc5KjN21g07FcnfM0QTlIFP8xd0Pz/38xcoHDd4QPfV
03CX3OePFSFLW6x/bvMjOUKsfc7edAwuOwK0jpz70WHKbLAY6/fabmIisbPuOJihNdgjm8FOjXwa
376GsWnaqYTIuOwdWzBvKEtnHXdU92TdgGEe6WafzcFzev9HM3yaj/kZHG/0hTEBQ4P1hQOKADrz
RJXmAkx7Sd4RQ8qf9K2Rv4oHBguPNT86VhtYxTzCXg2vQULWj5TsgGE2OBt3bLId48d7xGb1dyQW
9qX0Lxgl8OrSG874/o5Iol6smEX2PntHq+9Ld9oTFEzf8cIf87uJsVvbxY/ZwmlUn23Ni8/9Qd5H
O/2CL5Tgo2qLfcrDet/dgQFE8Jx/LyGL4HpB2eQhd8YcyX5q4QZ4T7xtfCgMcK0b9rDpuiAAHjV5
+wMwWWx5rA7cbhu7e2CWwD6ZYEcYCE/9Yrw44VMAp+4p9wwrlYiVzpkWOXTxhd7AZouM7zK5rDKI
Md1DZDjwEUNfu1XI5TjU+/GNEpy3yoRqZxzrl+nkvFBX7li5+azN9xKOIXcBLVxejFeUhChEvWOy
s71/s+XL/2rDN1VZ0U3LdBxV5/GPt/sYzdjf/6r8ByD7FkWXKi6qPVzwLEXucoxh8/pmOc/qojDd
xNC6XrHNoGzCaPQNR1K7EL8XrfK/eTMEIfy3vVDRdRTPsk72wZ/3QiMhy71xBnGJVXqF/N/Jh6jw
Jr4iEG04bDh/uPjsSDanrgqvVXcNGeBis/yGfyS+rm/nPz/G/wVY8PfDQvuP/+L2R1ktK/uo+9PN
fzyWOf/91/KaP57zz6/4x0380ZRt+dX9P5+1+1Fe3vIf7Z+f9E9/mX/993fnvnVv/3TDW5Mq7vof
zXT/oyVgbn0XfI7lmf/TB//y43+Sd0FziLSJ//z1H/j9hcsn+Ptft29Z/FU2Rfz2a+bFb6/6I/JC
/xvLIcUip0InpkK3/vpH5IWq/03naEuuhanQRLbsn6EX6t9khbGco8iqZWsqyRZ/+T30QlP/Zmga
wQK2bNsaqRjK/0/ohcrn+acNjbdFgcyEytJkTVd1gjd+3eo7FNsVqYfjpRCa4ykMzKtu1M+DXI07
lo8D9L0R5YDOgqyODY7VDbgWpYurHT1AwIdsNbmcfZD7dB5GB4ywVlxiE1thRFNDLa450brHQJ9e
iWHH6NxkuDwcfc+I/puw7fFaJNN4dTrb9H/5IX7fYn89kRnL7vrreWz5vmVHtSyLcS2pCMse9svu
rBdTlTpRP1xCVct3AuiY2ukfs94Y+6gLi3NpWaQJ0HPbFQ3IqJ7FHBXkqIBF0X900aJmGIdraVbj
japkxV7roZ/Y6kAyblp5smj6WytmvODoIkUiyRy4sYPsJrCDzyEV8V4ei/vS6pVHiwn5VlEhSAVJ
NZxiu+h21MVfHd3NU2PanFT0zpNo9B2QeCcnRujJKe1YbIxWa5E2nCJFGhGtaBFad0myaZcM2jfC
CBGVWzoDDw/TQngosD89mMRI7QsdsHlI8vS/+U5NttX/9p1ycLQd1WHIYavLIfTX7zS2Itt0pu4S
zkh8B3QjQBD0no61FT4OaHyNakbkNOu82RgvYlElrzTxPm09bHexU6snano/C1L5OpBytO/KricA
GCHi/ybsvJYkZbIu+0SYAY68zczQKnVW5Q1W6kNLRzg8/b+c6pmq6R7r/wbLkBlBgON+zt5rt5ix
Vee+ZF6RP1tgM9jR9ltIuRUIu/slLnr4sAWiyLEZq1OsqJKjbGYSDEKmSs3pNa+5uCde9qKKpPJY
nMZwfhLEvj6q2KujrGTXulH3wElHvaYOituIlsUcxh6opzYzzDZrZOGzL8PlMUi88n2O3YfRxwfa
u00CTr2+zaRF+AS8MoVeeuxr7nOeIg7Okr58t/tr6w7tWYjiJS296fhnM4apIvGeC/F/P8Z19M2/
/R6+I6h4277HOSz+/ZLlz0Y8GWSWXyv3ex4v9SlAEsSuy4x9l0C0ySI7PY2O613UiG0gBwHpRRWd
2uTUtx1whcqFZezA1enJakiMXQhhtG3N9//+OfWU8e9T0bd8nyWpCG3GGDb6sPrrsHFNFTuNjCt0
+IY8ZrkLdbp0oVFOpEbNXvi//DubcfM//l9o2milAs8K/eDfTv2G439pO8IBaaBZyc2wfhEgC9bB
sCHhdhYi5T7HPCaW8KXlhALEA2c6HOoTMnGKqo757D+LOYzfe2GWB3MSDGf+d7SNQIhJR6sTBOdI
OZpdHZFxIcPZp0rLIqmxCUOTZuRd/pf99++zAfaebdquTXCS5+mryf+7A31fpElclenVdcSnXyTJ
yU84+HEJ4XJIcA/HXm5ufB+3qBwb4ywYiU7dAg6Kwt5zmtr4Vcxk02P7uxNM2ifZWI/rJnfCX1bV
+weRcgrO1gJJ3Fzik1rQfMuk29oDkIQRbT2GzgWJywD1I2onfJ5deZ+Wo0U5S1hHM22drez84mqS
P4TcLPM/QuTo99TBZlywVysbfGoIRUAbDjU5hUWGALBJcYOKPnJzdTEmiC99aG4qy8Y347NGNeTw
Ty/N5Gp00MAjC/fSgHbzHAQRyuI5X6gPFlDpayQJjYOG87/vd/c/D6TA15dH4TEd5EKiz7+/DlyE
LG7lupGhY1n6SOFLNtzpKXC7L4gqGXjxzAGYC4BwJfPP3AqyXzQpHuysnr61OVzHDhXKLTEysmdI
TdyB6I2eM0LbQVbwXHhsShjzT5pWVycXB2V72WdWBxif8fzc8mSekXPD8evcgpGo8kgzsSIf2ya5
MAGdz06Gm3lcWIK08yOOqOm86GYVceTGge7vy0QRCLhO6+yTJSBclNy8veGa7bZC6bxPK1TLRoUg
dUnbjeNVxTWmJUfW6dcxV82tEE337vhP9CvUB0GL/QUozn/fwXbo/8ehTY2bEYEJd2g5XFX0cvSv
Xex1QWp2SS8ufRkRL2IV+ByDwTqZUpl0HFJrVxC4uV8fWDcqiCKDfGae01FIbbd/XmPRIGmWpvvr
rr+e4voZAt71zf+82yhZeo0+UPvf77s+HBUZ/+KvZy4ejXhqUlAePepf68vBCZUHA7PeXy9cH/j9
L9cPmJQmqzXHef99n1g/wZ9/jpacHyPyB/MgE3hr/7/v9OfZ/3pfVk0xVrvfn0G/Yv3rrw+rd+Hv
z7Q+8vufDk15y/BVduOwc/vAPNX6aesTImLDQOjq2+sj62Zed//6p8Mpm7fXhGv8zhq1pkAizBPR
KbXscE9xspaQwy2GvjFEVp9Ri932I8W1iXns++gu/yxFT6m/f5vRvIy1Yx2GXJwzZ/nHVL33MM7p
K3H23wrVo2PK1XcsA+5Dpvs4k08qg1KngW7XWzRAy5KwvwvpxTsEbh+or2H5u8ulGkxyXi1EelV5
4oIPPs4Cl5hVOpY4EndJhLWk6cGgxRDcaZvaV9ue6vtZPU1II+9jKtEprsVeNwynCPbx0ke6aoVs
LnCI8olg1QamepkqhtFh5D3w/MJqz34xO8PgSGo7JGySpFjwT7b3IQP76qU/22y8jrmfXVIBEinW
ubFe92iN9o28wnmTZxNi174Cmun1M6AFY1dyGpBjFKQ7W9TPiRi4IJFDxun76RSED3UAceYGWSLm
JVdIZ9c6KOUyEk/GOgz5VIhZSy8A0INGPM+bc523MJ5SfO2hY31ZFJ78QBxz4V9jnG8nozeR49Tz
JnDDYd95aDmrzj67LYWnos6/5HijEoSV91ahftI+f7EdcCu1Zz9ncXcJ2z4g+KB8XmKHHYxBqQ1l
sqMAblTRK21Y4ptViuSN7vBAaJNCdV9UOVEyBZzEuhU34XzmUMujuhG7fqaJl6CWCCQMIcOrdkHs
IQIwGRmReBZzeujwFbXeqUtgJnDFPtG1pzqdgPLNgg5UhF6Y+/x6mfqRtsVz6VfGxaYurpWl+8ZH
3mkZpvZ6yAdDcYChXJ7uox6dM4iIanQPKomxjCGhQU2ztzKXy3vSnvEt7Lx5jA5Di4Yd1RB7ul9Q
e6jMvrNlEsMHyZjdgIezc//NwoRD/xQTk7YcFaqD34hK0V8olQbCJHR9tA+dD4m6nChhLrb6x5/y
Y6HeHTf76dV4CVUHcNbJnqu4xszv+liztRphAq/QTsMms8fvwk/OhQHzzkife93AG1ESVG3+MsKr
1EmjqQM5xZpmbD7FPqIE1Rfuu8qS9jY1WKWSAemzHB87pH4PPSu9xaxfEtHQ7Ks9kic6jEqujWEy
S6l8SGu6IAzdjq0TH0NIW2NWvYqxAcZHVUTWeGwG0wFDnxa0EhWVJCxk2X22FD8XB/ur3eAiBsG5
NJDGmwrdYmuN16HEQu5M5jkGCdV0lDPN2bu6NsJRzw+R0CegJvMgPk7WvK0y//toxDcGrOIYyPx9
HoyclV2DY5DMrjki18rNzWMZ29qCRp0m9eInp44Up1a2SaJvpWdQd2SysY1VgHjc7QE0ozDG3nQd
X3H938SUbEwGRBQ7VYS/CD2UDNAFuSq7DrqzUQ5Oh45EvrYj60Frsc4GDqQ75XMqq6oBz2g5eNfq
NyZb2ywL3yYP7wjBvmfaj+Wht9uvHEMtLdkg2KPAp75b0qJvJx0l37qYptl/yh2JtWkA4Ds1xBtU
+Cb+3nPgobX2i9LCkeC82MxQIfJW1X404TDaRou2Ogx+TbJFlunKiogQ/8Ry6LtblPe13tOp62Fs
DKBppLA1Zi/+GH3gbiOQ7GZBueQsOzfNMDgE0PBiCtOzKh6yGgG9Oc/Oya0YJwtWRUvmZE8FRb4R
GcujxEubdeiluwzRfy5A1HgNgPcI/l7Uh+F2GeWd6slAGvr8Mx9xcbEjpQfjrOg/EoL/VA7drfMd
IgFV3mHU7q+z+1i3hn0A7CDvssaTm2lRFhiWp37BjSJmFo19GZ46HYUewj6cTZiYyJjEDsX2nd+2
4ERu0wjJmaxCP+xJxsUrFzMe3icdOlx0iLStu/KlimjMRz2mFdZF+6iIqp3lfg7heLYHbb6vxCth
7Gc/4hdGHXEIxgQTdxQSq5MuL3ZL5pvqFQF+NdFTo/jGCTaSJQabgoET6DG0m9ym58asesnxhzUT
aH+Vx7sSTD15JIBBOzxvdMEz9kHzDkvjGdDY8rUiZoPGX4oNKINmILwvXauuCUNnU4LQjzRkxW+2
raZSDKUbQLYr8u2UQ7xxUkTZ1DNRECuw69QcNmYaHiZiTx8GIV4so0go4FC8b2wjeZjr/nUwBO0I
i8Cw0mj9bdiHpz5q3B2FiUc/Uy+4WPZ1nVwI9/6Ft+iXNaDltka1d5eF/qGlvpiVpUHuJuedg1ok
bRL3LlPDBTkdnY+JsnJMOGPvVh9e1zBIc5DfjS7YFVw9MnHbQ1KeZdhtGWDSRjg/JvJ7Z53/i/6S
YrxJuO+oY34rWZv36zPWzXqT1m18Mz0igiMdFry+TL/eYsf8CGL+N3nhxnOvwG80I4HD9HuzV6Kv
/1nfQ07zBVnt8NFyPd06OrJ40uHFs44xXvR7VMHTqAOOPR11XLuEHisCac6AQKIHoSORR7KR1/fy
dVyyr4OTbR2hzFKs3A06VjnTUZQLScu+Tme2dfayDmE2dBxzoIOZKbtMF0OHNYcmsc1E2W/Xp7Lr
aS3ocOdMxzxPksDnREc/d9pP8/vdxkum46Ftn6DoQkdGmzo8OtAx0pYOlI5Ilnb1/zUHsl906PQ8
4FlTOoh6wvx8iXMuGY2OqV5wOE8WQeFKR1jPOsyaKc9JsWrezDroGk+X9WTq8Ov1aabzIRxisWcd
kC3w095mHZrtSuKzJ7NL330StddnumRsZzpse1hjt3UAd7lGcWM7JZjbConorsjqrltCuwMd3216
BHmHHZHetg739nvPeHJaG5yJ/i6apNDpMHClY8G7hYDwQUeFezo0nAzvnhV88LruIItkcS5X7Ueh
w8Y5D6ZTqwPIXQSYD7UOJa9xWq9PbXRguaOjyxsdYu7pOPNKB5sXgojz9Skhs90gIf7c0EHoAb64
a6jD0Q0dk96ugekkp69PjYeYvoguG7TEq3eNW59KHbneCcLXSx3D3pPH/ntHBoZ2/RLWbunY9kAH
uFs6yj2qMYCv7zaR897owPdBR7+7Eq7qoOPgpdnS9dER8Qn+gh8TFOY1PF7HyLc6UL7W0fI21cHf
T6iMU6fj5zMdRG/oSPrRIJx+5jPeRzqwPiSSpJssBGT4Ohwdaj87k7iMOuh+/RfwAkcOONMDhloE
/XKJEA1cpsErH9ps9r/DGfj9UUDsMPD74SVA8nqxGlSqZQ1815eiIG9kvz6LKZ973/O/rrUyxHl9
ghlmwbfZeF4/D3IFMJxzal7zwunPqHfEw7Qs8ts4UvfT37lMFkjTdRhdUVllZ7P1Q+Ix3ODT58da
n0EdgmC7oGxvDJ4AHGYbwSWwgk+pUL/pb+2GExqDFOBCwXL61IfAvhNGvK8JR+X6HrKLCU4RVfIY
B1jSSj006cX9Vy+teSqfY+n5eewwko95LAKkIOSgzU6RfK3mYbv+lwi5J1gwb58ikWVt0C7HMa3C
DQfT/CVTzm59n95wCZz1vfzJnbv2iJ4Gj4xnZF9Qdh/W98EKQk8/69STtI34OAcLCFMYNx9MD47r
M/IYw0TKKfG0tI1zsEtTkUWIm8/26/faiu9dtahvaZCHD645p6fWre1ntzV/QE5R3zh5TOoBXnQL
Emb7ZkJJw9cvMO3iTF3SfStsEe1Nj4UN1JDp08LIr18INENteuoaR67nxUaYCVLUoHpbH2xqIiHT
ufGukxv0V9W4RKHqd0UF9DxN5vCaddJDxVIgTMvT+RvJPjZj4bdedSVChKQ+hJAa3mwKfOvHN70e
79Rcigt2bnWzIAwhYOINRzzaPTKzl0EKcUxr8CPr/VWiMyd7hBtzzeykyvr9pMAXLD6UHP35awHh
ZYpn65z1qXh0aZf9fkf0//DK/TWLxCMlcGasXt/Si8IHG6sc0ofe2lVGt+zM0CPUL3Ue1rccFd3C
APHayTC76KmfkSOHHos0A7viY1OBPWllaz02MhUAKCbjfv3uCkg7ZZ7lva5c1meW8reZCpevDfHG
wF4WiGjMfzwHRblqOvuYZoAbhsD4+vtT2RxoUYqC0sTScAkM+gLrA0h8r3nsV2/j4hGLG6KattWQ
Y/TDdsgOGJYJrLpM3UNS1MD4QWScU7t+/r135FCB6G8kY3nkX91Eoj/R+7uzhreJwuiLb03FUYli
+v0DFsbJ5kL/GcTtsBWi4pCB9fAWdCnLU35gMAhkHupDbIin6LYedjPW+08725l28kONXLpRC6tj
6NjdRjAl6KPAv6sbIlv7oWgOXeZ9GlbW7IF/tZc6oRdqVYJwP6f2L03uESTtz0TLjCNX1eE5NF1C
MXzCEiYQRzB6YKqaOmY6hN/OzC+4ZT3o9b5zLjXZsmbQoH9jBcsl5rs358ajnTpgiSfPJax3ch5C
BY+M9sunHzS0ZyxQVLSSoe4H4SHNcFOVUSug1QX7rmINmEJ1u/hCp6E5A5TKlMbbYo+oOZxPyhj7
Igvc98FO4nvbHiExeL29TXzOUUzOapOMiOqWPm9PUes3vzdxaYO9pJ6kfzRSGYMUz9EfY9IwQktW
5J4HWtD45/5/f94fl5LQUsPfNwcngTuynNaXrW+w3v+Xr+nPnQzj4T2mNAebcUZHXzoI1/IRY7rT
gCc3YIwsgZwvvFd9rzx05WNevVc++VppygoIN/ayq4P+PU2+lHS4mBCX2NC8sTnKwQFApzf5YDLX
bUbm/CACSOSVkNp7jCFo6B7cYEHEwC7C1frN71EpGSCFjnUH/Xxx6mYzDgW6r0Blm2AkPXfwfj9h
1OLHvO77Y6k361/5yaQ4tRfKfskLHBoykcfe/FWvuYJr4uC6mUOc39iloShMQD2gqSZDSRRLO35J
ZVyfiIRCAg320pfTxnHbW+mLsx93crfuHs4ySaQd2ok6RzHjGSwYsnYEbMKXozraHPHolWbDyDHV
y7F3vueQ804GK5Vt5adv1ggQUMr+1cwQYsicF/RTx77CS4I+srfOqVUb2/W+9dFKMkX3BBr5YYag
C28UKSagx4pgU1biDebk9YMlIgsf6kZT1IuSn3DJjJgfbcd07FXm3C2k8ZiU+Itre7w64NLKgaWl
D1ndqkp5DIJBHhtwVsc65sJbVyZyDm8ALZQn4N+EJKJFHx+/393tkFyut8uUHM9MEVmGZO5gRdle
0jLcL9YAl5ShihYLnKOFrvWDB0DoIUtJ7nUX37j3RuR8Y989Ac4aSDilkZoNwLpt6Z89WD/Qn3Of
eLOOdKixQca0dNN76qRbH3Prvo7D8Mhi0endFDta1h2t0OyO3agoQo5ECSHChjGne3tNA1nfysDG
WloyaKjoB2K/nxBlSkCAXU57TVydsWpATHu3YmkhBKvpfdQnp+liKpRac7r+1a2+xU5T7vrEAeme
e8u+6sT7kobeJSrOXjD4j0YNJnixUThVWRMcBl56kRO2PrKTiVdtDdbp2pKd+USYpxZi/Mjv9uhk
JyJIbe/eHvN551pjuEGaOcAoJK4iXsb33h2QimeiOFXSaZ6XuYVcMcfexfVqyAUC8dY8JLhlUXtu
ozoSx3GwkM8psgRm3PCpilgac2mAuoKMCzVBdQsGd1u1FIhjctfMBjmbOb/GzhQ95jWofFEU9cY1
i+XZwLJyx/9pjt1AzTaHD3O0ZjocmdsuqLksa9+UhX1MnPAy942PxSdiOFlluUOLd02K/JRpbey6
KZV4DKVJikdtnwM9gCUZw92fTW6AdJzqsOPrGD/iPH0zQwxiTMCio1EP714CdjBXNBsoiPio8I+m
wSnvj59ukFvbWdmPibDboy8J0igDBJqChc6mZebPeQ3Qd0pydpBtdTssd+eyn+3jn03toRHAwqug
HNffo6SE71FjJk88slH1l5i06FiN4JlQ2yeQW7LhuG4oOQ3HFPsxGJ2D5AQ99n12S6vC3Ra2wrGg
76r+719jmKHDgKiw4CGmqqhmMhIsTsNUbyC7kXfhqy9xTk+cas1jaYHikk7cADWJYJdhEIRsvR7n
RCR2jIYGnKmja+C6ihfCRoJ8PrkQYPOsDsE6g2Hztei5LZDAr5v1pomGBcaofsTUUW/1VB8m/U3W
TSkM9yHCfkGxC1vJojd43ogQr1ALWiYWr2qpr/VovoYdA2ES8RHWTQA87fdf8J3+9RdvJkjoo5ef
Zz0CX8+ajutfjor+vrk+YDY+wHAPc0GLunfdiBBudt6Wb7FjZ9vECoGy6w0OWHmMmLH9vrneF+RE
OGVJ7NwbreyOkRjxdWalJErIR5EtvDfoWAstUGjEgX5pbjOUJGKBHV+2gNgcXx2WkZWk1TQnKwyK
5k6VcflA143SaMDYbpsTZWhaoDZw+vrdGRcKNY75FPVQ8kpsm6fJIlejnxkvYt2DNXr8mkWnG6Xs
q3XjMVu/q02SENYdMZR5SBE/pEqpj4r1m4BjKHYRy3U8R5UIhq1K82/mAKnfJQe+nWE0DHqcWoet
gbPzoaZmSCMkeqS8BrB7EcUmTiZ1xG2rjghdIroBEyjiJTSPWVbGhxw1GkskBu3S51QjOpcEy/V2
SMBpHA3FwZ6y6sGkqgbmWNyXbdgch67aFAKmLbUCDvbBxjpb+HG1TaIB6DVa/FmfK+twsP71b/fF
Hgdi2Ld0XDkuYKiGmwa1wSVbymxTJNAocnCgZ3qFwF5xsRNeFUD3MIFB+qXZ091lMWbXzmte5e3W
VFlwUzBbB5a53+jBlLiQUdeHeJr5NSLIxK1xbulJX3BBDpSAY+4X8d7zl/wsUPEcI0LCUpW0n2Fp
X1JarK+l26lTMAqiYl4SN1TPlVzCa4XGoBbGeMxCGoIiobfk0BIni9Ii1iWN59vUNjOBD0YFbAGf
CpgWj9wqGzASqoSEWqztni0dz5x7yWM55eQS1HYJBLqMKSlnermCPwvFy/RkU+ElrQrb6VhM05Pv
uiyjLDPaJ968tRcDrS6RIbPniccIPx4qaVo3HYBsn+LLFyt0elA5erTOsEG7+ZifLXRiKJjJLPHs
Ij/7DUzoIQnsh7GMw9dizH52sF0u6y1q8UwBawaVIgvzexm6zoeqnPvZ8K3PwTG8jXAs1Bd2mX4o
p92s9/vNSBfBTvBaiLx778oOKWrmPodT/bWbY6yFuaCm1Pbe3oYhfGcv7mtjuh0Qf886NCnBTUNc
yY/aWtwHFVc0hfSjAfDl1gUpIBpi5WQZAwwqYKcdzJp5tD/O3YfvRUem8+H31oF/5AkYeyWqfdPs
E0o527Sc1HN/zb1M3taNkHh+bKawh6zFbIb1wvrWGx3igdJ9jYdoYGHAxEO6Bc5d2u2sPd7b3gje
BcbQfTXlFxopw8aoE/sx1n/NKdatJFX1vnOQ/dOqz4+YleenpOiMe9v1CLlaYIqj/erZ1bLF05vh
/MXQ/mA1hDD5CyNQMczdAYu7vZdV8avsBpOkraZ5D8ec3kYqKbY5C4GTAtFZEDgjoQOwcE2uld/H
+CXMx33cCPMdftdRqpwkHS9uX31QS4dKaYup+0I92bxiXnf5EOSrZZan0MjJBdmf6i9JUaiNlxfk
AgGjw2HVy6euLYeTsurol8gB5kqJlGhjyeEwdW3z3tHgIOG7uDlLhuhLiasHv53OlI6qE/0rKV6F
j3EffG126NQgb3AJX4ABlISM9cAj9JmeeoGAkY4pnFbXzGv41bjUVc9FVQwXYXeX9ZblI9rDfkfn
xoeeL7DFCjict72hCucD0OSuW+ry+xRSZwM4G1+BNn5tVTOfaYtS+3ZhPPmBaz+hr7eflnE5I+QN
8TY40FhZ9d3bLQdZmBX9I9qn+wFpxZ3VddNDGnkkBOCVPowJ3bYI5nlUIxbBnFUCq2LuGY2V+IJ7
Cz6kQrKt4TYBfE8jwqjdVcNXdFfeg5LSPUZhXL+GIWULrw0+Y11KoFTZnGkQwcbH5bptMPPS+phn
0k28TbAky1fIMSiiCsI24gC7cmPWcms4MyyDkkSUoV3SHypOH4LG934ZUFnzrTFO8Y7pWXCsmx7O
FgUuBJCAsgOs8dNghk/DTDqRqz6sMBZvLf5hGohcCOzEtN/cqP3XzfVROpw0SV2mijUg2hdPMTir
2fniCImLPYqRrOibbae+jJ2F4s6e/pGuuWA0hYI/hsVtRgxwwpPKBNehAux6wJOoWoLdJrL9u0jJ
jtLlXdP7EZa075F4JK9ORCOALsm8j83Af14sPLUwENs7RyzTa7Vz3dj5x+zH7zXN5I+qmsGKGqq8
FTGzpDSsNPkypY8z59mXKe22aBOzNydVX828xuKi8uCbLYOnNrDbXzi7aM1AsNRJXBR/4A5KXDFu
Az0OcRslUjePIDLF8jj7nvcaLVhNMmYEO8NfbFiehrURapxuaWF9LdJ4OTiL7C8O6EXLy5p3yOl+
mTlvowdvqeScr4TT31IDt6Yx403jIIJE42LB6cwcUpoceryJnntqxv6lbotXqxXEgIjls7BryK+B
zbpG9umzNKT10A2jQTBoM37wmi9550DdbjkxOlrF9y0muPu5p741Q5TnHHWCjwWE9R2e4lwK74ug
w19WB9Wa1k20clfECdZiBzYZrI69oJS0p8yU3rve5OyrsTL19bXeGHj5NolNXUZEhbzRFWbBOBIu
7eR4eOvK9l+62SGkB7IQzkOCaxy39o99PsQHqkfLThTuJcvN5CtmREjlhfE9sQx6dBmmNRHPOurA
6H5I9dNREz3YSTQXgYX/vupG6yqz4V0ZQASDunTP2SA/u87qXmAeaQgs9U0v6NxvwVcFmG0ne9d6
nSy7OIV9aT1XXDzvGE1BaHWVeANT+S2D02wkNR5iz7M3wKNjaNwEQMoMO4VcKMwFddsfRlcAle1C
Vmd9AJzDAAdnm/F8RipDXSGt/R3dr/riDBBAXce4ZIi0N/SLm+emE90W1qp9/69fsMeRJWL7FX4U
2XZhLr/JNNuiRjZ27pQUh6DWe8UUL22eioOZF82piejjWpZ8EKOrnpNFkTPVj7v1luuN2iOWyQvQ
SiQgC1ACmlsPrp+Kn/kC49XF5FTy629imRKUIf1vE5JYks2YiuEySdpr39PIaNvlTSqEFxaRkF/D
8a1KsvnsTcGMoFIaF0Bi5WmepZYSmSdZLv9n09U7sEi/6GQ8TlmEsNAQTC3SRZ3g2Z6LxMreUmP2
T4ZGZifwom5zPoQ3zkoSHnoLQD6arV/KJfUyS6CQ0qbKXory0HUyOHaz5x9j03iRIuYoxLLN1dxe
rmAoL5XLUkxCkrsnaCHZ5lDxtnYC1nFdTMty6E9RgbNnkuFLYUEPHFOMaiWyB+WF8soQ5dfBtZh0
YJD+huifiNPUZqh2Aqz4VprzcKF4EVxlD5jWaEf3vUuSXRliElSRBXF+choItRIHXMVre7cNj7zd
W25OHymLqndbxTCkJvKQorb5qjuP39KkrR6cbPI2s5yZocHS3fJtiovTTGT7UV84GtPc79ym+kGF
99YXqf005XGwzSmPPTQyM3dDQCisO3lQCD15rJxWvnsmtfQY+mqpT5NRVvWdnbbqCXTod7MpPb2E
n56Q2Jcnh6n9fZRYkDoghPYjBd5cRG+xUKiL0LH+iPSM0lB7HK1AHEiOqYMnIbATduM4gnAjoBxG
EhmBOfnts5U+LqPu30fGg2nD/jUiPE2yTrnURVSUFtAkgvEPyEuenV0pXhyfLouXGsvNNtLiYUKE
vY9DFRHuEN/Twpffyokm0NCV/1Cjoatm+eV5CpgtASJ+boMG0KeT1SRbEgNeCQbsxXOLk1OSfDOI
2D8YZkE+ckC6SzQNyMUWY1rw6yixd4hdafy6+HArkxIL9fqqJ42HYm743eRiYSZx+dL42a3zpfng
jB48M1v0u8ZPxtNcp/GptAB8Q1jobvZAL8sbv5Z1G9O8LYuT8q2dDHuuYfDj3dif+MARqm8yyKxG
XtJMbAoTxwkY2LF6tDN3uOcj0H+yWArxtflQ4i3uF8CuVfwE89ba8NFJxI0Yvso2M585gTt1l/d0
Rkm3BqHZnVepeFkl3cZIZf7gLaPFuJJEu6Qxxx3XD2RRg92dRNsTLJByla+7+RAjwAczZwIRD+1i
Y5IfcJ/zyKkLVHdirXw1PDRZUT+9KeiabT6IA3OTCvgwhMQlS8SJaRZXN/k16VvIzwPIWDM3LoCR
8muQQ3kxYOpfqHzBXCnM5Az5ZQftXp6sNDpYZmk8RvFi3amRU7mgGvbREQSWVcN7H5MfmZbXPhDF
1WgX69C7yeN6V5lbyGlL+x666Xxt7Pw1Tk3/dTR78ANW+DGmnfeUth+AjRWlk+csJdbL8Fp7N6pa
bhqHREAAMiff2sP35ISBlDCKrtrFBlOd0t3ZtCs+BekWd1ntfroA25+zhtFelqX33SRcCPty/JLP
xFiJHhtNnH6iiQy3LXCafR/36qNHl5RVKrwvSwdQkeGQXOlywNL+2AdhDOu9dmNKf6VoUbtUL+wN
ilJdn5xQwtzF8/d+0Mtd8aliC1efiqL9tITqmKb5eR6Z59QdwZrMZbpvPbLi0SRBw819+zQkasH4
wZ7I5kF9YDwhzw89BQ0mX30wZ0FIGXXPgyPIRYvzJ9YQ1cNUdSFJ8V63dylg6NpBfFk3qRK8L7TE
hxB+duf0/uu6ySntzjZZGWmpPqYSMVSbxdkuFeQ+xV6IBccwCSsYCIyLuBw7FQoYC1TovugTE+rA
RFxdKZtPKlWPvYi+GC5kFV+OTK0YCrKB5WswBMW1+rRnhrtsiFPkVAEJjLRzEKQUOIuLsdjNJek9
Bm2f136hUROyEhiB7HCVsq4RpBUq9oBbRVq+GmFen0yqtVmMdBum4K8wN+ZjCjr9Pmi65mQbAMfS
2ERDPjni0CPaq3rLusxSo+sKv2VuYhDxyeqUY5J1m5qKp8Fz+ks2hufYUwlLyhqRWUnD2UDU4vto
s/umLY/QO+FLcaLlozg6ecrsOqBHRREzfA4kmYNF/CmFH74PtU9iE9MRNKJ19L4ot9q+s8ivcLcU
1Q2ByWb07emc7CyzjnEVtvmbm6QPo2VOlxZMJwk70rp1seMf2qD6YnWJdUPHcsJw1x7E4FVvfmUd
K9VmNGQwf6Yz9PQoyFLiVY49QY+BHb220zy92pB87S7/SR+LzDc3liRKGyX9vTB6UBHQ6RJUMmaf
rL34E41XU04CbdZAC8LsSeKVfrrPoabfMXgU+74POyYYbLz/Ye9MuttG0iz6X3qPPIEhMCx6Q4Kz
JoqSLHmDI9sS5nkIAL++L5hZWU53dVXXvjY8smWLFAECEe977z7otKvOHE8kg/IbEK/JnjUQruiF
s5iXkvGwEvIp6ghNFlb+7pGSXmqoYqcJL1AbM5rh0vKtqEIGOI78MBmz24VH9aZJQaeS3q4u3OSY
y1K/RaYStzmjllvseN1RNdpNV9SbAlnqzRkw1oL3jU9lGHzp0IT3TPCQ+9i+ozk/xA0xptrMn4LO
6M8miBSZ0wBksA7NRSPee40+nExjZtzrAnMbU9ODhG+AHTs3X4Rrxtt40pD/U2m8GDZ2gXFysovK
AR6VbvsjnrNnp8KmM/TxzPYVDilDbRDsikmyEdy0+uBeQOfcRjArEa3gMQJTB/c77SGUk4VB9GD1
Bjt7a6Dq3I+DCNkTtF/strTur38VRa27Kcqh2suqRDPkrpnFIthwWyUZW1HQPGCzvJkM+d1C0lqX
vfYlB5BzDPpaPcRWOD7osgI0QwSQyU2PiYhpciJdfP+jyF7Y8d0RVaqhdffpnnkMpAGMl/vENkyU
j9C+SYz63sEC0blGeKuIaz126BkkGrVnp++2c0sBONE0kMSaCaKpj08YnKtHW/JhKrTSp+FEIm3R
bK9NiJMFoure1SNvR7bR8LWsfDbmjA/fnD/AaAEfZnlcY1392Y7jeh+GgGeUXuJlmCpowVS7e00c
bMpgDm8zy/vjIfZAwaTFnOdcp6r3HLzW6fqg0clFB1Y1ILl4mY8dGxmhrC+Y/fWz05fpXsTkyquQ
phA65eIaAwQs33l0rfOUMDtoOpLkPNQ0mGgWDiSntv2Oqaqv6yfKl9I3HUYpvG8dvts0/4EKSWsz
wcWpgUqy6TQ086TYM4vWN5kL5rkZK+M+bkBzkvbr9oOGbDgpTRHwB8/UoKQS4CncY6Eid6vH9aW3
HfeEpO2evJDWgDah3VqzwaXNaVvexFoxX9rkyVquuyF1CbshV80T1hA28m1nAEppf+Q2NhNrima/
gphxlBlmDdtt8z0u9SPcDVwwxXsb5OHtNFzNoFN/r2I+mIF4Noe+uw3A22zS2tAOmh4+TrPm3I1l
bz9NHZ/3mKDY7/vqIYJqx0QajRoPXNd89ephfqN/jTMYQvn2+kcMIjc2sCJtRCJYibKI4Dfq1n1l
TjX20tlaF7J6NdvOfFDqh1J6/zC3IVGGEjdQjwR7y15ym+qAR1hzZuxOYfS5uEukFQVfEmsctqkS
4mDE/QMfNCb5BnSNoMcvajeBAxyUUzUqK7BKYDMVvSWbYFgG2HFgncbrw3iH6lMfO0arVNtj59nj
tz3aqSHuchV3fqOKl9ygggKjsflm1/M+n02b5m2CA2V5KEvT/mGB3l6NfTJS8lRTdVF6exUL7LZl
mjwzDvTu4sVO7prNUTasrV3Lsx4L0BZVg6aXmhFNcQxTQYc4QYIX0qxoh4L6AoCq+EHdFVueuL3L
EmXRrxzRlo2gcnQosjAtw3vEN00fVhpZ++sfMXsNvkM092F29ZuxKvCsDXCiUpfPiqmJW9zM5Qal
1F4PUyZuSzGI2wzyL6QUbom6GbaXsX/LNSN+NJy2vZQskbXQeCtsIZ5jm7ci1Io/vrr+HUQ9QNk5
lIhOwz5J6OpiZt4tMsrwNk9IXNVEaxy0aEjGDXC4sOSSoeNBIoxKHagTTl8RRi+masZLDBsIGZ06
acPGsNwrymhkSz1qkoEUnttBPltXABgs0Fd+JQZjcVK+9537DJfmHPNR30VyRl8U3UM/Ez9hzMK2
vQvoz5LR6H5bUrJG4uDQjsLskAk8T6LAvIMaFzxZLd5pIwJjE2XjnSkIm0VxuyQHygxATt8c4R4E
x3SbmZa6SbKhoJWlD94hqOGNr2za36SzLTv7h3JQfvU+w/liYMCqMwEeVZAxEXORvmFc/BIynDwV
Mz9CsRs/2B32hNLTwjPXT+z2KTE+IJLUdFSMCrJ6jC7XB+hfxG9mzzkaKoeY4gC7UpUT31wf4p4B
Rx2Z71cFN8JnqWth6Fd9/2FwiTzU4QPdZvo+1cZ+n6C/Mk8fKDewGTObmrYpmbRhr9ZJQcY1ZItZ
z3c4sWpIjzlD3aEbmGelGhs8C2G7c7qdSDT0J0uTOzBX7l4i+67ThjFeHXlsgZhM7t1vZNA8WiGc
ed3CGd0xDmjphYcYU0oEZd08yUUeri1lrK7JuP8QF56mCnDC+488LnxWhU38vfuZnWBKYRg/hQgX
psNfkAsvH01eFv/o//wBXHD03yzHND3bFAhoFPSROFQfbfff/6U55m8kaB0BJ1i3hS5tnqko2fD8
939ZEuACf+1acsHeGGAQ2rK/fsf4DagVY1hLsuoQEoDD33gQD7+HnH8nZfwdpPEzluCXKDS5eamT
RuAFWqZjQSb4a9zRxYs9Y0SUe3Yw3zF2rMz4POs4xBIWgr+fQ3+Bdvz8XOYvCIQl/cyMzLY81/Qw
Sosl3vpTtjLoh5oUWRjsp0ZPt4bbGytnGM01Um+8gdvciB9AFUnjbaCC3nJHf601yiDhOZAvy7/m
To43p4Rxi+OckjnlpyO+SCtFKHGL+JlqqacqY/XEhPAUZ9Lz4X8pv2+WztXUJbiH/pBITH6hu1dM
JjfaMJWbAfbrT2fAH2/yz7+o8wuX4PqLSht0EQ55sub2L+9qZDNVMlOXuADS3di5IHQSKligvbVL
mCul82ctY+M7bUmfWczQb2weRAx4vguKCtd+tw2DfDEif+ZWfpNlg/JdrN/cjOUmLQyqrm0isgYl
CEbZUmWY61/Snl29sUMKZMHumofBRu0mBoeMRZiVQccteyxzJZhkLYw3zRDl1nOSl9gG6ZjNsO9R
KHOavSMgO7iDcVvr8wrzFK/U4mV3A83zyhF0l6WIyU7YvU61jckgrPcRq88insQqLCL8Rl6yT1w4
Q55pUtHhxJ8Uz+2LSj0MLMtI7zFMIrk8zR81HnhW85+sElqWZvGl6rmOqhHcFvU7/mSlb2XNBi/w
hnd420uSMFP+vzhWv2Sqr8fK4f6uS1yWfEJ/OSlFY1Vmzk56H8EJpPw6eErM9KtHg/VAYQClpEVA
qxzx0dCC7jzQNYAAoXx0t33LkmEV9N0O88M+TE137aSR2DeOTRuIAdszxpkF/WEja/d1bG1I0BZA
WUx8+DWAxwXkRhvWLkCbUX7c6ax/GQTRaiOMP2Xi0X/BhgTLNQUKCfb/FRGvTaOUt5kt71sWYXEw
m/oVvsQN6QCXetul8Y6sQCTTU26w6VAouiUnnsOAIZ0GjHfp11YWD0E7tVt5LAd1mBjTwRO5I2F8
3xvdDW0XFEUdTcHarxvYYvIPqKjlKC79n3hKvLPQme4Hk87BT5J7zyMpamVPY5t+0ncLhVo+5h5n
zL84TlwbfmI2XA+TSyxbdxnzOvavqI/WMvt+cpS3j81K4QskgeKGctrq1NR3xqWz0td//oT6P/oQ
02JsSstlPOq5v5wYctDbvNJ5RnM0T5Vtsw6MobQuHwa76L9UMf3eGhv72O1f04kzOC45wk5ppJu+
cA9M4j7pkwoprBv6t3/+2v7ROcvW0uVssbjEmNw3fr6QGnpbFLmWwT42SB6U0c6JeGncydpVLh25
ZgoGjRyi27/9tJbQLROd1mTeZv2CWwFwCTRWae4+l9nnKN0nUXE9YGzz2dZ9sAnBzEI4f/rnT4o0
8b8PvTT4awcmkPm/71FJSK6bELO7R+sc1jEakBqbVaRIa6DzLrNn7LwD1djWc9A6T2lClXQ9GoQv
HPGp68y7B5IYHrclPnb5rZ2UpzrhIhMQYd3F/JhM93aTB3MF+A/bK+HQxpjRE8Qe98GCYEoNU/wF
Ks+5oOO7oEZ5PTkhqgdwzJrn3WTUUq4ymtmSSrHTEQ+2WUJis0HmpIxzPPaNCCynQpD6Lr+GE3hD
pwjztRkR02NYufDcsxXzu++deE6rVLH1UvdeUAcUcIwYXeul8xY4qeSVUTCWIri0CZdFLFSWa32i
QJ/0ABw86RmKFWiyRYXuV6TObYqTpuXCk43zjRVyMxDWsB4nDltVbzXbJRs34ho3s+nJHMrnXl/+
LbdW3JTTo9Nxz6FLF09G7D2hKvPCPN5cWZuv7N1Xab3cHSaHOVbNaMeggc+N0n0Dd7LscXIgRJeo
9vm/wswY1i+UBovPpdB1TkRoVKAa5C8ElwD7ch/NzcjwxBgYlBKtH+6JH8w7LWhLlMcz6fhpFelM
UM0AciIG91mRNc/q8DCNlucPm4yNJDkcWL2BK/a6q8Cp5LQP5Qk3ItYqawkFX+FTW2miD29KQ3/u
aYhDv2bkk217LuiA+vCK4ZLFOllDT9Tk99jJYI7mM9xRxHrpqpDOa2IMmNApsiOOb84ud5CQYsx8
+uyYFDtGzLxFet8IljeRevRIVW/jQa/wHlDDnFoNNBfrR6q1EpT49DRWoAC4Zm1KTifGHnE1X0i0
3GSyeHRRQFf2CHQHQ7BcVbrxSoRAbQ3L2aLlObQn4cnvkqsvnTxxzxIrxNUEspSJP5lmjVjBNhq0
L7YtV2MTUWyYm8/tXL4FZY8S08ovzdQSAc7iS5Jo7Geg7zPp8ZMA7GKWVmu71e7quT+M8DP8oXPO
PC9pJscDjN8cOna17GjUxSQcYQzxxhV57Nupum2mpPfhlq2djLfKeulUBo+kHh6LWn5OdYyFrKm2
RdX0K72iXcF2eN1BEp0jFtZrR3bEnDHFph4NR9ls8H+jaT0GBnenefR5r/xsogRIILsTR517GqW8
gxay+KoI/FICiGVsgXLZ0ztLM9x3pF2TDkwnq1NqNPTAnwIaImc9cn03qo8Miob7dnFVDTMp2hQs
bZ2Y5WF0cN5D8Wb2VDGCyRpcVSoxWQKaeLnTNIGTnhJ/KKQ4ED1KF6V+5WZRt3GtKvJTPX+dsMMk
xCNeSD5e8B6fEOQOiR2BVMeQsUriaJ/3NRVRJvtxNFRH7iKLk2EqLArbIAckcqRHKNvXgkh24Jb9
mnD22Qvp1EOpv4Rt7a0rvXnGG0PkVUe5ZOt8GNr0pLfG/F4swg0/hluJvUOvfZG1vLNFTUsEJjQu
QyaNYtxd6rHmKmiExmJtX7ty8mUZPxfpeEp0YDKqFBQXZ9XzSCgZI2bWbryxRB/pdeY8cLetlHsp
Wi+tOQxqtvQgaBi7WMtPXFGmaOGcO/dlXJ3myFxYV5tK06gTH88sWlfcbUiumHi2mpHUuh4Mb4NR
PKKs8ks2QpwwNB5bB1FrYIUqWa2Ussq3Ra9dzIAr81xwibWoegZGgeUvPicunK7WVThMkFP6XotW
lmbczA25Ypu45rrTk/2UQv7HIwx3Ws/JwC8DdIAGmkpuU5wTYL93dY33z2S438aEYOx8AsQaVItV
wXz3umVC9KPmanNoFJ9jbyR1AZM+q+sLrSuH81Z50S0hBQOvbnErRsADScfgNnpJ8+GjdrAkDYsl
Uq/uWkAkdv3W1f2T1xpfUwvH8HyscR5hBiqTDbM6xuQNzdizo8iZSr/vAhbdTNjhp8xIebwJDvSA
gewX5OdVFeXPAPEoz8q899SlZl6m4yXzZmrEHXNtmyB8wbbTp82lvtBc475rMkphh8jYhGkAyGRE
4jKsdCvs1ney7GYAu0Fv3FqNJd6oNkzId2dvScG7E1kvlVCQ3xsKLTW7EpB91RfQYnQiJyI9V5pX
QEqmxdDT67MV2tq2ZHeQJjQ1jB2OISxv7BtXiTPZCI5LM5wFZpSf+ewqJC/PHB7pG1klFh/mqgSp
W1vds+MVZ62r7lMTb3aBwpcoei07lyKKlrFkOzvPDvubw1zk1qpC2oS50FYMfgIqHd3+4HZRxszN
omyURq4gfiIMR+sdScooMs9FKASbLgJw0ENGckp6lDw5FKOOSWMfsZ3YXBSCbl+V0FY6EFkdNeIY
VixKBnqTyh23AWyqnitvwlpkEGvzZnju+iEmacMKXtvFI8cq9aZvGuNXOaLDJuSFwUa+9K13HnXu
1URSntuq2cGY4/ALsjVn0WB9ttt8l9awU80IW2ZU1Q10/35L19mNgMC+Zh1JYUjfEl0xXyvPenOt
lVHlPQs87pvx0J+Y9B4rM/y+uFyy8HtuwUahnDIjHDM8d1UO2DWrMGpIpv9B+0Vo3vcgj/d2pdhG
BNoLSRLwynrps9cf6k05pnsYHa80EwGHhq40ZQTdsDwCH8723uD5qWIbmWbH3nM+kwTqqHSx6bSU
JyoPOgAe2o0qorvSjF6D8LUFz1uQjKRfCeCE6e30asQXRl3R9f8q/Mp+zO0NY/MGkIRcmR5LA6VL
QsqS/E6KIS9UXyIb9Yw2sgSvKk00YCBIcvXzs9bTWq2GaF94VPaOfL8QXHO79FMOmD6dLFV7fdK/
lHSK+7WQGwNrLvCOlhYpHG4VEBEOsHtCu/0clyebXbJ3Rpi9RKCAVjWOr6kOnyOD7RpIYD1Rb50G
WSBwXo1Ql6+YdZNYPNJTj98BiXhlaLO3Vsx0VkWT529pqe107rlqwsGFrE5TagXCgbjZR5Rg+++n
96KzGRBoaKyoCAetGl+BKN3Q6nEcimGLgZBaRKk9M5yxDqPoNpOqhtXIgmejW7PlcxvAr+xYDymj
4644WA2Qdo2da2ttA1vC4F7iKWwAm98f5Cw7guv54He2PLNcnbelaY5r8hpUEc94VVYjir0wKD3g
1+1BnUekH5ev/v4QLgJFnqT9AkdcwCYB6WSXcsYic3e2dKujSZ3I0a5Zf3ckNBDK52NUM6dI8jhh
zkyM7/rTXHBnuyV9Vctwb7neKXQxo1PKc/d7+KAuXho3j7fFkjCJmYCQBAAHHTlRvUoTfdebxm0l
xa2ghaBQBtGKzrhNSEVy0X/mFOe2CzVt1YU2yOKQ1YgcyNBSmok3qDtBTNrWLTygUEs/+iZ+UCj9
K+45H1LPbp3oXMXsPeYpfAiCEfiYy0TDiR5U2T4XbbpY4k5AgT4a+m1jsHP4k97d3v5qLam213Sg
joXmyw8ajx6MToD3JDcOUZTcmo6H1QWx0Nvc1/vnsc8+WEOdhnpZplhQUQVVFDTqshLDbTqRhdam
lItpx7PMMVjEysu/su+bjlL001GZpN4GZ+mit3WUdin5uBpMiQeNYE1VQb5fQPpLTMM2xmAj+/LF
XkD/15K2lAOdtvIU5nxEtbiM/XZyg+P1oaCuEm5fese6O6BjlFN27rmMZUruEGnqYyNSDxJS3tir
uimfkrT73nasVa5H9/rV9VyJZ7Dv8RSwzjbDPtoFfyavrl+5Vm8i89iY1yOaGxrviQoQ15f5/M0o
c31NTuHAIPwtTFB/1FC8QFDdLV2dK5Gkn8kQPLFh2ltZCWq1kDdGFz57Zh/v4EbyeoXcY4mn/Ejk
HYHo8OhO6Dthp9i4Mk5ePF6HJGcRhz2HhjaWbmvLxDAkCviTxvzDmtThqmF2CQmQgRhb2OKXLvH4
V7EkHwiVfNlOKqGJjT3TmkBhB98wuW5ulM32JODtabrkc7AQ5KTUPuBKkVtt+AU6yppI7AKan3MW
Nywxj3jIybQyVBzBWWxq+zNdbuuL9HfdJAbguyobewz2pb0LKm113XLPAz9bj23IgEN3qIzc9cfl
6eLAfNb1aQMvbHFOu/5V5tJy6gJE9rWe6ZlLUpJ1Iku+t0H6aS0tHFSngJPlO81dJIhfqBBPuiEA
mzHdeUwM4jCB4h850702DPQ2lNxd7YjoXM/1cEOqgjoT3CNjOG/JDjC1p5dJt73It42HoBtibs8s
4ZK4ene7gMLWYp9MlgOXPd3TsgCECV94DAErQyK/MWIYKpnr54GxouHKYKRtqL2Dntq9Y+x1VssZ
M86R7deLjmnPVC1FW3BzIe96Xm2kHH2rmegXE3RoXQ+lG3D0k0Jkh1HyGe8XWVGVEYx/hU3AaX4E
pFNWhZpOlR6yXh8QKshtfAkAFDsTCocU5Yvez+21JIR3EEyvZQR+1nHXVg1UApNFE5p74ecN9qyU
fuONrXUP43Ao28WrYWyuh4cK7duYWqe1HcDB5UBshrl4MQS3sgRlUMnyPvGILqRiVr4WqMcZIzLB
MTLkYJTuNNM9C4lwEtespl3PfcQKQu0mkbp1x7viENsEFB+/xX181gK03utZl47RBkMKKQL8GitF
WoA/fc4z64cIisgihKQNJw8GrILTC0P6oi9SvPiU0QLFacH32LXVnFAHYgzXA2BGy5Z6UWKcXJ6b
xvpOVQ8aT0BKTYiPWBN3hXWJBmzvU+Rtr29pnGBuNeP1IlRSP8A6pyAXvxzOMn1nbUvb6TxEN06+
6LgaViC7hUXHCb6hpvSSj+NdQpX3ZijZy+Ux9be9yAw/Yza6CnOMN1VKaM1EsuFGsZk54Vcjjmc2
pahyBWIcyrY6dMQsRIrCo9l5AY2gN5iD56wXVLJhgjjBELDivd5hIsymFNkol4e+U/WxnBJqa1Bh
dG3BnwLhTMpjlluPRKGoJHAzbseRc6qVHm2wkTTrZHCpoI1bv7WKbu8FFxocY7raZz60zMLYfhV9
mfuS4fo2U+wUsNod9Hg60AT0GjJ6YFdQbeoiOHZh+k3Rm3tIwc2tMnf+zMUztGhvJRfECS6zrzG1
sYCR2R5TnLhL0c30RpyZpO5yE3VOgFGGrxQTKae1Yjnx0C8klW9YoDhNMi35RF7hMCv3Ce7hXTbL
cxtw2rKAarO82zhAJQyNiPf1HJutQvkUPG31oJ746DbGRvT1uW2B/tGS9ylmrrR9g3nedqnwzQ0/
oMmaWatxMgxL8xHsBV3JhgErh3yrn4sWXU2rDhOhsZWIOHRe2X4PgoCCtPAzSG+6enqMhvCLyPlQ
E73T/Myr1t7QLjoaq+BwcA+U+EKu4vPMb9h+1FXarKc4Okmd5pWKGd8+sRBIvUTtNa4pgGixd5LQ
ZwkdwiNrgBNuVPyYUk3b1MClndYHU35gw39DmqxYCT4oK0GEjdOKMIc1BTuj0+5Db0/J/KGsMbcZ
Na3I29RSkNIrwq3Kw4vdnbGp7UsUKd1IQgqJY3xUbDt2Ojb3FTdn5uXrHueFr+y3RgdGEGbTsz07
e2py3gdX+04Qnj52XbOACc7b2jzYOsvCOImRoiQFI+xvKiP5UmUUnGGu++pIpRGMSA+EcG7SXGdf
g5ty5ZEHXOGVuQs8Yy8746kmzQeB5E7U2Z05xeeedOgmy+Ob2aOMggpTKpVEeKpL+xsGgNcuZLMY
u9nGG0SywTNwSB1gZYGYB+5F8hVGUbhVbX2neVa9Q7JNTvkMMUCjo97qcHlc7ZCEj4ej3Z1jCz1z
RTqSkuJpQyzzg0p62ugEBbIbdOaI0BN0g+tDKOoedNmff248ZM26JNjalu6pqclXm1r42PAKjnqe
TWvH4hoyjNp0aqE/cC2pfYKMCKKzEEfSLFNOIUkjjtc/Y1i+102jpDzNzVEXzeImYCA7KyBpeu9s
BGIBxUpGuCmU2NmKPDZBA4xTaWpyRixfVjI0yIbz1fUhTfFzxNy7N9kS+b4+kGyN2OPi9+yWUPjf
vzHT2YTmP25Cen+MpnS3SWhewt6kyskPaXvM+eSlpDgsZJF9ETCfRDJla9xCn+SFnoTHE5XctVdB
keCA/fNBelWMtaYHEVLWxUmzmuN1NPAfU8K/MCW47mIi+L9rIPyP7F29Nx8/Gxl+/z9/8yTgLrAY
v+qouGKZxTNA+psnQf5G0w77JkZtFt/AePCHJcH0fnNN/gJexh+mhD89Cab7m2XpuhT8PIbLhjD/
HU8CJOtfJj5MYm0d7wOntufy8n4ZNKV0HCb67NX7gXZo34W2MutDDRfTPaolmM+2pCXXNXF6rbA/
VkdtsLl41sVeH9To5/h3V4icyUrqebhmF7+aEgLSJaNvf0qd+kR+JlttBfauTdVSoDcUYDbdkm6n
dDB8VbJha/NmnaXRTd8CK9HCr64Nj66Tnb2QIntqE0LCHfgjfb2O3mErubvWWRBSU36IYZYiUcpT
avtFJChBmd3Fd1x+pFyHd1Yrky358gTfn7cZivbVGuVdWfFrca1s+uyrpbEjCahyH8e686cJgK4X
OS+TKUKyJ8EdDjgsRsQHNo1B03nQ4IeaGWetCrkLcikvZZKdRNggqPayWw9BNJ9sulqK2dphcapv
G3owN5OLbyIfD24v5r0joONZbfpghOFXO8j0C5NkrknuDUlUwAPzRLHjRPtlMOIKWML+EYwWetfw
8ieOg1IPi3MOxdssWBsWpQdGVl4U+2TWnml6CULnLa62TXZrNrjEVNdGm8bSP1Ag1Tpxqjs9M3Sg
HdyRJ4hsRs6qr2njrz0Jo1AziB42WNJzfeSmSvKMftfco7shzynqsjsER/GZqrJcm5VEEU66S0Uw
GN2WY79l/433kIndPLInkYAvIxvXnhv+kMsAt6BoFE6kcW4GkrIpFfOel0a+6lmexmw4tvdRatwB
MlA+/rrPyQIw5xznQZg075T5LX2Nq9wiIhmQQHNaGxmxAUhRxYQSkvqHvhi8ZT1RrQqHdC2T/CHi
iWyTbQAZ3NuurEm0GsaZ0ozVxBYkGHoqF2lUo8vzMsRdvI4DMHjIEutRUZyWpZSQEcw8AKI9G25+
U064ysW3psofqjo9jmy+QRmA4EoSDgoriK8eNXwL4Qyg8Vymh8w0iUelX2tJGaxTlpcew7XjFtlL
OgTrERNiB4HVjCgZSkVDm6m27wWRwHjBhQb3YV/fj2awCRzu02nAbz70gFO4p69bDMcVVbHbfOCO
RoSFZZcI8ftmezPUqk1ONJ+Q5rJLYzZIzXK9qmB2lkpZW7t29n0FsMnT1Hgg3uHT4kK/FnmMnVlk
UFNZMbCUmoiqh09EtMZV0XVLNXv+mbiPpI9OrXLRFT0dJq/GuhWBvceNAS7/ggtI3dsNSwhh75y5
usDf6R6BFhEcIfVAauDFrLLNqLCrsF7MyYciPOwDFxnBlV1939oe+8bLNJktA1+922ApeuqJ+WRA
qrM0WMNIjncIoGrFHbFcA3K/IQXmbEIzZXObi4LXXxObai0WiFxq0maID9W3JpPBg7wjr9wdETXv
0BGjbbVc24DiLKODMPED/cuEhL4NxfCYxw55eOw6g0O+qJ9QtyGuFLionKbxA7sEj6gp8LR2fa6n
bLwx56UKu0MhqpcK3Mgsmg1Le2uXl2y49GnZ9mRMDmnByWPB7gRvSJCaKLV9N2+tSNx7dAlusdmq
ui/XQRxdyohFEr6TC1bImilZ/gmhXt91M0iMKdLpTT5qOd5udQnaZD9M+I4KCwcl2rT+4IB2971J
3Q3T2TCTU7dgWk0zsplcB74biO8AnmE3GQBjjOISh5SYDQww17IP7JMN05yuxUE/FDbJEDcPqWwA
/JNhrj5VBt2iihdwTXxds1/QPBh4avMPaCY+vJatOY0viU42x9aJmw7S3Zlh1+0n9qwkEsadp5eD
Xwa0kidOY7NhkOGh6kPyXi/NcuE39LE/CX2sNmVWsBOEuLCfy/hkEYRep0HirTlb0huJxUsPp+iQ
uQNdimhYvatGLjpcRycvnn2PIB1FfIyvc7P9ZOyxjJJm7dROkILjrJW7cDAeNPoeTlgOmBxqBTTy
rM5PUdYL5o08nWY7CWyG+a5LKIjUmvLWRLY5wRrCRMSOU4UjAmbtgb4ozC9eP9NVbTneaRrqao9l
8bZM8PQkxQSNurFsP+7YQV1fRbO8lOtX9fwZOYlzvP4h79S450T7/VUW0PFBnoN6QabP58o4DlMt
2TNfv6xjm3HJi/RYRoe2+cQ0kPxCH+0nHXYJCsZ5NGEigZAalhWp7bSwipaviqXn09IYAnaJFH45
D585AHjGP3WN5fh1yPjbwM52YCgwDRoWgtJkPRCdgQfrzbfXtW1oFsVBz0IGec64U9p8W4+MI/+z
AP3/9JAZuqWzZPy/V6C3cVF8tGX3/vMS9I//9cca1PV+s1zThOLCShRTqMCa+sca1HN+M8xl3efa
2K/+6ov1fqNrDOOHJQ0QEjiR/lyEWrhpwUhIT8dZKj1+8r+zCOVp/roIFTg3kb1ZDGOwQiLTf1mE
mlHq5R2mN3w7UE9gVVQO/v8T9F3LJMGMlniyKwrrgzGaGXqRg8JP0gR95DzViZGHn45uKvlDRHap
PVuBXQMdrpqu/STylJXvs2MO2g8y1hAzkrlF7DbnFtm1GsjT1C5e2npVjg7DmrKiVObSSGcyfCHb
9iU2CnjsSQsyf88CsU73sCp1/JxuNgTfZdTDbaLkPjROFKZl90i6wPUCpUX0dZdal68s0Y+sbD2v
xgpV0GCzwrgzVcuNPUBbzZDZdkY/oOnwm4DZEH1WfKX+TdMYzYWsarlp2WjTtvSsVV2EVix2mdbp
HyQX03YNbWUa8V+ESL1RPbJkHljMtms4xq19M2U9ten3PXHaUUNby7y25dmSSbSHKJSUY+dJJmP9
3Vm46AeYWMzVUWiIWtX0WScHFRHX2QWR9Wgpu1jBiAALXRKv6KCuGnSENmWQfjNahdCvWV4W3Xbh
kOOyyJwA2UtYFgTsfI4YDprS9oI34IBtTIVoy2oFji/UpynWp6OnmMP5g5djx7BsaJYP/Rw56tlk
kWFe+Ide9cOOxug59BTgYbosmOXjzMKH1QAU33YYZ/lR0uy+2lGKQc70VHDHsrWEoxmYT4UuyVrp
sgg3NUEKstg4xFjpq9E4ppZhnQs7g9mli7qssWsQlV+38I2eezJ0alsMVTeevd7gPkClT5L4hjEJ
/dg0/KohafCUkRl2Dguxbe7s6oHFr4w3iPYUNDZ1W9k+LgPWbdyiy2kb4aeiLzXWiGd7Wa25n5Co
TWbx3qxSgGBdyoI0L718XDlx46BFDXEYa6ecS/v/UHdeu41ra5d9Iv5gDreSqGjJspx9Q9hlF3Na
TGvx6XvQ+/w43QdooBvom8YGvF0OVbZEcX1hzjEVh7VLjILdNLPfbAhQAy0zBB2A+tFkfbrL/GkZ
EhXEQ5A2D8/oEiP1ZS+bIpKCzcSk9dI0o/GY2UySdlPuTC238S7Gkitj6b1UDtGse9Wi0gR2QeqU
zciKhO48hEfJszKBI++mizsxbDBVi1ULbdExn2PtrbFL9TiiLLwZootDLcIKAqdouureMlprMf00
WLLujUanDZBAB74L2yTLl4JxN1VmsnPMKf1qR8S68Dcc6Dl+s687O2LNUVY7s5HMJzUe5pk8hGY1
oygLgeJbJ1sY7TmNWyQBVWXdazkgowCL2FMhXHM3pT7kba/17mSiMxeM8CbGhufC5rJBQDjx9Oi2
cbQRPfvpMkN7wkzGPOhR7LzoqgXckgSpc+lm68cuJ/U5dIW4MKOxH+phih6mcTbXlWFUD001Ethn
YmNku9o9+HU8fI0FDAece9Zjkuvs8vLBS85+IfnConV3nZyMN2Rb6d5qs/zgKl4qCO7yLVw6knf9
hS5X+nBzuzTO91ogVCggIt/FdZRi8a+N7FZwh7wXc1Z9VNLOwnYI4qvrCjaw+LNCz/H6bUqCUYix
CS6kMLu9PTTVQ2Bxd6ErYnjLpbiD0EoJOufOdbQj7dNkvMhfVTcvVET91R+Q64lKU1uIS+P9nGFE
cjNSFaLE7deOk9pXnaaEHNLELi+4nNDqZZn+t9Sz6hHEY3cxpM8YmzRMNvmDXpoHwFDaq97M3bkf
PQRoEBrckZFw3oBaLLyHANrBVikJP9MqvU1sBWNYgu4Ms9rE8qSNdAeWzuLXzHiZD0Yvb7MLZdiN
LGPtMiUnOVUREBLFpr8GnxnsIKJZod+hSjNAG7GJGuimJ2eu/jCvZoTpEbAt9CF5HGvhXoR0ugvs
zTqMeH72Zto4h6jM5YE8E0Kg80zbouC3jm1qyD2QWGfjlyZZZhkoGLdRRNj0MdK3MvA2VeR4f8Rk
41KciXLWrUxtkdhpoWdazQ5csIs0LWjJJHfFxRc9cxHVJEhsC3VOBp+hqYmLFe+s3CEozMKgLq2j
45OmxuIdE4btsh3hpbQbEts7F6XyX/yOeEuUE86pR/p67vNR35kzW7AIf/GFx8DjllwhX1haeUzV
errBGO7uJ8VGK4h8cwd5PAAgNzfoVuD/VYJ4BC02qgNOcMXWL+ovhGchXSvUcER2AVy1cKZtz30z
lLFnbfR6NPYz6JjzYMTjln6bySaxBTvJK5qohznatQzP15Gt5+deCfO7iCew/Bm494bJ9qqCv7Pz
9SRdNyiNN/Q5HfheGlYtT+GdErzDXtJqQ4uszbWr1HhINBrJqhwqWNMW+Sw6ojRyPoNXzyvd51yw
cGVbNmw4ML0dwaDFtux7gOlaTqTHbHET7VXEKJfTAmqg2rZMl/8mNqNxQJmAr2ZN3HwfFZTu4JjN
pg55wGi0dM+ztckZPa1L/PRomILsiJVPbLIReTGevybUgMJcDO4cuzmiTyowWK9nOca7zAalWKVe
FZb6PGwdLWF3UFup3KexxSCgijMwjE13boKCXs2A0ZWk2GllEFkbBuVcDsPIxGYupvkUI4xfDlw9
hIHPeM4dAa4a7nwYsilii81Qhy0wqpQgE6E0eGWUxKVumTt1G8nqHVODENs+A97iQqJbN5k+7JKp
XA4QciwU593GiHU2Mw29+1Rm8aaQEVbNbA6AoDoEuWcjdrpG6MVdqobhpmmZBoBmrvazUbuHnpnS
VnMkT3sLOyoW3GY6K9D2Hlz/0AkiydDbHXZz7qLrtFnMfdaiadFOjPauqqUFnk8Okwcpp0keRhcC
eOH7SYT2shOvzVDPW2uam4uN95S4dds2vU0WMxzbsirqorNkTWNs9DQu0JEZLtN/CWphBhrrYv6X
7ez2T9Kem4QI80H0LJib6cyhXjDvMhKKONdWpM2UrTmQPGUjmDPRBI0KssVKxANGyLsBN8EXhF3b
nKt/LDT/r8fw/x/lLBvIC/Bs/e/7G34XchX+l+7mX9/z392N/l/L+DrA3UfbQ8dCn/Kv7sZ3/svV
AcPrGMMs18PQ8u8R+79tfpb+X0uXg2EQggLjCPP/ppkxvf/MILWXUGf+Y0RvcHk57tLt/E/eu8Cs
Kx8IQ7HH1PJTZ2x15mGlz+3fwHGZGJroh9ANpmXLQYC4KuH+5ifEyyKfAgfC4hWcZxgvtq5SQqcs
IqLEfEhge+RkCG65vUYiwNbVBcm6m4wHf9Au6DAtXMoYyhrf+ssev9kwfvjhQDzqrhacMmtMt0UC
abXO7IsGhpVl9cg2TxpiS+tTbQWMLivPmLiV3K14JZchVWoSWoN/Kc23yQAY4BTZGmoZgqvauaIQ
5tjNMUK5VnfWOHS2guSRFd+JjgId4HqKrEMxlhrCY/O7kk68ybhNdvRQejqRpWZeqtr+MIRCSF/P
Bp91tyrTP/HEXUGcj6DNq2MZlAc1Tz23mMGHl+ffjz0x57mLfH1Jz1FYB4g/NXasGblNJJze5fjQ
Rkgs/QCgn0h9uH/6xnQQR5DnUW76zibbonVwV2fOLctbftzmeejHJUTzVFczgL1p3NCpYJUrFTgl
Clt2ChMypHiYNvacPACF+bEL7S7D+p8i0s4ZjpnVjGjUQIKOZjVhOnlAwIUGZWWq4iEHdOTM7aEt
kczwWF31en6hIspI62iP1NcERcf1GIoe2fGkg81r6TYGAdfdc/G8lEtqV09xKE3/uxxThuTaX3OM
Nr1GQBzDpqV6np0/gRnti6p6rWKf68HdxYPzJ0drCWmhuVf8WtEsrowbX6PSvgN5uk77KMYVQOmG
k1CsW+lu6nR4mDUFKaf0b1Nvw5vBqAiCzbIRYQ3foKugQw2vIKPBe8z2qvL8vdst9ViARqez7xiL
YiBvQDQosdNU+tMXihyGxOZSyG8UPd/oRHa2nYZjSytgqSVgqjz2FWkAUoJoV6YZnyaku75vBJse
cC9rnO4wtnF8Wlp0JzLWtq7+WM4PsFeTA10H/ziDoI1tPcwjHvUi76G7G/25a2z0Bri7UAEV5wYT
FSidiLl55XAq0JYiu1W3RT+1TbsoOQ96drBzNTwWHVb5vN1zYykfpvbUm7I/9al84tgu9hpoOavT
+jVh0dGBk+tt7gsEZArhjOy2RYtc0c80++RTFY6wUNaptohAOiIDyZsLYc3JVZ2mpDIm5knXBlTd
PJm0G4D+hgHK0cDlq6LuCTV0ckiSVm2qYfpgqBnFVZj3rNDBcXK7cOszdP8PlhrBAUHpcyYtg32H
uxVWdiRebr7LNKy4NCsbyTFHlOf8ntBsL3kSd1Vvq20XyTU8KrXubfu+zn2x9qYpRzI/7KMo1cKI
u9R28LqHkVSCvfGtqSY49MRSbQxTUs+n7bgiKy4MVO5CA1p+6UZe/Yo9t6FA1fMF+xhi8B6ZyM4p
QKxAeIfkRvL62kwm+tm8beihrPnJQvVtBclXqsGPbmT7KJWf3wNywGMUFEfhOc2Dx4qSz1kd5Pv8
NPVU9FkdtQQHvuWIcC9OM+Aog/tC23ZHf4d4MR93QF1eJpG6rEB4YJOBEWcbDzZ5f2OwthjDbXyW
GtuFmaXwcq7wUE9oTP16I83mvRg8Z2uj2j4VJMYKtvSz/GPPZfq0OEBmQ9AJTyNGBaPX97YEzYyn
HBNS6d1NGi4hd0bhDBILBeKCakEVikWinL8jdglha7hj2IzBOaMX4rtxM0QZqoxJt9lc6gk3S/el
RzQH1yrejq2p0KznW8lm8FbHxiHOAxnqxIGvgskF/eh6p66tyIdsiHx0yRUhgvvZ6pJoi/luZ7my
PtWqQ8aUfnCAQqaZo1s6IT8wPPmgswhNZisIEciIu8nuQN/NqYu4oipf+qr69HR5zqQ93RusVjEh
R3/KTOPfh63mVyI5G8mXluFEGpnyhK5DvBOUvGezy15KoVnbrkphv9nUfSkKpkCHPUfGxT3+LSxB
Y3UgwWLN8NHYO+moNslYmWHn+MEWrPPJlzF+sCiihmwR0aYJqYmmeVWZf0yUbi8bpiUTEGBD3Mn3
BLbGBb3gy6jgMwWpt4oFvUuTIb11QFBukGnenBmDn4j1eyNob8mUDgzbuunNNsFA2sK7jbVDHkrP
j2okZE9b3gSdyxfzwSIE8LnW9KvflvIE8pUtmmzLXQPeos7mhEDMUb4ljXHmQKOBFFZ6VM21quci
VLltkGcadSd34BExE3h7c9TtfHbU90kNs5WNc9nlhM9ENRwV53Og4DyUaHIGqxfvziRAAFWGviGt
vIQ5Nd0N4HLuI+IsTYBzYe+Mw6Zz6i/OGveVeKNnZT5BL5GnQqRVWJnBI0tt+I2+eM3n4s8IeuuY
pBGNdh7sZ3/eutMmMMlVWzGV2wnd++5qdoK2676RMxXgDMsuU4AcfELjMwMdsQK1UraW38UdMMdG
zadmCK1Jw1YGdnUxupAlBe3ICmTG6gdwmc9hXJREYPuZfU7Avx+5VbOvSNRFJ0RvM2hCe8LawB1P
9e+svvOtTZA1wRp5DzZeWTywkELsGb9NUEA0j+dEwxhuEUjaKLzgTRXQAonkOGRJx5F1UJljnuGP
7hgU7yKuqoOYOQMRVKcXSAL7dhSHFs9CU3OcmLTjC3KH6gT8YoLDtG7e9QBc1C8zSuntp5/NKOO2
smEVOJo5mlRetE2JKMG1Qc2bgnQjhp3ZWvmQBkRd8sgEYGznpmSnYmQfuTZyI3Hr5VwiykQiNF83
gZeHVp6IY+aS0x3N3C11Xd/xOySvsXgZkr9d/6EYbm70oBt3wmufYkbrt6w/BYlFX0d0DnB0Cgkz
MeJQ5PTNsIgww7gxaOQSAbXnHyqGyRgYrWYVUYroencZxmykgZXa0Szrs2E3rHyYD53y2vuEozus
YWPxHC+02DZ7TEVximIWrlinGYrEXJoeUTWh2xQ/lEMBS+EWk1zuwzYWPBhzZnBozuarYKYe9pYD
OU/Thm3f81KxzY1g7gE3zMGqlx51bH1/zSUY0NvDGU3e7BLDk4sYlCX2TI1V4wOJolGj+holswDC
yAhmQroYTc12MBuxyavuT+bD4rcaBwMkySQTuOeUSWk7OBP8oAs9nzrpUek/LJdMkxfOgxxvEP1L
EBmEkWpuj7q3gmiFGZQAKlZc9pC6x8BEjwEy7zZYLmReqtstJJ8zmYncQWW0m9giMJDytJ1aMjwJ
h9gyD6qu+MM2ud896F7fXXHl1fc9IbOzMTgLoekJ+vZT7qaom1UDUMJo0XskHkvAgsGEE2QzDr8e
DKEHGqnnZ9u5LjiaDgIXl0DzxZYfkaeLYA4IVBA6aIdCOwExXZnmfeB+lDhzNxGmsL1XgvRPOnJA
6uZOlea7Y3En6KekQsqasy7vQUvosY89gUMabAkRXVFlE0vLUSD18oge4L4ugTWPyvsYEZIYTZnv
5jm7j/sCXCC8IkcMFqr9g6R00YheqNLghpji00VarCURkxsVnbWm+tFLe9+2L4A1vzyhI1IedoNp
HvLJ/4qm+ifp5cpJ3wk5v1ep2s8j7caLCBws558jIWVa3O/g3x5SJzhTm95run2IomUN0t9LCe2O
FMTYQ1bfgw21KCIG4oZ9q1zjrWWBPu1Ij8J43e20mbmH1u96d37B7bXS6owdkJUgBw2CjTHPe9ty
bhaM8pXveV/AjTd+3N/JrnnkC3FmjWgJzObBL90nTtqeVKufkcJ7xXj2NeqsrRiwISRDdMrbCT0p
IWY9xN1VNRjnBiNX+7J8kdnkz2zc9lJh48imG6jsO78E7VnZxmNtsA1eoNipEQA2azlpreBUKPeh
Vv6RK/vv4ARhHDMSzJtt0yQoF2DMjfqwbYp01c721hfNI+Cw10k8xAGa97Z8ArvlZPpWM5gQo9dp
LfvHta/E5iEC4h9srQ6pF31HMJ8kn3eIRMB+A5/PzvfLv0tDvcoN8h89zngNSkxtPwqloTsxqi2b
MOwu0iXsfGrKlYdoW/MXRqDLRr7VlxfI2Q1wLXrTxiWF0EsR2KJo8hPo5apJ94phKK3HAXAwqgq9
JirZDnZow0jZTs+l3fV/ansxeznwQ4KXUZohKod3cPhvk+ju5LCVRvvZifFZWw9dfvMiw0Sb02yV
I/8QbnOY/Q9Uc69RwgypKZ9I+7xVeffR2RIsrFyl5XyXiGZny2TfdPWXpfTraJpnV1CwEKPtu0h7
TU89VtJ/clVlLeCxtwUC4yprnxnDoRwfSQKCDdfcU9CDhnUsbPSKNZMXOlXx5IzFPrlvBIfrjMVY
K1nyaKIqVngj6ciKdcwIjfq2IcS58Xk1ZJDJxFUzy2sXcaU0JuWhjli591DudzK4L2G2kRZdwwWg
0zvZMaFaLnYztMLabSRWUCvNazuYRxcheMwtAtjgGTheuOAd4HbeupIgYXZej1jIn/y5vMOEhE95
2GbE0TmDc5mq/siQ7F5v1b0wvXJd1Nq+99sLrtmVQRsGIXHjas4do4HX0fFwnZqrZHJYIdrWsezS
9yHXH/A/eMoowTf0xCDZN1cb3rp8PHETWo9j96MT6GFjzQ3cdJ3NEhRvcmdzShMbtNKN8kN5OCWU
f3Hs9ieXT8KA04iPoOvMYzw/93q3ExOF3gwJyPe/mxhpsGVcAzd+1rzukHrZJiiDY433U404dWTL
HHSB/nGmFmV5FdLfx5a9iSuIRgjE39ER/t4yq8LedkX3TujtzfWRJPYbF4gQpOU/dZyGums9lrhB
1FR/sXTfKm3YiLF7Yqae5MV94MfIIQlq7mi3yvLg2+kDC8elYXzmZ/2LXvCBqLQPXJqBj8S7b19i
bnAMROELuU+icL+h3CIvN/3nsbSfdaP7DnrtK+7VsfJI0I0QcgTBXYb7053+xCbwsqynYeBiiZ3s
vc6az96neEvsS9mjay6TNyd6qhbHnKWLnRhxJAKbJjGPhAAiJOQUAMtzFthq2T3UFiQLQ/01J15y
Xqu/VpL5VO4sFXC9aTzjrYdsV8Lv77TgIikmqsZ5mywE86peQ5C7AAIPm+J90LJPUsDgXOSPQ52E
WaDfKRu1Fnq83QDeUdPp0Z3hkRsGGHXN2OCiDIkZOGquvLpo/ssy2WElBlaidhmNhZUZS/oqtITk
kBHsGJvqTLbCOXExaA5XyVq1AjJJJqyX0RKZLHCKdI9CP0ygR26k1qGc/vAuDBrvfZNqhOHYyOmz
eGrTl7RtcDcXA9zsIfkWZrxtR/s+zYGs0vBunEI6WFS5YRYjiAsM7vaQ3wjAvoIiZkUWmOTbyG+S
v18awIm72A8MzI4VM5LpQeGEXLW59iQ4NldR2ZxZhxxb3drWhvcyN1zVqil3QG23AqFTbbiXPnho
svYBQgD296Z674je8Rjq4/y9zjZ+YnJHJqXfJhyfrQXmwhWvMAEeWku0DL6IHyhttbIK0TBlR1ap
TdM+JgyqZremFkUa0wk9Y0QoIa3s4HR+ML5/MHI2rMalSov7si8PrqbvjH66r0btvnSAtRhdaOS0
RrLFx/RMCsczoMKT8sa7gQW/Ar2eddUbbPunrDQe7YaoiFadm1nDHYxiYMUSNEWUQEtUOziHB/KC
KfTaiGhI2kDb3ffcTNwswg5W7xjnbBZpsOndtWX/lliIeAU9mH1zrOkqvOotKe+1tDpl+DRMuj8d
xLWawKaQAzdYbzgwKJPtU8c1YunutnWiY5aIN33MnpBTCHsXc48YpXdm9HgBYcrLvu5eespzkXbI
lOMzBTCVFouSztlUo/vgCPIplr+r0tVdwpSiUoTg9Kn2APyp9EhKYCeYWb8XvjfFewonnpVCbCbH
/tHpaMnF+tuZ3rHqloVSHZqBeoVH/jDy2w0cFEZ1greDg7T9QR2C2tpE0ufMr6KtzpJoogLGzWCN
LIDJnmy1RlHil2QexGtPSpIQ9R1L3ffRHV8Cs/8ouwLGrrNDL7BD/munzc1s0DqS82VyHotzpVjR
x39T9Hu9XnxGHh7XGcTbBiPmLcpphcnmSTcRMVRLjYj919oQv5CvFF0UdmIqegsVq+Y9VmzKDSK9
/CwjN4pFCxVW/diLR7ZADoB/rEn4rL0Bv5Ts9rldFXuDkCQm2Sv4qujLh2mGScJ4UhQoYOEo12Qe
M1BJ160znCOcbGFQsYWlQUfcAHwL6ETpUDAVNRWbeijmA0iCx7qDe5GP85sYLSjadbPT4zjEb3+v
a+57b5LuKEFGKqv8zjt1lMNP3FbLDfylAPS2sQrN5JItiPkLeG0YzE2RxoHvzdqTiJgrDH5lrARd
/caLgw2b2ctgTyujH+tr3Y3nmmv5WDg06PlCJEpH/2iz6tTQg56ZOlPVAY6eWnfvzUy3ayjAdUZ9
ZPn+36KvmIH15p5QYFizGsG8M/dP16Aycqpua1tJcO1ZpjIA4VbXzehwWlr4bd7E0SpwsFkOqiLH
01AHOoCVDzOG5XRQ9MDYuu5R1qYIJ6LHQ6eL94OL7qFL4ic6gq85gTQBCEkchpGReVxYa09AfLD8
JD2biSIRs7WfMje4RizEdpNtXd3Jvu8E3DyUti/Qi6AsxPHTrMkrQPoXFuLos/u821hy0DZJ39r7
rMnljoTIeIU+nbq5CnA+ZSsDykvoGsJfwyh4GfIi2OjKezVJpETXIA8ADlcoKom4tyh/aPVSarlV
JGIttNsbcM9hLRrAHqisBCY/sS1jMkRFRz/lmyRYlA2hQKMP2bslfnUgLogxe3/BH0nyQpC0B8x2
1nNd/GHJ8Cmmi40ScrC9Z9GglkVXsa88nsIyCnVT09Y2dzSV76zUce8Cz6ESWnY4cUAzXgXEh4N2
WXtJPB3iOvtMGtQdqhwODq4k6rfGPuSF4bDVB6detP4mxnrcRyScQNvHD5tgEwjgpjAcjD6cifI0
Tpt0rXUCLA3W0EFyKVkImnCMjzY1FGx5R8Yrc3TLk1Pnj/htf7Jx3jcowbZoylKu1J5Dzb0mQv4t
fZ/j7hXyOh1APa8L61nL7BdyyPR16hCPslzJJKagFvUBvIIuwJxV+2ZIOt5K4ghfgl5nTM7bJOdi
E/NEBDXHUzkkGzrVRJbhVIhrlllPZH69JApjyVXMzclrqvum8sPc4JJ1Roec12h6V4b/jYvC9cu9
WyB+rrVIUf0f5rr4GXQmvHOG0ZAYP+UgcM9l9dJMRJZojjoMpn1q+vaLI+6sTyjkDLIMVraYsHl2
QJ4MkxL8j7ELTBvWXPNVmt1m8LWWbT43Jp+sgTzqbvTXaK/64gUmH6PDBqt2kARIh6xvPLAZj0+S
rhrNClOKBGdf+E1YoVTRE21nx+AJeAoIituXgXmQLB1sTdtNkiAJe3yP0CAT6bOaISIRxXQg5e+Z
rC/mcZpx4MgmYrBNL5M/GCsWhnsTRiIW5m/aKlZXQ/HpQvnO64lVUWHgTMurdyMYDz5m4kk3blOW
fgN8WceqfYwz64vAr3MWYY2LKvlHlw66oumFYKwQAQySlO5Znzh9AvFHq1+t0U4OESdvR+wLeg3r
ykgaMSIDuy1XI5Rm5rIO0Yl0F22egeu2t1lkuavM1L68WD92WXPD+Y2ZHc7lKC8suV6xMWJZceVP
kogHcimLyb+xQ9m0erTVNQETZxaPsSyezHK4N6KIyiNBXFWcHKhLd1OvH5gwjwvhsuUQx85rkhfR
aO5R1ZJViCsODKe/3T7a5zI+0iVtvBTpHYHMvBLMczsWnzH1PVkYzsOUTzuJxYksBv4y4yDd6QcE
3bsT9W+67tz3moAOXBaPcQqhIPtW1U+cMdCoqBtt3Amu55w8XMha4IamRRqEBbQHJ81FgH/lF1F7
0lM+0TnJVae8xby/hKplIEVB7i8EJNtrPi1JqxXoM3VMwUU3y+XiPMfTiABNdKcA1fuubJofLRVH
xU5RzObFrpOHtPeITQqeF0327BQ5OsEUTfZEMSK6UGrl1cf8RzhZ/xJDnTEywlme41ICe4H+HYhk
j8wBY7ysf4oKQoSsrmNFYLXRs5WFgOn1+M2ZKlpsKdIlFKPDmKKTtfr75jeO9d9//A0b/Y+P/ccf
/+Pbfr/jn78g7Xa5slg9lT6lqPsIE9vY6jMPIZ5cb/0LkCD1tjpW7ApYMc+3ikjfFfqh6mgub37f
+/eb/4OPSZYnWCcZi3hTmh/6MSZNNJmxvXk8G0ZVNUfyf+p/3vz+EZxvf/DmZ1RhY3/KlvjRQq/5
C3zpxRsnKc0VqZYFqAzfoi9Zflxblv4c/r7blF4E0m756NwvRhlfbqPffHa0neXx9422xLL/8x6s
t9qN3D0kchjVTYsFf+Dn/f0x/3k3X/6V3z83RDMysAO/3gjSFlo4MDKuIc8Y07/e/H7s94+/n/B8
Ena5Xf73p7vlPQwwxZrzYlrXtg//5vfTTfViS1gTzuL2+03H7W2Tg02fUBjk4NhYp7bH3/f+/eb3
Y6XWaodgILxpvEba9F1Aizm4AgJS5Od3fsw4zrPSr5n1zcXyckUBgCswnWKyqvaQlmhFGb4VuHdH
H86Nb04/ee9PdKm8IdjrUHR1C7lBqU0QaKGauU1aThVtSikIFsqN6BD71T2CRXUUttobQufmqsZL
LvCQIISUZDx479Jp0DBxCNIto/t2XqHEFseRJiCbnfrilaQrmN2owrkO8l3sHrQCo7vXHi3p28dg
mNTFl/PNz6b8aNpRf0rq+IhO9EtkCT7KKsrprVdZN1WXrm2GS2+3AXdU98SWoYb054W1Mx68dvF/
dSA8ZhMzHe44nv6yzLbkPWTUpB5Hla+hQFTlhgiTksmHqR+0SX+wJqO7jI44Y58ZjjOiKsw49YE6
fPWMnbA466RNx1VvXUbTsi6qj3n1W+RuaO79bDV/vTJPQ75luJQO7LrKxnqfujsu7GvaS/+AmD66
I7aeCsjaRJr8MALGKH5j/nRmX54rUErZzPJlwJno8f/MlxHTAsWjmhNkMSaCO3XQfYIOzThmiQVH
Wlrdz+lfuIbOahTzuPGZLiIUwy/k8qw4pDusLb0nWTUvq0uCWu+ia09sl+QZD6EAoVWwUmHcVqFg
244Gdkv6c6SOTKTPzEgPcVrdzLj1GGW1BMrtA1//azEimFmxrdw2ICLanOMNkzxMnhxMlKrlDNuT
VoI5QBkaDe0mmEhkqiyEq0DdpctPwu5JYztHeWPoHsgMz8co6sY8K4MkWKcpBSdRUFywsr5x3ul7
xnRPFCChvjyJbJRQmrBQKdnJ8VUJ7p913rpW+Puxfz79+xmn9JKNHLBDEaZBBmwD3qOcylcr8L8H
d76ry5baNasfbRA3mS0uyG6PmRY9S7nuNPnpttaPPmRPipCMvFQoKtrTJI2nFCf/qreNl9rKSTUN
mg/yfRjfzExl2/k2zaDGysLCxqbfOT2VouFOdzULmL3mrdu2gEGW3nUVdV5G/EiCFzW1hABJjXhW
Hx24R+OrXZuYh/tuU+hms+oj0IMA2gCfUKd6WnBrgcys6zQhOcMf2aAY41PAWaVJ/2Ei1phhg7pC
OUHObZJNjT8NgN3K752XKZrOvsrfJ82mTKXxBHV3NUqkM4Y4FntW25QlMggjp01WU4bZz7Ga+9I7
96xRRws7gckuZWFdpxBcBsZWo9f2qF5zLMtB82dqKcK8Uv8YYClBPA/CqbbGjWacfB/zPinefx16
u1Vr2OXWieUNPx6MV2J4MwKL1mDmD4Z7jcbYWwdOuiU1Wp4mRKBrWY5vg2vd7PmGiwEtkIivg2YW
d1mAZgO9JKaEfNWM9UlLSUtstAsII3SPk810pa3XwKdfo4bNqwknPGRLuxfO/BlFi8N0RIBq2OGU
3Rznwh3/KeiJBM686lkRTq0p665tjTIcHPeBKJtD02d/bOMKSw3Dgc/Oovb7jwrFB25vtVUerd8g
fyooeQfBhuSqycQjeoGVGojjE0YXa4lHmeMlY48+Dw1Idg9byN6UEw9DoXbSMe/0jIqyM6HJm1tZ
GXBHiIMDpNFgKAWSatHkWAu+BrEq0gx9XifpdK7jk0cVR1IAds0C0GvIgILAs7L98WL7y/MiZzWw
q9QHi5lkFjwSjiyhSxJ8DdDTOLXx55gY5uvgMHBxumPpefEhHaSF7Vx7NSCjUp81NQoUW7TfRUsk
Tj0e6yb5axDOsvKIdlmJ4hpQnI04AwcVoxWDskOgCXbomgZaA7JRCE7gpJtxqPSrztJPymFlZ3pp
HboC1bGQTCJS1X1mfs+kvqm4bnBFx6CkV/G337nVyasqpGo0Pyv8G/W9ZJywMpW/99wZsCjG0Jvo
mmcUU1+jnf1kwzdMAGc7mioiZo84t4YepeTBKh2GepWJXI+On32AfPYBmUFHUd7/YO/MehtHti39
Vxr9zkJwDBLo+6JZlOU5nWm/EDlyHoMMDr++P6pOnaxz0bgD0C8N9AtLkitt2SIZO/Ze61v0zvr+
8FW4IPda2su9R/4XFo562/fTg5lMA7wpho9thC4QloV7535NDHs5YGCiZzs8NFDv3iPX/Nkmy4MH
xgXLZ+fvs0ltKyb0my4JxH4ZBdd2T6/QsyibaXpgZIqZaA7GpuwjZ5fYDYrxxBl4PwSYlAtnFyHR
TwVbz71hkRxTRcxnOgm2ylDfLb1G4hXLq7FkZ+5ISYi6/N6tMTnGwnxJXGpmq6ymLdoe2NNgWJMe
JHJUVD8nIx83KptXRBVsqAbjceYi0akjAIvOPbwRlG9BQWdMdQ6zM7RfbuIjt+8+hlkER6/pnmjL
BifbJ8GMoVTnJs84i6EcMKnYByJ+ZmZ9ojPk38cSs7jqG3HOkmZFQw7lKWgoXHwX9gcpCeUWE0do
28Mvr13eyrHSfG8vdD3rbojm7K0YHhJH/Ygn/dqiPaBQ63Z6JCmri0jZzKJHuiz+oY1bus/9vOVu
4xzJzaMPHJvfOmMaN7i82S203s+aDvCGonRNQu8Pkwh+CNTcWz0YI/WP+B61Br+CbE5O5fibtEfj
WBa0JyK21KnXikNbnXN+MxzuQQeVwIwuRvyTNDXkdX5u7xiMWZeUdfdA2g4gezj918QX/nUujJ05
4gwWSwQFq0xJp8Ilx6jYNk5CqoHwaCAQfSXGUFb0aho+RKmuFsKkMIv1Pd2X4ugO6HTE2EX7ts2/
FcNghI6KQME6SLn00hTVofSg+8qed58bYGXANxMpXX+eDDe9/PnK+vLSrbuA5JXYg2VbCSIDIsRh
F69rWariRk2HoWs///kUzQlQO4LPyCYFnkigtp+sxd8cM7HIk8vtkUcT+aTdbD/foBfFih29PVww
A4JgjsudXZlv1YKZ5vb67SAJCoOHPYARTvqTGBM0GqK4qBhpRLI+Sn22Ln1pk3FpkZCGTxbDS3Vp
lKp3qdHBso4Wtva9RxygJb1mbw2zs5Euc2E5LR9zmVTctiC6cHO/JJXM9nxAdw2//aVbDy3osEPi
Gp9vL+WJH+HsLqptiyEuP4+qTM8tRjBPWcHJj9UBNbO63A56jAQifhcoQTCcsIUZOzzY3L1WpsxI
tAf0KezwxWTRqgJdUM24pPnE0QMayLAq/ocsK8cdRvTmUugBYXxMiTFwC+S8Lr+ZMdyMKgc7mvr3
Qwd9rimhMDgtRo5c5LDSIjhIAxwIGFmcPq5AiZfGU3qxYyzelsy+s23lfEBFehnZnqxJTO0262BY
mRMNE08ynnLm5kJvoSFkdUDR0VhH07ZXZ1iQtxfdiHZHd4GYaNyWF2sa/WPdA+HEM3IZyri7VOQ0
bU0Vr3eXmEHI7UUS5XecUjTBUzBvjZDd3q+wPco5ueS+Q2/n9gMBfMmWYIfJri96/SPEEwODQaVX
0mQHMgmIsl7fe0b76XJ71KesrUNGEaXm7gEURvrU6TUrrPtuxWI5B8x8CyvtjrWW574W00G04yVx
nABiKfWMsQwPfckbSMX0xWIEv2v97q6pFARtob112f5oPTpgqnVzFCmUcyRKfOUPfVhGsjIZazc7
3z/U6IRi2Nxb6dNN8jBYmVEMo22E5xIzhwfJmB6cJ3hnI7XeHLTHNPE+bK3eMjJS9oZQh7JBcgnR
jrNW0TCXWfbrpvH/v210uKbfu1rVv/r/tX7n76jKoIQl/S2l5/ez/4fsEJbp/md2b+4NQ5f+q9v7
9o/+8kMEf4gAN7C0PJYYzAd/Wb3BDUnqDs/Hrv0XacgRf4D/Mb3VfW1ba/zRP03etvcH1gy8E/wP
BEoGvvPf8kVgScP38LdcEcG6hEFDuC6AJGm7/z6TqCOsvh3amEA9mHG+Ez81ZtUf81tTJWEyhLDM
hZcdHUn37cPbwUvMfSdEdhKAUs/a/OGufNPbAc22QsG/PhedT0hZT2o3rcXISRZWvsIjGaf+6EWU
oNqvujtzcSlQyp8eoQXsFruraMkR0cF4IOV1QkHRbfjn2V3E9RBPYJe9gZZN2UIxpIa5EwBnqm5E
pBwMrBImjR3K6Rc9m/mxWZbLMIwrgNBjp28AemjBPO9W/LKica080911ARHgnTXlD3mOUliGbRcs
n8UUVu08YuEt7uqcf1xF3/ALezv8ncDZKDlTHI3oQNEPtyXK/NzeWv5MhptpeRt7oPCwCK5ACtdo
2n+YGvs4sE/JWYNI24yAIbZ+C2zMSAOG+0DjFNLZIsBmrOPpSBIo9Wjy1UzpjuMWrVgRxE/bAnJO
QEE2r8pbY4ZF7yXdxnJpdi4+ZMDaIdu1yMrT0uhPzKYTwpRc7pIW+4P60thNfiSu95eXyWfm6tYq
FN+lGmREb8vHIokf/WY+g3ifdsJr6CSx5XFadTGpEY70zpRPsFpcYKDeg9gnyne+WeebnTeP0XWM
aEsnVhzts1Y+SkOaK5qmJCtJPeCMJaRh7TVr5JMbufD3yKP8damyAdHUqAljJry1fkaXs3xV7Fba
8ecUEBVdRqJm89tjvOyKHQ54d1/UxYs7BuAGsBXXFVa/tqflQZwhuURBPe0XGZEjjMcWEyE6gXRF
6SRGES7T0+xXyaloyG3MpfMalF0XRr1xdrR/XX2fWGflRWLevcTQ8PRSYqqOsKWNJh8vd+bHVK8Z
s2yGZ/M4CX67jmSqk+yUdwgGSXcn19kpcmS1ixvif4HBzOexntN93plPy4LuHPVa8kooM9JglNjW
Sk4k0I9c3R6SIRt1LB84/l2h36eBNAFG1uxMURdVplftxzUbStGMcGzwRgShHnU7JcykyXYsnuak
YHOTi/lhGZ0BR7z7SQMC2o2WG4qMsQM2pJixeX824Ez1tt09e0wh+NDIb++5ziCL8xd33fm5wTw8
+M6PgnbvR6LOrFwXNn2hM/tkT+j8zjEXksv813hhwoFUbhelqXNK0mhhFP8cN3N6qB11CuyKaYQx
zGeLvALLRg9CTA/bm9xmZ78LyFzetQmakl7ohKFejQxttg5mMlx0CnshLZr7Gj5233Y0tWbFoIZo
k+44LPGjPXkHXF4HptlU00xHqHKpflorEce+zE6NRNDL1PaQUG/sKyYz27GLkZaU1OVEkAHXOGN5
yK+WmT5YSIX3DnQnm7bm/KlXBqmODbktRP1YpRG/2PzvdNSyeyH8d3r2Z9gKjKUMSQ/IeZxITVnd
pfrSWO43ESB/XZhge4rP+C5tdLZNeQxFSQS0xD6loxqw63fJIUa5E5kDdPCFCO0EOutS91tRafbe
g4GNu6QpUrqPs16WB414ztDJ58zJCSWns7dfVFszB6V24Hs0qMo7cFSm8IrDUvi0wBZGebg26TCJ
rzGzW6PdUt5Q7kVjvFdAi7C0hQMQhyifo3uLLvuGlgSbshwpVzdJRM8zKmBLkAsWzY63bbsedhPB
YEPF1MYBzdE3uFIKOV57Iz25SyYPTmFelsV7sOEvHmuvafYAxb45pVEf0D/9TFvnCxTV7mxVDCtT
q3kgyDhlCrm0OyaazdEeO2aCIMYqbm27GYZOkg0GlvP56+zMTLib5RQBBz2JEmOWSJOrTbTQqBFj
aXO6wyVFSkg19gc/L0Or0ydVpNYjhNQOMXJGg+HY9IAv1Yw1rEGXv+Kbljc5Of02UsLcw7v6MYL6
qi2WCDMa7pKxfWwlKW9ZXfxodfo9I2v6Eml457UBNT6ZP8s+9/egwwkigDrfzYSFOvSGunTNaulo
TShwzMfGEPD1LGJpurQYT7kYf9G2qpHmONdRBfMB3POuQISx1dVCmU5lfWZpeRLOS0v62Q85AhIH
AyqhyY0pWlOY3NyjR8Q2hRh/9gEOuyrTz5HrkdBCJOemQoiqlnVMYIqPFNeITzcdoK2op93EDqeb
aLdiugpNL0bkTRB2ESGPoNXMfhZ+HFMO/b10P8dlHL+IpIL6oLirlPdzYNlHsSLxpkC82eqJdlCx
95iabNJggHgXk44UfDPJoTfphGxjf9THGdqCqMv83kpWsBzUlr6ZJGYw0qsmWnfENxMXVrcfxozq
0S4sYlEAhhyEbmj5RLW9RzL2yUuWLymgDWAqKZtflyCsbPhg3m2T7dS/957vI92PPWajgPXYhx8U
DTM67RUXP9Ic11xiJPM0GWfiMLeBmX7BAp9dXM/44WIs2+cuDZUOqMrO8SUmxKBt70n1pmkeR+l1
DIq9OzLURaT3WJtjeY4rPlbZWtBLCP2YM9KpvAaFeq506KLD2Uu9IqUbomRKio2iRcsdKxEdWWsf
aJKGJNH3m3WAFQqrOBuDjSGMTuhdIxG0p646tR2yW4INvYOsxdsg9Bcb7jchMdVe2AVU1RwrYp3b
35NZ77zOvTdwbCCjyI8V2tGt5XE/Z6xyloOBMlI/jpxGdPcvolNcxqkyvpP7Yzvj2ttHLG7r+Lqo
/h4BZdEvfRikzKSTFMeAmpcvecPF61ga2WKczRs2Ol9YddxDNXeExPtrSLkrECQI2G09EOnBNrsN
t834ARUmmriBfj0GUgOQwwbhcFj1xDMJA6WMBovYTeojgiaGEByGWkfvK+2pMyKM6pnRZkdXIvCz
0RtD18C6icN/7yJGo7Kr6q0E0florsl4hlt8msyyOSwyN7fSEtE9+cvIe5B54ktd8jtAEUxZqBW2
yRfDtL/wLuctEh7u1QTdvikXpIfEDAky4UiTZMPAjOG5BMqel24WcnnRu2Gav3Hr5SyKCrkUq/VO
lSV3MN++c0h/2vh5yirYxIic05yKdLTyp7qxQpdGNvSn4AAcGLeZGVOHet6x6veDMolV1MCS2ZLc
Z0GKB3GKilWI9qPDOYuhs98tLhXL4L5yfhJoNgoY3x6wQIIm4IAyuC1HElNYvDkz7H7X0s/dgxmt
KM1ONra1S2CTXVQO+CI6w0KwhkW0NIlSYCSGh25FDuQjAb/sOytNQ2GkMd3k9YE1h3GIEbt7OysV
QAC6mVDEGQRz6yxkgDRUPdiN84EZNtqkTnchQirbITr9qPyCMA2p9GsPXRrRD8vj7Wmr0WXpjKux
bwUrSBA8ZqvRYHbdc8/Fwc4cIXBW1C/kVNJ3kOlyN4r1/l0EtLMcukjS65hfjPVza7ub3srhC2jd
vpWxCiePAZIL9Y/iWGUXISqsfBTsrpuo7dzu2vbJQAG/KyqZHNx8AdTMNkV5bXbxKvlossfYRggh
aGVT+WXcuUumFpyE9RsOWe+6ROmDXS6fG8NRLMIYLM1xF9NT8lV98kdr3Etv3dFnZOdE9C6CGm/u
YuXfpgx9XZGgyPMmsDdFYF0cs/fuKEQegkQj1wxKb+cFeFkJXQFE2l691FoeVHsXrybGXNlHsr/Z
f0h9YM+hPi/FRFVdFhfYehQFon6hBxLtzcReR9LVpUcnesccBH9fTqaE5Ju7tMx963myhneVBmcr
ke9zDW9S5AyKhlUQX1soQ0duoxNa9ThAAIpOfbfYacI7veIrz+9JsaZCXcqtGy+cZkrtl/gjaWZm
vXBQInYwbBy+dL6THZXFsmr1+sit8Xvalc4TKplLB5VjQ710tnskkV1Teei2mlMcJkpGxyTW32Gg
+UxVsQBGqPqJLohejEz/QCzVHiaXaPUU/Xzc9W+J65V0RX4wexOHoe2mO8wvF6SBF2sOF2cixmR4
D9wSUk7ygKghvcqWIbs2Vrw0hrKuQ43RLl80n9rXObM37ZRXv+I9gtsrn/m8DpeGY9AuD00vuaYT
n04LtoMD4YLpDkTkMO45ldyzFOOa+2fF585LT40/xHih6Kji3vlueQZlFiFRmwj53KbV6hOt0ezE
+DtGoLxPqi7YWTPn0RI8y2S4q2K6x1m7sA7gDyOCYj46vno2RAaAbAqcr2VGFF4GJjYzqh9WliJp
QX0EnqOlwl0J4yVXMnvgfTzm99M83eFFeehA87/2Hqi1weX3b0yjY5KuMada0bkwbHffEeGxpQ6v
toQNEl8mgFkvhVkfyVR3xaweGm98GdKEJTJt4qMQ+i7KJxu+AsvqXGP0GZd3GyTrJKzhDnmVdUit
nnoWI2JRV2thpSoU/BWXo7nsY8HQLVHzk6Xtke5x8VbKDiYqm/vJsXBNu3O/r6Q+T7rxDqnjTkca
g+Pe86zPvZ3m+yQiXsAoLKIbze/K92lsS7ioeXtA2J1eTa0fLDbbVJk5VNTMUmcdMfTMTY80iX7Z
JTlr/ISZN6YuuKuskWKsbFFi2AATdB1fMVr9bDwDwT9jBreQLyn5G9vMNop97uP5BGtU7YKqaa9t
lqDP7946ifGA6M7xMDketH6hzavfbbqelCx9GwSBtJwK6ewDRtL4bj93XpduFwPDvSGsl6T3qB21
DGeDDuAiJbUOmmwAqMgQeG98bPqnSs1PaoqdMwkcdhdjnXPIoWrYwmC93CiDJGPNzaQJBhcPV/7s
zM7Fcub2MKaq3NODWOMwGE6jOqov9IBDOSMiE7lgc16bLRqImZWvt+DbVp+sOv25WHw7/DBsj20u
/qn4RuX71bLIJ+6j/i4eObdhwiDjKgMTBVXj3BPRBMU2Onmz9DYVxVsrBy4Hya9QxSS4NDgWGNnp
pIkp7mdEqG33YPivKSS0fRb58HPN4bHyrFV+b1gIzGpZbm7Pl4E059uj2wE7E5iBIfQ9BSPYeCIo
B0OJkZjh7dC6rRnW6+H2lJs3VlBrLLZVWVghXXqm3cXosBx1yb3nIRfA2eVStQWPsGyj8+2nqfUt
3A6N3ZL3JMmR/OtNiB4TiFtYyL5uQU3r4fbo//RUjd2mrgx1lusbFHD2QiW/1qIyz7cnt5cna5r2
TJh/is6k840NgqY3bNnbO749giLyQOKjQSRnZDM8X78KO3fLaR+f4SBaYRkP1p9/JDurnK1p4Rhw
1rGPRy4AtYgtISMlj32PSk32lrObDdGfhq5iJLSosF4Pt0cB/bk/H0HXaW7/R08BYO2tjuQt1MXW
hmoWW7eZ96FNh3+jBVGwxqBjPGJrsJW9/ruJ4LZbYJETBeRFa+xpWEvDZY2/uh0mcHuM8f75omZF
4SwxkQZxIvwWrP0Wu/1+jSRuHBNOtvWmaAx7z/zHoTB0d8h9UhugZEFMM59j2Ioh3b8a7upobmjV
p+jcuyb8fTBRS4UU2U3YBgSuY8Akewj3wxlf+gaDT96cZpbnEA0vYULU6JzQDam0HclgVVkRYOdX
w59PjVyYu2AAcEAkwEg6lzeGOVcieoV38ifGUJhxdWyJI2B6MYYI4UdCNnndr/O4pA+qoSH7C/qO
vlor4HnQIdEzOmyLYOB8Jog3X8p3M7uOTjeE+eQW6tSk2RAa0s+24zguWxU3ffj7UMDOCHPwdgcU
m0+31/n5WRiQmyWYLG9R1RLfZgwqbCqR0MVDbgbMojnGtQxtl7jTDAjntlSYxX4fqvWHKqdf9TLr
Vx7t9TuYbUyu2PoN2/VdDHNBzsjteWfMAyNt2RHeVL/W6FT3QJzKjTGlzD6Yl6MMXF1QPTkygOrQ
rNWHpH8LgIFv0wBKWGI6HxoS6JoNRF9k8b5bLd1ZwlLOIw7TCEiJ30ni/aIZuHfeM4KGRkhAZwsP
wY3efVk/xUl31MhnDkNmvrR28HkuqxFS3IHRZnKs2+wxnfXEVrrtr4y8SfHxvB+Z8cIYu91PJVla
nuu/oXq+s5kCHQaqdYTJY3Ao5x9lOhVHn+u41HTpYNHdF4bjEjSxEScm0/muYtNAPsrq7/BDTIQE
StjFW+yTBej0dFGL8tAPqCJAR2puqcVL3fg2gLP+FyXdcB5cqlIjf0tzZ3VhcL8UR13MLrG6nILe
2i5nMrBZGNkDSZXDQ1bzbX3Dr+lSrtBko9qWwEUPWYdFqhgh/uHlnAb7Rw8HG38z+wkvQBxmGe9I
Dum8Ylbn0qq2djRFzM1bUBqB99Uo3kBrLDu384j2LNhwWT4DPC8nu3KUZxVkLlaTDosVCMgrI+lz
nuF5qfRVg4AI25rtmcNvtilUOzyqAZSSYX9qy3lbDxTL5Wh8ru3q1QAoBshv3WVW+mgaiFIcHGqL
izfjXUOtZdouD0VYVt3n1C2GkN49vQ3DQkVnvuMPZzjmWSj+qsk6x+Nb1o/dK50sJBTjMQ8WYBMF
XLU2Kp6m2JU7VWUHV7K+tYE57aU5fNEr+mJoaUD13lcGNsU3Tw/vlWSYasrkW79INOiLgfIYtfjW
iAeMc2P1jT/4Z6vI9n4hD0GPMEva9Yq5/gEd6QXJJfxEJuVx9LhEckZ6Rt8zMN1jH9AAoS2xmbwp
PRJXRqXP7NVhvEElUyORiryHajxFAiOOqxEw2LUEqemM2baLu+QI2PInYEmEmRTkzBbW7pp+Wlpj
OZnWKm/CCzCJRm7MusDul+HJVMEndggTyiq2mD01At4qegUf48SsOF5RcSMdRkYhLCVo5h9nuMp0
OZRAvcE0ZE4+6a4irEp2NKror27hBVxK87F7Xix+cbTuV0rw98X2+4PXzCYb0jUmEefMVI9XfM7Z
3rXIoe2uXFqcXa5zn2HK2MSu++5AeCW96blGmUrJNr3hO3UOse4/GIPj+nEFmUaS00xlCZ2LjMKH
DIskqd5jPhj24e6OAGoU8r2gbcOOUfnZuatWN8gMbw6PP0OoMnpdoOmiHPLrg8kwdQOu9srFtVlH
GQUeXkKciEfWpTzbdtEcihRJlQRs+Ow8NiUsQBvD8dragnll2aFo/a9ga8RdhPSY7bn7gDGdzK0M
GQ26iPPsGfi8s4/Z8Y0wgo6AnxMCCtJ0BG7mkxmJL16Wf9DYRg8Q44EYm3Pjm/GFe+u+qvsjRRwU
8x44xcTWLvEaE4XmtBlYe7Fmo9Gfre41YbDC1uSHYfDfKAGvS0wPmq6i3Slhewd4F99dp8SMqcWv
bgRRsUwIFVNsXvBF8h210as3oqT1ck2nIMqHvXQC71BG5JrNmv5zwG2YehpvE43ujZeUzcNEfmo1
h03ifRrz3noUJ9XuVc2ZFzWti7VcxeDdyWdUOBMnIpVl3yMDtcsD+pVT6zoVUVmuJtSwOsG8DcCW
xMALYh9cE8sp4VvvwJj0we/nO8t277lhkXubsrmx7IGfTWuSzeV9Ury50Am2KFDerCWLQsMmkzKI
0ZCZ6fI2aqBCfWTRWVvcc2d5qHxtWrTWobE7/ANmeuekwVvepN229+F6mgkGGyOG3DGnV53HOMwo
Px1AbTKZv8Xoa49ZNOUbLGqvFJ6fRYIsBybPEQjkSAxSt9d9rwldj69pivhSBMC7EKO6fWFyzYxv
CWFDNMIQ59hsRpqA2OhZvoyEgi2zODoWaiSCpnM2fG7DVrn+Whf6c8vkgDSPfDNK/TWtRyw/nfms
pmXNqUQT1kZ4dOt4vNNieFBl8ZNmoKO9LVbzKkTsZuTMLfFrg7I9Z+trty/cDumaalmuMn/MZm/0
NbNDslCl3A5tS3E6cNP1y4S2GJ62Exkw92QPYl3onhF2EctFgno7hoXuhqNXUxncDpGgXLk9mqMe
AUxiphHwK3OHs9gHd0qcDKOVwdCXOXLiIwAY0EXAM1PSYFJ6kozpnGjH+BOWMyO/GJdUKB01nYoo
v5Zku52DoHlIJpbxIDN9c1uNRGMTTXjOAVhR4adTOAX4TugXgWytqV9ZJBUVCkWsJwtYtqo+315v
l8I6Qt9mU+8/tbTv98vAeDLNnxH7eQdhY123vYDCWm+n3k3DxhroFJbk/oKHzc5IlVXoKZKli94d
16A6ZIc4TPezKMqLvfjFBfJICR1gpCPC9iqe04ZIZA/tZhvX7ooc59qzVLZ3kM+E3nq4Pbodxqxg
S3V7iEGjDuuDhq18qVIaQ1Num8yHzZ/N4DThDJtwWzgUcDNWmD3dsh+xyLoQhEkbujU49ttTtnrN
hijFU4cgeHv7jGSU/uPTknoZj07W3bVAVna+FRCu0mXgpqScadinOdaWhrHa+qOcqaJ3Tt7Gwp8D
9OeTKFPjaDseDv3IRXpNWfj7YFeUispKaeXeHt6+MnvtIbLYL6APQ3fVx4QoV+l9lTTv+XpOzgL/
6jZPu6tRjfLwt9d6T121SfjDPLPz85Y+Pqx23XE9u831n94eMY/uz0P1NmaeHXLnBImgY64EzCKr
nsFZnRe3g7luEZbFyRGhRj2m25LezLqLCBr2E7dHt4ObTQAhRyhEalSop7RxzCr61GkGecymn0d+
GiQpFYdpgB7Ksye5tZrWp9u8lvUODED0Zx3n2Frq3w4yHUBuxfK+XLd1UFJ+EgqR7FjWz5LR/GAn
lOGUcBXySeTdlOEyVpJtC0LXdNV0MLBLCWZUfR0ODaBl04Oba60mm98HZPrYfGO2sFWCLYm/K9TJ
1PjlaE4cAzvFn4fgn4/sNnC3tuQcxTviH6Z0uM/t6C+1yNASD+M1px2uHim2I7KXE1pYSCRcXnii
uNpc4NBzTB/39kHEbo6jZ5lRc6hOejs8HfjyKNIY4lOSNzWhHj5y40trm5eeERANynIysF65ZRhn
C/3UoDklyKhJG25qfUS+d0IDxr2riZ6jIICAsn704815NLrrLQ8KLTJEe3zqfeL0pISjXkY1jV+n
581q5+RbAxGJ60bIcEkrz+svanUq2TepS+pStwZy2YI2qsJ1gQ/b9au3pw4YgaMd9Od+3cxp/o9d
ZAuSQBeHG6W97gUxtOKxdEj7hc7GZChh8ORrmsL28M2z5udsyZAJrrtQuQY+F3mMhff2fIo1Pc8u
5W+hCYCRRZueG9oKNwnOVE0J6M/1Ldbr+dkpuzsxPdjd3nrSfsF0AVprfad1QXN4a1v9VSo+Qp1b
GWOU2/kM1Hhpg0PMD6nFbJ8TD68h35LEGE6l28PbQeBNu/1sRlVteDtYauKN/n6OAQDtsrM8EWX5
kcRELYyJf1Q4ffh11rOLM8REib4Yp2haby7ra52DDlMyhdjdfmMHNzpesfXvQLDZl8UxidmdwCKs
f57krkKMg4Vq8MIeVGE95vaf1+btLRLPQjb93DKnW7flXQnOaK4/FWt7RLUEhHlrK2V9Fs3pD41l
YC9X71nE+BDsU6QIGdJcKuvbul0vt6e3w7J+gcisAYcDPffbO59mo4V5bd1BUb6PnQJ1CZ9uJt31
U5mhWduHnCinjR6Hsy7LPPRsLvlyYB7ezF9YwSAoejDJiNJ8MgpYJM0L4Ff7FOTDvVmZbB+wkFfs
aXZQF0HNBN1Vp+KRCoJmJHcuqwD81OnCYtqKp8P2aF+3ZsI1CEysXtWtjf7e0NfckGvwjKb9S9Z7
78Rf3LcNgE92lM4RtMeqfXXvimxZjk2WsZyLPnSb+qJk8+4OhNq0rng2XLJqwflTBSZoDFT5gdwe
T7a2SlCt6bbCSUWnBBeZ7efHNnU+DfPFbqNrXbCdtFwUjtZwDx76o1YF91nnOowlKJq8/k47Xj1r
epWaYORuSubnIhKnnnrMj9t+S1WIb8vod8SZEBdQeFfa9I8+9teNfDIl7OoGcCiLe/owFVTGadOv
hFpnb1tsjClSKVT68dx09XeuyGUTGRRlVhr5rMwKu2hmdVucb96WaQGa39b18E9V57lqh2+1eHRl
5HxPom5mNLGOeGpqVA2Q2x/FW+wYDwGNiz3xwsQIjP0vM6CubxP9NLXYOVVtBIfbxUjTeTitIRZT
1YnjCJDzdhcJOitbtreHeGitczufkSFwX5uxLprFYhyCpArCCUr++f9rPf8r0T6mjUDzP0Jfn4iW
TP9F6fmPf/IPpafpOn/4UKZdy3bWDJ6/lJ6mJ/6wHM8hOsh3XImq8596T8si78cEBugK6QCf8IN/
6j1N/48A4agvmE1IyO+B+d/Re5o2FO+/yT2dwLd91wmQoHrC9x1Shvn63zDYDJ0x6JOW+iKazDgV
czGcUJJx7lbmNU/x6BQVG4WGE93sB+eTvxAea5FvERJaHBwpot6UAvpTRCzEpN4AbWewFvYCgHNO
bpcAj4u7hEBYHSiclD2up6bvz+NAY7pq3fh5JIXizs7VK9isg+jTk3Tg684YLUMRFbSKPdRpAUl5
0gLaQkYBS4FGkRGPiuCsyfvwMbKhNqd2IYJ42hA9YHP9AiSZqfpOdhVVBOQqcDsT7C7h1f2uTqac
xu/w1MZosRYBLgtdKOwUlflX2tcIqbxPbYXSKVBIbaaT47HxWozevcTMH6YhPi3oQU7Bav8kAZ3S
sL6YDjkFnEvdVqRRDPwb3UfEpnmTOCtjQ4/fVdegZ2scfFLNgG98HI6j4X0jzuQzSv3ufozlk8V4
BHT2qp+fawgjefk0s/0DMSaJ68wCZ4Pxxn2m0cn+RvaflR/9wr2q2X4H5WGyabPRfCKSFkIlEOtd
PuYwTYMBr6OpqtOUgcNndQHGFV/LKdLnjErdLDwnrOvpV83y+DAOxheDVYP9+PJcutNMR0TFL1UK
eU+CyUlap6E9x+7WWrdM5Lj/AlI1XtKEoLo+8O470jB30ZQxwBR9fyLlHkeNjJkZJdWxqWWLUQoe
zN+uucc/Bcr/oxrKxzqtevVv/3NNaP33J7KHaJqLQ4jAZ9f2rydyuaARMyLlvVQt9k0RDSfXHtx9
MhUz3kMN+9lsaIizlAJ3+sCEtXMbIs79woGOkFjqQQcU5gYkJ8YWNZE72nyS4NBJnND2Y4vpO4hf
zZqe2DL7cSgb/ZTmQh+XJJvJPxwOIH7SI0qL+8JEBd047M2IlgoZsG7jsZVHYLSIV1uZ7myjWe7Q
NJtcZXsBQRlVozomgKf2XsFi7/VgTJr8K/sp9VlhtAoW+aaLwX1OIHeyyfrAcIV2U3GqBrEHMQ/H
WmbOz8rxiXwagOdKpm6vXQFBubJBlOFuCV7+4z+4teaR/etf3BFyvQn5Pg1Nx3XA9v/91tH4nh9j
VateZEuyUkLS9/9m7zya3NbWLPtfao4OmAM3qAlBT6Z3Sk0QmSkJ3gMH5tfXOtDr0r03ql90z3sg
BmiUyQSJY75v77XPPbQQJIMWGryC8HkbwHkc3eXXKasBxs3a/VTL772uadssqadtM5MYWg/tlz0Q
ocwepzxaRtFeWRdAKzRvEiNJ96lnqpB1bqIG2IMRIQbr6tE4p9NI+SCknEq+yL2RVqch7iAsTp8q
+e6c1/Kty1Bspnly38QgUPUE/+7ikVuoWu64WF4ouBkXzlJ51RCw0Zd3zzm7B6pI073thczXk3kA
2gRXrzYwb5UjJpRkMTYLSx2Mdtc8r8tDMSz4TbxrVy/4lqu23zXQc4k2rN8TvfPuaYOdEfwXR32x
fiDAvI6taRxdBjd2ucmhIJsEiWJavc5UYQR5IXZBiG0vWMLgk9kM3lTv47R2AysFMi2iisDCmYzy
ke51EldUx4tYnFPsfsxDt7muAOuz7W+tHuAMziASMgNDVvTMa4loK/W/uQqCtyRXlB3htRYvRVcl
T7YgQbwn1iXv0iggpfMQV/FjT1cAzCkAXG1M/Z0+RDqslOEAPh/4CJL9Uu9IUMm1Wxmr4CTc+Zfa
MV4gst5Bomn2ekfQ5DyRwJF3ycj6xMuOSdLRLYvdgm/zfNGX1gzMZPC2dU15L8/ErcqXpMRw0WKP
mURySS+0/C4NK0mrZtuKC4sFVTScBPEGIcrhQOZYcRpX886lBTsqMlCWLQSOPXnecKzlMJ/nOYLw
bhcHLvQfdNIphLEFJ2kW4g/og68y7rpjgUzjjCso73v9hu9V4OG+N00UYo2Nwz3V6ws5cCcTg9jN
OM7Ee5LtGgK83zfdkt1N84MVIwEOB5JhCRQ6TAkUqWGmHuf4bg1Fkxu3rOldUqiZ+ctgANAzLAuo
i77dw0oO5y1R598tM4FAOLTZ3qiVS8LEpFUWW3+2u4MG53VTjuZ0THXLD2QaZTRXbVWBRwe0CLYz
i8v0lEWIKpgdabrcU/P4on8wHv/9MADi6G/DgI1UD7eKoQNltHzLJBvw78OAGckwjIDPPIJCtzeE
jar6AVU63yVrXtrLafFF+5A1HoiU0du27kAUshKku8mJi4UyJ1AJCM4Ewy8ll1dRyteo7bAlM72f
MED8IEXZfkqKM6irehima2eHm9xuzl6pOQetRdMFhKU/axhWCvRNt41Xf0MIk20b1Qsb4eYeNOpm
wdjPbL2UZ8FxDyh+erg6ZoRemctRCYXTDXrWfleYBlAqq/xJRtVwiaPB28SmAaOmDuWFZoUTtGY5
B1F5bQht2lctuxD2gvz8KaFJoZskSQUkPHxOBVzjQheImvAlDNVE5i+lQD13FeyGsR/sdoJO0J6v
mPnJaOrJdSaYm/UQ260AVwxCn6Gn7+3k4tBrbrEFaEDnj2YIdTCNgsesv8oi/i7r5JN2gX8w8e6j
JIzorMBKpsmOx3wGr4ZmK0ZVvi/xtlOgt83AT8qRAgAlijrFiscFfHF809xEkiJ4EtJMAzeDELkE
Pe3NhU689My6DNPjhQg3H09/Cgx2ylMGAORsLZ+omYzHzq+JiZqIuoIqVgbUlRVTJPtRuYZzaObH
RPPjvXBRwemW1j2aJBddSVh7tpT0pyquRon9r6mL67C4+PHVzXGSw2/jGu6y6Gf1P60W1Jfyry4n
3cNE5bm6hxwIq9MauP6XZe8IykCLljZ8JFMBfpiM/Evo1P5l6U2U5MJ8Re1/1LRlepT2F6lJ8w3t
WQN4QGAlS/Ohh9ZBK3P80nrOKhgWHrvVyoSoZU7Xgp4GGP5HAltTkPSOdsha7wEJ6vzulWihPF+P
H6HOkOrh68lBsLtMgBzsQPTKoLZV3rPXyq0oi+mmqRjLLLdd9gst46sZDT74lTE88DY+nWSk3oVO
cTd1tFY760ZODyX4i+uk7DdOCY1MozP9aIc5LQqgPb3T6q9+HKIdWozjaC0gL0XkXCk991w59ynE
G9CkuXtw7W7bJAjt//1wIdR+4h8nXqi9jeHgY3OR7P99tCiXrGuNOHIfc8quuyk1JmoLjJ7f8G2E
9yX84oMuYvQfHiRw1GHIci5VlwzX2jZEALk+fSwqary2tmtUXMlMxsx2yOpXPdRt4hrQ1rZC+rcE
qZDmQ1218gz7lj20hpYzvxisDE5hFeWQUuo+MKvOPVaURbbAXnDIzlb2bECXyjPvvS3jilDzOA5K
OP9XB1InsRrdEynaHeq3PEIIAOoFa/T5358jw/+nB49vp3AFdRrTxAtIKObfT9JY4BRYxGg/skZk
xkwz8y4xHrpFH85tTEQcv/ObY6aq0TMNZ31YJrYrUOEbaQhIxgx1mm+Xh6yjJwnoYCSLBH+NQ0eE
lkyN/SXDCEREMm5gf7nR/XLYWGGBeawsnRO8AnkmlQUxZPoGnVig8r/GhbzqALr3ZKyCPjMBRngR
VHin8A9+537OcWEfGRWXZxLCqMngpqnhMCxel1ylLLZG7dG81AHx16wYietGg2h46XybCwY5pCw6
lI0OdBnG6sqvxLnpS49o8gqJeEg1bCY7Afn0bUr/E322TX5c8ia1ob0mg9jPQ0buuGNF22GOxbNu
oBizssW5FB2Z9ywkGEjOqBxlkCa0H8kAkJtYjuBGJ3hveh80naEFPokTyI7tb87IZTmy19lNY4k7
wyMRR9CTPI6FQ/5R6RgXsh8M1CqR72hHhDbdvSHGZEfwIzz6Pi9uRtTj2BqSbYfMFkTa8Jgs0Lv7
EK593zi3KC9IPEv0+AqU5NtgdQwb3RRYFTmtcA0/vMwMEkrPG2in3rFgTUjLzwVjYv2QSJUnKmFk
4OXbssDkZAx4mtcZSMTlvccAda10TAq1dpePhnfXNhrkgDjH02RulzLvboWNoFuHzIYjDDwMsnuo
+ZWNsNRMXU01Zk+kdkavFuJ26qPJ/JBgTGgVRTuZ9TdQT8bLOPlwEJGHl5M2s+skRGE2k24nCcfY
9xq+99Rz7/v6pUC+ckcL/bYy+3hv2vg4y46Rh0Zpgrjz0iFqKRoYNyPt1ICMxp8oKgD0VQ7+LGzO
9KmL7JlYjjjR4ivkjGpfY+JBo8td/PIHt0i/rKqoToTtfpVcUmx7TYQ8HpIsL+O0A2W6slqizzH2
T5Y1F5h0RqhcuDDRM0T6DSfX2/z7q5jB7J9DnW8JtqOGZ9trweYfO1IIowUscwnd0mFxMKFrxpQ1
uOeOisotkxJBmAz9iJvEnZtpT2aMbMUkh3aXj1NzmMMmhgznsKJQPBLLbi/oiIZdEt5rRfkgzLR8
VuBKs18edDONjwkZIxQbYvPFpzpJl82xNp4kiKMy6+c+9eyD3jFvr+Os1fb0f/JuPJEAzycRDeQf
ZuEP6clHPbf854jg+oqP+VaS4L4xjbTdhxRQAuZMb0ettw5M6U00q0gepzqDp6wykE2MZP26mhMe
Q6NG8hojx/A1/Jf0XPeIuryLtnjebdhUkEsL/Aa105T84qi8o258IYIK5oTvL2D8ouEdZ9eJ5KDl
2TEQ1uQRXotmMu2grB9k2dsUZKr4xVqa5oitItvm2pQ+F+GT46tX64t2M4VefvJFl9MaRgDQhIxu
uhs9IIfWbxAaEvGlW9c0hF08ei2VD9t66xwcMvFsZlcH9NdJEpS6jWZdxTe6X7TJy8do0J2gixNg
L0h9N3V1LH1rvBhqOROl0Jpz0nu2NfKzjc2S6bGngUH0inXofBCwic3MlZTDycrY0E0GEckabfQ9
ztED/lfk0G6B966plH3CsYMYKvjBi1sUqL0GqmzKqGuM2msicbuVYa0f2tlgjHMGthksOipK55fS
fNb1uAEmil8jDHFEhhWi8MFBsWfFDXlpo4Npz4/2IWhUlCMO7ca4aRDs10N2zFVfNo7SNzIugdNO
ugWYqQODgSAdlIrPHrYLrzJ15gfOw9busq/Rzkk+cPrsYFcW/UtsQHeQsyD39qiAx6b4MsQdM274
oVXdvA17rkgsiPmJ6A1L4cAvocAJlngJnachf4Gv+knBxrhp1L2+8S9+tDzCurLA8jpk5JQ4syKS
/fZO8lp0mnnX6Z11j4DFDWDt4ZEAWLQJ9cLjI/SzR88kSTWr2H6L7FfYjp9O4zkP6StoSOUsQM0y
HSFOVA+J9iOhZxn0kDsucQ6nIXKJC5gReG0NvfJexEJYNlXEZqdhQzlAu7WxQjivGnhECLnMlVlk
OTA8Cf2JmX+nrpg3pkqgylEPBf1UpidCvV/qqBoOg17q51p/lgi1txVxou+eLPB33QDsqOAG296+
r/ofhpV6l7mAKuT2IAWXLNlHRpyQv9MnD2MEBVCTzp7mQsnwWs+vWcjXjsVRHPfLt2aiDdFnstwq
r3IwM4pfoY9k0GfeaxoFAVHe7tFMbTT5dXXvKrCXJqf8vhbt09ADKsr9Br2e7ec3CxK3jR9SnpTJ
xJpMg70cDelbmZi2ykxAueT5ZImXo863RRI0bBrxt8JwG+Sm0r1P7ZqaQ/uDOoV5G0e1v52UKqfM
4mWPdNVRDb4OELexT6Lee0a1a1sEPfgnDaTc1RPxS4pDe4cqPE/79ognH/J3ZxcqypdlIPunzaCJ
8FhoXrc3kLptLQQxj0a9L3S7QpwHKDMv42TZFG14P9kUToUs8xMqyn47CCs8i6xoOVHku7gGIlMi
n2GwTSTy9c34RJc1vzG9eTpYcj4XBVy6ddk82x99XmODy0NA2XOGFtdPD+Qwm7eYEmE/Heoh/Vqz
TvXc069mg/ZSk952dAEfIHcKImcOr9rYLLcjwiHMlggopRAsZnXDI5PVendL9wj/+Z1+qInXdZ5O
vsEiIetTB42DO94aafN9oViMB7BQbMbxkR6Cz0nz77lYiCnSh/E2r4FFNaX1K28iOH5Apt/EXN6h
CTQ3om4Y00TWQlXCwe6/Qu0tv3nUzon2szGPxUN3dFi7/54p/z9F5Hmuf/7nf3yg5i0BpPVt8tX/
DQgi1mLJ/zlU9S7LP+Kq+Fuqqvn7P/2rt+SL/yUsSGj0lgwfjJJPe+dfIBEqMpBBAOzY2BnXyNX/
bi9ZrnrGJTudOrknXIfKLriSPv7P/7AsSCM2iw+HX6T+r/f/0l5izUun6q/7PR6wFM4EVSpYEYtf
9/etTCszrwSFhkQkcam0ziCdZ1QLbubTM4pfx3YhInDRAqjiJlFiTzhnLMS9xoT/hg5R0Y842Jhw
SxZxwaQEWA1LFz0V4uSHmnbWBRIMIc6sVltrN5ineFTBddah1u0ssGQo8Pn3n1Ojsji6CkoXRgjL
w8w7G0c40YSVKXnWooRanRdJsknR7JoVcubasV9ru8iCtkPqzA7SOctucs/r0Z8bTSCmRjE2E85t
u2Qkr0+ZEf2W3/+pGdHGk7WFJRBJts80cK7n6F83UVcjLoDFtM1sF3SrupsxsgT5AvXoz4vXJ9ab
RL1kPVp/ynoEPYJQQeTOxgQOqmh/qSkNWkER0d5CSLbe0AWnEoXv7Gin+JEJ7zz7zJzn30fklBWZ
Gwfzkklk/hB11bqBHn9+8Qof7gYw14ehSdw9zBPhEQQrOwftvRWVlz83jLb0L9grBzMLR7w3ibQR
QCCMNG2zviROcm1CSQEfwZI9su8yGSdV/FbaFvfm6H05BHxtwHtj5NLzb/lSwK9L6u8wz9MNzvGH
cIQ8pseOB+ySLUZXIW5qIxRNnvY+eNQ6LZnvZaNlgeFP5JU6xZUOKAu8li0Flj/zJupN42YagQfA
RYM7SgdF36ct9Jp4zk4aYnPwWxHAx8GIr9r8C6JYeSP9nBXmwsaOLtrgiguG8OEazsRE9OZnBKIz
SBRksNR1ansad422D7cWq6GbGi4kM+oI6i2XTzNdpomK59WZSA9t7U7bgHmKb0wU7yMO6Xw/4mQ8
Auc/EhhS3IqYXJe4aCU+4kiKjZFJggTaEddfox3AFCykgMUIw4rxWiI9uFqw4qtx6khhrOyrngON
db3ldX3ORwoEbItiXmhK8Mi8wEkd72S2GrJ5z7qZVV6fod41U+Wr1IDFtElM5YvnFnXjJMXdbKKB
j/XlBWBIe+hFD9w9K5drSxTsdXQSzoedH3xT+3KVtG5RIrtRye3sebiBD8s13wkkXWlqufsOLd5f
Hxvb9zZmJajkfLkS9mlK4jezgzWVCLD1K5SA/PIccDiH64N/bsrY3WkFHD0GQBXngkTPwHN/IFrn
st5bnTyZTkbDtLje1jHRwUB33jXtw2JHL5ShI0YoYV4qzH+QO8/2xMXSWM59HhkAWOgjIMDU9hm0
PEth8wZ7qTH+ADBEPWIi1SMD7ORN95nCI1FRMHfSg5oCFfs8Yng9Vj4YA2wQAHpGA6j0eli7Ytsa
IER/c6q/ck/p/QaUYMhFR0hvH+zYWyAOKIlK5dFZbTQti5Yuy6fj+pDfgvYzDEE6sWWADYQDw2KI
hT7EkXg7OgbmEjh9u7bJKCn7DZJORF0wWp30K5uk3MXoX86pulkdTOvR+tjkyUOqsE9USRACh55N
kqpzLLCL0lnxl52oaee4of9hwU/ar7ah9S0tRQS1qDXgP6gzOYwUd7xJCxCYtecSNFpiQZtmu9Rs
TZuuGtNYSzwIGLdJ8Tca6FIQoyo8lxFJri552HywSldlKYFirzfOyQn3QiknWe7rZ1bwxdGiyaTb
aHjK5pAPVJsLYqD3Mu3ZK87OufHgexP+/eyEnPREok4vNASpOtkkAcHwJUL0gY+xt3x0vA5FsZkW
i4sMj07NtZMNznA2CaUlfeLsAmMo7SMwoI1UekKnGJkq1sNBaaM7dbMejY1HDkeiYVjTdHTHCi2+
fgFwtv/rqKuqx14f6v1KVV9Z5WQ/MF2tgPVwUJMX2IutH6K5KtgJbBOlgVyNbqIU1PDyFmdvb80I
0swv0yVr00YKvbeW7oHmanhuyB8/DsNm7t7t7ufq5WqKaM5ZjDKLIjZVRsiSYEs2pni+Y8/5lWDP
YaOFGjevhLWdalxM66szJ2cfF2L4D1M0/0VaK4c7ln2LCM351JSzd0qKEbU0wyHyqlkDjSdwuzyO
zSRP//jb17to1YjCyJaIgHU0h+tp6ChrgmuA8WIUKCnVzYpqtyfnmpvz5wjJFiMhCl0hrZLSBH3i
avF1wjFJg0ipoVAKOHeZ+oJmdrVd6IzR9/OHXdiQTBFr0j8vtxO+m6OjGfvVhEg87nWEhnrITS3G
rTQR54pQfBsaGuYCCENnskjcxOVqMRCO6/q+xnd+xmnPHRk/QfvEe1nUdOdTpJdATQY4nHK7OibX
G0opDGDkcCgpXR7v/MBJ/foUyxnECurLgtiTNEsICXeYC+qW6EGl13SUzPLPzfpYtwwPOm73/Tq8
rTcrDv7PXV3Jk1FX45WJXHqYVcTcOtTH9eqH4cposB6uNx7QOpVeb29QuhKcTkm01kFcrd7J3wZK
Y+gOJlXvdQwqFob0uAe7RnAKlG55h0iUZoTQv6+/dx1v1/fyj7tLqGuH0in2uORYEJJOGfbeKcxq
zFiyoQyM9v2tw+qxkf2on9ebTssFljfOSKVH4sq2siGj0f5VsP7aTTGtAlNoVDjriVr0sxY6hLqU
6psZi2hXmZJrab02fTKWceI4EJ28Hr8zNDxGZ7Cspxq+hYyNvTlG75BZsB1iKfBgs3WuSYBAY2WX
gWyiw6T0wmuYQbHqkv/kGqzP/HnaKI7EhFtsDZGV/3l4PUpDIs9d+X21k7pjah/HkLFO6Va9Vc6q
dLN/7v4+wqx2skaG9gZZFVQcXowdFFXteh6hylQoLZrqIAAPqC4R3YtyOiNO0q+pdJerPfgnWWve
IQKhv0va8meCAOFsaJZxbuqKpFzff5iVHjxX+vD1aI1UQACEvHc9XB/885r/6TEX2m5QaRF7YfWz
/twUpdseKeht/zz0j/+/PuEome16NEyNFmiaBXhUXXo1Vqrxbj1sQKESejrhZDQxUwQTAzqZGXsA
ysQPKrvsnyn0z931SKLsVAJrJtf1/jrN/rlLuvi2QJpw7idiTwhwnnbrlGOqyQenM5Wt9f6oriOU
MVuJmwX1v+G30NG5QWCPkMLrB+8oYUqMVo3qQ91MLuF/MzNykOOg29YGkrUQ7CMzstL4ryZegDdh
d0wovR5mVPcglcXM2XDqaFqC9XDy1VSYawY2hH889ZdX0dEmboteAT4F9aqSeMuqPi0uo8+uVKuP
Tk1a69F6MxQ6jcT1sCahDvSqehG7lgZ7nTpcFfUGUfZQBdU1M4NdU1r5//1TzM5GxezCjbhEVZxt
q4a9AIg4xHCb3z/8r4/8+ZGhytdYf+L62NSZ3mkgXkQ9/I9XxXPszb+f+X24/vbfb2R96Xo/gY0x
4+tRb399D39+lJ4CK0PS0AP9dmcGiP/+w/7xLn6/7T9P//np/xePVcUFaZ3eyj0boRNFoZn8uiCJ
BPilLWa3Gv2gPs7PUykImk5Ggg2N5lbgst6CZ2HQW8rXNPEkIZE1FjNLgacWqEqtLg5G6N4jqqm/
sRX+xRL9o3fjZgebG3b4Qg2wMnm5UYkoKEzi/pIufpls6pFYZsOzQ3ldxMO8KUJ4al3noF5L/F7V
GZ8tYmq2tQeOjjiHfuNI+YwUZdwOCsegIgd7A3qSdC9RmSLNSYiYNUtaNurPFKTxzuPQ7XONic9x
9/0Ik7JhfYrqM0Ux3ffdNu1Kkm7bGgl72f8MnTjh8h3DINblu9lPCDOcb17auwSmpBmAIIlTvt3P
k/GdUnuzkXtZkXlkNh5QDEezIFg554LLBbB9do41zlveiUtV9QNDX/Ieez05FTH8ts/cR2iPGBS4
kCb3URm/9fRG8NvGJ9GwIQVQcY4s62D1EOhqcosQOWgKSfyDsI5tjST3YIZUJFKnxPnAzm1o+zfN
dX7Y2rZ1VAGjmJlb+a+g/ObHbAr3VraHGgXwpi4gruXOLs6tzwwPsU9p4lUWn/pAQBxLrruZrKgC
DZTetNkWltd9M0PtpjKuQuxwwedjyY5DDDV1wu8LdhzEAX53qrIcYzbJf6fUoqzHLvsAI45P1tFo
WpA01uak8Ppe/6EvFD4nGnoEz4Lr1qAfUjjptzXbx11pyIMmMvzdBeLWFq96UhMybVjeR8o3/Zwy
UwdCyGWvx8kz9s+XEC0uKxLthg7WSB2UMcR2YGD24XnUy2ijzFLHMTKevJHOpJVXJ3LjxWMivCev
zgmkh9uAZgnFrRHdDV166CmxbiFWIGeEfhxyyg+J4x8oiNa7qIB5k6ThD012V/41QUv+SAAro1IR
BfquEwZwzZhhMoFLsWmqbVqly8EW+dle9DufFuIpi/r2rLvplRSZ+Y62THYqtPy2bgTeJ76vhhGC
zqsdEJroYau824mRNjrwWAtrmAv/0h/voTmjvhPNuev7T1RjTNO6O53G+k0THsOqrAgbI9M8xYtt
FxESLdpUN95SIX2TtF3wy6YXUGnWgeykR7zy6UxzMjfCQ2ln38BVfdqd/SiQW36ru+qtZojCQotw
0WsGPBrT0h7MZZQ3un6TdGImK5JdpDCrllcVTAew6MN2uq0I6nGGPhgz48Gphg4r9i80gU+geB2C
Fr2NPsWMfc/utdFpjbR1peBeggKW9mMxwKfjtszjGFCZj7Uw9bqgiMgxz3IM3XPWYd2Q3Q/ymWwo
vv6T7Ta43S5D2tGDFlW1aRzllh4mcua0fNw4IuRys88LVS2WeR6iJ+zShQyvXW5WZBAM5HqBfBIT
nLuQwakq4F3B6TskA+4w8P84SGOAFHZ624RGv4Ng/r2Ca4rsb9p2McoWq2LkIzQE5id1H7MuwXrE
4VsRou5u8UgHNpGco/5Uu1p4zvtsH7u2v+sbcclAzjxok1C+WWgHbtb9GHu/O4SMUYGOvXyXoEiv
xcQuuu9uy3S8Rx/l7AcH9Kj3PA4IsXyn7DE76j8Sx7zYs4WUcUw+FhgywsNaE5r4vTu+X2iv5E1o
tq9WS/7frCvtoOREm69S5r9qaD8bz2+Ro8hNaWt8fesPyhT8TRKgmzCydz+cjotTPRsqrQSg94+h
QlVdLXGOGJPWYiys4qlwPEr3PuRhPC+5e+2swjl0Vf4IAxkOLX6EHQ2jfNfXSbX3Z8IEUmTRsbGg
GZ8+hmj8PnlN4C/jSx/lZ+pXyhyYP/mJfNFmZvHCzGhpxRfEynel6XzKct/nDDXkNJ99SWhOU1LZ
cBH6TUoXXuvgcuUvzyiPGcoVinIAyuh/EyGOkppS5nJrqBNUejHZynQb8aMDoshEuNOMwkd6jlqk
tkqTLCkX49mQfNYjuAQiulM4xGNGxxSyF/gjtp5I/7f5AfjJTU4/f2f5EdCFRDQBAB0C4qIaD/g3
IRqk35WAndLJz6HrAf74NddFBn40Njrlhdua3wmhMXGjZ+6ROhSewaBzBnEbdcku1KOK78ZMgqSL
VBuTImw2mAla/C7sm4Xu7VQTbRePFdqucHgXVnau2A3v2xFsruM4WLXim1Ylm0S+kMqXeku92SPW
uieTJAJnT8wJFq25fmhy48gs3BDoAZ3ATawd9p+3CjHwpsGatZOOWaK8nsnykAD1wSM9OElFiCc1
diuePoQpdAQraomWv7YxAXZAL36a1X1kU4aCGQtaEuBMob0ih710H3Wc0uDUPno/ac5TOJBNt8js
xHb1dg6hNyxRfGcBrRJEAEHEvStK495b2n5b+kQPSQTsi99D7u4j4zQLBuM4JJFIWi99EyNkjpmX
KSA8CiAebsgAiQpcf6ijcji0JVpbK9IeRQX8q0DmJmUdBUNfoNivBCGu6UTSjq8fFtQ2RIWpeBf1
hViuiQ5TrCKwJuUjI2DmNEczo4PIxQ5XyEVDgw5SoLaPcFL2YYouPc/uWPmhe3DdF7x0l6GM7wkt
7C6VFJ8ChrhRt+dKJLjBkIzuJiQQU5x6O2coMMMbeonBJPwy4ul5WDiPpMo2+Jvh1DKPQcr1O3S6
DStYaT4atnW2o/QWwd3G1Cy6c7E77Oouheefkssry8+8Gqs9gCskminufx9QlWV7H2EqUf6bLAEt
v7vTyZbYTLUVSMs9pJ7cRXYV/WTPQRUff7f/1mrlI2hJuTFEMlMSru/15DyWOBlKNz+bKbwHiXNi
l5nWvh7GR3a5TNRcda2hMcLZKocaG+IkIj0wjfmZzd5TZXbZdUyM3YjcptBIwXaEfxOrbchSPJLn
CZpBlwi5suVmtuoHAwPQRbnl6lK7dJhBoN3WsGdcgpSWpakffAnot/XgFURA3chjAOneVBdK4nET
ZqxuQZt12E/gBmw69l5BJogjrzJvT7WpvI8S370DJg2r1ocK6zYb8FXEC/eGv8uHybiVbXZpdR1e
ETN4YkQTM2057YY8oQMDfXG2rVOFf7YW83SPuaHAfmG0W2rgCUhOIKk+lUnsPoAMjOFoRpS+yqK6
zF32y7WR1Q/MSVt9KL+qVPxAtoHYw0UjSagEVWME6HfjNO6y8blkSXgwq9pRhg48sMj2q9JYjhZD
AwOirz+M/XSN4a7fLZ59cgS13Xz0CbRkr2tLItHYwwaF3d1mIm7ZexEvU0kKlMjHK4QhuAZknyAg
E+1pNMgpt5w2B25Lnos7bZ3cEkFvJg4SHh+8s/E5OIp9Sp4nMtXOQ7ERXtOK+F3Sg38lHQxgleGe
3rKMDI92UT9azpPrG8Zz2AIMx2m1h3+gJHVbu2neAdB59NrNVwFck3dkPRSR/VarcJhEfzA8Bwlp
A7sUcUu0nTo/RMqFMMUkGhRFNAYlzvgcaz0Vn0jf4IU65tNFDhkCaFenmDw9DijwAq2ChOlOZ3eI
00AU5n1PoxNR9PRll968pcGdQMXmIS3EzqG3y6vnqn0BwA7smKRihuS+jlr3HccCZGDlzXBrnSUM
fbGEPJNhQtk5M9uMfU4kG7lHblL8sLDPbosCl/lkeN3WSDR9UzVg5pqfZlz0Kn18wto2nJPZP1at
Q2SAS8k3i6v6aITgAVMXxHXupzt2OQL5drqnt3iTO/zmvLLrwO9S5gbrTh+YtCZw+3WypNhhSN5K
k+H7wNiPhSdZDnHmvLd9OjDgebuwEsB42uHDmfrnbPAfBGxk8AbUGIw2DsJl18Is2Vjz9DGX5F0W
pv8mC7IGdRepQd04m2Gp2a7FaN8MsJQU0i5kTSCoLwtK+hSACg85X6upvxIRuJ3eget20ZoST0Mg
FwD25NNOXGRDreUi64CKMP5CpLpP7cneO5H8KebltsjUBwi3l8+MbRuclrxo5/3oVy9ew/xBiMNb
thiH2pU/h2J6MePoVEXiwLL+I8zi+RT5LJZL33nUu/IGFPxzloYbJ9f6c28Ph7ICgl8SiJXpEEU8
LshqEslWWhNBZRBUwrChCPRhLnid6zHyd0tNuFwS0WiO4I1sqJMZ10FHhkOUz3TpxS2toYgAL/i7
8VK86JDUhwU6Mx+ZtZ3z+Y69C5UgW7v0rEkZhZXDUO+H16W0qlt2KWYWSjK8OWU1wUVkTyBGjfsv
+ra/4gFwQLdQeIxMvtqOeGGU+NHQPNvXhXUwZETuDanN2LQZtaEKbZmfo6vUJJNohIedzvom6mkt
+LYkiqt5dSJd7repFnmPXD2jXWfsUkLCXzwaejlhwgtuZRLI3kGTgkEhyi+D9eAnnzCXKPrxnexc
6PoT7WoyNWBylGBKNYNiIhHgv+KF0Os4nuH2z59kfoBNl+kpDNUb0HFmGXFLxBjg6Ub7NkQTJHPX
vWWN8Gb11hNOmnscCQ8e9HygXvO2SCNKqcX4ZaHobnrmJzbyzWBNYL3jl8gNwetV/t6KMg+gTE9a
mRazQyZ2wjcr4xCTqbRlF8oKIB/wvPkIXpNeUGFmVJsNM5hKj0qpP28Mk9X7MJWckJApUkCpHiu7
D0i6pm86YzvS5wp0pSeMa0aFgYhsCDzu+AGqEUqQFhQkHtMj6zCRjunrbHxg9niPCvhOPTnlG4TH
1b5HTynJ80T/5uaELpqTc2Ni9r3UYBomMYQb5BRkausXqk+YsUlSP+YdGlwc6grL9ZLMdnhDqlju
4bIHEftZDaAVs0EOe41tPEfj41y7e6PXdWAS2S+//S/2zmu3dXVdz1fEDVaRPGVTL7Yky9YJYXnI
7F2sV5+HY62duRIgCHIeYE4PW5bF9pevvIX+tFCJG1/PA69RwsANdUC6QA0B244oHmRI+DrjqAN8
LAqv1d6HQri2/a8ZUvVeSNdeq1qkeI07zg+6vmCXU7qMmE9f+SnZIn0iS0cfBM0Ajl+nSJfS/FqH
pT67/1X2VATSLh/RvmiJVKtYJXKAPTkUcPelhhUE+oydGc0pFGgKVonK8hCfzBDWZytiLOXXy5FT
sEuJlY9zDhWjcCt65hLhaG2K+zlHRaPNtyTc6JmQXNIgDre2rQULYV0vFmQZZCrWYeUCNFRp4Hsq
grHuUwfkYulKk3mFTPD7yorfGVOiZdGxQwjRIlPxZwWPKvoIe9Nw5AhT+iglOhcQSg9Nq220ca9H
P2qanbQMbadqqlXs2ybYaApgvUrZi41wbUYEtwbswBwU1CzpI4NqiHBZx2I85Y70Cn+ELoi8KoGg
Elb2KysBv0t7pZze9IDhmbnK/JykJDbtvlO4xpQb2FVyTRzNaEH52oIEJbtBiNGLaL5jGftVxKnp
oSrnKBjGxovYBtF4DilAW4a6TzQgBlCtMUgJT9Tjekvrk5Ou0T4FZlE1/WUxxpeom96HIXoLonEd
vcrDq8m8uj5oifxVcAlYYaJc8FOGJBu9cGo0TDoUYTdEaFXhnObNiSn6pRYTl4A2kI5KEnzLvnKd
5FaylAnUYlz9xqFeWypZQgdK2NOEq2GOq1IT98BK0b2Kus4qfC5XqxASn7o3maelYEo3EA6G6tmY
ScHqEK+kL5oKaPujzII1ox530JsyRgzq3gXcu9p5TaYbifUdtdv7IkNTk1uMvNsvgNS70raPPH/0
DbD6nAZHJvpX2khvFc4W2SL/xT13mU7lbxAmZ+wNL3mn4PSRmxk20vrDZDwvGySgsUVorCliSYqr
MbGUV/GdImpf1zqsZ1pECHUk4rAGKOekcnnWtBhCl3jTpebc62DJYTvAV/Hf8BumstzVv4mRvJnB
R6+2R7kRduErXrdi+lOKdJVqXUCCuvWAjODTN6vO1WiHI79vlo4sVTchOpVT9AWn4JkFB6WpgTKV
pcTtMfaItlhFGx59CcCCoOz1TvvVpAz4oDoXq2S8hDsoSvTQqCIRaYel+0I233/dFOxXwuCzHgJh
nb3GNwE3olQXQaBF71O0/At9//+Avv8LoE+iNAe+7f8M6FunaZQXUfOfKMB//9F/24Lp/4U6nqLo
BqC2/7QFk/5LExGi4GVjYUqqCGQvh0kMZE+V51/xuiotdM5A1f9B8y3+ywS8a/Ans4gEn/j/gubT
gNr9r2g+1ZBkXTHhfGJcpgHs41D/SfkGvkUjUWpCGmvXBvsWHBORC8biK7Y/R7WGc5FBMVlEmJ1W
eq26NWbALs5Mhqcm0Z/FUP5O1UtYaSEmgaD9Sa9Ic/AuOY1Nl22MtDGXLaSvTjA3Y6lmO0NuZsQe
u3QabEsp1j6wQzSkH7JH/TxU2m7CoNgeNB2X5GYCnJ6pM4pE9E9aO6KGLofLrEoRlKzYzmsIxat0
enWe0iCol372RVmte3xRyk7eDWmCh0adLqU+vpkYmmCZGmDcmpZQGjS1QpA8/RZqED4gr4OlUGra
ronTD2MMpq1IKyLPcaqCI/SSY/yFxuCzX2wEAHPoUOT1Cca+TfZp7nCbwMcKeqXepyFq4VhsB38h
Pq28e80YdohP/qEMFWvyKShr4+y/GvWYWcU1RmRsVJihI5OthKh6ksdaraZE6zCCD4HxpNH41eHv
l9dCXhtVNbp0ZzgH7gZS6DClJJolGUWLTogVN0OtfAncQcL2g9KLSQ6ocTyUKqifS/22rNHMiMbe
raTJd9GaK1y9RPFYRdYcOVj6F+XsNgE4e0Wm/qz7cQ0gFNX7RvDoaRYA5YcjtUnk39D+UfVkONVp
By6jR+e8w9uo6gRUb2J1OSWCQo1HAY3hNH4UuLWs6i5SRBcwJLiMDvlWJQ22ohqZjXCRm5bSF/5m
Mo+GtJHrnO1JbNCtK2D3qhqEacrIUK0mgyeIyKEWZ7cIKQIjDWmp4QM5CPonkJ8t+H31TehhX4cq
wNKu8JXTQiaoz3Xj7mth7+WKYMttCnjRRFKtKgBXZ7OQmmL2A2FLmTryKDT7BMDYS4H3mreKQysL
VW6KVzvAr+m/vnBpaDyl5y5Kd+ii0qmqcfUNymMg518+nMJiwF9dkyvAgsZYUxkvVxmdrhWoIcVV
QpkqKUYZp6J7aZbeiKTxMvgvjH4xSK32ADneifJsOZxeUGrousIg32MjDB4LoT+Z0JvyeH+p9DE4
ZFW2FhL8K1KlMB4JBWyMh3dZuWjex6YcndDMwD3ojlLJ666S4ufCCPe5Lz3UsNBc35fQo88R0K9q
6SRUEn7C+QBtXcR5DeUVyrZY/zjicAj6hYnsdfQmNQh0Du0c/L6kH3CpuGDTIBcTwuKZFy2YJoay
QovHmcmWO6mQH7b0tArKgQT2abcuM/wNCG0Sd3q1iq3CSErGhbYzUI0DFwVlo9IKbySYReEDZ/tu
03cR0s/yj1YnF9DPSCOJOX9do4cxlsYt7oyGx+mT9NC9MWJyJ7WiuBqDdlFzqAMjbAixjz0zBw0w
FHDTikRAERfGXTDq+jLIyg1GyZAQKBNknj+AfKVOAc5IOMJ8ork/9tcOPXdrohZgCw2XuEAr1JAh
TstK6cAweMhK8SGn7O9Z9VrRC8Q5WSVdWQgDCpxoQh0CoT4oGfJQKRqEImObpLpPFj19LiUDovWo
wy9dXQzec5ERMPfyn1ygSokVj3p6vfJjOpQIVzRouxl4D6UG+Nx0wr0lUtEL85HCAa6Wq16IX6KW
h9NJzNPfKujPlAwI6hH2x2vKQqbMMfxhE6FOt02qmnhGCR/pDNIL1eRRp9WaWh4qWS+KAvArHBGZ
LspR+Axhn8zKC06SVdMBwk4FoZod1KN82c5IM/A5J2wU8cpGtNsK/HMWpL/owvFXKoLVkbQI0amu
TzlqY/QDT6l5oa1L6VKbbiakQ6tMfWes5VXFeBub9rAom2uUVvd8iE5NiqFPADMecBdVmnKCxYR7
wD1Dzg1wpoYHm4ynSocHdbfQ2apkn05GAJYXN3C0v0Qn7zavaaQDhmtuXf7Jn2Ef4I6YDht5FA+L
l8ZEHpRtnBl7KEb0OWUUOkYFZztNpqZHxiWXYrDU52B/YSg3vDPuKVqYth6Mf0oIxGU/fo2lUnpV
p+CcVFIPqKLbIEo0rlttKX0SNdJHr7GRoecX2lkkvixg2CIlheYWFViPtT4IkwA0WzV7cijNdEZI
4bcla/MbjJx8/02TQJoJGH+F8i8NIxTUSYxW2M4XR7MJdKqU00bqQx145qcMIHRHZ4lbDOfHG2aB
EXTLqX0c6OEb9kKOAHmNuduV9Z/JAL6Qx2AEgVKzANIwg1xrd5GBZlaEyCZ2fZI/QKkpF1ehbs5y
z87qx6+nCqERW0bhoOiCN5jBMdA2fjU7EOes3HGk+dsQOeoeYD/6GwYtSTjC01xcjpkfZZIhVjJy
khEFTO1bRSQFQqh6rWQKF0nRIFfQyWtqV7Vtfsai+o5zvLpvEYG0uhFkkYDeib83Gj4dfx90jNk3
XtQhc3O6jjpoU/zS3GZcHM3e+IZe9bEQC9dX1KfBDuTJUP/7WeMx6+1IHr+qXhGcMgEBIKDCArWd
8rUi3QkjEKWJbzpATauq2dXyClmoUZe/aE6WB04PlroyOiby40QZyY6a9LCOJETSEatEsrcdryoT
w+nJL4MM7m8+rYWwZy9WcRzlEcMKI5RBXsjE0Go1zI7VrQDUGey90eXPXoEBWdEfagHiU+8VPxtf
e0eZER3wUv2phje/gq02zdl3m+FdHxFFBaB4tq2OgsS00Hcl9ooAzvFIO1JTEkkJReQ3FJYutGNB
OW4H5F4sRD0UKaSYGbLwAN0Jq+whm+nxpZFM1/kDmN49aD6Gzt/KkbTMcaqazdAQt7n4GL+F2rVL
x4ULztLOUeeAsWQz0L2E+IPO8V6v0Rju628UuEnsh5OZqu/4B0DGKv7IwIARa9zIL2ljIJfcauVN
Gg3FRYxrK1aQkysBxZnIKymQLTtRQbSJOH0b5cYjb39fYdMuiwYVbXR8MytIi5/BR4DsR2nnIiwa
0FKgfza5v28C7c9Cl4Hq+DoqyYey7wSYel2AMhd6qqlmfiHwCepf5I6FCWsfTadeEwIbdcnTmFIw
EXz9HuXlNlcWrUOAsA9KTXaNBPMq7hKWZaZ8DElSG0I/BizZ5GMCUj0tqCnUwQOa2nURCxtjjivF
CqOTP6oSnDToGjRTMw+zhuNgRLDSmtoD4AcyVsbeoxHWBSt4IWiWIIRelH0KZXKapnaX5TRaDXrO
oyOhC+DThMamZ6vR8tVjDb2qQLy+JEwSTJyuAIiIl3ZEIdRYrJM+HmAz3qaMsiDBqb8yBkgZui6v
hlBWOWVNon1mLiUT1r9s9vidJ+jWR2QClP4gJ08G/eA877Fxkm5pLZi03SW3MtWfIemgFch3M3nt
40B46KHxrkkTYlbSwvZ7zIwCfILpcoBkTGt64VDkkjM+Pj2altpFqvPS7uOXg8/DXm5iaflKefzd
gk6Kmq/rhIVOjXIMFlMEyRX2wayMe7eBK2HFTbBkyKCFns+bzCyB3M4SyGHV10yRv2rIRmtCJaGG
Fs+/NgIBjeW/v/n7c1QhwGu0oDH+vvbPL2TuvWj/8+I/v/nnNV0OwT2P0ervR/3z+n8c/u+Lf0/s
f3tPArpEkVt0H9r8hfDLfK7ssM2/v2Xdb/59nn9/VWnSylD6kGDdR+G5PWMRgM7UfEl/v9Cl+vd3
/7y2mIWg//mxrdEXRuFT8/0RgrTxnf09xt93IZjwn2/912vqRiROJU0GDPuXAtLOPJApo7BExBg6
GlAjkILzi3/f8/eLVgMgHWawbrO4FCF2jf/b3//zY5dIIz1jaEwVKupAYv7ngbA7Q2WUO4SYCEDc
GbwYYudFISgynL+v6d2Q2H36UmzKxOiNj83boCQoSMM/KjZhNkvn/v22FQIYlZmTIZ7aQxHaN+qB
3WrS9uQTcXw13JmSSW0TvqmFvYU9fPVvyhmb1GNhAwZFROiGAVJzzeDP2+UNf2mwQcDWf3KL1JHV
wpk20UWCzqFmZ2OHgEy8gDJnMXms6BkfzQMN6enW7odSf0svxkkZJutHiZEzAXq/Q6oos1PYylYH
mq/32ifzl1wFT2iKQ9kdIzaUexfUHlfRd8/CQxcUSvMykzZ4gPLt6yfXbBRSsdnA26Ho7oNvC5MF
ebx1lEezByrV2M1SubGUIEPlpa3V2MBYP8pLsqXwJ0E3QbULMQm8F84YqrZsaXsMT16edIGrFwIV
o8KpuphPHqCondKjccJ4iRZ1sny1niihikUyGx5Bb74HL694hzdRpzu+ajtkWWgmh2tZ/kSZcqBW
iLTIIOz5Kul4mFjNszPYuVrP4GO6YU3es9ggs7bEGrMRVjPWHqSizZac18mGdfRlkGCu8PQltYZw
g3E0u7qtXjBiUC/Deyxehe9TQxcA3ZyV1tjKNj1ndxbo9ITS2grU1zk/V2+hLVia50NRMZxgpVsy
Qa6lW9m36X3q5nGkeIx94CjgOrNJvax1zAUcFoCGIfh7LyQEVemmRk6ZOfE34LEVJJ5PWPPuD4lp
sDP3+A2NnxSWhTsNgx0QEe3tNtjyEdec3au2kLB30WWBpUF6SJnYPlU4oqwM55TY8JwVCL7zV/yv
gPOd/D9Q4y3Dea3UL/9i4J1pLRenaA+l5k/+4F8EoJ71bbFOH9FVqpbg79B7uWHEy1D1T4hkWpNF
+MUNQIAYjNg9xBhuI2XWwnmKp/yW2YsTuyKslcVacClckow60d3/+jGvxsk4iZ0LIjZzB3XtBxuz
cBBkk7UTRST8THR8mp3UWsJqwcaMHtq1eib3l2B7aN4pzr04HIP3T80aJIfG91aXLOmo47FHt05b
IVIJoxD3aNynDNnBlNaG4rKU3kfkS67+Tjs8lff3qFsL9vOFo8KjxKQU1OCR7gJHl+z2eomdVnNw
LrZKUlom3tuAa8pXrTgZcwlznBwAog2aAn+WSngGb/lxdF+78oji4rRKrn1vdduIFWc5bSMshrh6
wCpo3HjrAjCMG9ylyfnvVyloeAENWBdm35i/twUzwKuU2AFHZwUoyzvVlc9FRGVZPTMoKMvMfq0g
H+XAd+zyo9mRocjmh7qkzjI3uKcfBtvPPt4NXu10nqxZ0aHd18fX+aWwhIxHYz+ojPGPaDWssfv2
nuq6XtFkSU0H/0Td/ddIeSb20rRTclRLH5369pMs65VgGxdqPuzfOT4ZMacykyicUXWSvXDAdkGw
gIlQtZunMw+TUbYVYjvYzDezea4lft1fsdX1TSs/lvneD9Y6NY5NkG3FjfZDM2mwgRy90Y7wV+2C
mbwaqnV0CE+QbkzdLvY0Lu4USdAEvEVY2mHwecdTfVNRHdqQ5xRvBEzcuWJZolOQvXk93J8HltyJ
K+6ndRhuvVkLEcv6w70oT/Jb+4v2N3elhrVjTxUcd3sBTw6jiUNh2tV3c4jeR1wlmL1OX9/lP0kP
iOGDSJdSFmIj0ZL65ATEQLKZyIBIh2mHGg5WjN0fZLTy1756gY92TOs+oY9rG7+ReMRO8kFVf2Hj
riYctMpLrvjl3qrWMSJembUTcjClFpUooH3HkOImKuBO9iyWNRgRyVYe/TPX1pPs0s9nCaO1aVV7
Bkux5K64wUZjNF3Dz/atX3b6kbszbSub7oBq1Q/DAY9EbiSDQjW8lDQenk9Iv3Sndl/FXuIRNXb8
mXROri0ni2wcJX062XZB32DaMUciV8zf4agu26vksKWif/mSXVQAqddIKE9YIBJ5f7acCnfg0ffP
2CG8mneMs/Jgs2QLpFu/TZ2AxaEHB3CvWYc1fuQeVMvgLWKj94bHSKQqQjxzKP+wQNvzs6dUU3zD
GLCGlWRp4h/FIVmaFvvQ61bqPPbKBlXQj2zZ+fNjjwjxYvmdwmV6uTfsgt/BW3qGYnV85xTFZ33m
gueL3rP0DP46ClfMt3WMzfm68frAmQ6vVWf96/+gX08P/Au3ges110F04JlNDnXWgwMO0n/LT8W1
uGLCHaorIAHcCWDpGNWDhh8Wy/RHhIBnPCf1qBHsLmOPM0imJTgUAnD8u0UIphYeLrEAyYrHkD3Z
GVhGbm1lScDMe87HLo+Mc7Y3KH2W6OLruJrhb3+M30XjaYDGwcRusfqwGuZKtWSD8thJucDByt6k
R+41QO9c6SE/geSynKfmj57BYrd96nNgduPzy/Qm7Rht1iobkQdG0dKaDV83i2rp4KcVAznBlQI9
LvcFs95/m9bRU0N0OEa/qNAPJby/TvwILyYYZsbAIbmQeD9eN/HKRH2GjsCqvlG21R3Ogs3iyZpR
IbNoaw99208gNSwv2AJ32ZRrpsFn8O3fha2yrrbIrjkUAAy789hiN0VzqmYrBCs9yd9IExLoUAGx
fd39uzA5LE4OpuJgZNKPE8hSkDEWmIDa7A48nOZqSEtuoY25Mw9RYcsAs+Nc5mFaLTuqRlYJu91C
15HVscFeFtmtdfqdE6Kx1gXcm2aJzTsz3ziVW8AENkkDPEKA+f7HVNxzYjjECWLCqtWYnVSIMSr7
FzDlJHUWiOigQYcRaLbS27Nu4ER1Din9RuFskb0OeLSLeK2pW2SbpffE1u3n0gBvuNo64lKziD3P
iPqNNTgvrKwtyZt45Ar8BKu918fQi81TudLdpe9RzXJ8D0qHzSh/VxyoG8hLvw1Hvz8G1SOllf9T
CZcahMHwRyGbRDpkL2wx+dtABUCaDUXhk9Ric1JlrvART8VhYTOWsxUmVjFGZOmwFFYv/Ts1GBxA
3pyXBDN0uqhl6oprGL1sV5SpBv1MiVPzd+iqgSgQUFH8kS/1aGMvl5EmVvhcLNCI8Pf+yuzuqkMl
IWSksOxIq9TLj7EzqSvlwdrGfkIgLemzQpHF9G95ctlbbvBsPcKV6orDdjVQGFsTqDLxjqw8Ifqk
m/aJ3O4VkSnJLksWDocQlIC6hF2yekeoU3uvFjvq8YDWMVQKOvdn2qKbC1LBUC2EpjBgQ4MtoZQs
XxWmNtuVu2COOa/8DYPkxq7PU7kqPfWpPoVyhRDjs18qBmHEV3lknuu3xH2txcbq1lRMZKQSOJ/J
orpiZeBFGcI2hrIUievZHhHxSCrQ1kAJGqTSyFphF40XsYox43tLsBfntp3jHbnfavQiqAQVbpyv
weZZMj5GKngce0r3deQJ7358CAabZsVd//RVx1APA45XlID/CJLzr/vB2peypQAt4pyX7AnQA7jb
6VEg8QDUuS7PhC6UH0Uk5FSL9l/ZYRbPs0RfihzjI4HXD/bLglZM44m996L2K1wQQZjK9mI/bgC4
gICddkVyGraFHc+IWe9VYSS1DcWnoO7iyM1y5x4B7ZNcgNyd7OL8jEygxT49fcZIHx/q03gtereX
PbF4ByBdJcs2cSiqiNcmWgmgwjkDdLr6tbLYK815FD784Qt8YBHMi0sKBeH+Qloutm4vKsyE4CGA
cFt+n45DZJmebnopnKpbNC6D9kiAOm2zZcGY144UGvVNyy4AMnCJ2gZJ3d6f7x5DCe+Qs5BcaOps
RsTn+rX2wMss7E+p9xfIyvixZCxBSkdadeWqzt4W4WYoV4p/SWMPEBMZWo7nwxy+KKxmMgpDM9j/
UZsKVJ+tTralnFrpSDjD/vgC5o0l29N49nAhKMlCPhlRUlpWqpdgMJ4Wl3DW8hK8UgNSamMspXJr
jjRpAzj9OmsbppfYBHt5sknqlZ5t0YjEpH1of8kTetbZM7UQFVjc7Etl0aNTkBnWKH47eeyI5TJN
PN90R2GXYw+kAjBz8mB5nIffyoQgADAcLJed4LEO4uQ9Xs8qRt5C2pTxbkQRkiCMfQSRdbsY3wJk
0MId5ejcJG/dgdmx/EZET+09S5B2JCEB17EQO5sYkf/i9O1FM/PKA5geRIORhUJLkrAvV8kpS5Zj
66QhvWTaJduQdVD9NvRTLXqAqtiywZCV6qO/q9S2HiXqj+QyT3YlBOaesr9SCneEtX3S3AXNr52K
D3FPEDvglJW745PFRmwdKsG94rFN0zoW06UaoWVgp8JVA8PiheZqAXzshvxBFv7xBYvY3c4GG53y
aLhw0qw5KaIA5SagFsJWNFM46HXgMSk43YXtgf3Jeh2ZN8ZGoYXtHcGIEr+C9qHTjO7eGW4xK3pl
VYfgO/l+7e7lurDu5R9lNdx+JjKxLyy4Xn/w3ELZUSIpjb4jFibATyvpphPTMEQ/KAug2Hkil11F
++wNaoFAjZ3KLOndt3AGqD6cQcgh7uB0x2Hhxj+EXWiRs43pu0vplYKTJiyoxrp+dDfW0typ3oDF
0WKnYljj5kNqRDeJLjJRKl/zY7ZPNlyQ9Tprq7l4sKx7b954qbo/YsFjuSHTSzb5MS9X/fvwBx4C
IU2EZAni49HCQk+FoAjOY9bcB0ZlCSTLM2XqHoY7TLQXHFZXbihVCX5CVUVdR8YuoZ97Cp2q388b
yXBmbnEkMvdldWUZK97aJRMu4fyqwDZYs3b5mcnLjEw9euXUC1jTB9YgwH6UCFahjaHDsJZ2qGIy
ysZn5JZ/MvZ/fB9c3XeyTYWvqEct6le8Sm9Md46CGFx3Qmss+YPzZvaM3rI3fVssdZfwbrH/ez5B
d4x/RHfambjwkjgS5JflKj367TGPvyYEJGWPiwpwD7CyDDesA+aVc0o0N0zbq0JAZd7iT3Jy8IQI
TK7kJwUm4ZFgXouvgNO+yS6RDgtk7hmsmZRVhxND63UkU5VuhJcL+/WFwyCqp4p3FNc8cX1ZH6mV
JJZB5Sny8soViWi5ORENKVv6oXAUIUEkuhSr6einALIIP0ktCpWOsBXdF19N6TFrcMCUBSvZEzRp
5uUJGyhw5evQeyTtnYIDq2N8FUvJMZY6FmZwcxJXSY714hhlv5gg3jj4C0lcRjTbMayLYBvDqegc
8JHiBZU6ca4eTNrudQp0q31H8QzJ0bWPcSrRrKqcCn8lfi2ofSxOBvPryQBa+0uuQbZhtrFktbY8
rTsn+a53NajeixYuhR8fX2MFbgniAG7gmSccekfV9qm8VE6wgxJ6q360Zb/rL+HWv9XXng2TpLO3
EBYJDCt8gxJjn2v9VoiwC+3vYRPXFuVEK/Mc3Bo6QggHrHTisNlX4EK//d/uXJi7guFVrihzJdG5
T6xqgeK2VSwukenoL6r2u7L77L/ZzzjMPVtiTF69vm7lbwZNTqPeRM6mCr9lQ1PVTu7p+YJ+dbBr
3ohG2vuC7bqwZXn7ovAK9q9YgbigzPgijqU60DxH+Ds4W1rYowJlFp/Kdmm+E5tvM5cMk76o01LD
lL/kr9jjQYrJITiM/bqVvVHeYhUbTzugIrJHMsH2nJ+JBbK7PC4vOt0wRiog0zmhIwib12kwuNRB
5mLHE1Uh3K2cZj8mS14V5S0o/GhYCzQ0GmxiqTW78Q5RDwZ3BoXHd3v1hGxheaPmW+qgYayBONRo
ttmH8ToO9TtPfS/SAG63ScelHs2aSCB9FGwEFTW4GG5Yybv1nTh+UqHLF5BFd37uadOD/6jIYF5q
zf8cFH+bKejcl1dTf0NlCTHgabuITpB2kKVYXZLKNsI/aeZ0wpZjQNxsl/5vfmTU/1AbMdXlsGq6
taG7NUbJ1PXI8ef6CGzrle9FCxZWuLXFqnnX/a2BjR7ZFcTOL+p0hPA5NQ8iXrIlCpaY7/n2mhsN
87G64jyo+fbr9rrxz1xxW2k3873K3wsqzj4up1+tsCLxOjDuIb0lmPfYZG+3juUH9h9hGKvGkUzD
yL/FvrPYqgwE3FtnSPesqByG8jVZG5MZZ+yG8Dfy6hX+HKUTaY7Zf/BhD5LLBLVTp2mPsOTmgi6c
yNjOyDat4SYc2IYKh0V1AeKExg9BVIkE/yqjagOW/hAl2JMhxTnfkDtnBM5Y92mEoTEzZ9HsiKDD
ImoYMCLmFTDbs9yeydXLc0ZWs4gPw4O71d0gDbGshfNyFc6jj0WPuNT/aq/hD6kLcTG1XBbICEFr
b1a/3JJYbJ8p5OOvSD0TYkIbjegJIaI0PVjdBlQslx3vWUCO36Lq0uzLkUSZogZT60DUnq4bhGtG
qjErzEjDG/Sq4SHRxLYVuJXQxrxkuSa1t4YIrAgq5053E3tm2huQCt204otImxJJ+ejYGK5w4CZH
FZw2N4CWRA9n319VF0/syiKu9phkyuN1Bku2o+BRUa0hADW+iO5xd+Nbqv+kQoQUEjUrYoQFz+Aj
IFcE1eESjEjKSoqPLagpC/7HL6BjIqpkYVNyVzd972o+NRjCEpARkNI6qkrPHjsXcijlGmzi9adw
pibKkrFMwg0lJU6LB6Quu/4ZUM75VdkUK7xUC69AiA52FBpcVHthypAiJRuSJP9r7PfKLT8mLnvb
F7dNjG8+cRb5t0GFBhd3/HjEB8jnr+ieBGuWBs4muw4PPollRSNhR5VyIkw9pqCnLgD+wQwXnlHs
lAcSXjIL3D0894domEdg8uHHJAmuv4/h/2lLPixtzqxaMneG3OKsrLpz9kEnGUMGBEs/QgYh7y+D
XcmgfiSg78/DlolMsRok2MHYM8CpNBlsPkVJRdHlhrB2wbWi2EOiPqcjYDd61zSs2KSltBSTD62+
ZeOSVhvNUPLX5MJ7KexUBBeJCzmE587T6DSaSzB8XDoW1Isj/RQS8VUuf9e3DgH6quDdrdNzm+ol
H2Xm64DiqHajO2Osc/OrEH5foGNGfy7DRRtq7Zhl5SZcHeh+ayLnRtlm2k1g6eecBd/JQewjrFov
B3GcB080Zx4s2aTWgF+ASDAqc3q/Ls9BRZfrOHWkbW44CzshnmqlZwITRCcUihXFirPnXPlkvlEk
xjP1dJ5uRYG0mu8N1/tSrhyQlYz7UbKkDBd+m9V2o2FH7lJN5HtSruIqQqKQLrE2GxOvaKwXTO/w
Tzn84aa2/Rd/znHmdMXhRmN6Q5ylbLmtXBHXVRLuzDIcjqCsOCWINxYtMH49Aa+Z+zl6d2Iv5I5z
v1QBOWcvFh1jmsOg0uJkdANIA8Ue8uKSp0iJ8s7o5DMXwxv7ni+sChFmgZdSbKySD8r+/MDpU1l/
zeGIxq9k6taslOx8pNRSyYY7XyYpSjGPEp4Z10o26Cdz5MhDZZ/nrsqcNAUNYPfMeDreQFtKj6f+
wihCxjgFlCR0Voez5xx5RKwKDCVfY4V7E5ozTIlldTexYvLiH3TLzK8OiTmMWynb741gJVFDg4CM
0Q9+qIY7D1pIrtInY4UfKbnK2vzZ/zoyR8CzlFPA+ZCahorgG/1xh/SkVKyagdq7nCjXiuEViSyf
OpRrbj+HZ+PPz+OEBO18CXTG5wcaQP10ufYYHqPpcTkMesXlrJhE/Ia38Dj65RDSGp4vm6uVB5tT
S+Foa/Mt4BwjzORZyUuHj+PK+SPOl0EwPyQ0ylsnB9lmzQ+QHNQSwrl9I47Nzscuif4dew9REoUW
lB6ccd/fOXB3pkuA4lCEtLTN5fDf1Jz5wAVlHu3A46EunJA1q+pZ147MCk1dM+UzBS8OiG8jBWlL
pQksOuDfeIh82Dwx4DEzGTSnrWjWXfStSv5jeDxYJgjH4I08dq6Qy0T8qnQ6/FLeAhkXEqpD7pRB
Bl/xJnECBkr0i6omUxlC/SorIT3CicVOxJEui3RL8USATPs6M+Y5uA/qWQDK6Y76KX7ZqegUOrQP
p2coEQ+uEIXiMfBec5oLKD7AFMrP6O2RnAJ9peJOuMNYBdZ57Z9avQQ3yl3mLHgfj0HCcwvvHkoK
KKvpe5h/pgL7CIXIXW/u6NcxPniUQ2f7GXajS45Ezz1MCbhxbGWq0wQ0t/08+3TSPs6K0552NDaY
FhhSv9otg+x1at9pkGLXM89FRMUvyCVR9ZjVCyrCFlA6S1psBsVs9CYcJUQ9YcnZMY+1EE1IG4s2
XLJFE6UWRGzy9ftkQr9eme1b9/pCoMZs0OZDClrdA2kTZc9YWP+DvTNZrhvZsuyvpOW48AyO1j3N
anL7lr0oihOYREroW0f/9bXAeJEvpMiKqKxxDoLBS90GwIU355x91tbWteXt590ERd88UhpX9hbF
WCpovwYy+JnvmMPsgyfGnq8fecjpLgoubLTjA/vyAJ+vftUYG9Fz31LmWi5seAaVxvxA8ITCca6O
H5d/lW/J4BTQ0Ik+60/OePztCjOX4reNppLrk8IGoCm6WQ84lj6PR7RunNlkbPlKGItcH1fDFsRf
garTurlznsnhcTWgOpXpQVgb7kI0Bb61gbXCBSvoCsl3fHVcKKrWdrRFq5Mh+OTCMgPxuHG3SyBV
bCuOmz5chmJx4ppixsJQ/m1A6lVVrXbk5N45P75XbsuAup2z5CeH7Ky+1fcB50TgxM0Yn7iwhHkc
Eue/CIJ8xEVrmv8CkvmrEI/lAGwsOqFTk3+a5zMfv9wEPanMdc/3Oa7JnrvB3iHLSVRGwyNVrO2o
9n5DSm3V9dNqUPV6z+wJX5Z8P1qgh9h7YTCqc/SGSjV/WO5Xg/Z/MNnHydslxSvRAzcZAS4xsEPU
Vg5PqcKl/GKOS6/NZxON58ewkyDn++VK02PNTEaWL79nzWRrYWukcPA0KIxBhtzrGkUFnpjMlxuH
ipRau88RsQNzOfIuKoyopzYTg2I69/Y9kv76iTwbSg4lz8KAv4MjUgK3McD5dZkKOf1aoi/cVMjv
7pruVHaYYWz4quv63NQEFZAhER+vh5vgmStqWtfF/I7MvbVhBJTMIdYKmqDn0v9waOS35b627/ku
SbSaFEQpe+J/25KoR/SCvTAjC5wTgksyucxABWlS5FxAObhu4C9OzMOWpZj9CfHrG8yuySoqtcar
JO+Bou3zdpOCQER35py4DTmLPtwTQBts1BmgmOASlLwS7tbJUUU3LZZvtNKbDJ5tm+xppWCkociU
CbDIr8YbihWmMec7KGl1GCU2QFvNNWV7g59dc19p2gJBcayj7oiynMZGl03KVRkbzeWZz3ZIs+ox
rM898BIIIP1L3z4tVS9SCdE2itkjrLPmxFxlkXKCHYs02Saxt3a+kkZQlGn2VX3gxuSr4JZF8U9K
CsfH6YYR6JLrY5PlrxgiRfiJxUiW2D8uRbxB4rJDCnJZZKboqO+NbzyW0ZG3CqMnj1MAAghk2lqD
6DLkyUgfMM7Kp+UseCZWG8tDb4OfXYMwMjpHiK391ajgE6yXcW+g/fxCRoSP9zXwpGX0UHFi3c5Y
Ttelxd1I0X9aJpBlzQbWYh2ZSRAo0/9bFDtum869Z1giTg/0c81Er3dVf7J4K1CO8Va3b9zw1EAC
+56hC3mAD+KGipKHkRNC7MCoMHBFqjeeuRdYsTEu554vDA1Md7bdQzgcjGlHFyPWTpWBRx4Tw7bq
z858IJHD5TaK+4AdFxPLx2TEYK3usi/cMwwpjoyZaAaBxhF8TOdMRswcfEWhuTezI18aM0+OaMVb
sz7yNKZL/RVBCBMU653hHnk6dqvEzeyXs3WOZi1fl1gmO3Afro1EZ8zefAP7gm0DH8ansvaRLOMh
15DNGaPFHIlR76jguIq0/VJk4GvlVXlIYw6a8StE/s3SkpOMtII7zwZaMvfbst/jrdiCpHumELje
9HcgEE5SssM9d384rM0O26YD+bTM/vqAJoCSDDsxzt5/Y5K/IzdKsE68uizfKE9If6IsytbuIjNo
Naq/I0oLkskszg0ZpoAdOYZfhpA7Oap8wS3D0VQmk4e7YKvC2itPdt2OXMzlsdEUVIt6ukt5eybY
D0Zp14BTaUKsIEdvuIHGmdAp1PonF4eG0E56cOEoOacBr6TKc+7x87RPoivtk6rBe5kJIqrCybGk
dF6TljYK2g5BmxvcU2adHs0hotBt0NQCY7fYfkBsA9PvsZMIQhxJLIuRhC3PujeZxEdF4qzxxHCa
8GmpYs/YCZrdMZxxPg0eqCU8uXwaKyAirFvH3vYR3aWSQGpBWMoFJenP7nsDjnhYiLWVzepMw/++
87cJ+5owlMUxRTQNC0Jl29QXj6O0y90HhPLj5YEHQzhI5e3Hn5rUztnkmLSx8tZ5nk6HkcwNlLLu
9C8881DHXLKuv8QLZjn9zx9WOCPE/HjcRkBkO6uSa1EzcBssGE5hGv3+w9Z71y1ZSoYJH01M1f/1
BFqD3+Tkdb9xKT9glM2/uJQfjz9+9PS1A83Njx8szfjDav7j1wz2QIZtTwWAvZjPxsKDNtJmAgg0
NnQ/+YyRGL3/poWk89vRSgNFaPOBj/749eMUfnvh8mqUnb+jZD/+WAE+7BtisFaT62l8lJAfn/zx
44P5mX4czr/wn25Vf1YmlcTRplspzM2auJKVrlou7MePYXn4y98+/uHjb1YXHWxYLnvbHy65n4ld
sVAWfNAzW/CqGz8K6S1P6+fGtPQCB/Y3LfUNK9TDxuxdFzYjKnN16RLpbd3ML/faqD4NZGZmxGKY
cpPeTsgMFOMPnZlYIhnBt9DFbcbra+gTqsWx2aUwMqNpS0ihJX6PgKAvwtvCQChjQ1CEQ4J4P4Jy
l1UyYUuu6WyC5zXV2ImlUydXxjTcVS0Lcm+6667IKjTNEyFRdtOMSzehxNhS9xL76VF+y/Vj45IQ
dBtRPJmUQmLCdRPu8i6UNcB1q6IQQpLEabz7yRJ3NTCEve0gfK2HYNVCz1hPaA73buNB+KdBi5CA
/Fw57ewoS7axw5JW9t2DRldZkbWSaRZcq7w7uv3RjAXctKypMXvGrzWXxFqgKg46G8hDVQ622zSu
5SNXOpx2umjbTdMVCPZ8LHIEWMe0fh87vIB1yDYIM8NtWFFMT4yUaj2LEL2HPvBKyIUiISo0qMrM
WaV3NY5FVb+4p/TkR5UJz2hAEZILIoy8jJ9Lsz2ip4+ByCB2JH4ufaxGxYwGCbZaLEkQekMaUCbq
XvuSi9bUg0Pm9dlWxA4FXsUQwTx2UiNYVzraxlf6AzukmT2KfxuQQfRST4FBYBnRSd+Vzj4rk2+K
DJArUhfwLHCOKmPzGBUUYIBurr2AetRMbseM5wFNW4IXRdkV17y2Hq0l6qIV4ihJISL1ooPWR3mk
bkc1MGp6w9+b0fCl7Dhiw0gRBRry0rWje2OydgHHORVjiJ1FjNizitIvfstu1HS/qUS5l7BjgQOH
D5Q1Dj8Lj8gQHXN3BBp67qIeB2azKM7K7mmUMBvkbBCyM7Fs70UZYLFeZFfawYZy6C+66e1rYVX3
89ChkFrAIk43n4XvvtSWjZSgN3C5iaH6QxmqJezsMLwfiltte+pzvKQQ3a0abHnOx+KYxGV77Cp3
lQZVeXaN5ur77nBI6/bVC12xG4YarQqDd10b/n0nYDRn8YSVTijj5SYizon9nmyO/15U87CaB3rb
8AR5r3HjMMLc3rUe+xGjL4q1jH3EDLkucAEzz5Ev3OOAkjaZpxyl0kDzXtJ9SWODKtAMGzARrL+T
8+6H/nAYGhr7aPu4sfvUOmEpeIJ5xe5/Cr66tkc7Rzpc4cWF++kpr/1d7wh1aar6Qj9Ne6Zv5ZwF
4oc9aRpoKhJnLAHUGhAk4STvuiLZG0kPn4TOoxyHFHN+aD2aZ7VurFOBOII2v6PsfVRs1kSQVCUL
0dPTJzqkoCgE7ruZl5gtld4+EBkrQaM/DU3xOnhApPtO7Gc7u1nudDp1FSh4A88tP5q+ybSKgWJE
WxnR8jbQolILvR/ZfzvqAAb6MMQVLc3YgkDiQevRzEN8TlhHVNvHmzmg2XsgKl5Ei8hA/JoO2Nr1
j0bHfsu1SnNnYaOdVz0Li4+ZcdoBx6Bp+ChMYz6CZpruHeiSSeWeuUXyb1lgXWWBeL0tx08w//Y+
Jo5rb6CyNmjShlHzxdHjwZGtcZ5jZBrG0iCJaUy4s6X+NJnZeLTxcav5akg5ov4OI7WeOvu7OxDf
0HE1kBNgVyTEdDNS3x3ChEAIX+Zb17E/Nwrmn5rn+NjENnvCkkRUM7XEhDRheVWK3qzpx2MpsDUu
I6rIxo5GWHtT2rTp4EDwiLsF3eqhM+zjQOGfYhXFaWYj42XlBaaYfd/VyVMgVL1jMk6PVoJtRmne
tEGFF/Fsny3qWV4aW0/t1FPUQYqlG0OcB/91nNT7OHXxIR/iHxO8aiTq0adyE9JyeiwBu8Rzf1FV
eQ3qCQbkws8tQvMrrCmi+YB6lqyai1lV+HyL6Lnw4C/i4zJOmbgKA7BpJfthZ2D6shV59cxduq5q
A4/qvCU87wf2zcrNtrE2qAKG7qNjNNtsdj3c7qvvyQhCTFs2clrMamBLkVUa4vaSEe3inkryH7Ts
RqbCO3dB/9Qmlj6GdOhQeFhSJPQOh00SX+O0xg04/6F9QX+AeAtoUqcJdBiO2o7TretZn9s8HLaR
4477oa+8Xe73x9qdWGody9u5A+GRD3UpN7Nn0QOVCzV0Cz+kKGaD9c2xD1dlWdD4qNqLNdrsbZla
Oqe3doNpdReryu+GYf4ylu1tk2tyBCns2tnsL05chfs2jnpy0MOjQ9bwNvHXXLxyb2AuAH8H2xnf
cyEipRMSF8OmM9rCGhz6NaGF0YCsoiFJeyQV6tbKnmj/uR2mEYZtemMkntr6My6oDhv6uqprVlS0
8wIMT5QYxTt28NsMzz72787XwKT3mZv9AW8RUuW+PC6k20MeIuvwog6XGvUgaEMOi0ZRMpEFAu4N
RnvJoer1J9y7mdoNsorCI9iaQ/kW4wJEr2eHVAYPj7SxwqNnktJMgcYf22E7qV06EhwKUEU77PDq
VdmSm5M1Y8YU3d7xQUzNSX+l63FMix807q86rsXXan6pm16uwzgoiG44f4+Ol3lW8XWKbqWbo23o
vkzOiJh1IhqwztOcnNu6GS+NMZroht9D12NjDn/6OTIeBhc9eqp0Dbixf48nJ3hUVJbwhe3ACUh5
DcP+LdR+sDeOtlsd6orSrdWOpAFmsLY5W/pU5Gf8E517N9Vvou33DTYspFJIgjdyfokDhBg1XcLV
NDGMX32tt06IN7EresrNImAJmtMbMUI4jKNLV1FClYm9G4SiQOgT5BCGt6VLwJtGNnykEtvOyP/S
xAqf3O4LC86Dh3v7qlyIEtV+YJxuK7Bal0plZxh5Ld3mS47JLB9HFZfHBB3clI2cpEWDr0uC3lYO
5UFt0//s1dumvrg4ntz6cVdfAROQ1p/YsJAhkBHkXDFWt7ZovUuqKL2ONOKkUUInaTIHzE3pN1kG
yaUJOtRBSbr3PJeU6+hCeBjM8jDg62NtiJHcsxgNvfMn8RnDgdu5G7yryBr8EivWSYl6M6Eh3bKY
csaJ5N5UqDuI8ckZUASqJstewTqgzmkO1cYDQ4x/XganJm7rHExAcS0cDQq5bsnVefi3Z6E+JX1f
P2tki7uK+jp0hwfPa0hfOBVfWcaGrjep0tcCoyFwTQXNe+UjeDzCYZeGOzq6jnFnWUdHqTtdm/EB
IvGyTyzInPm6fyI0rfaaNmzkwDzMZdZus9R9nRRyt8hpzpgaMzgc8do49W1e2nCi5rmFpNUQMkxb
gkcuLhi3RZPLltTId4U3TjunxfW+jtlGGMxMWdeAHyMPEiTOa8ned4sZ3/e8KajZm0OOJKSJznF9
AIS8pFRDpjGbGxymKPSxThyDPodrVub0uzFNYqOI0bukVzbQTzbWgde6J7NbWuWhjJc2BASfhXDF
eQzmG9PsxcECDnEgnraHedkVIF1PQ3M3OjNyRgRhBNQnkTbpPYaoyT7qKK6nS1tkWfox+vnJvphB
uhd575E1i3Gxd8ejN9B+JBcip4SGQF9eH7FeQRDPFw8NMdtsT/bSzjCTsKbwWbpQlwHq0TtWipfw
JfNpwU/Y1G88f04vWpFOqYeCNQ9bl5vJT5d+AcongZt9MhdbJ88R4q6SNMM6bG1WTpgv/uaSTnkb
FoTjhztkgMm+CubigN/mmT7G7/UE5gheVUzmBOAjAEI4+JqUQzbs5lJgsIZyW/m6ODWk0Qq4wLMp
w9sWoyQQfczP2MUiQzTJV0sTGdmENsNITHdXFvrFMOKJpbdX7FkWLNSEHJ0ogpRTjOq/ndsTaEmC
2hvD6sOrNJNbyxmMJ8Jdm7XzbW5Aljv63HsxGRtJrbEzHsrCPwYFgYLfUdU0IQkmWUsVvfBvCIY2
RWq/DWnkoWuOQWQ6eUHZYUa/1b70wfhM2sElfJLMcq4+lH5T00ChqkvQwdCeLVxVCe5PftUwt+Db
rKn0G40Z7NMa4+ss4+ukpXlvzIuL9OAuUaiJ9YQG3pyG1Aw7ts5FhjJU2HSfiCE/+nlr3zlDD0Qw
2/ZhEF+jyUDarur6hvuT6TSx503imsydEmdWxzPeLToLzlLEL2PMsmpGjEbuFgY0W1jah8YC8ix+
4shetWAanbzQW1WhI3lC86W0B3vbTs2rObgNRcWYIVpVVHLmFyCznwDl2iQEKctLNQTI/yn1Y7Ew
U6CuX6MYNqY9hhQp0Zpr7Hd2EZA2EUU9YRcus2NsPxr+0O9NHOWoe8wr+W0IkV9PEezO2PDwS7Wb
bNtE99k8Pc/zRAuZIgHclfkNTnuf5qg4GFkYAhX7rPv+bUxwRQLIY64q0hwbDrdaWeRuLW2e9JjT
HYKCRJRA3Ux56mV6jZqLLczXBuT9OrfV2Yc2AObRk2hv+wet8v4+NYfv9kAbiXTpCuljBdXZT9NH
N85evOG5Kkv3fXYAlKX3+djUx66YKQMl41J0phKkFenW1LmOLEhb7bU/+lr1h1ZRy4Nb07PSz2oP
QQmzHYGiEX7LV2OmsiC8YdtP9J4ZaPi2Iv3MhNXvOmxX0Xcwv1d9/BaX2XvlhzVZ3fquEUF3KdBS
9qyq/izflTbF1lvQIHE7P3/tpBhvzA60f85FgltR7ms7QAewbbLYuhNNf/DTnJhmaHcFM/i6EyOW
8aF9tEKbDX8EUhvmnup9ShfVfBiha2AEOdF2AHmXtNsRkwtyLktjIpYAmAS2FQnxroayOrOZsvBz
KGJKFzVjN6qdl0Kp73ZulLuk098Kj2/cimGdTrMH7VOQkU78nTbYFfnEdpWklcYx6AbscA0hRJ6S
0YEEoujb4ltn+DjRRo8+Wo/UJVXQw/O0GZ4rI52Cm15V73j+nVp8OtxgCFHI04PaIGBmpsGA+quR
IycS4Txtp4w6ckwxznA8qjTNN3ytNnUgd5Ouy2PjlEyvDqFc0EefO61fxn6ebzP3TuV0Gqedke1h
fhRoF4EqGQY7Zk0uXfEeRqbv27SJdtGAr8f/gN6wTG6nvwG9KYKUv+K8/e72+m/lj39juuryb/FP
Jq6/vf6fyDcfSBv5JCUdHNktCGvuv//u4er7/8DcVSrftMmS/ER9s+U/FNs+heWfkNL5ycNV/kNC
2cJ0VXq4rlqe99+hvi0f/0cHVyzsySw7tnAth5yGvZz5H5lv2AYQPU6jCaMJPSyshPCHO5+7MNyZ
TOkipxeSsZdIiT/ad5c0ge4fOzNamfO7ZaAgMgOcBUKyuclhGO6G6mDGt239Ihb9Q3z3h8t8V2ZT
WBb/VnT5XRkXrf7f/27J/+pobc8Tts3lsZT4xW+2dCFySYlMnGjiJCJJ+jMHhe5bM2Cll4lFUvc4
h7MXcv2DkZsPPh4auBBMsj/UBrYeOX05jnWYc7rqAO9g6XyNS4nO34No76wGNnEx6GyQ8St169vf
wWWtUvqco+CWt6kLmgECJItFdbe83USZN1j+xjPSReVel2/Lc7DFXbUVUxYfB2XnMCiaM9iDLB/V
hqQ37IvsSfLwp+Upy1vWFdIJjkDSAri8Ffzfk5bd1qzeHN7994OqHYJ3jmk5wI8DxrysNGljoNa5
PCfm7UggrIIBk3LMFXRpMBVhcxijgOb3mt81ljwB2xErT8l+0T8pzdvlOVHuIQjY1xEv5Z8ddrVh
xUuWp4b8jfLWhLsCklsnHY9Wl8N3478Gsz1e7cQK4+rg1dN1tl3eI6aWWEfVKUAfWPPa+oOstSeG
gx+gEJ0iMEjOXa8PDmKr5RlpPAD3hLfSTrQc8LFDa/6wZIOsvGOevnX12WFPwSvSgjfgMz6Oiw+v
BbP6P091+TxtjHQTQwYx2XSRs+afHDv6+D/CWfObThCC19324wR4H4d9Y2DE++XyLOe+fPhyDqwN
i+UF5BU+i0sYLL/zb7rMF5lgkj6ZHNpkF88O1U+riWjcysiqW1Quc7S9ncPQsKhL8ntf3iXWUwA/
3WTvbdL9RWXWWxy9ebg8WQvU31oeJhYi06AqnwH0TZblmZaorjgvfw9mgv0ekdL8GvMZy/vqtN/F
KSkK3m55C4vfVQsytUOcwFF5loD9+9tLpQWUL1n6G8j+xw7CWwevEq7f8rbbyuHMeLfUidHhivbR
zPodBKL1cgTLywZqIeqLsNmKeAHWZxhvqoLOjp523QT9vge5jbxpXrN0Vhfyf2vTjjZfewL2pksf
RiN4UiGFVXx0XlOdbzPSbriU3AV59jxUHmpbAu1Cunti/rOefIrwFEbDbt2SZvcj69qNQCoK2Qkq
KvuhpSBlSfmUFi8WO83F6bVep4mcOKfhrXCoWkRLqZzgf2WI6C4T9pZ8LvcZ6dShvcddD/owFmz4
4sWpfcskFq7/Zw39f1lDmaQlbuX/d1jq51i/EV7FxR9pqf981e+0VI+VzrNc1iYXuD+A0/9cOpX1
DymFxyLo2Mvy6P4BmOr/w5S2BcyUf7F83+Yw9G/257BUHbDquHl5jmVK1uT/ztIpfsalOlIpF0yq
aTk2byc8m2P449JpCTNKOzfyzh+2EgTCwDDbB1cUDag/cgey7KMblxuwIow+YlCDctJko+fb5r5z
husfLt9/sTiKZaX+bc08vsOJ/Tgc3/KAtwoXjKzgvP94OCkXpSLf6SLIsCR4wwh9rvXWTz7t5MVX
VdHl4sq8pf+ruh3UkJ3++vN/toL/58czuk38h2yJI9LPH68SmIjKWryzx+BLyfL26GI34bW6OA9E
wNvBA6rTV+1Fuzif/PVni+VS/3Lu3CrcK67r4Xng/HLuTTREYZcKLJ/ywf1aBnSWkO4g0u8g7Tdk
340kPLMrSEt/Rr6SvHt5doLpiY2fdlq0XTGLTISPRw5o9vA3B/fzpuXjynCvutxv0hTK/zj4t68P
cRGyxxH/ayAsx3yrcSgXaWRRuv7iZuija/yudrmODYjlOHyHTFcG3hcbirw4GxOpp731mJXGdGRH
UQ+j3P31cTnLZumXi8ZoEMpyPSE9tpk/f2MjPmi5P8bOOeoDZx/WWF/oFkunIlA/zDRF6GQie7OQ
ZSWzM2x01runrM7dE+TieJ8edMJOytYIpbN6Ok9T6+8MEwT54IfJrSmwaekBaXXNo13Skz/5DozE
MKb24Y3vXkTJuiu/eLX2Dyp1DjE+4njBh+Wr16pPBmCzByOt7hhkKcKbYmO2CYlGM8FGyqpOnZru
uzD4AduyuQ9KyEGxllQrEv+LQVHBhAJ++eurJcSfrpZnMqw8UwofErP1y9YzEVHQZWHgnOOSIhiK
FIfCriC7x2VcQaIk6TTWtKmWXriCuftWBhTG/n8PhLjBtQUjnQH1y0ALE1KFmEI5yGax52MvfgWM
bj/M3bivLFTBc7p3q4mtUkAfQJsfW4nRxl9fjD/fOZ4J2dpxsWxBF+FaP985YOcbA+85h8b5CIvK
g+MXMwrc6SM968TJju/o76a3P8+2fCZ7FaX4/xKu/PyZZp84PnUW52ybVOGb0gUxaz2WoaTpLzeA
IZj0cEM4tlrSQunsX02ELU0t7Oemcf9m6Fh/nm8807Z8YXk2YRMh2s8Hg8hA9LMh7HOZtnS6D/bF
Vu1V4iFsQvh/MOX05vpGvMEOFyBrPPS7uS+uYizno56LeGNHlbh2lF5WenLd0yCnDP5y9mCbtIOW
E+3fdYO+RrblJW/0tEvRCX5ULBhu/wzz38b/CL/DC/5zVPXnmdsjAjQtc5k8HWibP59MYAkrwEzZ
OQ/YMZ0L8kS3TROS4x+jfD8mbKEDJS+VoZGqu5lzzLTLln/yXu2yqh/0oryAYrqqupSO09nH6GvA
6LKsov7YDfa5dy3jJtMh1mqR2ni5AEiGiebWmEJ/l/nsYFsy8JTQsT1KyI0c/vpeXaDlP89ynJSz
FFGW29U3fxkuaaa8MU8r7pvUrdGZVGhnzSUVXHRkl/vF7KTc/vVHiuX+//UzPc+WLuG9sK1fxwc2
UE3Z+DUt/q4aH/IwnO6quLkTFS3DyoWHoDA93GMYKs8fP+TSdvGe1kX+N4uy+HntYaF3HFOZvnLY
ofh/HqkVKfSsrivj1AaUtmNhPjqZyvY+NovraIyRPA4JBucw5on88RywkCdACG3sg7R0t1dZuAnD
JnzERbT5m0Xb/XlGXY4NDyKSHx78em7AZQ/3xw1Llc7UeIWvTjW6Xs/ISEi6bULJIqcDIVQ0zi5x
B8d2JcDXZ9F2wNMCebusK+FAu461KBTC3jbOFBKJpUb86Ukt4nFdn9PAVfum5DYuCnIBI40cil0Z
WAWttqPFC5PJJbCdAqp0nXuBwBxesbkTNzL26sPUSoVWLrg3QzpgQqm2hXZPbVOFtBlIk74V0sFy
sRNLoxxiVzrS2Qunhe0RzcNzbG0SSrwC//mDE1bm3XCIRVme//o+4yv8+U5z2fr6rOEMXIRQ4Me9
X+5u5JyYQ+a2cwpDQcuF631abIJ25aKh9Ir8FssvbGkwGMVYqEWlxLFT8EYJyg4tAsHVpANAD9YR
+MoFmQCynGZJj1xuT+kxQc6ZLbrOeFF4su16zZF8zov2MxqdcrUYwZ6mxEMU6nv346IVzRbVqGOU
/UYg+01Tyz8VEo4YMs6belGb5mEPJ8Tw9SlywmndKCz75tlBoCrGpjoleTEhNV9kqx+PxyTDxlgh
oTMbm0WG6rjcEQSv7bmKjkbW99uBytE5jkCfAe9VNI0cgm6YbophhtbX5WdrCAv80rx2x/aAWwhe
RFsjFZgnSeZBxfdeCyYfIBtEsOIzhgD9kQrAQyndB+a16LBsi8Dav0640E9ZpB8jq8bRJTKRktQG
Dc6eF9ymLuZZZg6Umzn0djDactPXM6U0sxqO7P/3dRLpS64lRUsXBkZKRQ3smlaXNmwqRO7YnWkX
ootTdCSDZlrw/JFMiYkvHxAQsbgfvviIYbiBu0UANH7VLMKPWfaaFMkLGuxsFvFWdG228ft4vGgH
KNU8mJ9LBEzHTrhfuxbFeKVRx8wGvsUlnrh77WfwSHzTWLV5b58oiNULSDB20CvcxB1wFU0lcR5x
nS8WDXKr/EdY1Iou9QClXtvuFVqD0zRPn5IiHi4oBQ6Wa0Y003jfi1H2Ox2pepv5dN/YJZRWB8Uc
Qs02vOtxXIKyEaOJ0dErFcVbRxaHPIj7Bx/FmR5sNvJt9+ClfXoJssLDtiwotnWS0TFSRk9OWvv3
kQggrodsPPK8QQDutaAg6gxiWfZDezp8MPrgR2BatJC7aY5wOKMs0qIP0242X4vwOa2wcy+Za2Iy
aqh2ADhYs5QvQ9UsBIZrnQz+OaA6tWej2q3TwB+2IuvtDSaUzRMGT8iJqn1HpzYCjulB5tHehbp+
Y7i0eueLbUNlUiPntj4KRWcPOguxldWNVc8FUBF3PnCvITdq6MIzBN+NrchYRlaBxC7Nhk0ddohb
lzu8KUyEZAF3quI3BMU/sD7W53Iu3xEa0VdCgfRukOUNMxldJBEFIHTcyOg1zDHVeWKj9TeDofEp
sL/g/PygUCVdZlwy1jaR9L6KnOQ8FIg+EB0M9VQ/ajvcI3wK7lr6uZNJQ7pPcgHX8jtsZRQUOZ5f
qIdA4cFJPOYYZWict1ZOkkRoq5Pwfkrqrw7e1YcG+5uDDrOvC0WcCUPd9I5T33GC5apLGoqlVvDV
UfTKLHZPhtMP17ATJo2TNgBTvtUVwuD4KXS5w4qYimc8PaMVaSxoIWHX+e/txZ37CBdC1LCVZOPt
+HZzqwtazTyMiTOzsNde/UMNwrhmrv6qs7a+dejdyjtob2YxnIpu0ls3tct9GjcvkNszsNufddm8
xgjudelGt165GGthbLqZpEohG8JlH3wMQDUfOJZkYFuUCfu5JgGQdtlN5zS0BBt8W2auagT68IEL
3wC/XhvPDeHw3h18/K4zjXJalW85W4oVVudoXUV1hzZNH6kmXhC9Blcr8kBrzMUj7s4BSTj72Bvz
a4Qh8TahPE4Pgp8d6x6GQN2/gsNIupxWsQLZ/MJWDaF2oZ3qhHeJpThMmiZpRW+HjSA2kNbOa8lG
g2xHfjoAV280wnCjtMQTPJ+w9cOnbqkVu1n+qXESJE4iDZ5rx/kemuO0kvOUEkZzJD3mGPdZVYFh
8wb13Km0BKjAjJT4yCqLyHRXLNbYq/r4cjcZcumg/jyyQ8PVNGwOTdeNl7zHAWCqScXqfm+Pwrld
nONGJ0d2Omqa1gp3egovo4lYMXcQ3vqheROXKn1FC05NOwl3WKTiCTK6R61r49i36KIDWqlqB3sy
reXVmK+ImAbAE0SJBZHxzmphLCRNE1UrIWMQjB3a5MGaM/aLj7PGyHocnfqomJ3uqdK11FMR1UmX
LuQZWHDDJbMKUqU5njdmop9IjvnnMF8s0VL1GuRe+ZDPin62FhC1N9BRQx+B/RlBab+rknE7GkxO
9pyyQlj6+4xWD3GI3R+LIEAQSTREhybZ6sXulZhhE0XOtIV4PHKTWPehoae15xJLKCuIGLqpu/W9
1gG1nz3hCJhdbH2Z+gY2bll3G0rmIfLguSJarMY7jdSBvgMoVqDjL5VlfFINTg2B0aOxw59tP3YV
YTwliXWEuRVGrIviucGWB2O402j69q2FT/Mq9eH01YN6qfX00mdxcxhzp9tbqv5i1GyzQwyD14Gg
xGCG8KKK2gwO6byA2ZbgQtKU9z4l/4exM2tuHLmy8F+ZmHd4kEACSETM+IE7KZISpVJtL4hakdj3
9dfPB3aP2yU7uifsYJMqLVyARN57z/nOorXykPEmaGwg2NA1Yt7xMyMfb6MMBxGo9m6tW2WPqhH4
9NtyBLSrmCe39Y19OKGsvr940pxdWqLESRuJzFTUxckgldEb85OhqV/saeuYCCTdQtNlJ2qn2Snb
3A5Ech5R8C0a7xaxrNHvo1kgr0ExToh4TPzFyOy6jmMMbEQiuEPnsA/CcNJI+jeiUjWOPePkjCNp
Mr2FnHfuBzJs9ibWEbBdk0c93pMOUrTIsH33sS5IFu6LOEIDolusisJ8sPr06nf1d1TXEy3+ZQNm
7Wv0GJexkVuZxN21CdyIaVzib+vev8aVTaNvLov9mNtQUVpaXha9VC7+Vrxrx7zeJBPLYshQ6hAg
Wtr2GWg11VjEGTBkW8V2FmBvjuLLlNJwgPVgOIgj+ItYKDrcPxFsNudTGorhHDPWXtPJk+hQYues
5x6lZFZbZ5me7IwcxTafHESjOfamzk0u6C67ve2SyzHWitl4auy4MpI4PPs/vFb91EWPFlTJz33u
fi/LmHJXktNEgsQGQPnXxECLYjUZxGmjf+qz1tn5NeHbyD13ZY3HMKjns2n319zFohDK9pNl+McW
Eu/E8Z2JkhwK8dn2Lc4uyyUhYYz3Yoy4dshvRQkcXfbZx65I9KFHiQP0aBnCuM9jNo67QDnupso1
IJ2HpRk24gyAWkRuhHB+jjnpeb2VfUU59cFB9+vh6HCjEbJZkYVs4pwdsmpIBHPzMnLKbhsvj9ZD
+blRZbLP0AVupww8TDXiuffDYIfkbVNPjNSg5V9kVQfrPm4uhqXGg5nv8k60O/WuH+A41aP9XvHf
SfCxDe302RkTdxfp8aicCoqBg+ouZCBjZtOXTsSHbhLfnG0vKpBaJvlEE6oxvClyLUt5yOr3Rsdc
K0uwdkZOY69r57uVonptEiQysYBc2KUJDi3zayGbJcMeLUhREqdQ4lGYesJGEPOXbIwTYDZlg+kt
NvhYcGoNUyHX8OluvVnhXpy6rSAgO7BhEapynZiQ52oiInSNEhij1LkayVVPcD4xoCSfJ08JUEX2
WDQdrgVTNpshKq4kM7dbMr48S0BOGNuXrkTglVZWf8SdusQSSV+sGwKJ8PmmT2Hbp7t+hiO76N2R
FFF7hM5WOyXFTtsckExykUXMavQOKBAD4x16ZISCZYOeNm4hk4GSEZEwthR9RYuLJfWWYC+fCZk7
P1Zofe3kU5eYnzOdkYPmjmAlOqAwTv5oePW+C8x23fss6FRqG/aIauc3zLCIe4O7Ef2g4j0QSd5u
axmQRFnL91wYntiLfpezC8NTc+UOMSqy7xyYRno3ZUTR3mrkzq6hCudzhZ1UoAjMgXYlSkNjwjza
JkckjhlLKKucZx5Ko/oxOZQYdpHAoi0/1MEAdoZWkoOAcduGhgAjYr2YmtUiy4hnn73iQcZoOjM7
eaGqOM1Ds6SD4Tvnie7zkFgTt3Dx1+M2QLy6xMSF/irt8DMEyXelHZiFDtcM22QyO8X7afTeMZ5D
UldpLgRxsM0yjVU4DM+msKud3QIg7FWPmSALblkJLUgNzyWbYNYPJq7S8L8RagZhp6ZNz9gHvzmz
TWV8G+Fm2b3zYg8YsMwhwCVhf7dLgr3tjsY5RrFNXUX9BvrI6MOHES4zxQLtIblEHGstejDRfbXz
pznVsG18w9kk3jY03PUwE52VOHaB5dkhorv4mhq4pVsa+4cEgWY/NFu/IHklnQm3NKqtmPLmXCh4
OK341FvEqrhtik1H4upP+0PuoZGSTumx0o76w7xvq+aqAgeX+ODjDpXNzbL4nUaAq5QncnQCXkVj
usDjseca/DqgLIks62vmIt1X3i3vdbNxbSgvpkhPjvsJqxjZQZJgtgniVGwBF4kxw8a9NlYDEdsr
Dl3F+w8Xpw+zbY0GnNTYGih4Jk+KaoKl4mv0uRgJzZTj+CWNNJd6n50ys+OV6hDOQiZvCe6TThaj
mYLhriqPiit8lm5Xk91jM0uftLVtQvccMxLfZcLZJ6n3AT3megS8G9ZIWVEXeG7/pXY+plb7nfwm
tiftabmEWbgiNmEjHzAJkEAe1fa+mMU5qjvSGkx8ZkaXnOSg4VmG73Oz/ClCluduhAI9+JTDjlq3
Kr2GXOUCK9MMxt0no53KnQ3JcKY9ffBclIqW6T/jhdmkTd6faYEOL8RTiy21BewCny6RPVf11kGq
ytUnibfCTA+2EBDAbEylgS8/0/E0T3WAeoFxQbDRfZceRKg8WliI3Tsjh504kUBWkcq284bI2o9F
9cPxlcDKXJx7luETEeRIx31vZ/Y1HhSzcLeK5NQrvye+3u+lYx5fdZg92ZOej398vWlBQxmoF1l1
ioiKylRgLzkv7g/vNxQlJR4eBDXb0iYsqiPfcTU2fbvv00pfS+IJSfwhHuZUAetql6/V969Nrf6u
8wxQ9liH18EyDqGJ2tGrdHi93zj/uOfahDyO4URCQahe7cH9KFO7xwY30nRKm8E/Yss8M/PhoTdU
hOM5HELE5/iCOUFFQG4ZpeXndFeUHTweI80OedQPlImTwqiK26AzkmBtZeZnquKRWLUZQmCJLwOR
nikIssvK700eI3tNMFA3QX+D7ujn1D9eIRMAlgbtFdLTE22Kh6nh+m263omX1KMh7pxkWtPavtTO
sNN9G29ShocsnBlwYmSujlOfZ4msIwnpjzlcZhKne4nj8LFLtbmXBco7UzzSlAEQMFPN+cJPVyum
tMkuii0fOeD0rqnsL1PUuBvKk58dCl5U0Pj55NJj1Da7fxTumUOXGvwvnykq0/rYyFk/K4EzD1fQ
U7cYHRBLDjLfjxEdUbtxwQOyUg4TgsnICdnW5rH9gDbQoSHSmEcnoRos5gYVMfJ62BVde1ZI51dz
h21vjuZrSRjSnovUuI9sTp4gJiTS6cRBWgPhZppwwMYcnYc0m79PdqFfmF5cPKvVZ6WIXKpLslxw
B/iPiBxzp6lvJpwzyBPoROZMeC/C4WIShKLfGBqvXONkj42DIjUN0+EQZ1N2wFnjs2K3497LfXY0
JaeorsIT1tP4OBYxUseFydzCve4bHWHtQENj0ipD8495PvMh/cTz1rOGD5k2wg3jDefc5PmLW1WP
5FUn56JekqI99zIQXbVTFk85Dy2157o57N3qKTcbb6sDJW6Ofk5SVW0H0ik/9E12VaXQX3F9tmqk
6eYSl1gu7l/DavstZwsArjQ9ZGmLIWKsIABMKUJ77zX2Wpb3YZwv/K00QQONOL2m9o7qlzQGsCRx
ROriW13VzaNMi+gw96qkFcjV1XLGzyhh388WkiGkL9kDL13vy8zqt+MIJnuwT2xUk32tFuqIL92H
EcCDR3GbSD+8DNOTNdseZyNiVEaSPq5Cl+yDBpsLE8Fh1Tj19FyyvUeEVj0UYfHBIvAStkHqHDyC
Dc+qyl/8KQHlUlQgcrj+o7HJzkVG/yTsKXyIcvtQl8EXQ1nRyS3U84Rn+4zg4lWkOBXEiBKPONb0
VM7Gqznp4hkt35FymxieCrfqvfi0iio8tr17oVMUPnUNfFOSqlio7RCqCv3DS2n25iWVsbg0ZlqA
opeQuRpznlb3L96/Z8id/qJecviZqGqbm5YmNLghAZ/NDJiGFVuA9QBJdsqz9tb7sj1yKUxhUi45
Ihh7nTPBhFiYXVLB/UzmuFhHJgF2N9AdgXPsqXeixOglY9oYM5aoIkenW1H+IHV03/mB7R+qOps2
XoGJhLYogHeUT6QM0kzBaLpqrQFfQ0z5jAsSMX8CkabRz3oWH83xYzzAYrLTqFlLG+cEBg8+A9Jv
pnKETxWSl2STQx6xYOErFtu6Bi3D2cizZZGzMihJATs7EkSH2IW9BzItwlrCkbSxZH5hnI+ELXLy
XSZ9sEKPPgUZ4J8Jf0CV6G+2q8V2NozpFMM26LTrH1RjWCdpde7RDN+XfTed7jecR8+zjL9JQ7GS
KiTolkmrZVb06LuBnv39XjEuPfwSI+CWaC16p21YPJgU/RvfDkZOWBeZfePwrqSKlib+reHUp8aa
3dhpFk1EstAylKPuHyBwdAWQZAVvbOjJjgqhABc9JlJ7CfJSNkhWzg2TpdkMjXHna3HMbO2toDuA
aawpQqzJfZkG9xvph846du/rq3g3VCP0OFHehho1+8hyvR2d8TGKQ3pSPRrPhrfZ7slq6qKccpL1
q7GxIBpdfNKkCq89u222uiOlBX6Th+vDmAdmVWzVN27mHJOEbjRG1Z9OnRgAhfwDXTgM/p2cDomC
dUrJN7n2sM+7Oj2p0n8tZy+6RWBblBNCna7cUzHxjEcH3WHfsjpSkgEGr8OLcNHxl5kPqtaALlvi
IFxlxNkeqGLDFH9Pxcq5KqNgWpKvJGVVeqHRRChKm7E5pBWxMhP/vY1T8GFIjZexxlkPFcAzQnfr
e0uUS9jiwx/8RzOhQeWn9eeeWhIzN411AafAw2PA0Izw3E5uu9EhCqcxk12XZrzfMSELA25PWj27
bLKmE2XnSk7x/GSLozGMzZ4u/z505XPJSGvtzF21NaDDLVH0Thv52y42ERJKV+8zgzmGU8pNzJ7E
nIx0LbyZxqZhf4qEZe6NtL60ss6OKfFADG+Bx5fpnpGCWmtyKLfW+I3WnEG1RkvPZRtKf9ELqXfU
XH03aRJlqUcLt1paPiMoXV1+8RJLX/V4m/UkyZozn0RYtnuUM0R05OoaZdI+FpYONp3RAdUYIPIX
NWNsEePyqglLsmKsNFG20bNZYAXqeG1Ks6vLud6U7o9KZh3M+eRmU2dT+ABiMYoPLheGXThQ9Qiy
RJzgU+abOPWEj10mA2OYJbOzKliXMOAuTjxvM07U1fwyhimJRRZSWdx6xMM7UX7FVR4dXH84FBod
aOY+h6RRbFor+F67xg8ntHH2BAoMDNmpEXqeleGzuZYpo7TKow6KoN6bVSl3LBCvWmQvpqWImXGD
T0PmYv7p4T+MNV0CXNsRHaVB7uucOU2beYfUtLfE6L4PwvCTX+PSLe2pJOhRhZtpisSm8CNWBapV
HRHiRDQQHLRg0xoVCVX5mIKapcPe2NbVm+L3rQaoOiT1c1x33+ax5VD8OUTsFirGTlY0lA9BXnqs
FDsV0xRByjmbH+c6ooVPNh+/foEEq2k3+wQEG4W78cIsAbmFaWX45pdLi4OJ9GYgpTauq2xvFCHb
dMJ9Y3PPRJgrHgboXSVIWqNFsUNG9uqMeboZmvS949YLDhebVeawafZLiB1R5labJHVvsyE/TyZY
JFcq64TEfTu5stjiLFq4SzBIpgAFtGsvh7fx04knmDc1Wml3koiuJdbCXDxUMrBRDhPo3UzVdyRi
nB6q+W4GDbmULeChNtaAGztws4Im0EA97ntswOeeRgZB7NUwvxpZcfNntfcNsz007WCeqpIMBdBF
4xMpq/GykaT5heo3ipiR0tVmEDfWSMBE/DJSwj8MxcZGOwfA0khIwo7Zk7ogllDWxBuWVWdN+KA8
ORHhXIQqf/LCtn2NI+08urp/7Ho/vFkNCR/OkLxL14rBah3U7nlIWRMCAySNZTBPHkw28Zmc+oeB
vZ3lhcWuy44ILRHxV/vcd15zpb7gsy8PavIOgGm8xxI2gE+ffjdH0PnNlMKCWOQNJv/0Ebv8Q9bZ
40vGyHCBbbybQ4OYWZmrs+w0+yu5GWw/2M+d9LFZs1Eqswb0MQ1Q+vdURxmYyjmqtkVD4HI1gcNl
bsDx14nXNBjGLZmGePcAKvUyfHHm6Edn2LRyihnWRzFenU4N+8kCxWiW2bd8xu9PE6852Ib6gmTL
Qk1vm+/hA8FxjgCR5UlzKKOIVA1FPIY9PuVsuAhkofMi/Q/FMuwIrPCzPRYfyC4lB9YbwgO70m+Q
Coot3BZweRnEuWSem30be/m2aFsS4FzxhJfWhM+AAZ0dIGFiJUSlfpvqBLi7DyxKhYBDcqB1Pq0m
qH2FySiYKVHPH3rnhPn3wuu+ycpM9m0gLk5BRoIdQeRATXKsFVa9wk7XKdnBe0ukEGAdrtDMkNSm
0aXHbqIMyeKk1sgTla7zLsRtaKqGnhXcCnQxX5lHw0uLq5tiLd7b0KdwCFaQWRpIA3nexqvYna5Z
aviItQM+HrqXESS1qh/lLRTkGdpUolm1pJHUOPJY3TrJ5mcKMnZbEvtZ6OP6Liexxwv73NWOeQpC
uGThuLB/SDxsqgz0/gDbY0pOaHXCLSwW8uzyjrEk83BB1vPKD7noBnryAHlan4KeT04jjkgt2OvD
COaKlRMCCUNRGrqJ06bHuedoB1AGZYkuJHtoOoKbJm4OQWXoEwR88gNT5pk4+fT7EvJua7IVKZjc
rE10qVsS0OkXeAS2doZrH508FDvLrLt1PyOP8me3fMAhD1G6PUIX+1h7Wb7vl9mgNMl6dIL45xQB
LYRk83V0EhPu63yS6USFXoXhpoVRXIVVeq4TjAlqxKngRTo8Qp4xXoIK/o+zqSNAH7Sjs0fX82Dg
/fCgFYYAf85FO7obJCpkRmGVSFzHAom+y/mUHo2crapdc/FGPQMahyC5ziN+DrTOVg8kiDBZaxuc
stqF5lZo4BG0QTHBw74MRkBDSHPybYOpwIZbcIwTCiqDsii0GIkb6JQgfiydHA/XeZRRfIae3Fp1
4hPA6cZPiKjemajSVvimr+kgjZ1q2cHFVhXsBXZR96M1QmukPwNPm/m6McafqLJhB+GP2gW187NS
udjGCsmgAMgRZSETkGi5bDQoqf3hxAX02qftXlKW4kMBT2SI5mzVdb1O3RAJbVeee7e+9FXQ7uxi
epB9kV6rWVB/zsKjcwCboUVLvqqnsd+4PYgEL2zg3pmTIMm2evUmThVlpK+l2YHKDwb65WbzMDdY
9kFccLXvnfnaLdiNJm5P0uNPlw2EudlXxGBMIUO1qDuiizmEVnuw/cqiwoUgR0MComhJ7RrXuAk9
SXqHHyK7WlTzKw3G35xw4scC5OIUe9PT4JhsOgMw5QQRn1EttNtczk+GSwiMTRVGqACm/tkj+8tv
ZHatS7AV/eSWBL54I8ytlhLUVsEp6d/Ha7cxLcIbMVmOcJJ2HhlRg+6BjnYV4SqStvs0MsnByu/s
VNY/h0gFXzLoBknN+1aJODgFC9Z17IBl9yT2wIEyQzJCypk4nBC07Oi/OnP8VYAHY18IOXPhif1x
c/9a/+s/3L9mpBDIhoVFphYqmSwZRjeE0UYLVi6+w8vud+9fvN9UHrbvpoF31i3kswKJZrCw0WIL
BJwxL4C0++M/vugtULXqDlW7371/ZxNwnOmFvpZ5C4htWJhsQQKd7f6DGcC2YCG3LT7vpV/Hc9L3
p3O/ay68N7wHXEDy8vTHTXUHxP3x2Fv4cREgOSMGOVfx8k7zAplbaHNy4c4ZVgOiiH/74xvMhVPX
WhDrmoVdd3+2GFgB2t3v3m/08mI9wHf9QsBLG7c9ZdbIzfK2D5z+6ULM8xZ2HmPVlyqBpucsj3wA
e/5C2rv/2/1Lw8Lha0L5IrM4YwUF1B4mCRE6dFhbmvBA/IqF5tcvXL8KwJ8L6O/+48nyIZULBRA0
WgMU0LvjAQ0fycNdZfdfvwhkm7//N48Z+k01iaztm4d/f1dk/P+/l5/5x/f8+hN/v0Tf6qIpfrZ/
+l37H8X1S/ajeftNv/xm/vrvz27zpf3yywOKZwyst+4HjZofTZe292eB0Hf5zv/vP/7Hj/+Xhcdh
CHV/q357p5a/8PtPLi/hf/7zwxeabnmI2uEXD89vP/a7h0cI/K8Cbefif7AdRyLPHX407f/8pyEs
+TcPy+nvptgc14DGx+L/zWQZVJ5Qi/jzLq3+P/uO8zeHea2NJxbZuxQ8u/979b/LnH/72P697Plf
PCOO7ypxt93S8LWQs/8qP53RGIBC6Fy8+A6g1DqBydrSlwqJbQg7mAwEgazZytPHgfy5dwe00aZJ
4gFAixPW8YpZNNCItDMvRpr8/Kd38t+Jst/K3Xl2Pr1i9Mq08XANv5HYh84oU3Ry8uaC26zmQl5S
31iY4tBOo1TcChk8O8ReE+wSs1GnG7n2XCEOHYMTWqOKyNQQgR1SyZVWTnwOZqZ65uTplS0G/dgF
EXIVYpFml3y3Ivj6F09/efP+WQF9f/o2QmqUwx7zpzfaXhRHCXZ9IW+zP5af6rmIuRgCV0w8No8l
wl90Gdon9WDV2cOnKTTbp1ZYD5nr6bOtZYR5MD1VrcqvXrFcFsnUU6149cv6GBUGXOQsyHaRVdXH
vm+egVE0D7SaSQUG92KXpLtkRnr7i9f0q9ZWKsdnb4PhBCMPFidgML8eMJYdhbmPHvXGgZ7v68b0
1n0NsMQkhLCz2Cl6WjjnhONjVyZqEVtUqEFwV58REsMPA/utqOAfPAB2/qI0luqdFYE6suJEPrsp
eINw4dn4cGP+/Knf/Qi/fhw8dc4dyRnFWWW/OZryMg+6sPStm2BpN10jfmZnPGTQmdMM96kXgk2m
J45/eEoubJPGzwRftGikHMfoD3Ek/O3d9AOLcNzZgDJg4w7Rngv5uuIlEAFsXYw+BDfpofWw6lw/
KuiQbTHA5JM+lGoPkVIcsWELCg99YU0h50pN9uxCE7JFMyJutPxtFcGfSwatd0BsI5BIZOUgMXJg
qjEfLcIDgDp9A7AEPYH4hs7wxbGawmtEA/Nyv4Gh6PUwphzQWes6MS/TWEVHJzKIJ8ccLQP6TENY
TJ/9gn24GqIPvVF0l9iQRFm6YoQiFAAcjplOSbPtH+/3hqR/YrpEN802mmfbsoorl0qwcf5eVdSf
9INBHSXv3JlRbz1CkDcEUXwTHYbj2JhQg4zy++SO/jGLmo9WTtdnHpVEv1oenOwvPQ/WvztU3bsu
3HKEab/1CCmuq92IYfZmAEHrPbijqarBmC9k2g4JFNCh62BLhdekedW4brdJBiiFiQAUTouST4NT
6kBcgxOaz2knboOxCZOaktSfyDyo/Yvv5P6HPz9M7x7Bt4ep67N2eHfjp//mDHMN04tpionbDLdK
mq5+DhO4HRBENpaLvKLKLQJlA4QG+EXzC3M5IMPJS+N/wQRhPbhm9POuyR8UDbsm8xkMaKQ/VQ6j
RXd/6Tr8N+8y3h8IOIzzWBbertG97+cwd0Zxw5VQPZkTPdSJsOohPeuu6NZKsWsHNHhSuTyLOU/O
Ioxfo0S1xz9/3xZL65vV1sMNZnpSmTwb560dKZjYi5smn1KX92y4hDzXH1Idu+eCPoM2l6zk/lNS
5PIlmpMLhnR2V4NlPd7fyqlpd9E0AKDNF13X1K1DCCaxdSyrnC19I5xNFBtnPhzijvP8gJvbO1rI
tPtEFtecengIBKkMgSD2x6vMs2HkE3vK9GOcaOO3zdgve7FfEBCLoeHNIQKkQrKlWCxw/7KSWXgL
fLSD5q0Zo2+yG9AsKxNpT217G4h6z1OT/GQudTOgSAFiG9HHu/ZFTD2N4ciekVuiSJvUDC3Gsx6s
NjPBBhnjHnmmsamMPFz9+Wfj/uuF3PPYXHDN4H/ev/jWRBmbkWH31u2uqgUt2O9ZpPczDZYSyyTU
PGlj9Ydh03koNzsQOg9ZHUsQiRZBgs6TYF60RdDxDbqUOgtNDqmjis/SJHTi7mSylZ0c2ZU/DrMN
UMLt7aOSH1wa4gdT27CpC6rvnL9w6Br7pH1XbrKy0TsmAHB9iNg9d0xjQUlycjO0YSP9nND9PbdJ
729VjFjDGGmNAAbIZ9VfK9UfuSqox3iEjGXm1lMOQ/WnAVIhj0pxo/I/2XHHuDIWL8IP7ddsNGqk
CQQFADtCwZuNl4A+6CnT9VYuL8pi6rL78/ddLmvFmwMFOQv2SIFDz2dB+fVqHePV7NTki5vvl/jy
vLl/Rj9RPMwUzqQSueMzqpYBYVqRklU6dys9TEe3mHwaQVl9yEwZ7LpGMt0Se5lDKu1sYgNAG65j
M+yPaCM3oaLQL8NXGBbkIig0iVWH2N/uaBy27A3zSb6Euevv+jh+TIzcfacUWfK59TDbHVjUAnEG
rOHhYiUSvWDCNK9AoVfNNgAHoJe6o+fOdRC8n1duMyfxjxZOgb84Qt94xO77Gs+W2DlNyfvlvHXI
GaPV9W4gxQ3DyQdZgU9Tnf5IFwztETPbjXKNBShSVzQKs+wBOudKd4BhEonQdQqwv9rldMltJo9/
/hm6b3eRzOtZ0ygczMXSLt4+MxicDJZQr96GxQERM9t98h0H1n3ySj9NnREkn0eDfqaBvW4j3DQn
GZqhiXKJfL0fvqWdkFYxAfFrLextDM6xCne9eUa4cJmtgpiQwCXb1aJDKlvaownAuE1Lzg8zigPK
LfN5sD8MLtdFY5gFwkBXwo5qvxh5OhxFQCtsxv6VOnSNZQ5MP4U1tUwqdFWmK0mzxGmWg99287XZ
l6RMojgaA1KLGHrpnWB0vM4l2kkN4W2HGG/cDAvvSkCzTZIvMczwMyOOEnzchr0HnNDCep9gENj1
yobZUZag6sOBAAOfWIomtEiKK+S8taOCwI2cEc+ffyQWvsk3JxYqZJMTCue4tPCfvbWNzyrxvSqa
wht45OKaGUjSJOa9tZNrb10YZ8epvkfB2FLmT+rYxtHJt3P9rp2N+ogLJ11r76saa1L1pk7iwPNI
fqM5wbZRmEdajkqvkbW2OzQtRCK4X+kHUdvEfQC3dDCvRUNYVpskT6b41LaVeE6C8RUxgXnpAKz4
yaPZIwXhDTP3Oq6/RZ27X+iMNHkcNB5Db7kvWWuc0BqQ9BqjrMjldsQxxTiJ/S8mpe6ST7wkxPns
VXGsdX5I8A+Q1ocO3Q95ic9elKabGaGu7hmbM+Zax4o5eKlpLbqKNCGzxkafjRLmTg6rHsYmhqz7
Pau7IS06eYvwAIpqcGbAvzWTMXl0CIrKiqRa2Ubt7RdfVolIA8mGCUpSjeIQJtazPw/BbVrbLlA2
d2CGVsUfxEA0Tkw3hPFcsZ0T5v71jCgoI4tij4gLdawXPYZa+asqLvu9Fzfenl9L+DmN6U07BBRj
zJ4ReSNRNQvaxyOb3muVfpxqIUDPtQ3pFGbIBM069ZUxQSXGxIvrofHZD6AlHW+BwkIAajsGtVTE
qzHwXSB92bcZp+8hrzWv0yGOHAuG4fBsyOiAAfsIchWPfNKITQ8RcBEJkABotsV2FGrNiO1HbA3p
gzk016xPod0ovHh1h9thNrqbHDh6+HhTBDLedxGD+L6r1uehohFu9te49+0nJF2fG3v+kqtc7+Jl
TjflE34TR2CucZ9kHXysYz0/RQX4piKDPy44IGJayEbZkHOXuCBYi+a7TC3rOHoIlhGzmO/qtjgW
CFIe+NiitaEI3PAncbAdGx1ng3jVGOdtXIKcMJO0fEgn96nkVDmMJT7xckP9E2DPQUpVdD+UAAvl
1018SQWYQjznDf3fprkGiMauKdDfOevqoxIKM6N/168RjQvffu1X/sQUfsgu8KAvXYSr1ZSK2LqG
zCm8HOs+52W5dJQeVYpwG9dxuYsine8Kp2CiP2T1apg6d9MHVGHhjIxdJNch/Vng43waU/Rcwqyu
Ps85YMtVhM0IJzcgrdtBgBRZ9HQYIiJ0oklMR9x2H1q3J4ilRprLl+pHPYcNKicouDPIFlJIzfSh
TksCFR0YxhoY3qjM8b3kp86Gaea0Bgz1YYS+z7DlUDaksSCJM5/StjWfcBkOTzEzkYxxdcub1MRl
vuoy21qhi0AQCD7iWvbBqV20PZl2v3RBEm0dbz5EjC4e8e1VwPzJ/AwcwyG5dy7Xrse02ar9b5Mm
8Km3P4+BMvaM7YKBeStUVI8jH/EVbHh7DllrdfvDa+Px6i83Xmnmq0rRFKK2W3yC4FX7Mf0+Yfl+
mtuhBcUfPBUqWBvVLN/Bw7nUdRBeItdG/u0DRxS6fs8Yy3pxQ4sw0Wm+RuYeiL2LUwqqsMFh+zWa
EeAFJAUUc5asROv357kUKzZjsIhFPT6UzqsuqYWSmfTEDGW59Gfv6b6XCWPyRkcjugZefQ11oA8h
qsF9mOCopZXB/q6viF1rYnerm744DZ63rtzAe+qK8XNFazetRv0iE7kNHEhJvT1/dDQNZHj4uLY6
oler3iveDfKxjL0Vy5d4ZJ3Sm66MD43lhPREmmDnJf3Gxoi3bvGCr0Q/1gfdGz90K+xjVwdPNljl
VeN38lUI69XQM5Yoxeh7ipw6XXVhUZ/+6S7VO4/3o5XlJ6rZ6tTDSj5RFpW/PbQa0CZLnVsxHfIf
WZXn3d1RDF1lJnl78Rn/9tjUS5xSo9ZMSYtTZY2/3+jRuFhe4+1Gg7e1q5z6n27wGJtR6Ry9XHJ8
jKyyW09Z3xlSIBWz2Re5oICQjXsk4Cw3XjhPpwDJAqo0KHQCiu3Si9dD3+8tKzvGoTFts6n/8tuX
dXTWrpXsyzbvTvVyk+GhO3UR80hXOghUK6bEmQw2HiX9IRqRdK0mo2tO9xst7OZkmNy0qf7mMs8F
z5Iyl/ARkoHvn3bEPrwCm3mtUWvvVZ+wnWKGx/DLzk/pRLC1reE02L2IHrx8Ccite0yV8/RiaRbq
zAIIbyx+SQx2/X1c4iTMTJabNw/nIc43s1E5oNjI5htkOaJ/y98z/Ue0uEwE7jez15e/3bs/rCdD
HnrEyv4/RhNci/+XvfNYbl3JsuivdPQcFXAJM6X3lHcThHQNPJCwCeDre4G3qvT6Rfeg5z1hkBJJ
USSIPHnO3mvLw+3m7VpIykC2uN1OBvSVDOmWlltc68F4TDKbcWbLkuxmLvFcnOxXZjQuaixDKxxJ
07Z0yifDpg/ah12z6tPxTo+ZIWtee6yrUlu7xi9dIhhVCXBmHRtv7ZLOlHoO2otqwlmKsg4ygINt
Aqj2KlOKNHkUgpn/1LZE94YuKZ+amX0qv9liAhKo8Qnb6/oUhB6hjK4TaItIBkzJxbhoMMlAj4mL
hYKsw3Auyg+q1n9rvvbpk5QYay5fT7zmi5Tpco38rZ5VWk1qr8Ke+GRKnJOXjsUe1/HemzV/eLiq
XVx8MqPdKK8gTRQNMGUEFDVs+UDy5wRFEiWWBiowR8QkZgUt7cxQihWy3R6aHZFTtrcrMo8DIlc+
qXnjxFdtvmD52vth3WxvP0q0qjjc7ne7dvvZ933/PPZ//fX3M4iI5mDbE0Tw97+ZN5xSF99/Rs4G
W38cECXPr+t29/R2H7PqM0ZB7gHQOw/5fnI5V0WweH6hCzSn9e0XJaenCZV+yycysde7PcPtN9+P
uz337WYaSpOaPySDctRWoobOkhXDJkFIc4QSQEogMsqFV7Y/kwRS/WDpC+o0AgpRiCL1DuLucLtA
1luD0tOJDUtaTvgo92HVt8vC8PAP+4YJDBh3QQJ056g7KaJeH/UjvXKaYdL8ESHU3Md6JA5FX4kD
ePAECL9ggK21CF89j2/y7de3i4590MFDcwbnUNpL5FkxGXLzo1kFBdSG5IiTcdre7nf70e3idjMX
hb3ThFg185Pcfi4y75/XJFPTRa8n/ur7AVTyxC2zW17mEqoCtpVF4mntHnrtdEAMOQGB1Js5HY2U
gXwSu+QNl9WjyAWxtPM5JAhFO/3JjypyrSHSDGErp7X5d7cL5ehSX9+ypEpJEcbw2McDyQpwu8CF
889rt5tREuQsCDaHyPd9vH/f+/tnt8fd7v23p4EvDZGn8ZiOKh31YeeaNBHM+SuRgqSb5pr9KWxV
vDGZAVAA5UN++L4oKgdNxvdtID9//fXfbt7u18LK+8szhGPkjQQe/utp/6eHUA70CxdHyirq6HX8
uXeegzP4c3WyBl7F9yObOG23giVHYNqxIjPYBXN8zp/X+X237z8KUPGvL/v2i7/d7zYN+/7ZX/7x
22/+9hCiO7X1ZJ19S94hJqTh+OePDx0NTlJV57cJ9HsDenK+GuRpnu9u7wxYjiLfTboL8dUVu9tn
9v2J3m76rckGLC8zLv9cv/34+663a7cPOoaKAUD59gBAFNqIMT+ftlbCqJnwMKISJl+uZ+dhxUa8
m09z9agExqD5CBgmM4HRPJ8P/dupw6nZHRmVYuPTNAtRMKBP57n4LS3udlE3HraP79uBCBF5N5FY
SARvZIUIdhjzU89PilK8PAiTBFfbDI6ZRhwJIUqbWPfU8vau3j6XmsIXy3X5JNnV7YO5gjHnD3hq
n7MYqui/D7nvT+f2s798RPJ2mP5517+vBqnksIm77oMIkR9grJhiibg8juU04B5BluNXbnGPP5tk
Ak2tSI0ZHsoUk+xCsuNChehp+BzjRLpbJ0AMP8wzTDtFjOySaLWWbdtse5RnxHyz2UzMqT4zgjgP
lVm9CnQmgXXyCIw0RLhP/XEf6kSfTyWi8i4yvhCL25eq1J/Qhsd7s71gwqqP6PfvMWCbOxotX2iE
GjFebDfN1janYNY8pkQNbq7SrJxz3EVPU625lAj2U6JIG3Aq7wt0PMkxWaIvYkUGAuk7nJRj/6Oq
C+NSdgpNi20FsyAZjh+xVo2jf/iRR5CbmUy71jPeRQrEf8Sd0pm5tizDVl7TqdoAE1DLQA+GTaHY
0Gv2+BlPw0eh9WBrEjpQus7miQmTSW3gk9TaYEmyUtdcDFY57H1j+DExAN6oXPO3QdiEd3D4yba7
se/IXkOVWrr7sSAsC3wJ2ObOR02MhBsW0UNFGsKD20zVlsSmZ9LH2jXD4WxljDJcWWNJkPVMTDR7
GmYW/P5tE8Z7xZfhGpZ0q+IIAmwVl5CR9FcxC1UN6IDLOB+IntDrSzF6+Evq4geUi+LcS3JNsoJc
mqq744RUgVt3on0WZ5ckcYjPcNJ7BFc53JQZL2bbX4M56i91ttMtUR5LzXVxnujlyjPHbecgsmrR
0+0DhMhqTFkKkwrVEhahJZ/Hj8lFkuWTM3ULowkGMrHN5Hde0qdMMQ6jJSyMJZbobHHImQOdIAUU
Lx5WMs16Gpra+8xCOBGh2Zk7owxhYmE9bYfulDqcP4TRVHdmM+KQbQxELiR/VaWHu14bqLPJTa3K
/tqPHVkfxjA+xCjeREdAnyu6e7NF3DVYIzPK3EuPYYvFw80SNnosdJrnXiY7CPdFwhAzQd+HP2vb
tfctYIVV19veKevlS9i7xt4uYxSPQbbpRnqIupDeqg6g+3r9KI6D0j66XZba9+OQ+qcsyruFnkf9
MTa+NE1TS4KIBKtrOC7sqcWw6FRibzli69/1+HtNSAVmLC8+TWyiSNEY534YXxLfeGF+QwXLDn1j
GPidJ1HClOHAGlUO06YujkbtPkbSMk/558TI+aX1v0w5PoxxEdwbsf1hYY+4C4cAUuQ4nhnh5Rfh
Yt2lVun3dTngFSibl3qoxaNZpefMrBP8L8OPoqZHFeJFOY9arladYo7k6y2sgaJ7Qhq3JjBlWBd5
Wu+KpnxRlif37E9nwqE+e9hO/Qywc+N+L5mbOGVRH3tj8tekjfLqeIPRIdvaLhun50Rm9VM6LJLA
HO5SaxM6YXPv5fGyLp2DFouMVjFTUSNzKZHIuSVPbtjWsa1vGdoQodpnIdG8oX7yIqfclhnzg6oY
5+hvgkIFkjKTdRW5nVhZSE/wcfmvA0iIk91M07I3uznpnR7hSCTKygps60jhBR42N5OdUaGWRUUb
kNywxGP7NipeObt9bSHq9g37AXzpHnC55ha/xrZ4Q3K74S7FxoLjx+iuk8dq6LoHpAePZo1jwuXm
KpikxbRFa5nFf/nQoi6F9MhfQzc+uto7AnB5aWVLBGVkIuB34kNKpsyJsesPUy+fwMU8teHobULp
7koxnZNcvpVafXEEBkIdr5nmD+96myL3R0qzTnxCVubxo2H90pO9Mvz603gzgwJjXKThZtpLtzOe
YiAXLg6xsrc/yFNyyPXpH1qR/BZpAkIkY24iSrq5ICBu2mTCK8MFk4Z6n48PXlzp634gFth2iulR
9XQYrYIPAOLE1mXXmjmJ9oxnBGPVycwS8ymyPLKExvokKhPfMmz+ZU6eArGbCOPHUN+XUb3pxfg6
2VWzJtauvQiMR+uyrHxcMo/67HYLMTgth2hYDbgithpxZmS0u4Rf048CQhfiBFGnAnH6WXQru+3k
o9l4tLQseY06Epu82OhO+fRVqrG+92jXdaZ6pJRz1orpwZCp8c1q0rNlZafGSqJHP8QVY0QJIr6m
ls2iUNGzZuFzdckPiicf+c/kdPf9+CM27fpLazAkyGoihD7loKUbCfckUebCdQeAa32o6AGl8n5s
WdO8rJEI0Bn08YWod91037c2GazzTwIrrI8kufxKEz/bOXa3zEfSCAHFwWsR2m5qqKFMMjxWoGOy
sywTLE78HZjl8hwmQwfEXvG96DC2GkmaPI8tIbghCVqjlyfXNuhIop3QqKsZ6qGG4joQZnmo46xe
c0wsG8c8dg0Lg+sQ/y3b8acj2stYGsYiHONPlJXuPizm0zaMzPVYgGipKSopvSAsZu1A635E9NC1
u4ka6s512u3B0kuxHzzNXes9AnFdt2Gopc4CjuLvYuxIXhHJIdUdIHZBFj80WVgumjjc6iVWpshP
P61oLM9NX+iLhjn1ob3XXIaATmVvEk70W8YubOVtd4t9gEjyGVvU0hU1nX1PztwzrRUOXw3TaC0s
RPQhnntgQdRK6pPmvL7NErbwHhyds534iIcmROhDOlxqdR/Kd/4kGYu8C5vRmN4ip57p7REwDY3g
KHr+4zKwaZkGvDNLWbjPbYmQWtcEUIc6ABKVpq9h1gZM9Eys9MpsNrUz0prTme3KAKuk3kQY+8zs
zbaz517ZVLC0WP2gIgIpVg71wPCUisJEXIa1Wqnwio+MrBWHF5FoOCpiL9spa/S2tIVproTlQXc+
Gd4ZF93ttryRVp6rd6vAaedgeQtrJnMlc6b7YQDoU2Eudv27ISShyiwy6K4cyn3s9St4P3OieMJR
MU5XY7IS5KTwnlq3uU6GaNaYBF9ids10kKcYyn5HdlxA1r0Yp+2EmtQL7B2Iv59xNWRbvefr2iIg
Widuc9HStsZaBUmrsd1X3f5NVZftfJO4tELAY4WA9IthDt5oU/+JfYdGsu+8snrJdTq6K8NGVyUz
9zma8ukzwjIF0wxTamNV1IxQd4526uDYMyui3F1MO5rAFN+EB5ZQ/UWvii+XlBosUuoQxOSr4ZnU
aLORuzMRdXmSTn41HJe6HvXIOs4g5jXg+xc1tfSJrTiULfdea+bKK8h2XdCl29Tw7m8UsnZul+gT
oH/TQKoP0kxugOStotDuaAs7EZkPCgFEkrJRBr3y7ofZhxdhGBSZU50U3m2lhvCot2NEWJXSd21a
YQELrTuvyL07Uaht4NLByMgQZSS4o5VNX8We3kF6QlflZNAwjlkZHW24kkwkhOdtcKg66yFBM7PM
BOaUSgMsC80q2zOs4tEDAzvSl0iytwaS70xyNMFs4qiAXfEs3ZuOvs3WrasjRPK9Ozn4I/nb+vuQ
Z9AcDBaU2bdQDP2JUqHlFUhrB/3pJ1FiV7DsUjmcq3M3OFapf4cK9GoaNFsA5OzBBuNyyptVnAv3
rkrKd2mkx7iT2lY3TJLdJ6yaCdO3baN4OZRVCZqItt9jmHtIRq0nmbhLV4Pm/abgwY1fN9C1fOJ/
B0PtHda2q+n4+xqX1rbDUUcLd/h0GgYwNhieZ6Gn19xuDsMQUDY5DakEdZUSQubSXbLIBENThj3N
uRQRcBcv/YDz7P4qGth55Xts6cMDJrZr1lnvAA/8q+vL18JPjUNr2vnalM1IvQncpkqE2GlGB7xY
4cSNkfpFGGrPTsUOmIUFuWWfX9BiYXrlOXN8LUu4OZVvPPWZxM4U5EzaJu/QRjjBPN17SDn/ZmOH
O7kEmZOMaOcQF+ZbXRIeZ9iDt0Zt+5ve+ANoKN6s0uXjAwXoSGfcTaHxXqrgTHnUoBh3tnUSkncX
ozaoMaylJwx875WtjDsz8gG0VZVcibKcrsAmyRSz6mDtzbnzYEdKo7W2wdjegW/tIDUEh9IGBpDZ
Z6NtsdWGRglJr7/PErLXSic++0EG/gHV1CYz5CH0DdAyHmjemzwzjGHM2iDDNpxfl/RLGoYcomYa
JCB2Rr1c1XMxnmrD5au3mN90c/KzyzKag0XydN29qJFQSo+sOwbUJ5hzO1xQ075zynLJuzAyAp4K
njle3Y5xZLIE+uVyr2L1GxniNjIqHpvaTPsZ1iwGk3F1PFBT6vax6rJfVYgdBBkOiWCMjg/Yomk3
5sYDPqeXyNNOTGnKSzh8aLCYlx5NyDsE0ckqrFjdbxcpYtdzlY+vKnW7HZVffppyscs9MKDM8+f8
EZRImdcuIxsLJtubp8YrKSzemtpGKunj5w4cGWzwXLFJU+xBbmOn0uxJig6scxJUL/9sDWSatQ/x
RZf8cEhP3K/fYL46T0KC4WM/ArQQW3vKYrNLfe8nE/8dJ4PuWDXpfZWmxjFMHJukUFjzFrTVQBfa
2fYVNKHKxJg0aA+2Gn+xv2522ii+zNm1SdhqhEW6NBbsiY6ZEG8M+Ly9l0Y+glz9ZzlJhTao0Da6
TbxM1wFc4ntDsmoJlarRmnm0AlWK3BQzsYkNKWz6QiU9eJvUyqUNbY/44bzCQjWa+6rlZiSxX2MB
0g+a68esbikRbUXZLxMGH1t2xPUi58u1pG2THYtSJ6Avn+6cLNdWs9Cmq5ndYGUlUs4fECOtC9RX
a7DfOwYR1qsof+oT9dFYqlPLboxAUfnKMdNAy3lo6Wrcp6l/0SRdmlbX800X6cPdaJKQ1kbOksM0
XoShbd8LXzvSX4BdlxTnrLU2RZhbO0fHCsyWEIOl9CkRCBLF7S/1g5loeNAy3OgGsq5NCFJh1djx
a0NP8SzqIlgKTKBzgyvGZuj622jU0yU6TAVhhDpTovo98mREvPIVG6tx5zQOarfahGs0N0iytvkp
4z44DzK8M8P+GpG3/DK0RDhmBeAW1l1cc5LEJ5yfJ7CDhGgDk0XlYOc7EMnW2nIzdHKgyZn6VngH
y2rbphYQEUAQa81KhlU5LhytNR/wpf8qFTPWsCmGLaTo7kTQmr8TDMpgGxm/tUa3zm6Tr6eurq7Y
6GEsxfFh4ihdDrXX7QqH8Xk6D7ejIDMuGiyTpoxOkpEXwxWdLERHHw6l66u7aEoODv0ZLVJX1TjP
UmpnGA6gcF3SA4ju3iPuGM9t4ttAeMPu7IbZVatqfenMG5KwgmmfT93r1EUbl5zynwrzVI5BisSr
znxWnBL91omf+rpl8Nu7l6oxqw8/7ze1nf0wTR8HaWU+VmIOvQtQUZg+qOTc6vL7zqEiaftwgyk3
WJf+BIgUKgHNiuIO+aW1D4iYdDMZrSnGGpAOTrLGmigIkvaTFVrKecugIJsw8mxMBHRuf8aFgyiK
mG03wM0HKsSml8XgXNXFxBE5slufi5LEMJJDiKlrw/iSSbusd1WE+BIuzcwqUk+WANgWMOZnYBCY
6yHBi9Gmh2CAJ2UG3gpORbBNOtKKuwoLAzCkmPmd/kmkOWbCmvc4lW99mmqHTpgJFBKGIXLt2TXJ
xrMlgRQxYP125vB9DSGvheEXXrSeMeNDyOniEmmAJ0dzKSy25F46IOWJ/Hw9zpSKpis470+ZvqzZ
6i2Zo2gbkJeHMGmIKSpUcvLGqzZGGHLLES55BP+ZLHMtKXwYbbG2ZwRvoWaaQFYEZgt2i5l9k9vu
IW1HyrS0I5a5xDhvhPaGbzQgJlK7cLCt2kC7msXA6Kq212Gid0edqDEBt8ybYXdDtJfzaVYRDYZ/
KpLbsq8eQW/ByHTPFiP8HTpv7H+FvfnTX9Obh8Snoq6lP16JjtCWtUZm51QEr6Os5RpYDiS9TDZX
S92xGsUnrXHfbi0Y7Mg2kZ2msUvfrTIzmOEiCCqXLV+3yR4YIvb6inyxbqvVv+KaINQhVvZd0fc/
RU5oDpbqdZPoKPUzmEXuIB5FUxAxUApkE9VIdVD6YFuMcZ/Kmj0rKHO6pPI3//a9VcXPOSSfVUPL
FNgecJRCYiluYf0t1SzhiAL9ozWSZOWFqU4QG+EzWKw5dqLCuZqdfiBtejPADdhKRNwrZyqmjRYF
1c50S9p/LpW1ZcnsAX/zs9fHD/4AYikMYYDbPQWIo/f5RvdLe1Pm4jLAhj5Khgj6xSZ85iCk9atD
YnEycrEa4AjCJkQ9EesgvtDfqmWSE1AWpqxwMZXKaopdgD+dAZPfmwuMHo1jI8U5goV/TNLgqgp9
47ml+FTybE7k1Fs5faQ8wX0ikulnqmHgzPWO46meCAuNASoYXfnrJoYPBu8LCEXzuqBXBW9ReMFW
559cR3zhr44aV8IEcTCo35NVkvAmqKYtu9/1xhcFV3xtJ5O+Xz1kZ8sr73onptlYZtYmKZGnpnyb
l3SbCc7p6nOpvJMIjeKBvq25NGLHXVFNPbdJFW8ZN6MeiIV3QnD0bktZHyuInaie7XhdA8ghA5vQ
5rFqUDx4A6MPkAFO4JBdRqgrE/Zj0Hc6k21Iea4fRk8jIwmkuuhDCpKDk8oRK1TF3a7RjdOUSfsc
IIsmOk/Z4yPcdrkXUR1uaCuJ5a31mITALbX2ziQLvdpoUI/sNnmr2AyfEkd76QPmLx6az2OYymsT
z+JFX1th72cAq4zwoHxYJol7vF1kms0x1+QPBCJbKDftXxF7VITDqOcWSis+x+RClVyeitQZXtPY
RXcarQsjwt5QpP6TtH3iZjN1DAHPwUudv9Upzbgho8WVRu0VJVxzxZi59QMdYzGiQY+2q4bJxvWz
36S/6tAZJxayRp6tNNePDFlAyk4AsCL81geB5t9ItVOVddlzPCTpff1lzpyFuEyfWZ2NU0Gk96Ku
trZmJo86yvp1boyMbAx7JIGnXpKT3myHJvMQcdSwC+feglE/sEXRdjp8re0UozCMmH/oXh3v9J9D
pEXHqudsn1raY9FyywRzPraGfx7zdK+VQLUqra4OGOA+4qrz1kZe843yqmShPLq88WCCuDCQRRTD
Do8DPazItJapWS1p2MS7MQHxJIDA71CIIBca8YiPuUeYuIMhnc2Is9KC6lFvrGGrDOCYkeU+FO64
tVq0eqVnXPIi/WinWUHTy+ahgNBUKMD5CXu1oyyFt08KGoVGXLZHDPzbcjD1K4SGF94CubYnSvDR
Mu6siH+/YEK5RNyebyovAalUwJuwqIi3aHTrAyh8GQ0lkj3HPI2Z9qWp3tkWnpw2blkXGxm/tGE+
7DB+jxAmnZ7GanwmbzBahlnfnjKPePRg6LBbp18+0YqxZ+afCWdTAI/1CsdPeJZpq9ZAWZKNMBLO
Rk5crmCXyIWmDOtN9DSH0/aVwKLgkDXakyVbeWlCzluubQRbgGOraPCn+3roi7tg+F0wlAeZz+6C
ls9450RBch1STPtu8VbrsjmUWMaQ5unIaIBvoJEt2nNXANHoBfsHExyh6sUZ05E4gw/5kUMe2Jfe
qF0Z9j8SLWIsadfVl0FhwIa5SjPokTXHJ9svJ/5vjkXH/qzh0tz1/gN97/RR035npC1vmRn2gEjZ
6iiZngY6I+dMz1DihNBRU1AkJ4c8v8Quy6tvuPkla57/3DB7jgsk2UstRrDn2IV71CwEq1qhbCJ4
yepg2SmfYlNxkBhhf7JaARajG+VC1ZO7uxkuTEUFZTbsKBkVlds5U3xKQGRUPSMrM9TKkxqT125G
DumGflcysGqizln/AcVJo6YTRQbpvFPkX0D1m2g7t2lnBB/ne0+0CGwdd2vGU7d09TFgj07zbkiG
OwzSOWeO+zoyhiuvgAod1E2mzGydBuWwRvO7LfmwltQ0xgp1qHt2pupzInd6M3RIOKrQcDZ2nb6H
8/nEdYOCoE3tPmyIddf7cdihY9RWlJHurh8rWsDdfVZY6szcgOQBNUSMOez6XjYs+8pHs2dD3Szm
ipVUxh2SGIDeHYsDzS5voeG/WBQtcIq+AQamOTSfWIcro0GTBa4kCRry3Tt/3Uhkc32P34z/CU1i
22+9joZcOBgvfcm2rFI/aGCmu9Eeo02gcm9pyNolcxQ5v2W21kkq4yj1KbmyT5ZsBWIoiJFgFlHI
ErNoSMO1FcYTDX1iLjN6rDvhqvHJTuzkPuSURZwDohZ3fFSN4B567KErM5a9nMuz2FgHk3miuYDR
KNEYkZQjebg1nF+JhWY0IvPJJWimRcKb08yk0qDNqzz5y7FSG/yVC6EajhiNuFWqxc4HAdyu6wxL
F08JJ6bOOxrzyTN39W6n87lplbms5ehQ/BnpqgbBtTNLwpKyHLgUexQ4GAKN9GyfjGkRMsQ6lGGV
3PX0M5bOQKu3gcJwkMgtmGk6FwkOYzWx4ToBxHoNnI8hdNoXPqznWHnA6ONaLQTcO9pwA/tOPbI3
kW0+91b5ZQN1vwTe1oS2yP6ZDdAN2I6a82GKMCQP9bYQnXw3YcOrPH7MTVWstc5p76Yy39skohGd
kC1vk7k046suDeXtWoPMAtucCdmVaVxMoifc8akDfIqVOfM5QWbjlRwNBFqOeheexT/pByuztHYa
O6VTZn9pyHG3YDdXDCUqls3OXTHBDJdj5kTHttQ5c8wxBTlsZS/CPVIYLXKpalLruI7phoQomLOJ
0D2SC+S2yGnBturYjb26ewJ2ah6FDZYweaF0qlaImRMW5Fpfd860I/6LUcnMZ4Fi+4xUejj69qCO
I5OioREWWLy0ImOgyLewOb5cKyyOumnlx9u1Evj0UaXGS1jVchNY5XQIbS5u14bJwhmqAehPsubs
ajS2HYy2rUAnUBvBuDRNZGPeDIYfuvJBYR9ikszHDAgYWSIpaIvSLfArpJPxBNZjpnthY69DQJpD
EQ3nmvH9zV5WMF59nJIfCLGuUKec94b9SuQb73Jwuwe4hPIIrhXzu5LQnzSX/KzZVBDTDGwAgZp9
q+6t5ANZonhs7XRrj36PwKzTl/mxlE23MkqTSN/2dxnnbxGV/5bxA11dzPgsypO7obY9MDKj/spj
mBvDm63nnOYiGK++Z7GJzJPPmz4CuCztaRVXZ+ioIThA6Ji+Kmhkep7celH/FPmJedIizpS0oT47
XkiCVm+BmuK30YpqIQRf41oHlxlo7ZHskZfcGB5mgCMUxfJHEsOZMAJtNZrCOIhJnO3AK1dNi3vX
t6HUxSMbQ68/1oyLjn6Qn2QXpislsfHaJVW31XbYNXyAF8J6DvG9HyiTnFXLlJvuKatD606LPxLZ
2rzEcrQ28SxPLmDcMA7M2iVBRQ04F9jk6Lu9TZPTPYmVpS1Hgp5NVz51M5w09DhLFHqA8Zzp1DIp
RjKWujxcNAMN89o3aCuqFnZ8Da+4yQFEdWkp7uPYydCnin1C5L0ZPFsN3DIAZsPSd1CkxG5Gb7QY
P5GGVztdHEJNc860sij7TW0dA3B5htME9RBdFOvmNmfykndNherdi3Fd0tOdhGAdGMsdwiq1U0gQ
iojGc9XvLKUT151/YXQpt30ZXyMasgucJc2uaZw1MJVt2iXuD0U6c00wgOoeSrO+epGqV7XQAK91
9D8BSziLOCV4J0p9g0rbNK5V354TG9tyXr7ltNTgEgI0kgYp5qZ0240K2OW5iCZGHzj6zs9afC+O
O2yG0B9Q9OXZeSi6H0Ni0JcM0r01us+VMSdzgkJdDHaCW7zN1bqVpGIxt8AiCKrZ8XzjzAblvg6M
+iBF/R5a+sUsm/yuFSagKBWeG8+4G7toolGbBStOhEAZQwz1eqEzD2P+xP5v1jyqi2a7+r6emoeb
n6C1jSckmuW+bamLbDt5TOqy302F89LabsbWGpC0XYIlVqwUeZQCURx9whUChU2PqdPSIeP4VLTt
Z1hXLSkUENcmVDs3E9j/E1GeRgnX5PNnDhwq5usd/2j/ijZhkufBL/nfQ433pfr8Hx7wTxaKr//D
EDczsI01/98cFN/5h2PDOnFMF94HMRQ4Wf8FQ7H+IWAOeC6SUmy57Gn+8z/+BUPR/2E5rk/65pzc
6s6P+r/AUEgE/G+2PqH7loXT2DEtFFgm4/XZx/yXlNoxb9uetErvUFnpK31XWgkUGXNHpqvo6tAY
fkGWFZ/Q9p2aeGqOkRQ9rVzzU0ssSIvVmG3RxTH4n/qT9D6ialR7mFNNGj9zfl10Mvs9jkwvx9H/
Obgf9KqNI4wThvSA8lzCqJ4sfVqTnWhRydUnjl39MqdV1TppBkVabzqVPZl4E+9HV9KGQoglVcHK
AULPKWitO0jTDqnyHm3pTcu6da1Vmm/NsPZOIcViUPfDXsg0BGChyYUI7HYT1hZKJ5eUQcON92z/
mlWWOa+sJ/q1NHFcZJDl5DyPEq6xSpxALQJpW/dV4fxyHQYATdT/ihmQradanGK/HfY2nb5qmMKN
mzWobIM8Yo0gotAGAtup9l3Flka0Wr3qlRkthQq2QWEMz6mWUEzaZ9Pu8i/Ld474HHdhOY33Q1Do
eyIY9p6VVaBdUmhfpZkw5/IORtuTRYsDBz2Bi/5fZqtMC/SFQcTztC5iO1lW/hDD0sXaOApapNIF
IIb3fwEKaTrWqbWzs/3Y4mukLN8SfuNHLpivOFr7KdEOXjR+Ec3IlpVO9dpVpB+hCLnYPSC/waGl
Vxcfdt08jyYu1S6wtw1CNNZS8bMq8m7ZZE6D9yXJSFOi4gNunW/hxDr7Mr1rQZYeOsdSa2N66HKj
OpAwkcw5HYbwAEvFlBx0ns1eX/oD8Y0uneqFRKdhWcXRClR7LLT6lBBOcAqUt3FeUoIZtjR3z9mA
uJM0hy/GM/0KBdTBpnF+aENxAXyVbwoRD7u4/KXx8pZdCMQ2HXJGvEn3jklTreJpJCuOlDjEjmJv
mkQWV3qxh5CITcaqC8Q/Gao00bCMA8Pse6SXpaA3Djl9oYfBT8OJ1c5K0cOnLNmrNB7jVWvEAAnp
5oqCCPpeVWCOQ0Et5/QfhR4Nu8xuzyhI6XMFgvkR5rFcK/fCBXE2mc6aDYpXlsFrOV7RJYX3TrKz
en+FgazE4W+xO8OqjUTwTWjWdByRlPaYz/a5Ke/rurfOfan6U2L8tudOXsRQa82Ajw62FlDpkDAt
Xbs+OoYqjnzjBlhx/8XeeWw3rmRR9otQC95MAdBBlCjvJliSUoL3Hl/fO5CvXr6uVe3mPUGSVEoE
ATAQce85+8hXhV4Pp9ppS7/vk5fBrGOakSahLlZhnuXqS0JGeXDG4i1CS+RaxN/6aqvFQed4qmMZ
N7Ianlt4n36U4Jmxp+VNswuC7XoFdaIhXSZK3ny1obAwIcAbeCpsWUggH8pcB6mpMLFBHTMdS1Sx
Zq2jrF7KzNNtgqaVKCR2Lhu8fumMo9E3+9nKPymb6GRn57D4pzyii5u99jlhVqy/otkYPMRmeQJJ
HCwv0t37lnX8TlkW011hVap2cmV0mHNICxvplL8rqyHg2tGMSkJDkcEiW666u1xdf6DI+DZQ+ygZ
d4Mz20Bh5W/bjAAI4CxUwzqEyEfabFp8sd826BTrVFfJwgKka3d2SXfVIg50NVYE3QudKSLAD33y
NosEuLCTmLxRShhXezfL8VPBoO2aS194Rl5NJELVFOo66jb3bYVvd0XzAft+zm6k+6jBd12WCKPr
/KJ3BA8Phvk1xmSu5GSj7VCBlnvWa4a70GU44a9YURTQHjTT25ZMgZ2TZxS24GKWBG2RSmAT9yTZ
x1S/mE7be2lGi3ysItmjy0bnUor3TiOApsUrPL4MBbPB3DDFzyTPowsclvyCEol4ta5MVX4ZkYk8
IgttV40iyOQsoxezfTcF5lef+ZRNb9Vet1ovxffsTPkhK9v11FI0yMBTgA/Ge5xoSEOT8ouIkjNT
4ewmG2ib9kov+TJ51G44nJKYXSZaKnL1tnJOyCott1GNej9I36ujEpc0xw0geMA82vSdWZPjLSLw
pEu06Jl77r6fk1sgN4kv04D002U5g6pnTCqLT92Unog5v1JoCiqCQ8h6ZPR60ISoLHcSqMJWMAtz
QS8swRjGgmdIO+6+EYTDVbAONUE9HAX/cBYkRHu2HpYQNqItKIkW0+1Lhhf1eREMxUHQFDvBVZwE
YbGrYS2GgrooC/6iJkiMegdmIMKrB4JgvYUj2O+coTkrguA4C5/3KqiOmeA7KoL0CP753FewH0NB
gbQFDzITZMhZMCJVQYu0BDdSFwTJGJSkvtZHbPEnApsLX2ZF65PNR8MlHloAkNQZRlQIpqBTamaN
XsssyJ+sBnTZMCwHG5qyA9bSFnxLCdClLIiXRFTE9BIRSneChzkIMqa5MTIFLbMV3ExDEDR1xHWT
YGpOJiYBIJuFCW1Ta4FfRmp3NgWJ05hhck7AOU0gnfStp0AF2wm7LruCyR3BfYEfaOHEknplNzt4
B7mzN8E8lQcsiZAX6wpgqILhN0XiZkxr7xENd5dQ56THXVKyaYB29bSZm2Ry52RId3ZLi1uBKCTl
UoK5isQ85Hs9LQZuwAlF6RmugtfasOxj1b4eal09tg8SHN5jTFsJY2v0GNKf87nDN5gk6pGkgrk6
tsPILRdJgWEqZyMUmV1pynK0HnEJsjCppfmMRhJl62icxNpuZ04t6jgdXGsnwK0OBFepOUQR5j5b
oF3l3sZ5KhFKbw5rfh4gwC4CBWsIKGwzI1HbHCW/TTJ5ng4PPUhwK6rVY7RaCmJlmrxIBha6KzSR
/BB2K3hYDKxDa/9Sexxxo8r6CaPU9ur2SAdeHViqqF6Cdc278WG2wjWgpkebq7ImrjLJDGrVpL8a
kydYcJkFkGHf4V20rCPJHtRqzW0ZxI5yLx8NeaCpJjYrLKodxq6PrCAoKTLGL2kF+UHjT0gNC3G2
cxnxZlJXQQFlHicEsopZqX0y+sBIJA4dIYLKofNTO+g3V06j95hEMov7QGaMuPkzhKHClIto6LNn
Dk6njvLLtpNzCWujU83eq8JED+bBIB5pJEVH657awtzjz5BZP7dPYdZn+3TzIAtjskJWSVotdJTE
s6iGeQMfep9qXIhLMoDaFI/UVvrr0fZ02+D05WAkznFQpjbYNt3fj6BNS6ckIggwTK6onFRB5dwT
yJNeNSEr2pHxpBxsbBBllnplagrjPeqEnvnrXtHr2213yTC1D3EWHU3hyc0FWHPbaFNPXNCf52YU
g+QMkT4Kk9JmVxrJkCmPKIAaf07a0W1Zy3BvbeHjCEBqJ4xT+maQ2x52Ooc3I8XY2643WXlRCKaD
bICP77cNa3tIgT6DeUisyXZaM+FMto0BJ8fv7faCole3qykj2FDntwhKDvNMNtujPxvyneugFcZu
qks+stfKXdeJMpowHWvCV2yIzfa0XbJv2hrN7s9LdJ6pXjsD8ywBW92OhbEdlu1Y4XA/G2oS7tXH
ssXqGButHoQrWAN7xftMsl58tW068aizf5qhpAM7VQv3MyrnWcQaBbbvGMzjDC/MNI+hbI0Ab/+9
cURAt5xb1T5z1qdCIsm9jmMpyCdxzSEX9ZBPArDC/r1t7NEigtTsvnN5ncDCT2j64s46Ssw7hAnz
rw2GiX8/KoWLXV6hM8xS/9bHYF+3jaWghNnZZgPwcmTso97DqO6sbtrwSc1kuAnbNjrM+jqQI961
9w4F9f32w1F82TXAAV7fIJzQN4AsUMHelSv43Ns4YYohohXvtj1SEJ7kuLR5PvbRM9lv0X47Kdu5
2E7UKECyZmk9IIqn6xsKe3gDXMlKFPOwnZn/uH67aWJN1aUzvJB/X9gWJGGmzSd1AArnbRfyzKgB
qofG87FlQgCsjQPCffyfxwvFyJhTDR7iE8uJ34dg+5Tb59UTdQ3+fHKG7XJvtzEWhdGvCQz1Y1n7
hS2RiJEZZ63VK3cKK2LQRwW995a5t0bAGjbTt44Ctq3iBOj7FHFc9SSVA3U+4NSE/+K+c+z+W+as
2NgMN6NAm2UMsDZEvBLCF/dxR/Pbpc+u/2xmp1U8C68ynjjX0fNhZ64YY9vqiApg9tTEuB9j0ioG
lIBSc6NG4W1rsnYDw+ATS4CqhfAsCQW73un3VV89oHXnjkkaiY463YLw7ipFRt5CeT2P12lZfsE3
e5YjBQi/BO5nArFYyM9pnJHeY9ev0Vi+qqiDvFTjK6AU6U0bl/mx0uc7uYVe1CAenYtzEk0ASyib
M7XQXoaOlSfOAIb2jtQui9a4vBrZPsqH4xQS3VxZ42Naq/VV1PbXvUaPIcpjynkItMVEVdYzBdJM
YglyMpBhuT8NtlUeFA2dArkITmE/puCXPAoRV/anRJ0AWV5xXGD6I/y2mX3ZY9DpYFjbr1m9s1ey
CfNkH6ITAkycnWNj/mRBUniJJN1IlIddRLepG+ms1snLohJRNIgzEWxELSm6dvuQRsalzG8XO/sF
6AWe9RIzgObRB60MLsBFRv08ZGfbmBGdWVCs0vrebk+OWOrho/EU26T5XfW3GRB4rixtdXU4DnTH
ICE1A7O+8Rq2SmhZPUm+eKqYZPRty1dCIXqza33wG5iB6priLvc6Dde8nDKvsrPktPZV4c8edf0P
+mGPnWm/jxyENSZhY5iAKTmm8dDmWWAX8n1DmDbVBW1Xt+tXprKmBoIPXmTq7nRaUamJzhyxJPkH
efJMJKWPE+ppCeF7RA58icL4blut9QcN5Qp9QVzfw21Rj7u42qMjukJkjVybPPeEBo7TO7GPByZT
Z+NMztQOfwhuQOAtSpNYO7zzHEhETUWNJHg5Ys2MUPQln6uaCaGT5hGWep0vIrQwK89gmI4aJrO+
WK4yfaAlQYdi1HGiDSjAivZpxemWKc4bdXIi6PgeoWM2TrKWVW7d2Ld5XRww+twAQ53wnrQHmBqv
VVXcs5dgThySWJWUtLGYhZee53vcSZAo6XVTKRkoW7Nyt5LVF56saIK3ozNxhDF6VEYiz7TRtPbJ
ROyTPi6Q5wwL951zm8zd67qE2NvpBkEJem3BurhTl51wmXQe6ofBW+Hju/2cjVdqgvSmXKW3FpUJ
hvmKW8FpYNFjVeBNQhsyRdyMH7KKvBRO5M5QQff0kGV8cwAfbOX97dAhqKA5EpMI68YRc2UpT67Q
GiMFJpsGs0rux2kBbb+10QmNLW9v0RikLNcWIy21DuG5jWJ2MQBsdTr2uXaSCRsAq4Fr7SdvjATB
Rv1qQ2HzaqTJOHy++wVqLPHANzVTLHcFR+/muZN7Q41nKxoBt+vxQjjE/ZLFdMsKgogjAsMz7Fd1
ETtHOYMlZVkSMuRGOstqdI5lWinRJKe3NVAqj6AaKFjWvUNSkleN6uhjQUfqNlv7dDF/mFlEO20g
j5TvqKVGSjAXz0uX3LEuXs9EjJ8rh3aVZA4/2kD/zWkoSLTax2y08mFt5Tcyn6FxrfoV6AAhT6Kj
YJPVOWgYvYnbXFMgN3Y0+VlW4ywG3aDZ10YNqiws+CKvprrXU0LjRW8PypDk0qp/SpLltiupxhaZ
Nh5k2gUBZp1n7hodlxSFwKU8d9HEUg3qWDXI9066fpqyVl6ruMG91ZLMG/p1F9kxEgbnLb3GoDOO
2Csbo1OBHZ0qg+aGof2Tpvm8YxlieJ2U0AMDegaSSxHZua8dFeszw5qfzJxNI2p/KHssJN3VvqZn
9VEOw4eGMSgoneYnRpfRayG3z6L9jqmiuM30Y6dL5UsYyWQ0X5Ge3yXxmPl44HLXKORz3w4Xvcl/
cYs5dwxk+4LpPRyrV1wT39zSkePPS+w5hh4ohXxK01+ZYS50j4bpbE7cG1PmZIOuoSewQZz1+7QD
uZ9zS+OLRNdJwvqJbgtTSwUg24EYFxTYFW3nVhmHxDckRhlmtQkEmEllGLTJ11qlT2toDR/ChQZD
GWxzm9y3mVHcmOU0umZhwnQRPnERIpFbtzkLaxjKde1L+qT5o75rh2sS5zxF19/bGf2DMQ7TAf3g
UV6/W5uvfAFH1anQQmi0LVGYtm7VjwupR2tB7tIQNFX8VuEY8gBvOg3QwHEqL9raLXfERyFnLhLI
f3ME4yiZbVfXLvqADXBsLD6wSriJrJCGrJr3GBVJUCIv89gYR01rprNk2p+xY1xLrMJ8UyfSq9Qf
y2xNWDVkFsVSBrRoGG/DUSP7oD5OCcknajHfLNGoX2tc1ck6HdZ0Ws66RiYaavhhHwdZkWOt6vKr
hFGC1KBq5dAQ+4Sb/yUxdkVPyisFby+qB1c3lHt0GnquENRq7dFnfGVa9gibuSttw4XJlfn5EDve
OKismRy4AsVKBc5U3dLuD0koJbfLeCBbWw4ok5GZK5OWJhuG4yetSRNUvY1FqFGuv2TUt91OLBm3
jTWaXpOV4VEp60edgW3yJwT2rtUj+08pDtHurUglN9At4zZZkoybf/RTzCFhVBOeYCtUR1TBphgM
56Ok5dfc5uCRDc5NQjYiCZHlQzp+Jv1VqDakLzIlcq0ae1qoaU8tEAyrXlIEu9mHE44IMCwEH0s+
vq3K/Mm8aadgyyKVDeh2bt+FKelM0MG8NrnTcvansya0djogqfksFba+K6yV+bH+YRhLHfQIGFgo
n1YZygXd++9Bt+6rhrTDvut9Q0s/a1X/JGya+2ov9YxFLDUHrjrbBoKViNDHKgSFMIDA5JwwDGeo
n62I2TsyD05nTJZYRNLiQiI3JdN7rUH00TbFzigggCvOKTSB0GG/bfbrKkpJU/HcQoMFddvVFDO1
k4kpkJLHcLXMpRnEpn7BJtfsCjslcLBwTL9LqvrS59leztqSGyOyUWvMmaG0WQMty3Ex/IuMbLTh
ifGBJq70ZfmrqbE6OpzHoo5V9M7KjLDHQUKL8ginTlN4VJ1Wj684ZipRMB+U5Ww1N9NK0cJpq8ci
x0gG73DArCOAWgsaM7eO6j7YnsvYbyg1sfR6zjtoH+1WR9hiMLbnfzZJDYtcNRjpJQhF86LUWHsA
HlYU/v0N27URu5JtzWZzvcVJGkBkgiAyl3f0ROY9Ex7eQbz0ZzNOwvxikUmypZ2Azs47lJBEoMjp
dboWb3Dze+ROzoD4PWeRuQxjUPZCLgsJjWDEZOS+UiHPZ4IYTcFA1yGYxIYdOK9KVB6212XzLVX1
5ZQU5hQAFp+o5DARXBcEVhuMbUa0S8ONzsj2FKetA2yqRqMiShuJKG3EclNgq2E6Q+ZveqLdhZOj
XCffEgURQ2yo3Pxzg7AQ0ZIKdFUSC/uN2DaH2j0pK8zUkvzRmNR2T5YT6Txi09TlHKwjsW6JKR1D
sXBO034KYrHZHv15rZKn235CPNZaCkV5sQKPQiHyMEnL+f38z4vgK/3KyJWjnE5DAMxw12ZmfZSg
6ATrXMfc3UOaRa2R4kBre5h5opzVlDYGhgYFugGXWt0NdLeklN9DS9MF+LO7YHuki6fbI/E/GtUW
2T1IRzsyatw+vrU1Kw2Mfhi58IfUDmTciuhTW91jwqYGhamqQS0ejSmpqhadzxH5QRBmk46Nc3Kk
vdVml+21NGLk3B4ps6668mBS4CyHb0XTwCoYDbMJCdWGHo7KKWs+tyfby3pf9qeMM7YpGLZNK7QM
/+0pE95ul9UaehSxV1I1a1yyvtLxgeWh0n5vtpeXvg/J+b0bupUAc5YJUO9yoq/1mKe52NltjzMm
CR4hE4pXi33Ul1UJTLHZnm4bsyG5uWnvs5o7cZFzmuAbbu//j50Qu2PahkVMmNiP7ScLF0ISMmWO
J2gZof2oN+3FGYkv3ELMDLJAG/mliFisrBa6FUAfJuFdLLwWBCnyrIVHDBJaW+s3a+EozOkpaUsj
1ewu7EkVN1IPmOpHNuefzIG8XFtItlYL7GpV8g3K+KnquUqypfQwnRCqmsk46BZIIoitA4qnhAWH
eG8V3E/emOBIUihU7LUFpAQrmn4uSVYf+XOtFPs/so9JAbtzqCdMTqIrir6tsC20ifJUKeO3lPMJ
zBEPVZRKHAXLcumUcuWOVhD1MH9gJiCxRcPZmG3ymxz8/0Uj/0fRiG0THPC/EY2Uv5KP8j90I9vv
/KUbscnJcXTNsFTHsWUdvcff2hHb/hfJBpYO5dw24AiKH/1bO6L8yyKxRJYty1B0IR75WzuiWf+y
+AGeEw0ovWpY9v+LdkRzhAzlH6x1Q7cVTSEThegGTTVtVRUc739oRwaVZssaz9IJBd6qD4ecbApX
SpPiwsULE9khvCMerBtqccnOTOm50Pmjm6sUd+Q5q7426wc9p08Yy0hCJeTvSCjzQzGYxG21H31X
SHwh1E+TeZLPBO0OGaseEIX90VhEhUwESHoVfeGrqkIQmhcDYJeC+cpkxvKZ5Qv2Y0LsmrLrTv38
2hP6fkYgeagHbbxapihAS99SocG5VljkuGhFdXZyeMHxMp7HhSh3ueLGldvyNdkVKhngtKGZ5Xwu
at94El4nr5sRLIYE3NX9cC+1m+ub5XMCyCBk1YTIxXF7TWMhrQ6LG6PVXAzrvZLmeL8QHxjVbY7B
AN+oZjeHKsI1GeHEHEalula6XUuPv0718pdhGm9pzvSrkIEPrPXP+OLIQh3HFHuoUhZkOst8FeGO
g8P9sBAp6JmYCWn16RxiHP/eqBhH0iR3uTNpQF2ZblZ1cZLHD2ar39mIwFu1zkUOyLZULnKUq4fG
XD2Ul82z0aByrLMjsVTxdajM/Y2eDmd6VjCgkvgW70a+Uyv9M9IxrMS6Cc8yM5sj3eIH6aGIlWif
0KmiikGsRA/Y1CaCelFL58YJZ/muGX7S/uKoavQyzcgvi4mkA81Sv5iwWsHEgkuDD+HODtH15Oke
itUCOVSrOD5089Lkd1nKG474m2EJYC1bregWRxEKg166lzRgUE2V/YKCRAjuKlqXBkvrVKLVnVjF
fUVTG3Gqsh6Ze2lUeEPau5Z219lJ5cGRwWJd519h5eREw9VojWjCKdMkHGhSd0xs6Qn6ESm4rXYX
x/nAqYPFBRKhRLHNTiM83nXP1VyZJzVf7nvwqj4Tre4UWkINT+apMrcAB+mMSxrFO2TEvmosaIpJ
F7opsfOjrlmGXS+bD1NW1S9g7Im68G1uk+Bx8KGFMhzmkfGfepdQp0DkWK0h92190V14WcdeSp6z
unqAh1D6IRnxJ5VSKuT2DosvzkDTwe6oZOT0sjiSDWYPpSYNQVzo+R5CNn6Udxx/8+OADMcJCSta
I5V4aImuzCCBMlIl4GET0/aquVi2TsA2gCF3IGSIbot1Vqpsb2AF8WTuz/4EquqcyB0oNJPiLr1I
ImHxdQ3vRClfUiDTrp1AYM36+l6yI+OcN3fWlNo3WQo7n9qE6A/LqT9a31nEfHKirxBiOoM2QEtF
6qNPKY+B+S94+dfiS8qym1iTlkMJeljlfO/UAYk+pm0X86CBY8lLEIVQiyGSWFEECw0i8gyKw8cg
x014MG8XJutUqSuWohiL9mC/p54IybXpX9OluUpJfD7m5FsQufkFPFT3k8FEDYcUpJxruBtRfzcY
w3cmR0yO1R7cdEJ0vCHNTOFpoSDwhFdk6ffNtcbh0ll1uSNB4e6qRanbn1W1u4kU0lGj5QZdbUQS
rbGXixUyKXbYuFqxatG88nQjwkdlr0fI59eShsaMrny8y8chUGSyj2qFXqZUYECnVqJwdZxmzFVp
RLGDKPAJ4UtzF+OR8kabqHjIU/Q4tWsyRMNdQu1ZBBD7o6Ldy7X1ZoRDSNWhuJqkl1wdiBQbshdJ
Z/ZjUM8hEZx5zZrpd5IjhOTaEr1mIIBophA4zJQSKXD1GMvOazzNBmY4iAqrClJpbpuPqFFvxiSe
dmNWPdsL0KlupJUbZwDnp+RbqaqJZA/Ca/XVfixGCQQB2N+Hig59lBTTQauiWzLP7ueEclpkymgf
WtYBDuM4NBLq8XOqu8Pa01L5iZQEUoQ6PNU9GEEj+bb7GTUBdZh6ItghlYiNT/XhdWWZ2q3mq1On
1xgM7qVZvu/l5pduk2KejAXSGwyQITG7fDmHPljmCxGeSAtY1+B1jjxVoqwN8QmZ9nCIVoRnKf2N
Wr6ZuqS+DIr1hGp6vbaVDqx7HUsHrXkrZZzNqSKdyQ6X9tSrPmakBtBg4m9treZzav3A7TNPOToX
aWlg+2inpVZ2ZaoMd5aWV16zXrQwXe8R+bMKzULC2wdEdkO6HNu1xLPH8vqQTMaFAjm0YosmvZzn
JFS1zOQ7tGgR6KcZkUpEQooKpv1i9kIGaKDKyQk8kYScMpbX5tzZ60eolxCU6uzZtOTpBj7fCVk5
cvN6ru+LGQ86DaODrjMamORW42QwrtumvEMMaXpFh7t6cLDyldiQd51cf9dOKRNXi5aACN4QOP7w
YbYm/G9m1ja4tGsSK1M3tNXhYAw07nJCONI+7PamAQ5JCZ3qigX+56ohR6MI+6yZ7W7Qnc/Riogc
a2yDPAS13hsF9KiyKm8lwwwUJPxB4uCrHYfPlJSKA5QE8if7coHYmLIq0biPF0Sm2cbDkiImR3OJ
wmDgVjGsCEmWvnkkt4SxvEBSZWjrrib/wJ1pb8I1Wh+bmrzRoc/JBOBeKC2duQfNHZKJ9xiT0uY5
C8NZD03xmtosDRTJPM1tAak5peZdC13hmqKJmpUfFWzbwYZXbSGTiAbL9BeFyKcVM1lWcINujs6q
LEfSLiaPQhCzL0228M1zI41ivIV5b19KiVaosoD0QN8jlgFpEgF16GK/YP50tVjybbQIx9sKYK0f
8+VkjeoHUaVoSqzBuo5Gwkj1TlIOhpU5mOr7Xwij5nNTTJRSQbe5Bp8kfYShVntK1aL+HYhRVKon
U2/ee/qx0BO4jUTIk3e9EyxVnz8kfav5jIbocmy/loqXOKHvSNfelZecfNyxxNAiz4zZ9SztVGn9
TLq48pS0vGkrqN2O0RN9m+jPKrmCe5V8GJfap9M+17dyKB0qu8BP0FOQV2pFJy7YpmE1kiIdhStd
6vUrnlLVVZnpuTlSplTNyBSxCkb4ugzwHMLTBHDhFqvyJg19xySOdaGTYQix81xliRd5TkJQRU/p
LER9siqN6VYSwdnDCKJnbvZ5pdlAVs3hNBpABEzMrfOANiOSmINUK2prrZEvaYFW03mA6yqdtKQn
OVhZdjrFVBcFdpGS7twvyeiv2C+LmUaJszyvDPSzUTFRouxm5/Z+VBSaYET07VuchqjMmAVac3PC
3qKe+pCst6K+yXT5HRQQuGVm+dTgqXqmupkshBoYzWGWZFpV5QPC8Wo/l4LNrBGBEVgLjXVHlWEz
1zUCtLmIfxWSQq2eNENqhuFjosePpMGMGGwRKuWRKDbZqPKoKsaxa/8NxyZjvA/2yBL+gmVvxGzm
2FQi2nttcuj4tzpFogYhIAEPcbqLiMR18RBroqY/5zt7ovez/bhMehmRo3xpBrQd3EUQCohH/+3p
f3uN/qSFujSx3O138xZJXF2Ytfe//Cvb/wsbBayaOQ8EVg4Qg/78byMrUJ39eY6upvBj9LJ4yv7+
yT8e/tmpyKStC9g29//8tiSpcEujSvVkm8nU77/7f/spFYJgGIwRuvEVeF8aU9n9ebffn2D7UxlN
MighkvP7jbfX8CmD3aHj73VAbQISADGPYskDS8ml0GrIKLYfVOIK2B51eVP4Ucjt7M8PWkgglHO4
ynIcvB4iK/R2+B9pLjoZgqNNrbNtwrS8EmAw2AGiMshQ94/N9pqjzcRwlRkJICUw837Ij6rAKG/E
ZuyGdL7jBFLNRu+Wyybe50X+pIoTSnsXVsXf0G36BH+hrv/jNR0UvpyOhMZZzFuuqN8jG3SQNS04
sCYDFe4mUjLFd4cSL1o0mSw6kvJU+jMoAUcSPl21isbfTG7nfyZ6b+K7P69V6FlAjhqHUEii4PWX
QSR0YuGUnRMhg/rz+jjOzn6p1PMmpRosOjpSwXtuv+TE5n2slNWeDhlaj4jMAsJExJ/TrAEk6dge
tx2uhTJqe/QfT1WsGnTfr7iiz4bQUIk9yDsIh5uSKFPTNtgebUqi7WlcjyqIiTTxN0XPpuX5I/X5
/RrXnY+P6pCdbpf9GtxWiXubIrEq+kDS9y+y4x5yqvFdfI8VbJ+daeFev8xB6UanZd/4nW8cxoWG
x3EavNTY367By7Q/9DvKWu68UOpGR352QhwFp/DhMGZBgXHeO4QP7c64gxSxPxOs4g0+SojFPawB
XB+33b2JNzszOANdus1a/yW1vTOQldNLafkvoDvNy/LFC4PPG9JZeTAoc1S/yEAifJIv9qE4v4QP
fU75IGFIB+LhrUFyYhZ8x74pB6YAdwf+Ntf2T+ejF/GVYPUmH2P55JMjV7WYBx+KFfwHxwKRAp9u
esXvqJcXDstaHLr1tjK+ODxLRnNvPTnGKwkY8/u8XEpnot3XH2MVPOiuh+MDqlfaU5Afix1Qlwa2
lHUKo928nmRV5AXf8N4hzKdolzNTn26nPadECXeT5jXpOc+OiHvHn9L2qFlYoKJjD0+yPb2wH9l5
sA/sBuqFFjVP7pIuxE3hlE58LNqVHd1Bx4XXzAPRWEUptJ7WBcMEFQK3L3Y69ISDPF2BqC/giCFI
IoPHubZZMH9pBjdcINksh4/KO3lfvGqgCJh8Eofa7GFCZgIbF0BekiNyh4K3vdl8o+Q+Z6F6XYFw
iuAXj3evup1ERNHJjHwgzlruy5eV+9r1EIFaPHFZ0M70ymWHyD0Ke0hQO/vBvqBFtC95SEl43vGP
/lLt1APjnXqX0Zhu/JDcr/6QPS+00p61i+bKtRdC8nL1e3rs+MWvY+jBiRvotjs9ssKkpjvZn/IX
dj2DY43O8lOkGSGO8cfvhsCLd45OsTyH94KP5Kg3efwx7NZ9/Dj6SeYtn8fuUd7vZkbWM7Ho7XUv
7ZziG1O7Kp3wZ96jFP8si2uUy/sie1bafYtfAfexfD+4ND59kIs/4ReTRcRfJBjc1NexetXflE85
HqrTD6pr2vFv42nO73r1aIGzORmMGOSTAK/kih7h3KK/3hUawjITLmSg/cw/GnvuVuf0g0tgMICn
WSddAUW3Gx7GmwKQl9c+K+mJtmyhefWCR8JNn836zhEBtPWjgnO7uevKN369pyME+2Xy9QvRwREC
PC5G1tgFnL137J/1cuF65JQN3ssayF8Hfji8Uit5V9Lj6I0s3jHEdzsupHw9lj8OOCniyu6JEyjK
C++d0sqkKPjD6a9LZA/ikqOEqNfILYhW8WMgNVxonFn7ATpx/MyH40/yhYg5sVZ33y+7RhdXdKYB
+t1z4a/rdanT8kdkZbBU2XfTlQgMyx4W9Qd2otsPH1zJXXtSFd+RznF0zUWZWyRTe1C1eREwLTtz
ZXdBvh2lMgsy+6mpH536i146wIgDsCnSrav2REfAorDV7vmTSXqW2s8u5O7Tuob9oLX7Qj1juRVs
NrdUDsq0HJXhQwtvMe+7fOWL5i5bkKeQ5lS+yTJO4+pWra/tB/onDS4/PFDulFcEIb8oBKOl6Wlk
LR4rB/5EXP16QXJVPXdIrVsmYj7fPWqBSEb4TmZ7GxQIYiIPFMeXrbjLPmtPw3rrvNsXzrDaHjmu
o/eRePald4lovjcOyxffYBPalSgZsiDypvbYU3U9Fs4FAseHdqcdkMfnHkN5BouQ0ZNHov9zGINx
J8Zuxtg3LiXe46AEwxfjKlhjzjO/tAblj8GTHbtyLp+pMy00nj2kEHzSyPnAwKQ+SN/0zLl6OG2Q
HL7kfb3DV9EeAdrm1Q3+2gfzYl2TGcR1kgwHUhYZ6LWAi5A9wXT4iqb/hmNA3Y0qxmHVXwfFR1kd
XshWQuT2yMiJOqg9oUDgaFnDE7ug858RcI07gEev9rwH2rHw5ow+DKWAIPhcmc1tEQ1CQN4odw7I
BMAePTB+xa4EHc/7sbgfXKp8KbFVfAbrYCdn82KjvQy46qUnvT+UP9I7tFQTIFnAyaKMo15Mxdej
XXFCOMXvF+n7m/4gXX/P4U7+4tANPnuBJYNvEl9H8efTFyopDLsGQsCQb77HTxmqt7fXCoB+XnXG
pvNhvYPBd6Un6w7G0avtOu/WHbc/zqN14ADFH9MXDw6Tz7eau0iGPjXfAwnkPsyNHZT6dickXIVM
sEB6GmPOFNeGVt7WKlfkJbVA9u3Xu5UzyqXFviKT8oozC3suh9a1OR0ah4upZHYSH9mTvz648rhd
gE936cGeuX/ZF86Sc8fZXLkTd3sQs2frDnLizP3g8GK9sww71/zhmGZ0joXO0w7/g73zWG4c27bt
r5w4fVTAm8bpAAQ9KW87CKVSgiO8x9e/saG6qax657r+jahggRQpJWH23lhrzjHlK+kEOXzPQeK/
p+Rx9N7ZCebdiJoZiygTCXucTb4/X4uTnym0R5PHpXqAqUoP2VVumF4ME1bp4+VRveMwFkem5+DO
OpHOcfE0xigsagxZ7CvobPxrbrjKsiO/NnmL8oPK8fPUEN/Ulr84Y29Z2ahE+UcPWL5ZnvA9CfE7
MVRSZ10zijbPL3yYNUrGKe1kB4ZKggaIvzty4Bl8Lo8Mg8qeK49+yZFvxhjwzORunF74Ftor3yaM
yYUTe5bEVL+R1vwp6/Wlbo7kVEqvPFDxnKBnrMJ7TvtsN4W+ddNJnNBgV8QB0mCHvOXGoWGe3LW+
jpBQnKz0fPgHWARbwqJeaTeM/3xqFCepOa45zS6f/LOY/PkT3IrP267elsF1885lHVgbjko+75iy
J6SXrc+fdk49IR07VlHSkU9O5na078RZqvsXZQO0ifNEJg52R9EYxyrEu+H68kkt3ma1F95iU5g3
0zzeUT+IKLx2D8ybWDLt6hUTBsQI9JigqY/xdTJ5zbDpei/b9Sj2fQyS3U7U9DnrWwcQIUfSLRMv
s2oayyfpFhtOvB3ZxQYtanwfFD96aiVRg2i7rLu13puHSxRvZ4K2sh1mRppaUNTK5hr1bWvel7QP
LirJHPg2Tm/2HTfpLoY9hoZRDHKq4oJgHs+h9XA9VbD4NqjX49eBA09HfvJCCQ8hSbEgcNK23aHF
P4qdr+TLEg1F6d3TJaOyuGbZRKowOeXIRO9UBdT/FUMUZhB3eB/3ChLJWBQBSo+OyAvT6cCvGeLE
g+/u1sxqI3ygdeEAfn8UgCeCe3xIRCtlEwTrPD87ApUnTgO7OJUEo/GXHsIGHoF9BrI/TdeszOVh
oxYnMtpLVsRIwci49QsGf1auHJ/b8GQUPtyUKPvAwAyTDdH8A1JTTlJMLxrXabii9cOaRpxgRzJk
+eN375yzTOesszl3s+3orIZrsGLNCzLagJW/4SqA1o119Tx1O3kXrDnQHfAieID6mjkwz7HSnAlg
Hm9G+6zIHsornLam5m82Gwa5tr6VHup6zZlWPDNecQYQaWFQ0x7XiOgzlkPhKi5POlhfP90Ugzcz
CjCsgJ6kAKbuaApyh8FqZfTkn3a80WRfku+H/sA/mDsOzq1NhCmX+x2mV9Zurlq69n2eeNQdWaQz
YzTdViEZFAkH1G8/YiE8MEF52mlE8wwS59i8j81nltP8u6G7lxvszNbYq/fKa7XiorQ2GCVFFG99
IGHTZmnMgKzvNX0W2ZirizxeV1SkW6DphEXUCjf80QuUXT95C7F1cisTO3cXoUt5TDd8MOQWdR2D
BKoP7Ap7l72WBWmpe93ASOxHkDNaD2n85TCnV/ENIXse2lJOLhIeuP/iBGzRFmfxUWZBop2al5bL
HWm1jczCbW/NLS0LYdUGZu+WZ9tt3rnkCgzXTFa4ykHOEJQBnxQZk9uykHNWeQ61eI1OHTYuN02c
Lh6KlOq9/WSasg5O7rfMdScGEw5upEOKPRX4lAkHUbzsNJwoPtLsbG7AUM8ZoaButafTQvckWssU
EFm6EPEzh67c+zrRmd5U+yYtsYFyrQnrFZG8K2GOp1F7trVr+QX5L6fQyKWcQRP7aSOnvIYHD2gJ
43nCC9F1K3t59zjQ6Tb2ifScctrU3qidpAqfMILHjfSI+dc4TznQoJXOyI+CanweDdVDptis5A78
5odpMgq9dAaArE0CkIaf0D1KwNGtcYLq3U0bXTnyGw11voop6JcEC0MZWlmFb8rr1LPvb8EarKPz
sjBRuWtzw1fnzIWDVtrYZB/hw3TNhIcTCMO0Lh8SKrtky+If68GwM+tmELK6/JhoLEM2EGx+hhTp
bzvYV4ecadDNn6Ru7WAaug+23HTDgO0ANK0K87KXE5TjUgsLpr8xbhsKw/oqqTbAhh1an25TvVqM
P9VrP6cca+6cIsy5rGGxnHnGbXBjZq728wKm6DF4hdxNRcStbTe5C0/Ud41bp0Md/gM0cp/vymoD
dlS+gxer9SuGMeU1ODq3baV4RWvjj/F7eGZIcV85zHq/ize2egxaxpdxz/jDqYBzl6WqBCNiW1lH
oilqGu31YepvYuM6HO5nYhR6n4yrTRThfM9dKrpujKlFxy5hIjo4Ko1XX13eZ23V3eQvw2sFRyJe
MQMzSh5Gl/vX47SCIEvq0ZFZWc29vnXhNqIWurpcqQ/tNY0Y3PapiBlG2YNy6YzsIdBX+uCNjBeJ
L51w4xIHhtoRpVv0xojRDC4pV+aAFdNDukCaA6Hhx3JnbqY9+26ocAa/zuvxaBwjRje/PYZkwxPC
kLM8eLM3p3A734OlH7i3hBkVskd64AirELAZTpeq8mNrv01K1src73lz9NZI9rVMgXBV7nSveHXW
JB9y3D1urB5De2WfzAeKLD4SZSQWusEdBsBpt31q+3WgrMnagN0ISCd31iSeoJGn2rFGbQoQ1pSw
lpxiHLNrkpZY0DtX0uEwZTvaGOZNeMAK+4C3oUpWxCIgxaMwB0XT1V/S03gwsNBts9TXttj7bx25
dqNjxHC2QgElHYwrZUXFm1Eh5W3jsYA4Fb5pbixz+nj1c77Laf6sgpdqIwOs1DdgvjG1bvRjt1Oo
yl7fBWdjRaDFlURJwbWuCh8I3uSOd/G2k/yIVah6zD5Hbu+uKsJk7iFnr2HDhvOz+RK+dg8tGK9o
j67tQWePb/kXk4c+A16ga4N112VafVJuydgtTlN6LlTCKP26ueNAN0SSenCRIEQBd8NIAIJ0i+Gr
CFlsbYoTzioxJkKjZMw/l62r7iy/eU6eGEXlFzpk4UZhL2u7OGH8PhSALC23AnVQvZbxvQnMInOV
20q/BouoWBCGsHB+suqyiexhUgJKjm6cVXeWEUhdk4f5wq0T0x8rBAmDs7C+IPqoR9jc4bP4P8xf
9viFq/lo+/l+9sPMa3a1V0MLwEI/uhfqKvxb8ChASEBxN5te63XH4dlCgsCa1n7CMbYRuIIunjb1
ExqFIvR1wHOyG/qldKCZxV0VLR1abYJpgMvI7W50+AMn1UF/7hUC2u0Stj62u7zbwhirLdh8XK3J
A8tN7tCn51QlZcVnqU9in3M9KzeU+uVdLu7ZUZL4JOFwn8b8TzVDOk3rN84CFfUqs8CGts2UvIL1
heLkR2eg9D9p/XHXlOM8pm/ihg9Erel3lt8+OeYeiYWLWcqCtL7VT4UbvIjRO3xoaQ25cAOe08/4
qftB5GdB+X2lvBtUT1bOFo8dgLdg2snNMZ1em88LNCwNxQTjuHOS+DqVx3XxaTYYoFzUBaw4jgpu
Gvz87BzQPgwzlFEiv3IvO9pM6IMoH6AAYoXAKI+io5RWyXN5R9R0sxnoYGztHYv8uxl+i5fdAhMg
/SEo3woglejaEeMc0D9RHHLO0ZU+uEq+vTzZzFXQOg3PgcvzM8kVH8aP3ZF3ZIjQOUzLq3Efv3Qr
iUqRJu5eosde2XTqCmJGcktSLAL1yaleykdKqu9tcsNKS9pk+nXXrkL9DIpNaSgJl7SZ5i1DR7rH
YRnA2Ol3w1l5sl86yd1UG27vj1yS2rq/a5/Ml4hRlJb4uggNj1nJGLdhcp2CtLsYxCq63Qd7gLvA
zwzeF+pN9ql+1G4BiToPaCnV/pS+qdz3hnDjXZrYyhrQuhfUPk0CGKP5U/mj/FG8OyeDkCNR4ZCv
kAugFtCqO3LM3G70enf0Wap8JITsxay2r52zduDsiIHTe/bGuBrLm5D6wr7dy8pncGx/xA/lE5xu
VmVXwX2ubcP2KqxIwwAYmq7M4KNqdK4WMRgwJeFYzIG5gdL/aF3Y+PM2PFAasHwViwhZiS636OKw
cMu46X8ArnN7Lh9+a0TT7TBu2+2IFsET+xFS6Ca8YXl7cs6Iwe/LdXFOrWcyWWyyFFYzBgPEG3e3
zjl8pV8VYcyTX+Q7amyPbzSATDHaPkZPLKESjjJ/1iJs8wFPnbMuWAOQosU4+2Sdif+iLn6lMZLj
LKf46SZrYjCaTXYynsaf2ImKV+22eAh2HT6Kp3g/3nMmfggaZl5R0H7Uw711e69LfLf3yosfwAmf
4TgBu5fO6V46Q8DLOBWC6wtxg6tq07td4YWvGZJF9yqNtr3qq/LzfDA9kuHcmepGqt60A+EUw651
7q1COrZSeB2KBhAEX+79l81BE72gemINKVtELg8FrqEWefogOk1TJ1kIvHpaH4NC5PPSfapimMMz
E5VoYUXCZI9EgoKMgOow8g/43X79JBNb30/1EKhQIt+jyMZ0JLpzy+eXh+WtrZ7wm6bUiFBbVowD
f/18qtZQ8IZ9jAV030omJnDxEIqny2sB0n06dLbx5qAZ8kHuZ2R5/vbWv31y+bhR4Dr//m1FHQi6
fXOH3B/xXx35NGq3QYUTfHkIK/E3lk2Dhj3UVfEjiAKkRVlynm+aMTp8v73/9c/8fs0JJTTO38+X
92BCiokEIefg159aXv9++rUVZQCR/vaTVI80FDJMTd8/sLWWP7I8LwbWZRAH8VaK3/3bn1++NopQ
NNjSxGXVhCwguaaz0ulJCWXmrEQNN86ndV86FPQqouD7amsYVrSms09Qg1adQsKIDJJUvXnW7uF3
sx4d7kij3IJTq1047TupJ2SwQz5Rg6JqW6Z2E7RRHEo/7LQ9Nbr66hAeNeXoKFtQ4jUholmnPUVa
PYCPUTxHchCM6NR/CF5PPbS8OalLCdlDOFf7TFGoGPf6uu/xP9TICtLAcraagUw2Sp8ug3DXN8au
nWo0ePI9rGu0PmmPrVQfHzSIlCIw5A6jyiELWJ7JlZ/35BApWzVx/FFnbVml10n2DFp/rVPlGLh5
M2xnB9+NpWKSUZW71GunjrlfgR3ZZGtdwdCsaeH1/Cbb+t7qBMwykfY6ft0ylt5kc77JsYYH4Y8B
t1qj5dw3M+A46tVc5wUOb8emS4olw+zak0WEhKD/Q92yXkfkouj182ukZqFX1KXBzRHqSO4A6L4y
ixjOSxgi1gPqxAJj6KVThPs3sMhhHNVVWqo/UZKcyKt9DlMkrOQ8bsb0XVH24XB5Bx0CjT4X0WBR
g361+4xy+wdt5PzQyfg5C3mONlEcr6HEzNiOKEJxO92qyHTb/MnCIaa0yr6upj1ikl2W0WeZg+MY
q7dN3V9PgNNwC6OOyvdTSkcIp1Qkt+usTfHbmqzFGO6DGlUjZN/O2fT2vamTpF1YeFOMeaOY9iGk
5tkar+ymH2BsT3hhrhQ1+YEb1buMGIOxBPmqTjolVY+MfaYlykeZdD+aEE/zOOus9pjja0Qu7LHJ
tI6tpdSuVBvRgbwoN2jh5ExIZ0l608xVOd5UYam/zyntosC4zdrpOStr6qBORzVVu6Azyj9wIWVu
1EmHoSlWo17k27SyNmNGGczouKfCtj3rLCyTRJp2UZX8LEgtUi15FWbDQ2kzu06tgZ2xb8ZdnyZH
0IaIdo1x1Uh1CWDgUp4hnL7MpZqucN9Iq17jfjJTH8dOKXZNNr+m5syQoipoZXDNIwOAKEOIHff6
dJ9CT7mgvCSUZu1o+gdnkq8o7SNEurd2Mq8CutKzhVRjlseHcewP5IT4tVmh3O0zXDHyabLCOyvK
95mitVSsKH9og3o7PuKdrr2LA1wnoZdZqq3qhbH+oAFUcitDfaveZc35BNLa79KC3TViq4ys6QDC
NlgPFb/cmSYmrz44tEbcw1EfZ8y7eyWSztip1yh8gzPi14OTtB/K4KgArZu7S2k+oCavEWKivoUU
dJp7483MkS+MBetoOmL4XMCO1uAJ8Ej+TEDlTYHWXaVyYXvpfEb8fKVUKeuPenLWehh8BhqJKEP3
bCgMc5U87o2LaQIcoLsdYRpEje7k3iX7rC04Ys7ALG7b0FUbFhlgxPL+k9DUO9TOOLxDbguDIB69
pEgOJpkWccfdBcxpGHIoeulY0+yAlJv65eNFyQzAyfO5lKTHiGuTvWs8x6ZTrhVJfqliknfCiV6l
GXtdl7xOg/IERHlmum0JfJS4Y44jA3PCpFEewm0cNAAtG/Nk2MrBjNWGOxr5nEUXVqpDeF189HX5
k0xBLlsakNleE+T8SifqIbKIrFBxB5ugFYlupdZmqGJJSMcF9ANo4e61mOl+4jtGpsHYsyUQg4oZ
FLLoUr0aZfNQ5cOZfX6ea3VbsaAdu4SuqSQ/hVjrXRIkgqG6JhRkI5Xldaxr1D5yJobammU3yOJP
fbwjTVp3Q83EHFFE16qupUiDyT2+wBom99d0VRSmnmRgg1NNmXxmwUHqL+9SAQ4gmNtP3aS8VV2q
HeGPP1IGb3zd0Q+7npMd0uDxAE5hPzF+X6oCPkIKYJsxabLau6aLP9tYna6VlrN/JtWGnMqBEgSz
ILKHYp0RsUJ5ELJW0lTP6UgoV9Nibb7Gkj9LJQqW7MOAwOf9NHXaBVX0cml/mAQueroMc5GwLXgY
2ewj1N+r2Y0U1AD/quaMulqoSimok7bGnU0AcX+40K1ps0cp6n4YqlauLFW0ukStTofKmcFXHwoM
9/BLH2JzblidOlfIPvFpIZwr6XuWEwJ21Zcu5Z5sLotwUJ02cCq5Q0HFvGwpgthoe8eyuNZyel9I
cXPyRIcnmahCN9ZtQpCD1MtHlUwYx3iSa9JmApnU5bJrKYTU6T1AnveCGPIC17cDYiqkWFsaIsIR
cQlQeBQEEzh3oh/WU8vdZ0RFzC+yBL1RcOl3uY7Hc2g8TdtL3dHCfY/NlTZDGDhoTcbLViEc7xRS
cnQyRJ+WNr07F6pTckPJKMso0fYU9FP7nHVFsIr6zuFfS5+EVMWJlY5Cob3Mb7umata9LsPAaygB
2OpeDuBtKPE4rrBju2atJF6MOMxvuvJdSc3t4pP6P0vZf2Mp0wjVxmL1n1vK7qD3Rf9YvaVF+xdf
2Z8f/A8esfkH4jXFZDml/Yd5bPho2n/9U1Jk/Q8Zz5imG45uqYIu/MtXZvyBAUy2LcdWFcuytG9f
ma7+oduGauLFZLiQlf8lk1iz5L/6yrC2KYYqy4qC7VaVDQX48u++MocI9zYIKulA6EKwKqOg9HPB
N+kE6WRsUlJUYZ9IQFBsQUMhKmOfCDxKJl3jV7CgbsgTBn7sZoKlogqqirIl02YSpBXgG9eYZy6C
wBKgDg1qygzMjAiwoLRIgtdScCsfCYLL6NCI6Cjal8BdGiAvQBc2IXZtt+7yM1SnTQUORhFcGMTD
5KzTMkFtj+ETeAxpvHeOUzwk83zGQPNulwSdXVi3dGBndPAzNhgaBxyNkSqUxiLrlApSjYzBswBd
owmGDSUZQbSp5OY2FYwbVdBuSsG9IRqABLILWi6IODCXyiYG25sJ/gERZtEF2jgQnbhY53gP5qa7
7sYLtYpLg9DDrkEJfw4Rb44B/lPO0B+ILQG5nj6SaE2khcZ3NoD4pMB8gDaw/CduzXNC9Z3kdx/s
K4X/SgUBBAoIJFA7wAYiV6ZyE5hpdi29tuCDyip/a1d9jwqpmZKdIihDquAN4WbwpbF+IBOgXcm0
cmdQU0ZHFgkAXci8JhnnLPaV8REFJgTbCvkDeCMDzNElZS80EunESt5fk3pWeKDtc6+Mo20q70xg
SS2+Fnum2qeAUZoTZmV7AEMiqdgGBWuJ27KZbmQKmus6DY0rI+zu9C5cw/3AOtSVoI7iuGakJz9M
Y+HDLTb9JvBOwcJ5MsYfaPKPpJnTaRQsKGe+JTK6NN/l0TwN5WXYt+yEqSzGW8AG22TqU9/hriw+
SCXxfiXqaGMkVZpjrQZYMIa43xEBmwIEreBUCWKVBLqqFgyrCJhVJ6hWEXgr1jIlsVP9fWHrDWID
moEzNzy9oGIZeLoaDqbbC2LWlChP2QXkkgnz3w1tEbsJX4s0pxLcFokPly06/7PWK1QJBZMLXf1z
ZpfPqaB15fKjbqVPhIWjsOoRPEEwf0wBfE39SQb3pYL9sgX/q9JnDCWYAVxIBSWIsGIwb+fMJk5d
576yHHCAkwUnqGIaeDHTaM5qfrakMF7hi7hlgTyivdwagktmaHXny0AmtSI9tOOgeFqrkYb+66Ex
iVEpBO0sE9yzRhDQpguh6Y5Ng12hagAkrUs1ZHCCmzZfqphUs4zgRQ7RwlYDsqYAW6sEda2NeoRT
LMBx0VEs77WbS9vr21CWeir92s9K8NtyQG4OQLfAaPP14nzHjDLvh4VzJ7a+X5OorVBKvojyyvLQ
iWLMsrVIoMVgzC2Y/fznD0VVproIAl23VGi+tqW5NFZZx/3i1/Pffh1B8a5eyu2qVOEPjEOrbDkx
v56lNbvJV+JkQuNbUNYfA4A6pCkRa2XAZNCbqIfdEL9bsgkMo5OrekuI+1olH22boae0CN3cRklB
/8IRgnwyLVoUyKAnlq1BK7nPTMn//PXS8noiUi3GGCXDr/fH4h3L2ybmEmDZeKekAo4DmOVyX2qz
8G+qmzpWRWNLvCaLh+Uty0NOfPculDffr3y/K7aEUBwaMFpSXfn65NdvYpXJT5Zf1cfJbej09dqu
ObsxurIMNYJ1ChX9fsikwzRtyiFN3ihpWxe1YbixtZeBQuLc0d2sYhvJrlVdK01QuUM76oes7zcd
oIHD0Bf3wzTVJ3Bl6tZU8vMCGOxaUexBY7hL6KohhlajELdW1N/G6cpRuc2ldl6uNUBwxlglAAMC
/ThO/X0WS+BlCIhHXE/2tzpf7H1tqRWt/OKhsSUSajUZfXKJ/xNyj3+JgbJE7aGbn0cF0po9oQgM
5uda04Qa82XWbAACEiFt45i05yJtduRjYyGem7eqUUCA5VqzJTfnB8xlithwubYRJN2H2Am8zCRn
qY0lk7s9O9thvnyppu4D2m9zSzws6sEeEJnd+5bUdvczfML9jG+qCwhwN8e2eAJE7WdTdJslUbCW
GrpJJbmDiLbl576N5k0aVvY+dZhwG0ov0c+uHOuzGt1A48YlmdFXLmAx7lEjEgaUd4huwzZdWUKz
xEiCxTULd/pYRRtTDQgQ4DpLDFHvrJuKXol4bpP/IiCPUOPlbNsLjf/yMMfBFbD2Yc1qItuPAH7p
IrcNpHyqCJpb9kbAJdJwRVoWCAz0DeboiEhyobyfuxgVxwge5DeDggCTJN+uhYVAOpWyirWcru9Y
4Af5ti3QSLehjnKG1l/Qy7GBuy1J9KIFT/dvDN3ltUU/v/zAmstHKcfqBBoUcqmgkU45s7s75SQa
sVbYwpwK3FhS0COJn+plweJbJUM9a4VHxgTnVuZTvIOPXu2XB0PRwIUsmwuW1taMJxM+BIQjsC0G
qwJVp1OuCM7NLB5igcH5fqpEA+2N0KIWDMUecaRg4XxtRgr8zOW5NNAET9Ly/QsDakqJm7A/OSPZ
DZcAH7V3maxpO8y2t4BHi2lAo5H08GnEccV0yeAYiU3waCZudKoK4ihHybxiD5fbXlTKv4/y4v1Y
cLPL1vKDC2hXY8IEulgtFtPF8rCcCN9Pl6256vB0oAr7Ou6La2J5WAwYy7lQkh5PJFFtwjA3q4fl
hED/jIVl2QQMzWYoNc9B3hg+LIZyJ8dUycoWtCvd+TSklb7s0W9yK3EVqd/l6HK+X1v2d5g0OOvG
dvuNb122/oYo/X5tNl+qIiEvohXl9GWfLu6LZSsVRjUA7La3nFbfD9/n4PeJaF30ncyFteklYTQK
L/ZVmhfz2hY81eXhi4gr9cjjl+dDXJaMT9XHAFr+z2P3dY3KBZ2RZTPOW4a2dFp9HzgrlGhH/rtj
CFyPFTzh5Mux6Zdr9uvK/dqGivmOgxPkjLhIvw/RcsT+9pqVkwxVXYA3LIdpuVq/zC/LsVueLz9R
SYL1q0h+/DYetXXDHlieN4nFdRf3VrZj2QfF6EI3YLlklkspErijZev7NSVUNlaj6psxLOp9Q3cu
7XJwWg0Z6gLmrAvw8/KzrzeI14pQaIWMzlo5MuOhLEXoQX9t/e01qa5CjLgUz3SbZGLmxjYmgQSa
xhghyoKZsFGXgeMX7Th3oC/MTv26HMIFb/x9RIFOM40uz8s4N7dNQgdPXILLJVk0UST7YagwUhqp
7XfAA7df6OevcfbsDFXydUkSYqNR1E8Cb7kkKRRwD0Y7xV8uTuqoLPmWD5Uagtkkq8EN0xDLKxMF
x7cxKrCZ8+mRQLlLu5Q7EOFl+jI3LUf6t+eNbZJgKCjgUy66cX+zN8nLi1lPnmEKZFf+5SpbbE7L
02VreVgG7+W1AN9/kFfO9nu4vAQzPdxl5PzaxE31QjxtlOBH0NeOmGSW7p6JaDXb2stXGLVRfLHl
Z0TTzP7yjlFhfbRdNpcfsQ7787PL01CVLZTcpvSjL8E//whagm2WLmOvYOD6aj0u/Ufx8O9eyyWJ
UfS3N343Kv/29pF7FT+bo8/l9cvyuSCUD4ahxZvf+pv/gz+fRggf5wa4evzrHwfL+s0ajMFfPl+M
eP+aolwpNabhQUxHucLlo4dMQMtD34ictF+v0W7jYlMxOMm1ShtguBwyqUPOaopjsXwiBAqC/lp8
ZPnwv/s1yw9++wxBmb6RkJwlvnxUa09EOtr+8q6vX/f13r4cC444e0PReggp4t+2PJji3/v1037W
XTnjRJF0CMGIrXAtlpAXYNRH1bBrTKwKfVfkNQHLKdR7gf+KI5tlAQ3OWVyjinggrI9Plwvqui2U
dD/fFWKVIC3Y62W9AD2BQxpkz8TSwa4SV8QUtcHaLodjJeCGQYmiqs7iID9OlERpRIJjb389LE/t
ZeRdXkycTGG4wMC3RNV9PSzD9rJZtsLgaU8tqhn6SoPW/SQgpiYbntUG3dmSAHCmheWpvswISf5g
Wxr6S27wyBQVXlwZplzPanX5LstLyxdaHgBNm3QcL5vWMcZy2+CW30dilRCLqdF2ysh1BLc8FGsL
iYmBWz2B6ZahgXgdAXYY72LGvgXOt1D1lq2mzSJyhlazGEDJTngh4UFHymQwEIuHZUsx+pUeI6tt
xdA7ircuWzVxN+QuIkcXA/dCsksHlVNQESP28nyAWLmdVNnTW0Mutkuw3wK1w41JSHsYPJNKDqhv
odjNYrj52pKNcB9RM860WfET8T3tinb5slXxxdbJ3J2SyojQH5wCQeVfvvjyYHZRtwJIicxELCqy
XOZ7LzzCgnt5gh0iCXlmF0DlFWTCIZLWEfiozXwZoIMa4mqc0CxURjGulxPHEX5TAxoEY5PYDFqV
CVkP0FSHOPiEPEGmnoWCWWx2YkmdqzI8lY4YIrEaG8QibNniGDEvfL8o95G06mokcqn4Et8P8B2x
h4Ah/n7JEGdQG8JwaJuAEolu1OtRkuBc8id6saRYtr4fQjEptUrzRAqi7S+/CFcxc9eyaY4ZO14n
YQIusbFtdW7GiBEPO1I4qpUhEPTLQ7WcakIaAfQWdLDQECw/kArYDXZbCdoBPHhxttlOBmZieW4s
qPio1YCll9qb2qsHombpMywn3/LwhXQkqv6TYl/lq5Q5+dWq4855Fe8WZKETDuNeBlDOzb5AGC7P
yUoetinZhb8xC+0+QlxVRUisllfjGNyrbeTvC6owcOAXLhDD5en/91pCgrdDSyAbjr2aF6QnZsO5
C2pIdarPuoZCEQxlJ9UDDKfAbVpTuuuJMUD+EVjrSDWhm5I7vbHyLPDLOSP9UZ7p5sj2fK1kt3Rg
rK3ulKtLWd2VzWwfoOTdz3oQbJsYjWKrmS+qMkXHAddjXczydUd/9XgJcXnYJ5bbyambZLROChKr
BJK3Gkb+oEytHyugchBRO1RzH20AV7u0h2DU9NZtMlaiCtNqsF5BRCFNgPzbB9s6mG9SOmvbqrHa
Q0nwVa+ZwXaohAl6MNZxSMLVbEonSOuyNzVJtTWtKIRBRDfRGRsN1v3lnAeK5Esgysk25Yw2K1gN
LUYBB8CMF1aGgQVjPiZxJ1EKnp4GzUE8a6HSIUSM9qc0FmvVkGkbq8MVla3qUCcaWm6x1aXVR6Nl
/dqomvKogd5ikYvRKpWEn506J04BDBhVV/feQmDMoR14UhDoREDp8ZkkYAqf3I2jFCHpTHdcWdOL
bXKJwm1e1+e5t64YzoZ7rSPJeFJBhimWg0g1l4dNiMX6Kp1mL1JrUQYJkZgkcuXVRGNOWtgdVTtH
B1OSRaPpKrz4ghxxybZPWk5QuVUhDY2ozZAtd6FUeGOU0v3F0fB5WKRpEbJ2lWnduxEDXnHUwafU
uukuM1maHQ9BG2UIkBwfyOTPQsGNPCmePQ8lJlPt3siz8RSUcbLVjelhlFVkiAn5YEt0dYmEwE86
WqU6ItMuVy5eTWV9SuQfZkMRN+9/lmGguCVcHX9ytvMYA3c1u1PewIt16Kqva02mEnxJbitTqbHA
RO06aIjjyQ34Y43OZDnk2AfkXCVVmHxTm5nCS1Hm9S3uKhJU/Z4iuDdWk7ExJNXXJbUD4RSWbiGT
6ZpmxXwMp1AgHOMOSmM27MqZTm8GmWIe4p/9Zdui4NZSUZCWkg8ZGgOELGqcspIT2hxhRLSy4qRp
UkKpiT9MJBMCcxKmz6NUkmgbW3DBtIJklI5mRmxXHy0JOjhTI3wc3GC6NlNtlzZM9jDL3bHF8amO
2SbW2nZLJvgmMBwH8tiFdj+x1lqFahSJCXCYxr4K5OxAME96rICQIozIdikY0BLRhVegTlj9X/eO
KIF2+m+6d6omO/9liuj5Y/jH9i0rgSbWH7/Hif75yT/bd5b8h6ko9O902VS/40Qt9Q/kc3TgaMRx
c6X8joQ0/tBkiO2OA8pe1w1N+YWEpHUHccOi+KxZimGrsva/QUIaIiy0uExhke9+/uufACEti99k
2qwEZVtElP61cadL5kiVz5oZK5tNGpsnLYt8m5TQh+p42VqmN6vrytoHql9Uq+6+fdPfw/v2EWNR
nhPXS7blesQ6Kz215aEL0CbR5dmUjmegA5O3TrLKJBTZbvRAI7yifhbcQotcqev8TUtcjRJ44sJz
jx6Un9XBWVk7NGWJ+1tH9frry/wj7zIYFAS3/+ufyt+ak1/f0bHZbYZm8T8gn783J+uAJG41A7Qm
z9Zjpyi3EWqviokqGfT3ru4+JQm5XpnGL0as3P7Xf5zg2X+zh3WOlGXosiXD3fzrXy+ygBIyurat
/eAMB/mzuK2v9MiTX1F8fdIUxazQfVp3JLYEK/0Q4RG5A/1zcu5sy5uxzPn6jVKflCOhU2/Zed6l
N2m3as4xFr+bjgg+Pz5PbzZyLTSKd1YC2n1VbMf34jE64mfalPZHaKDikZz5Mf1IB9+8Jr1mNaAW
p7LFZ04UL2bLFULe7rV6yB569LbaDoMBamOLIQgSPGY48HYVNhXoBtlxWMs/GWq1bYuzplrhhGPW
tVf1XXUGeawcmo29x6jxWtAvdKP35J6vsx6f8M9upNs5XsenYIvZFA9S/xYiKzp2VwS/2OvkY9pm
q05I9+MA/ID7qR4q0pidkG7eTiY9+weN3O7/sXcmu42zaZa+lUbvmeDMjw3URhw0WZJlW7blDWFH
ODjPM6++HzqzsjKzEij0vjdChOP3b1mi+L3DOc+Bn+LmXy0lhO5K++aDZLlc9ZqbYJujb1SqcJhZ
Lyhb7FvQbrPkOj8uRFGcQtNpxEt5Tb9DkFRsOU7lC3LxJ5T9xVs+voA0w1rGyxE+zO/FJ+TA1MFA
ZvxJSHM9meZ+UCiK4bU5IRYq4Y9YQBJIvizkNjjOzPkd26OmnRYFuhlcN/mqyz5MC+vafIxH86t8
DC5deVafKToElRAtSOjgt7OfsIyd0Rafw8OA0PvRPA6lM7uktsIyqD6zQ41tONpEV3jyf+ApkZjg
59g3ECl+dYmXDj7iuYShtxO8M2BDzRK/AP4URx1uIScGCT5ehx122WL59fTWsRMvxmZ1V34HJ+RW
5ml5RyZpu2BgnewjOqknjSHVvgUZBxcQCSEjFfKkttbDRCWQbOejeKNIKXSXcIjsu7lm02Y6q5it
LvIdzbfxBOAa2bhF8pWDpo5z034ZeCVWTqQDNBHnkrpLPnucI/lFfWLtI27hl3nu22OH/vstuIkr
gQhc2pUzdG4P225vnvPLSEwePnds4a2OrMerdsXXyMIcg2K9y95J/0o27MVgzpzsR/t1qQFqbnHA
Q5Bzcj4dm+x7OOu8mkc1eUGDU1/KvXlpM3+BTsFKH9p/ehjfMSVbV50MEDapmzFwM6/7NHckqFPy
eqh8QIRKDsyeKxHsyGsJa3cwtBnjXvFYo5q/Gmdef0HTLzxrP7CQRqZAGThuk9O8C6odBEksM+c8
d/p9dCLxjUTY6MbBDV5zGGiWUaC5Q+iFGKp+ZzegkDvtngJG2yLT2k2PDHHxgBFKvE9u3cfs7uZd
dNNBc1IhhU54sfBWYJF+CT7bP1J7wD2inoZhP78xrvCoQe0rOMhp2khb1MDM3ybGnYTl4eTX+pt9
HU7dHT+TubHu85P8JrswsJiVPCmXZvwfbs4cf/98/gjQ2rqwLUVROOYM5Cv/eG9Ws0UYo8kGrQ07
bGPLVs2tNxG3fy1hfk3/J/wu/80Z8N9uwuuPMWzVsmUOO0Rx//xjGpTdvRwoiLaV8WX9EfY84Yif
vpeWJm3O0c8tNUf835U8/+Znqup/P12FoquyoGHXLUFcN8f4P/52WlgjgrPbdqfAxdPmmCjfqUh2
1RTi4jE16UMxiGmwM2w4r0lo42cTn6U2Qn1FNjMQArPXq/mlDAKi5YXKR414VtwuxYZFkfyQ9tNl
IsLQATvW+gqx0U4sx7onJlX4japUxDhgRE2R1yF67v1syVy71I+yliWXYtHqB52wLFpp65ASiFi3
7ataYUg1LbyPg0yrkxWl5DHre+ryPPC5ylEC4FvWgMSJ8tYZVv8cGq0KYqE41kkF2i618PnpYbW3
O/z0VhFv55CDLJCruz2Ue3qOLMwtPzN+9eEI6LnP/MbExj8hGCHwuayxy+QpUBN52Vt9sfhmmuAC
JKJQMgOIFQhSKpskz3Fcsb4ISpDlC5e3veN2IDaF3fp1o0iHksmeIyL7Ta0ayW3sZZ1cxn/6pkvP
6thgyC3l59QM9FM81PqmWPBJlCqGw9KQkNPNO6NurmYG2Ueec3+KCUTSDdKAkVj+UV8iZU1FKyDu
cMlhNsy60jVCRduAN4TeXOc4muXCl9SUdKhEhiPRWqdEXwrXkkcOPku/zI02b01J/xrtCRsUVu+M
GWBAn7sbBmw4cmewDMZPMY3Jo1ZKv8CDS4fCWF6QFIc83w1YuN9NqQc7ozI5zxb1kgwdEELyg7rS
NHw1Nl/72Fg8nY0+0WsrPIEiYcBupTT4xxfTfDaW8FmumjUt+CyDxZVm41GZftcTWo9K0rZ6OL9N
ZvWKEvEzuvQyAIB2ap+mqHhOgvBFjdvfCSIYko2rV3jiKeb6t/XPOlnhYywwyUoJyE7NDacFeoWM
fyhIdcTOzljYvWcsJpIaXYXNkPdeniQaCqnwTGD9DbHGSZLknnRb3mmhHsqkxKSc6as/svGSYRVN
pnKLrmt8LSoiQsSIS7YKhS9N3zOXuixlLxNC/8CaGXoVDTe+H/vtVkp7GrQQbkUELVi2cCnOnAzd
eeAdmINV8rWAYDopcwVFO/T78ZmdG5tGkBRozytYzTq9ciGjSeM7oFT6U/ZtZyTJw1/VIsMdizUa
FwOhqHf6o4n2KTfszWAxNC8hj6fITlHYoP/ejBO5a8B4sJmts5xA+TAGybEaGcvIQrv7nUSfsC+W
waAZH26iHR9sLdoLS8aEEWORQFu1AO2jRBum2DzCtjCPWhjq2zjPL3NkJFiBA5wDmHM4NJpeewik
Hv1caJ1xM5N0Ou6NTkdtVTFYnQtCPlWzmHdJ3u/QJWFeN5SpPxY1KIUyDLZ6SSTtlDKjKo0It0QL
paTizscAXLRI5VXSw4bhoPSY2dJgArlFiAtc3RhYKHuuVlIPPw+kx6uHLG6o2VS7i7Z1Jx6DDrtu
IRktrhP6Yn3WKm/E6Xec9DE9WOZnwqgI6/76pVi8FQPjzzLOs+PPVwyghH/906D+4hORYMYvDPJv
mLLmNavtsGG/EZGqVUDczIJD1KvfdQirieT62HuM2W7j81ue8DtSLlICVDvhtqfyipMNkx1+Ey7e
u3pbduo9qbzWbU7ZaTopnyCu22ObYlxx8Zoirmid9D4/89mvH1hOT3+arQIQyYRzchb3TXkF7Cjf
pYlqCcf1A/iKU4/2+1x+5UdKdgTdLE7eeY/Md3Fsn6MdhGq09hb3+QtEc2gC3Olh0edY7hlIdC5C
wKZ1rLP8yFQYJW+YQgA7UM5irmWvJtCoXYVLgQ9VurljOp6tB2ZDfJtFgeiA5TW+xKP4Lfb1dzzc
iZPEgY1oXMcffR3+1JpnvI4PkH1hbkgIjFOqHpAlbna2t9Zr+UIhHz7i8n6FGgORJ96SxkMkcwCS
6qr9yT6WZFs44mv5SJaNtQV+V6pU2hsSNqAGKKbbHbudAqgVAupRndinHnDYTgR0i+TMlKQxtqZy
HFMvVP15hB7jY8BgYAWVRdH34IXZCTXdEUmMfGoGkgc9Q96UjEtxwWJxZzYj1vpc8kbzEYfrxK93
rbk3HXMPRYbwme1baNxhwOEWLxgauTgaQqyab0RVVy6eFHEWPHONIhR1YfOuVlsNt/volAB21gxo
Ijg3xkU9iHjPwwmDbtlupABIjS+webnjO69xyudr3gJHaLQdYABhPgBUYKBDuFmO0Qxgd7eJvfha
8mpRXX6jcdGaY/OFyZK3h/ztycP1ujJwLviOU1SCBAEXTyNIOPsunbmF2WfDOJh3qYKIwGWRE/Mw
bqxwk2NcOeu/GWgxcKMl60jaHaIN3N2FmlG8WOcCImByBhNh/jY86bq8Bhf6p/beMOounrqXqXH5
2eEHpe97AYFg+E1PVrSO/q358dk85Z9YMTE+d29I8ScnZu975mOTel25w+FuFk55q/zmOaLVwgFy
5xOgfeHzxrS/hgsSn7eyxZz6VuMFd41zejMoVRdXxcCRQIzzArd5I4E9HHcVz//A85X7Ex4TPpOU
UBJecDhVm5dmjXvYWPW2vinRZg73/Jr8r4fhsVTIeyRNibSsh9AA2YfUhYnhxqKRPKdAKTBXe9Yx
ICjTJUBzLnmnfP4fGIB4g4ipCl7R2oao4bCXptusP0pfeuHFT6Gy6zFd21vw+fXZvmCzQWfPeBQX
00MK/ST0uXJ1PM2betswUIal1B3SUwI8ilSt3zMT5XfZfsgegmJHb0s4HcRkudiXXw1mA7q5TURt
Em6sd64rhsETklFCnOB57VTuGYCvPX1XtHTm0a6Y8OS46TurOXz3p7UBG73pFcVweoGIkTM4d3H8
tGhqIaxhecdhj6qOnsH02EXSkBfucsLxwcXOrRmfBpAlGhdngpF6pSPHypq+DFuqPPtF2E7/VlLh
TFvyJPeto7yDi9iat2zLMOcOUmDh+NhDffC1W8FcwbMejiVahucRZuBjLYNeyK70M/fOx5gSO/op
5TaGRNK1uXH/jvAR7fIziaHvw7u+FR/8Dlc6XVHsosOwHcDFM4Z9gNC7ePa+xHR2CRUAL45s+RBV
5XMAJGQDfYCuDiiSS1vePbUX6V4fjWdWQ927uNrl5iPat0dUDx5lwhWcpN3TbDvT8JzMvtgS/xvs
bd/+Ur38lSO0eyScUnmYMFGH5wYiCL4ZuiuccQAtQP5Qbt2qr941Ttxh9RftHN/gXex09RBqwAC9
gJTAeTPLuyx9IIe+kh/Nq36ynsvXHHkrvm7oTyHMPjcxds1vWoOIgUqzV97ZPi8XWrozJwyjEHrE
+KuzN526sdG+82G1XAt2oe7kuVsFB1733NXf6yMkxYpEw3dFg8PEZSDORsem1LekLQuYSNpNis/7
FEQ+v0uZXmUAGvqebQJNKtKuAATcibHKWFIsPNBVKr/b+ouqwq7dsnvQr9GLtNEEFnpxVbf2sxK5
7ORQSIYyCHt4Vw6rJ8Bi+wiDFgS9h3gXUxFgRSdNmAPpjEodQoj4MwAb23PZhW/Lr/z8c5tjKXvI
P5iujMlG+ciRrrD08ebHfMt28hrGB035iiQnEddwPAHWovACXISROdok3VFUMJfMEzf/fkazRwAg
IDSudOnPZiDU1PLK5JH7D+Y7WrCX9DA8z170S3lbScr8vqfszgRCe1cuDEAG1kSXbL/49VXB0UM9
dw0/OJe4GWjapz34/Wm4lE9xuzF+dX7I8u5NBq9kuybGHV4AQC4cZdwfQ1pBaOykutym6hbCaDOd
1Nji7IXXzaGicLe7Jx+4W9OLSl16nd6J6ITTk1KA7jWuWFJ44EiAHu2Bv4QhURhIKLzqq76VH2Xw
oL9W8VPyKKqjbeyMXXJfC094lJ9TiagLTrbbKJv0kFwWbbdwULwpu8rXtyBeWBYxENnJ225Pe9rD
anGjhgRjv/8WhtuB9jXcsIYCsOnv4llezsFzsbO84N5/46WrqAJeYFCgvSIimA9KeJa9/GbJTvBY
XnUnfKoeVoXmJ6Ka+o/m9x8V840/8yH/VLVrHjstTd3Cyz4cx5FLepM9c+bFV9uZHwd5C+EQVaM3
f+jQFQEQbrSc26QTMhs7p8fmGSEGp4i2E68mY8ocugwDpU/Nl7/5iwKIL9wDoSHNR5+25PUkNew5
J3hRmV4ejSfAKgYhQtk1/9YWqlgPExtK7PS62EdE1JInCl+zzjCJhsfB3Acci7MMt4j7t/41LDLN
iYym5X0xc/i3HFAAx1q/5KMX09iO2G1r0knTvnEzSqAaC1ssexYa2TYJGKsp6kY/gXHO3ovCCUBa
/WmbX2TZNY/8TjNn1OAE+/CbGqa4NBQJV60gJ8jJqBIOFiF3MFZTp7onPTXuRv8OeBvRCKS0H5v+
NsJnizdgah+G39av8WMVZmFT+aq/6RqJ7i0bJ/hDrgEmuM1Iz3xglmy8wdjjzFrNelvrsJxmSGX5
Nqe6dCGyjOeUMqPB4wNLR/IVwtOPq+HwTH6TvJkVX/8trwjAeNuwfz3qp3rHwI/bS+2F5+xe7BMk
t0771UNnYaz5Uh/L1iHHgpPigpj7LMRR3k7fw7c4c1Vi8M5fwL2eil/2S3jpTqR161/2Pn5tHgau
ApBfr9PszwXxGo8z/j5IRpmDfQXpZowq4ZclthVrClybsEWBJedS604xS9xBhITeT7N8XFTS2jZT
jdJjoYuNDEs+jmGmHKeff1DkDngjQjS5hR/WZZy2/fqvPw8//93Pn36+zRpDbuQpqK6o7JWjPcUs
yn/+uUQafAjA6YXdbkR0fW0hOpK/oLmrDDyOuM90QEBcgWLKs1ReL8L5pm2OidtNppxaHkehkVzC
aOKDnbeoeUmrcMlyuMZ2dMQ+xnOzOya3ei77g8QJslgwoFHD6W6XYs5UhzRnfqRy8zBLH30zFZVk
sVudZWTfAk5BIzOMsg3mnAGWqi7p7rgBWe727fisEBARQ8H3a5UJO6lluIBZbLEQTiY64ea5bTXh
loH4VCOiiCKpcomjANVJqmDYsMhUbQukY4ZPY1KD3NfiKXrFRW/Uug6pxILCEnaNM2gByD4DYW5d
cBSWddk91VRHQotc207Ehqg8mrVJp11beb4953qVLgxSxHiMkgxTKTyPQVaCU9Rqd7zzxNhyf0j6
NNoXM5NMXUqeKsIzRWUdLQ6nIKqPgya7yrLymmoq5LEMrlkMmkxL0ReRLTGUE+1zwv2vXQzQGKQE
ITNSrXKfhkf668eukjOXlFJG4rhtEGbndCIzRUXe6fA67FuUW7BB2DZHgzi0VvgQVNO7mRZQBkeI
SXlnPgZgmvsG+YqtfKNJoy0bxOQNc5JsIdlx/q4EOj2764JmJUgH21lEJWHM7RpPCqanJbzmRWG8
5/17K5UysMPuXvQL42VonUnwUht/FBxN5MRkr0OEuQydxcRMDXd6YR2Vlm29JEHOlgueQz4TODDp
3ojVfg3wfSO1Z9h1qw+hlqM/SwCdsaEbEiGp4uMQ7QJmeXW/3GoLEH+fSC2JrILZtzmyYQjHt3n9
YTiDwxTBhGoHJGhPGYTixfZM9vu6gqc5TlTgcXg15IrxdKzZW1KJSict2Jo3Kj6KN0LC34YiOpuc
ocMac9QM5VvX0Yz9fG+eGH9ksU+Vips1gSQt87TYmmj5kURnJvbdZpaBr+jvxZTu+hq0hCPplPc1
pw6W6FfuyhHJUCHPwPqlBO1baZBMmtMQ4xeJHa3sbkUtZRw++Jas0f5qJqxRwZduUhrHQ38EM8PC
LGeDQJqXrd/tTHlveiaOqc4Cq8Mul5K9XA5wYKs1cStihZKsJsEYB6DS4Jl4igyWSuVMR5dGhMwp
oHCiVsZKaF3RP75KybjmaTXU0/I9rcavZOKkEUWwJQGP1qPbGzHpsyrC5VWdv4GLVa8KxETjlpLJ
dMtRm5UuSYAeGeKg3UjH24m4JheliE1UqRwAFtTYSYexpm0H+tKkG2QHM/6VZFq/be3OkeKXIEo+
DR3HNE4VZH8gTNVMS7daC8kqIyLR0QbmFlKIhwD9HpnobBC5RUKfBZ/ZBD0M0RXl2FcXYRdXkBg3
pYZkP1jk8cytgjywe0IIRZ6PPN5yvUs2MflrTE9nHPAtawuc98lYsk6WLdRJMyNY2MLEZl01Xlqu
TpUIKvKLrkajt5sh7d+SEhVRkLGL4R6eP9j1qyZo0ZQiuVudzfoqCeazDpgnCcXLAAxhMVs3UAFO
I7TZliW99DQg8zPII3OTdFYvFXtASS4H37Rj4qMtlEH2iiFMp+dE4DJSMvuzzuhcyyi/Ec2MGp33
CgES8MepQ/KW1ueKMQMBq9/kKZMX3b/hByFNcQYGZ2ZJApOKxRrWUCKwD6JVP6KJQrbq7rJ5DJXq
zF5jV1mgVUTXftsTi3tINDKaGEsqTuWsMZvJw5PzVAoDxnj9LNtgdqtmO4wmm7ZOHvd50/yusoM9
y59hmHOcFjC3EGjC1muBlc9Wdk+BpKdsfwGEnKDMILFBxqiHtDjz/dOcCQkwagr7Fh56MTAn1ST1
oeuZijTS2quK8SkWRJKkSXyVG+KpMyPfkZ53QXqGgqq0n8Mmyf2sX1lvxNK37bLvzOEQJI18LBss
owkpXtPQ3YcqIVsgXyhP1JBmmZooL4ZrKUmf09B7c6RdwqE4Ip24jJMd8m707WZJaCVx1QgJ4VTW
kl9FhHm7MXMVykAqbyOLnrgIiRawU+DvpZ3fymnkSxVjtQbcK2qtm2xBIikHFOOGsiXXJ2O1OjL9
Jcqu5W62MUXKuGPQzsqivmbDbG5RwOFTzg6kxy6fixEflXCR9omsXHNBDZp11W2cMppos3ueNCa4
wQihmevUmXVu8Kq91fQ1ObCHijCxaw112qrBMrZtUPlprSEMqgiFl7ZxxaBPy2zFiZVir2XVcRDx
s8Tv/xozPE/L9D210oiTOKJa5CBTCi1l2zbKe32Qj7ItlRuVsEdnSDTuU40e+1FFY2+1DQ0mMAXc
Sn25TxL6jiWGOhQmsR+Q3n1JEbUPCbZBcwRsFqq2Gy2j4mvsdUB80ADHKq2hOX+Sdpk445RnTlml
RJwru7wER5d0vSckBc9Cn8JZKE0IP5M7othwxwiK1oLdr5V5/81g8bWIvkxBxOIEifQ46x0JCJWe
uI2AcdTnpY8NsNgmo/pnrAfGuFnrjC8YYgxPoIms54TWoe1PrRrFbHYjb9GL3SyAXuSCuWbX7INe
7HCZM4NojOuYc+RWS7+PJ/sMbwNOc2A9VGYguVXIYcPSClPJc42lD+yU8aZOFZTSNL+ngXwbG2Ci
ZICyqLPfLDlk0DdMvqGNgRPbLXzq0HzXcW04+DVc3F0pSxp0ZWQi+rzdI5lbKmLk0NiYJjMBsc6s
DTV7WiT4iNXyDG1Rp9LVkS0rFR/jXB9fRFEaTiiU3z121BMxaERfQu2IUKD7Q9A9he2+zKwvU40x
+JLbGubzn6QMIx9HGMQfXqFSR209MV9TJCo28qBUJP9oGyc+1Vb9y6ph4yoml0TUolfuptZ0U1/J
09pRB0I7C1W5BXIfPgw9jYKOOqIMgHFnSfyc5knvs6Ah6UKgCqpZZacDEgjYVVmAro2Nxjwy1wg7
64TfHAWGUp0seVqt/NcgaMn/mSGmxMVwGTRfEip7+ajXtvCP9EObj/rh50//8tcpKwENlTSudfoV
sxnyFK02DqMArvNfDz9fEyBwMOeFH2GCn+PnoR74BHDDUry8omoLFPUur2nUrVn8MkrSAu0UFM8g
S7CUVsudEQ1M+KKQplShkV2tc+40SB6iqpVvSee2CsAH4qD2OlMnI+vXIW72t4d+rq5Srln+gq7v
0CYzUCjVKK2DGmnmXx+KAv1Jd7cVcM3S3x9i5AX6YkBPX/XjP0n2+ZpAb9R951uG/JSPgqkYHDBo
yKO6HdZM3axO9e3Ptvv/Iz7+B5Egqj6BmuDvwgD3s/v8X98/8sLzZ/79H//7yF/6X+n8j/rAv33T
f8ZGK3+xLRuBgm3B7/gHhaCw/2JYqoUQUDPMv8kA/xYardl/QVpgY0dB0GCqimz/XSGoQQshLRpd
IfQR8/8V7vGjT/snhaAqK6YqDGSCMJlU9V+kE5qpRQ13qvAwTl7y46BL64pgFJMU6bIKToEdHgBd
YBG19JecWgZSQxHt5OkaS0TwSuO0L7p1LdMksKysoGPaVk4M7PEPm9wnN7rGIqurcuylE/moafKc
Sp3hrYeFu+ImskBmMoG9aj/W43ej+rHSL9BU/v6W/DutBrQhtBj//HuiPjEIYlOJpFbkf43Gnlpj
NlJVrNOdBbK00bH1T3Ogh//pJ8CyCGrXDrH5/d3cEgJ24N7YukO6ZLtCkV+LQDsshlxtqwYJ3cIN
5Jist0wz8Bpb6w+YYW5mZzEs78vnQpK/dHJ7H38eCGA0N6Y9yV5gk5JKisSkjvtYojCyqtrpigS/
lzlw0M1LOh6lrNzPWFB3MRp/D9oZO5FAJbGJSo3nrn+mWlUzjuLOxvN9ERL7WnN9sDERHXKss3JB
DsH60IIDOeB9s/aLdP2vL9OurxSxsPCSTnNbnPG7H5zCz0MUdwCsFaT06epT/nkYVjuyFgTXKS4V
HwgDKjPFzBO/DLR7SZmqfnNXJS1JB9BRNh3gAYIRSjm2vSRSO1ayvGaFbRGwacryoZLCcFuY9jku
gVn8VVyu4QJyQiNbfil6PrNfumbphOlqjARc++zJzIbgAPyF5B2T/TGuEyxm61+XTrb/4eHna1Jl
ua0+W7sKpgLS6/YRHTYMby6/NhxXtjCOmCRj6Vxm9L2pyvTHorkD5puyXEoblC09aGYqfOPw8yeO
KeXQvmFMGfxO6WEuGgEDYWZSWNB2VbgITCcjcIcfF0jLx8EdJUIXRczOTNcWpjWYWNS0V7yfU+Wv
Fikcl3LHlxZZ9XOCpB9sE3mdGg0VWkceKhMtoBaW8XGQqDP7sp38tOpff7708xCGE/+YLxJBc9p1
kVcWStb3Ev5XHirxRylJMs3QzzD3+6hS0FTl+GAaXFS1PFluvID6pvQgWWhkjAaFBfracqRD772h
1o5oMtbUOQq1WP0QJkdlm3pTJBd/tdhIMn70KkZFWmrQ8SVM2dVoJvuuon7PYkJkKly2BSaWhvnv
6lDCsYF0cBBEa7T2q23SHgRFwqVK49Hli7lvk45c1zk0fc2OX8Kk0YD/ZuTfPva5EsPtTU9Zn8db
fFFuNNVip9oGA1fo91YCNEzKprV6t/nRscnIP526eSt12UMmo6jC86o5UoM4ogg+ekZMBJ9QJMZw
YLc/BjNtdZVN8jpcrlnmkhd+/TGLVUihNhGqas8s3/h+a8/bpR4Wc1qbp37yohrjUoctocPnBZKA
j2g+QG+XS3CRKk6GnngL3SZr2myPaV3Grlp1r02MAHHJpMPU76ZFKPtATE7RW8OxH6MMFmX9HFbz
cDQgtw965UtjQR+4EMhasYxsO70hARbYfC48g2EUjWV118ZI81U0FFZttETxREQtShpEXV4irmIb
rKnCHU+pi9eiMxFBpdlC4fqrhBd5qNeHDAr/KM/71CAuw84Y4gar8YoDE9kLO+2gJpF0mfJrS/qs
m8uUfTrcHi8vXpqM7XzLNACt0kxTJRAhdRNbRkNhW6FV2UVqtflQClXb2+EtqibtMKXF0ezSP3ZI
5MJMdmQaUF6pw3dSyv64hIkv1OShVcaIsHT7PbJ0PKqK4suMu4hwL/fRWJGJE6C+we2IiCJi2xvj
v1MT87NrNTDblTYcolpSAVKlLyPrRVGzulSzwzILadv19bnsUSTTv33PaLbD4gNAXe1VZNetSIU5
gyUTY8M3iewsZNn06ixcDij7CGLBbORaYcsl3JjvkrnwLJHKJpbecT30OMhbaIF9hPMOLa6qmi17
JPU1iCXQL1bwZGmvrUJdPmQStWeJc5YL4mlIBf8tWUa4VwiwJbuoIv3c61T2mxJLZLshLyVKZdcO
ZOAudW+cFdi5OrhYAsTl0p1JYePNGY3U2MUVg1Oiz71M0kwHNaYKFhmKodV0e73n8iq0J+auk1uY
8imPtLu+tZNk8MnE/jZngiho5dywRYnckFprK4VxMolTmfO+hhJIAHUqBjQZfIc2d9ZZ0aTI0+Ks
Y925wN9omgB7Tutpq3RRTLBwglSF2T/bX1PCuFpKg+sSMq+VoZiyIh4ulRUecQrta4CIfmJmCMqw
JTI0K3btOvwh56urVjETtHfFDqD7Z6lbxvWbqkQA0W0mGhoTpyamfImG5stqkGNroUY7iIvHy6UE
V1s2ILqXzDV5HTfiOHsCq+0GzIqyK4PlNDUk8Ka0NC6xg622MlcqpBoLQpnMWLJt0MVIsGzEWpld
j47dg+hdiIguZ+lmQcbBYIhv0mT9ldmJeS5z9aBWiyNI1JPMX0HAeJU7i4E8F2GEyX+vdMw2rSGe
dxbugD7FCJ0Z9MmWzX3LEkARCZDDC3gKxidwhGwbS43BmwgeV6Hts1llJ90CUJMxemhI+PUaDQEb
tzJkNeVlUs38VpDMqKZvpm3jzzRHAEuqYXpD0zwuIF/cMj1EyyCz5YA6WiXuaJHltUw9AO0m20p9
VR774cPoDMYPqNiAUFrwk7ksQWVJrtxhCKuQ+pZsq9q4H72y4+3HTKaBmTZ7v2bDrstQbOmtV4uT
rL5l5cWIngKoyZcxFPe6AHzaLmgGETSmpCcrtvWe2RWSpUIiNrzV9K0641G3hPWeqCzIg35koJib
yuPcZupjHo1I2YJ3LJosh6rxpR6ThOGb/ieDXlDOMVB+IfuJTUVGTdOjBwEpmSnGzES5MPdJBbYV
bXXa6cceSBxB5ttOGJC5e80rihxFZKyXn2XLnA/8LJNLM7F3U8nUyUgDCOkZerEcT8amDxDjhGH3
YNk1R8gLSkiE41X+oEz1Sai8MHFSM+hv92JUCJayAW7K4fgxk78xivlVkAMppl73GLeh+mq5To3F
Hcx1tYF5GDLw71aQsNguxbtugNavEEGaennqMua8hdQWiDRFeRApk2DbisxPtOk1mTVLuCtVHfMw
A9gGa53Tl/NDBU5lS/k3bXqsu7nBAwuF/ETYS93172WTfwlbEA9H7Z60v3nTn/E5X4GZo8PJ8sc1
6mW1RPqtmiB1t/XcqZRb+1PnhckuyxR3mguyD+35a1mzY5QUoaWh+XUdOGaoXy1krkthMT4qZMVJ
U4wn6WRfQrQz5aLh158SGgZBKGYxCIce/JtoAUA45nWZhOn2hXqSxHgSZgq/omtWko3tq0EPUVpQ
S6XvZJZvJCv5NMENOZGu7Qep8zuespuaEDHAfD8qJco2dWQdnol+3MiV3G8DiSwK+FNlrMYUDswb
raxPXbVhOTH/ho7EIqQwz0y+mbwWrM+Svr6p6vQ6Teh6quC5VEkjtztY/oAGfGvJm509vVYFkrqJ
fYo2B9sYrUORoE2BxseICosrn+BYK6qNquDVRJiLYbFmh64bAn2Pgpis63xjVhP8uZPsTi0S1yrc
hbzLfiGywk+Bpoa17fUIPR3DaI/akr3WdYVUQfdwsmOKYGbp6UP8oBchophCLdDcYUi1xXfZf46t
euO82Wr2/2XvvJYjx6Ls+kPCBLx5TYd0zKQrksUXRNHBe3MBfL3WBXuarZY0kt4VHY1AGrKYBtec
s/faOZU7q/+q9OFQzyPf15g+cTvPxOTNypcja1phDoda5OQt2d6NV4Ynhf46y+z7luVYaTT2pojn
e01HvtBQhbZVHAGR9T4Xv4Gt5nBKWQYNOuFSLExDq7qPkGEomforp4S7wnZ+UPUMiWOVPNcqgXD2
IGg7ufOhSID3T1AVog5oSa/O8IVpq0chn602n5j3q7sgvWjWoQ7BTtuV8Sa09L6xDdXPM4OdnIVh
aXKnnZXat3qHtlmImnG4prYesX5ScYyuagQGSVHvZ9vrd8IBnjTT7/LrqgdvZ8F9DjSq+pSM4fyg
EkxpgUwZEUa0NeuNoWrlJg4HaP1evdLDhLdaZSEZurRuMvoZlhCHRrsVKevxhtdsNYbjm4VDNots
E5QWpEL9Y64RCoRyV2UNEOdo6Ad2TA+nRV4SsuUeETcYc4JaJGpfnDK8jiQ0BCX1y5xFTBPxosfc
3Kn0HzYdoIKtl3m0QCv9pkUxMNPHIw5mxoVwLcb6Sc9RnwyAe9dNaDGSw/tgxvzslf1keMiki8Aj
jG+gio7Q0KOBwc5OuY8ClZ58Pbm+4jX5bnayCnew+ZjW8i1lLLRdtCABFlpv7DZOAWwZiCNNusK+
lgp2Iqp6lG/b5kKhlNgtlNMrPZaS+GHcGpqOsYHRy021U61YvzLbuFEb9z0IxZ0DkW1tZ4wSSO2z
bZq+J5pjbYbY+m2ZUhxLl4+FFbl8EtVSsN5V0WmAWtj3GdlbRriuK8QvmUnrnL0ZjS1zuDA4ziEr
x1AjHSnuLllhsBTEtaSMX/0U/xYxsWWhrj15DTWQCS9OJN6rLqsOyrSHQx77nrDwumHboduOFTsQ
clGimcinIdH3bXT2cu+9DOipwDVbl1lJS7w/9EIkJALUBGox/OmacXJ6gJ0wQrN2elQU1hyqrpHR
eDBC8qPz3G78JivfrQCiS2pPt4qtGlQArK3WQlGPLBkzONu+Pc4WKveRgESd8neA367p6eI1AWjp
OIkPhk6wYKSSG0CXmjKvBbfMTVnCOzmhlIaVxtuUZIwO7J0/jCPqV6+5U+zwV2HELvRqEMNpel8V
1SeO70+dvQhxAPoWObszvQ4jbU6oTVz04jXr3YcYsdKgYNlIBv6GjKKoUSI7UOxXeLcrVRhMYSMa
Iy9QXrJ23rcmG4fMKdZmUz/wi1k2JQxgrZu+oBXYVikZXNpIy1Z1WeR1ZRrtum60T2X3O85EcQAK
QZ4ihnEu44KtLmvo8GynjrMtgslhURReevZytB0RlxU0UfG6M/sn9npSif7AvhLBtAfpPbC5tDM6
uEooaJiwwra8iqq17WLPHFEkznP1CGMl2dGFkuhacmyinjVgMF/k/xCrCHUkaAZ5V1RU6a7DrYfF
aYPKn2I4HdaeBcnUz4dIjV5KhQgUWhQniOpo6Zhjq4xw9rEENjdyObAs6Gl5xiTh5g6Xv3wjYZM+
u+ehot+iOjbaqYwduB609DDIyLTakSHAsNF766/mjJ4rSEFoibI60jaq+RXeVxalD6A6qyj7BGF4
wjSCsMrQkVmZ1q2lUuQuBiRINi6PlZ6rB9b2T0np+CCAf3mGPW1Hj7BEFpFrownoVKC5gOWOzwHk
tsW2iBDcjFR09yNQYnU933sIHvpEQ0IDMK8W2BrVBO9GkdKBiRWiakzJV8AQr2OfbCk8Mjm+xzTn
N6WOiNB0oNK2qc5ennkiHMdxD3QzWgUCWXwKEz9og2AtJkyTow4cFAmCQBKEk2buDTIvEsMhEiYK
/aD1tpWBvNWzqzdP5wUrUXwfyCsyHFoSMavkFAW0J6YgonyiMyElT1Vo0hXUUn/06nMllHchsDAG
3Su6HzIonX3ZDTeNBcVgumEMGXrlwdLwVahx/jiFVwwNZE/RAg8Gj6eJvd4Hl2YMKNiRCg8+7TVN
Wb/u5nQSXywtIqW+txJS9FzItWsEMcY6GJGhpWgSW8VgH3JqxAxFgjeQVf6vUSuOrQmpwGWiZNYz
V4nNZ9eEBLJ3DKJzwEgXsxOgdRCvXWAQdOm+WFcNl8Kb7usuCFG0Bukxh1pQKw2ew3bfeuVZN1nN
0zIGnKzNv4x6fCBd5Nq5prqJ7OizMk3fLtt0JSbr3srqJzMy76ByGlb/VFrmtVVtWntSKuKtnTE7
gbl96AyuloFVf5Tr92TUQhOBypnTSAJxiOCKXetMpDhJWnoW/A7Y3Sh9TKlqPFkI6+OIFIUGBYVQ
C0ba/NCXkEKU7qrKa80oP+umeC4d9hIz/mJr6N7nUtFWiUZ2I7vy265vkU163WNDQFOgPSg2ug6z
VL7abrpxQxfNn9Kbaylg2WR5zszbjO/pXO2dGZ31gFgJItGfUVFRrLeYQPTceGPBthZxla/6Nnyp
7fgw9bHDJrpHSjjEty3BJ4n9pQ8pdgjI1ZUW/okM7zZgxxmX1dUuTDzs+UMpX7Miul82uoq8ZyB3
UUloDvrClk9q7SQoQPWsPNaFS5gauOZI7AYToJc5HjLexUul3iCu0g9GUh2QJhEe37jBrik89MIq
HlH2wbusisVubCicUd9nB5KNFlL7eQAZHVNCTNz5OLGSpEWO4G7a6nE3UNXvlEOoeA8xewWjVpml
kycl0Ij8YsmxipG+gYyTHhmSXsdmJrysrXahmqrXEHfv4OQgV01Mdl2ARDGe1qNOUkPGktlNQ65S
yUoM+q7F46j9JmQAVB0uKz+tcAg5ebSP9ZRquorOm9yPFUtsSpizeEd0RXBWj3ilpMNaCfbmdg5r
u4wxv7Yqezo44PUTXU5Sjth4a/oOg+WTa7GiUQYa0WOVXeqUVAxDmd+yCurnxNdIijzoVLOV2LkD
gdVxDWRuTp/bpMGG097XQQbomUCKh1E9MhDZ26wlF0hWn/YkMryWXf7La8pyhzbow2Stu1buMju6
0SqsCDjZ4k3UDePZjZqPLgqhBcem5pcTmunaSJ2bgEU+ay2Itrk3HmAsmRdz5otQu0inZ3M+eUQQ
K7me3FRoAruGXAF9Yg5hBM079xpFKVsMuPUrx1Adv6xs8g4N3JrBrE37Zp/lY3eJZzS/s0YgUe/Y
G5d0KFWYNzriDV/LvowIVY7XIdDNJgqVHUtLXrdB0RaZaC8RQsFEudmbTYyA5aOu9sFmNjN7pylY
FfIhuZ0UjwTucHwUEJ82SKDodkN4Cuh/bBnjXEQq/FwliCwvgIlj36w2Y+KNm9y1Hjw9j05xSNhC
khyrrphOrJIZvqbe9FuneYvz8aOiLHN0CuvoVNltVuAbH+ah2lWBavmObYttkDhvjVVLXWTwVLjG
xQn7t5Haz6ku5wlejdHuRoEPopVRWPrQM9zDtMCKm9zUrJFskIRHKvG41ggGHfSxX7NxnM+tm38m
k5VtA4OqlO6yIzADktyUKrtrFc28sVPqc5Svd2miYfjm29uNWXUvGi7u0TYOGFbFBcjkU1AoMRrG
8U+X1PW5KVzWvWFVIXG2SIogcNRQVPUaiekwjbJYiTlR1VZGByIAYA9y24ZVnCEVYtNkXOMa8URB
2BNXrTPue6dmuR/B/xEYv5LEnO6n8qoMaMQTterv4kLdolM9ME0A6FIPUWFah6L5akJFnPnwPgBL
ymDbmWaGh/5cU86OOsQnx30x6In4bcoS31Hq+aZvrV8CVM7Vqy6FgReUjTOps76q0k7Iw3TYipJW
kxu1WIKgRJN+XbsZgNYMEQ2N0zOl2XZnuIirWrX+cPrpPpwQeE7RTTfbLyqzR2r2LxCbLHQ7fKIO
e1CvGzvfjj/rLjfvKr3/xXYZNDM2hJkG5ZgggavimgUwqmA1FeQm96UUdc4rZe7vcUHeUjoSPkPh
ykIY+VAMSrCzZvcx8KBz62Up7loRf8Zpse/YI+EyYIoXafkk4oiCF5ek5rV/itTAYUK3cBOL0UKA
4BF7Uz5qXdERSFThDe+Y/gyyN8OAHYeamnczVlaaLNFAE0zHVRTHzxVdgh1G3XCGwx5SRJ0r53ev
GfdtEm0iqZE0CFnYip6kKFYQvcvaMCzgVMZFfZcY4PyHGPKB5gx7ncg49Khnp6OOmRHWta5cYUKR
gmiaptG20aEOOFp0Mwos0haSCrdqyeojDG8L1djdkO2yL1MLtjyY0yYTF6HPXJP1xToqJgq7JKjR
n3bsOXUwENVNSlvivsVq4jmUwG25m4xSkF/ETRFv6LgEB7efpsLfGSUEFw4JSbKqedNoVEOBnr3n
rUw6wLlsBOWp8OoXU2BGEajq+9zelUpqMSa2WChx+lpiKmkumdJWltg08jS8Iymr8ghCjWuQEg06
1GkmsqbIQiq1fOvQs9N6c6Jel16COX9ncxX5SYzT1/b+YC426M6UOqXEnsjTOAF68ZmJgZzEOE7Z
gGE9MxSTaMTgtskN86xipkulji6dDC7PZED52L+GBAAPLeiHSXGf63z4U0YiOqd0uzeg1Cy+TenO
4N0acvSiU4GhRenUgXp5eQX7VG/rNvDdyFY3RofBw+imAwE0JaY3Vn/CHB8d6xXA5yXOEWXTfuuP
mmUSzhgRI1QgE/QmQNSqZe8x5rPwIpZAGUMSE2fYbVlVPvRK/FT1Yu+Zk7misJhthopBIKc8k/Sy
bk8ywwpVnblLA9r19likm98lpernaDD56baHPTcgr4H8d8nVSpy6DudqI4PphM1ML4inT8tzrol2
M8dlSzhYrW30WNyLNLQP6WOXpfM2wYJvCzLmyT0fd50a9QxUin43EU+HAvFXmpntfowbfYM8WSUz
ovR1GH5HZr53lg3zpnPJ0dUd4y6tg3YTU25exRorkGrAXJc4+T2hfSzuLa/GiNLjYK3x4TZl+hGa
Ut3UKfcdqXO8L054i5lakIauUWxMkDBnd3Nu2tc5rvR1MTv3Vs5sAMr3YrIhZNDu14PpELLu6GTL
sVAfRzLnAl0Pn9PuCoAoYG1+N+uFd2mVmRTPAIw3oocpxYDR6yRdOHelMz4Yw1Tvu4CynAiNFju+
9pZPU7aNU+Xa9ggtWfGfkQZR5su66Kau0r1NOLpqivqpIRlWCzPdF4V2LbLUb3TnnGGkiXvvM43+
CIdgV5WrqTLx+4YV/pSSdAXBGrDXhOlPOp5LRloW/0nu+Fpkbcki9DZdmbgbEwrfyVW1HRLbufoq
GpwdQ5ets8b47Vll8WHY+dHKt/3UlDdJ5BBzbMBlmTUckQrDS9Xg28LRXEHVA8XisCkKWHoLMphH
ANg6w0WOgmatzCpclNKlIh1DWxMCaBLDT0fsOz4KfM0tOonYCN/I4MP+Mmj6pkrmm1RpKcMjjt7F
03C2bERv+CnOfY8+02XjQHsDg+sUKoes6oeTls5+L2VS/fjSFG17UFkbrTsl3o52BHYjhyyX59T1
qrLHrGi6HUED+Clr4fBJTcorJWPzKPL5zhYSni3mN1YbKNUb5P12su6E7ApJCZ4K9pl9t9joo+mn
JtYuc9LyO0Oub+wOPUfbxNtKJM7FplweTNK5RNzedQwgNilD59fmVietid7aeyLjm5wG+3eC1VSX
0U7gUMM16UBY7s0DLiS6DXbS7qoiw6k2385DOlx7hSKF6fBxJjWmoCy8caws+cQ4cmCPx2QWIqrl
VbDAae8nsJBq1W4qy3LekhYRQO+mB1stw4tl9sx96HLZMkJJTbFeUSq6YdYgE3zursTd8/FpXNJp
fdPE/Js6Y0WruhuKBNYq13sCCyJKJ06sGNusduP9ACmHrjtNY52qdjFiX/W4chWt+O0lxdUq83LT
6g3Nl+ScjVr64KjHOR6z83JQlCQ/Ww6cQarGm6jiu9Ci4WAR29KVTGE4eFQIijjpj03JZj7O9ZjO
kVueZuLt9MwZdk5lv8alQ+82msFaqjWjJn1FVAN0ItpaJfXEegm74uRl0YBNOLwWVpKT48Jn3dF8
L2zi/MLOQkciO50a/SpiTXRYaEdjuja0CEmUY8E1eW7KyNyO/OaSjEkbJX5cg4REqt+CO9lQqct7
76i0FL3IdfJrC26GGMpuHQsFUDr6csNJ4QIRY2CMHWrscrzablb6aasgKcQEXLMMZBH3ORYzfUvq
mKLvh63h0T2wKxxLrm0RG6jNwTaaWKA0VIhMTZzQpcy+VwCx1ofkAoL4PlVzqtbzoLBM9ijcdSbF
LxufdzUOYhfLzmEZr9oqnba9rR88Ujkuy0F1oE7FkBnhU8O1wb5TGhGAspFhlpqciS4saZ4jVlT2
NJAXElDFqSOCMgo3QOXeGrdj1utn5O/H1KDkagwR+9OgEwAOJPnW8M5GzlagKJrbcEAQP9rH0mbt
NHZ0QKZw7xaFDibn4E3hfOqS7CkEDXpGDRz6dNphQ6jZH1g+9TbPqpTeTkiC2oTGUxfJc0ljc8pS
dVsP+nkcGZjKqj4oT4mJdqNSAIRSdxYo4JncUbBykc1D5GcaoQ5tFdyGIyvvUCC01bxhvjeyjrCj
2TiHfUrkVD6/uyuv1/FuGixrK2WtFpgDJ7vPz0nnwkTm8zFSz4/tPD8SVHgbskdodLfeeoSUrKHg
KntrrL6MNP5wakhqtWrDAXMaE4Qw/uQ+h7ESzWXlIy+lGma9ZbmH0AZZ7qpAfqYqzrltkKJALz24
qf0bqwvVJYLI+xxCTELjMcEVwbKYkTH7VWstrLJ1oCflVrdCUiQNdnSFe2DvzyzDwE8bVsYHEuha
yWJhOe1KR8fylwM/0vnQW3YLq2ygoRY3/EgPtUUf7V03h7c9DTLKd1Or+G2NPLDA7scsdiEadWK3
2Z5CkIQBxcJVD7B400TUUKquMVnUbTLD1X0FwwKEtJG/1KT6lk8H2oA0q1keKHR2d015H8bIyb04
NvdqQWS8MhW/bffRQLm/Uof0XGbwmgm8OLrU1b3kYBlF/ppnOrttakBeN92z5Q8OXUI3RvMQOIAY
JG+wae4dV2Wv1B6otpAZCimWQgVi49KjFE87gj1yz/pWna5zlHkrvGplW7BTGiMA01ytnomz0xDt
QBeUTa+N3s8lzNXWXGTU6oSDvfttp66yVwnbDvpYudaW6FaBxbg755TNVNfelmaF29MWztqt5jtz
bGOM3wEqzBKBcm+1LN2wteZ9HOxlyXusktiPO/PDm9jbZ16xH0Sp+YXZHBGrTcek0J5SLclIiEGQ
48nDcmaq2Ko7O8ILO6tEM42kblJbb8nM+E949KLGQJowkF2ijjShIzRGzUJK11EpffPTmxiVdhWx
n0IdRuBEtqYaTV8Ixx47kr8O7ViHu05xf/Gn0/KV4uqjNxaUPrX2NpK3lrtCytH14Ik99FnlGJsI
hzKnJIVkpknFmEEhPu12rDq3eE42Czx8gY2jKUQAklgq+zCDHd/UD0cq3P334SnreNGuVJ8VSvLo
NCirk8Gev+/yPPAI/19L/X8DXDWYMP5L4OrzVOZxEf5TSv3Xz/wlpdZkHKJlaK5Jf4EdpEHm4X8m
JWoaDxGGiI7ZNQ0HEt1fWmrT+g+VEFvb4z/VNKnY/62lNtX/8ICwIrN2DdLfocj9v9BW/0WhQ1sM
RdqUwmzd5N8xJAzv/c89r0hiS/8bw0ubNoiALkb9wkjiMMrUyg5mh8UQnP8fyHqGROf9Q9D8P/1r
/0Lr1SFBoiObyEtwM30hMbWfynGDGja4o9bJ9G49k9sW3hh++UjRzXyptvFn6DM17zAvNsQurmGA
P4G6AMuqMt+tMUbOCorbbXn6r9XXqNKRq/+Pfyz4Wz433TBMwkAs9V8q80lrNdSbpnbjoG5ZoUNr
SRbh4AkDv5IpsxeGMHLWFbj7lVE8Ou08HpR8IsxouXg7TVBtk5cxHD3ym1hPbCLd0kA5FAj8+jg9
LQc6/gmZturrQnCnOTcCkZjFOk/Y0y73FQHKBSxLgK4TehlpjDIrqJHzzm5erZBO/5XM4LYRKtZi
HsCvaLQAFtR9/JPCsNwekMQeY4m+r9ThtnBr8c3Qty2Q1yVVZVpfCEl/Dou4dHISm+S28vKjrM6b
QEOIEO5/7mo0GZ8xO3RheZNAX44kFqiZCgmBmibvS19hSBvxLMZyRLYcoe+LGoaf1Mh95z7YS/rD
cseSCzGj9FhHGf5c4TaBbwzDjtmEgA85Wi/RD8uZJ6Mtlpttcy6pih8WBn9u4CtF1EkaxHJYYP0a
QjpaLVCYFtX8IhB1Fhz/z+3SzLxtNgbPRBbvu5pULhplhCVIgTjVsRs1JixjuaubFbD8iEJtwgPj
3whN2yOhY1/uANHBlreWu5bDz02tTl4sAklWSt2VKJt4/cvUlHRg6VhrkYixTFpuE56dFs3wz6tc
zoLBIAp9OVXdtNrlc/Lw8wp1xN5/vWxnCXJSjf6jipQW/SveAXes+JL+vNjlTDMzkJ6aDvYJ2eii
jl7O4roEbGPOSLqY8DzHeloew4oeQmOFGau3gGYV6KOjlNoTC8k/7eldiG4Y4u9y05DT4eTr8psA
gLo6LmfLt0O3VH0vAMAu9y938YkjgvL4zodLPFqtI36gQQHTSItgsbqtJJ9BCTh2Xi0tZ0S8KVEd
ozfvWYkL4XAaFkQmxDNCuNGLSdnWmvEoTBgmZTHvHfk3/NgDvs/m/i6Xyvh/fF+rJa1p+aPasnR3
bdDcLH9NufxJfx+WUAyvItBteTRYYmvIciVejC9N4DJU5CXfnOXmchjlAz83//WUzKQL0rQTWUQl
nxdy0wZzXEotzSoax7e90qcRi6xZPjrLs3/dRBqAdMtr441JMX3TZnIRZ5BDv11+xNZmEmCz/uXn
1y9nHdkcSEuG72c1EVY7MU7JujF5v4RMrEGqWH+fLfdNlQy1of1Dk5j889Vy56zR5LVqL9t+P/yP
Z3bqpzIo+QGrIt50KapfzkYzqZqX5XQCNE9lTT6+HGrX+hMxZeB+kDFfPw8sP13/3Pnz25bnkD+o
rbICbcPyzpN2/Nf7bZuChqei3/cRkTqQFWS6jmCcoqnFEKXJ+B3Q/SuxvDQ6LH+93uXl6zK6xyPD
5/tR054Z76IlNOj78Yjon7gxnml9FVubVCA0Gujb+SXfz12etdwuZcjQz83lbLnv+9f942cKGVI0
wRHCPu74BvlFYyIvsv/Vr/m5T6fqLBXM3YfTEpJkYJCPZHaLKwOUyPv7s9xK5F2q/L5mEYFLy31C
io2Ws5/Dv+/Ll3Qsts2+wruRL0lPy3MK0p+mJQlJ/uZ//77lx35+Kx5pmc/39zP//fS/H/j558Pe
jGDk+8akD+tG1b9KRjP8HkyzBqFkDu1PIirVFzNgX5/IaW45CDnr1UiHnEzBFusPQB0sPJL0XEuF
ZJoYKZTaTVDIzaZnoODgWuo9G4MG6zCj8c9BlVuAn5vLWUFqHZLzajvJf0eV8YlFmyDKkdNcIbpc
3XY0rTDEANzByYFTQB50GU3zc/Mf98lZb5G4YhaSX3snUEHb8GYVosXpNtX6urXmfSLqfKd75sHN
+nKXNt0rb8dwIKP7nNi4MGLbQePG3KLmA2P68GBezTRNv//NJTrtOz2vhkkAQzMHnj6ih4ot3p6m
SbeTVTt7dt7dVpcBpUtO4JDjY/4+jTQGpuXQ4B3BUQZV2p1KmpBTQBH7fXlvLEMpyn1ZVPOh1S9L
YtzyLi25p6nTXhNvTih3kHaYC+url0EnPaiVaXRJHI1CpIvh3ktbxGnFhtyXkHCvX1Ei87DkCmsJ
vZOtGsS7sPzjcqh3y33y62DoZrZvxoQ/mDK2dxD6WWhMIW3ttKCX0jtb85461rokmaTHWODsJy4L
xYztW2F0AL6jHzXF0L4P4GSvnmWn+6Gb9kTzupcKUHukz491Hgy7ZMqPg6juY40FTqk5yO+B+DdB
4dwlZlOt9W7UNqol45DkQQ62Ry8f/7r5/QDV4HUqUwYj6fpdDt/fgOU0tlMWwakYpGSESdZRLk7k
6Gu1xQXVROZZBCj/HZ2Y3w559uAK4EQj5ihLIEgddQmM6Z0rLo3Rr1SLTbCWa1/tqObbn6jRJafw
J8GuIBTKn23XL0rzoxq12yLDkcKOfzguZ3WSj9RTo2YTlVyEOa8Ahf7MJ/OP257KYEePSd6delH7
/ZgMQxssylg/dy3P+P4dOe0DPjYbolxLG2zdykmolgcSjQklXU4JPqYuEgNkd8yeFZEqPHBfy1Or
lNXG8qTlbJQz13L288DyvO8fIfHlI0voQy/3OXXt+W6D9qIqGAnkQZ0LpCrLbb7s2kqbi3zDmo0Y
Nvmwo5g8XMF/mpDtLnctD0aY9uTSrjvS+UNsU/PnQdTBLuGqQNgCF5G2dUvWsrnjm8KUrkeHrAmE
L+ylorbc1zWfoRs2W71iZb48zco1bAuGlwBD4Kd+Hvi5Ka4VK1xEH9mWpvpAc0jZSNACPW5fc4dL
5mNP6oyT5m0tdyuei09Xy28Eqe7Mjn67sR+zC9uOewXvJ0XwzUBQE0C20YfvzwkBurV9lHChBrDB
uYkvcpeU0HQ8TsNTr/8ZQK9FYCmJ1kJOmD6ZyVVL/ByrknIqk6uT+J3ONeM72smlWKMEXN/nIrnU
I10OMtdRc27yAPj+Aaqjbd1BnhfeJowPKdkyE8H1xI/xunb2sTi7UA6Zsdcoo8IN1dIvGRTV+QjT
HeUVLqXF63+gU2YheKbURQE/T5+p06OOwIr3C7RF/QbygViiQX/so20EJwII6AqLnKHTZ4H5jdjD
B3Fso86CwxrvUtJDzKtL/f1Xk9y26lt2o+6q1dk6Vn/cVXKRJcAVYvj1fDSO5NG+Tmcowl/TzvhD
S2vYEot0azESYSJ99XwUqwf9Q7srtuKQvqib6glL2AaF2ryKrsYeytGqWMW3zha0gn3LppNOzMHd
5Dew8t7INI+6i0ZQVrWFPkKcPNr/lqL12YCD1u80VtjdBghQsHlDkH8tDggIH+m+mdv0TrmEn9NH
9FR9leeaOvLKWjfb/KUA9MA2+1dXwD7VH9sXc/PZ7efToX8FPjmDHwZ+sOYPZh1yLG+Pxrh3YJqt
JnOrhlt6vYkM7l4ZfpFv7fqlS/ZxdC/CLXi7BsFEvQ92nuauMhBulCw9ZNAPALJRWKofJjhihKS/
w3KnqFvbIHxjgyILLxH+VzBERrKWiGqKA2BL6ZO25EHQJwAl27w2J4IYPF5WccAu9mCPR9B5NHoP
8KaU4JnMkzL0CfNghJz5cvzqcVECKfXu9E1xg0f5laTz9kM/UzOHWZN6e2Lmq3EzPeDSIjy4G/ed
txUBaAPk/IguVsUfozqp8+43foBEvyvSfVVeSCN5rxSSzrbbiJlU/o/teHpzPhy4XVAorBP+I0c9
BSyFxdq4akjKn+ppfbKgg6yUk7arNuWz9RExD0L+bfkmnYP7UN04vwFSTzISw+s2CthUoJgnE3z5
6/ToVUgb9+qZFMq77FX7lPFNYJ3f0IJlx+GPyreyPmvlmtWPT0Mcf2R4yFij2GvQd/T3Yo2d8kp/
LnzkcRgNnSf7bbjLb92X+jDe0I+iAVAVZy5/ZTi4wUY8DDZROav+I1w3nx6XDwkjkFCgnmq7jBqn
6fMX8utpTHfjWrsxjsYdSYsjQNN8L3Agfao34o/ynt0CJ1yzSXvUX8KP9JFGCcLtvl/boFKDS/pc
P5cn9U4SHAkL6U/gj3Gl7RH/zi/Zwbw8TffWg7I3bpPPAjQh4l34xBv1C3CpfQSLuq3BRU1+8wv9
952+J27gQJ5686RHm+EPUqn0AH1vRXrHi1qunV2w6Vb9pn+k7cNYqK3ZFSTTasg2SAAQU6cM2Wwg
7obX/NBgeaZobkOVWanncMOY+kyoPOL7B7JzeOnlFhclImt2v2Klr/Sduy/uvN9kuj/hx93M+/Q1
9+EbV+uYpIuW9uoW656fbcIjLGOxsc01DsQzl1uyo0i3x6RuPfM9PHeoY4AMU5IQK658nZSdCx4N
F6SLP969B/vwzM5zX+xnLlQyLt1bVMgHMnaQKyFJJmYH2iAkPrQJD7ynh+6EKQR3EEBivqnhHrFI
iHRS3ZCzWN16LzVakBFy8Lo2dvAaDb75mFYuzj6w1i7fQz+gvOOHW2jHfvJb3JSE3zAZKOuQ3+jt
rGdtWEM7hopvnN1NeKjPwS4/2k/kDuG7WGn7MV1fnXztnGokb3uUQoJQTFDgIeXIAJH19nO6pmfv
j3mb/iI4x4/ekEBYlzHLxfpn+nOLmoLPMkUaDBs5qoM9xaOjajqNHxnBRXPjitBHdjhByX7dlHsj
nAsILxCkb2EDwcV2WVvvTQmJM6qqhxFLHuogf2Q5C+WuZDkTltEV++9TT4WfmWTDKTXbxI/lc77z
b//3Py2dUeu61dmUdBYa/B7uale2J9f5AhHjZGDlqff3fx8gT/Vkl2bDcTlbHmjb6hWuHqL42gVZ
LRrzGM4z4TupDuFs37lCAak9g+r6Ph1Vao+tRV/NsU3U3m3EglPU8DlDdxix0zsosSAPJIy71CDw
p3A7cHjIQXY9pem0B7fDclotckqhLqWi5ayL5Kbg53ZDYjfuMPVkD2a2Qd0PY1hmg6rysCQUL2c/
99GEFH7e9LeBOmxgRrVrG/Q/6GVZyaoLrdpMiabgCb8uHAbXyViD2IV2SCLMzUuo6HLoUutST4q2
Wyz7P4cl7PPnpi4i3qVBvS5VNmxof4WLNpXLkPtzp4kLlv5/E31H1doID1WIivulHNzJkuBy9p3E
m+rqHn3iWrO1h0w1SNP1KE3RhAYvUTFNBH1FkKOK/9s0GI/7J0xH4iDQLivW6Pk/BSQVfNR6Sm15
MaJRWsV1Nx/zmUqM0TWy3wfoScIp7B547mj1MPTkTVXEAxB3684bgsfF1x3lEikQzdpj1bj1jh7A
eKQPQFCoNhq4Jt19iN0pp25jPedTRWxxNuLkWzpXZkqoCgK6auMugdnyk/P+PvzcNwz47fXgXAiy
t7Whwa1qYszcTGb9qLbtxWHXYziBvR9kIW4p0ckuyNoaBka9nlW5iS2Ei3YpHv8Uk8lAeEXUwcCq
QM5XSuz2xdSd2PtGjKz129SleIEFquAdptbnoXU1dm7/nb3z6o0dybL1XxncdzbIoL/AvKRPSamU
SZmjF0Ku6MkImqD59fejunqqpmbQfed9gO6E6ugcKQ0ZEXvvtb7Fg8l4lqzKfour3fq7//rnA/55
+Omy/nwVdHV65RCU8JNP/xM9/DPdY1hrURgpgN9yGuD+TQFNHrU0nf/+sHSTXdnwh8SYb8ow4UiC
22DRktCh++mwZiIjZvjnvwNzLLf/O4z7/xvGkVz0pznOfwEbvXy33b89p02cVim4nb8zj5ZUQdv7
+Zf/SD/0/+aTjGQFIcPn0HJM5lC/j+QCsgxd27FCJ3Q8wV/gW/+YyZGZiOuRkZsfenbg+X/M5Gz/
bxZpfozjPFyDgqnd/2Qmx8yHEeOfZ09O8JO+6Lg+ik+mctZfBmXx5AxFldGBGAx3YUjU36UG8iCG
9EwqbXM92HaxRQmJfabv37s+KI+TgT7T6m/1bkoc7zj0WLwrhmcLbBVHE+I1p6TcGOKd9Px32Kvn
ns1gW3so1doYyT4MpWhfZMmElC86EdwiJzqCk3klABJgqISF2gt6QtEA8vTdc1wJs1f58PcOQS8X
kIQ8DCY5OggU1c70QvR2nN2VOjbBCGHMMcqNngxyMqrh3Y+T8sYJBhAJ+AytaLzWcTHfDATHzD4a
vjhR51LPHAzQPhYUCjgAVkMhrCPdA/zXUXUyakst7W1va4nHPinTjZ33emc6+sTiO9+NHklR5YRL
SbWUom2XIY2Y8pCBnQy3o0094VpJuXeCWnGwodQgW4mIFTE+5j0xGS5cco2BYSJtmeyV92ZCvOGQ
4UnDyiR4TSyxAESGMHNA7SlPzTBCWE19Y+MpTvdk+FJcFkjRY0Z1fE7pbkj7bJckFMmCDJ9knsaL
rYOHMoAoiIvyOLoUEcJtTxTinIhKKS6yQ/oMGudi0bufuvbZS4Z71wFJPHg75Vkrj521avAjpC8z
UM40BJ5qGvSnw7NXzyfdh2Ai5bsDk1pLkv9yu9l1+dRskIgfl+/aRYz9hFiGuGrfBtyQQG9iMrRR
42C1dm67FFQ80Cv0QwWxvOP4g3TEhphYh7zzroaYRW+iJUSPZlFc6pPQ5iuaWWJqJxGgI7RwjWDb
q5S5UBsMsuvqpTTOcYhkmhQsO3D7TWR53T5zQJTrJKf2gkNSc4GvOpeOgal8d+kJqldMYw3qts6n
u+YDrtvAYug2iMSGNboa0k9EvC9KYMzB+NmV8cUUpdxZtHM3Q5yfRJPQVjDtB6R3N3nk3osiPOO4
5FQ7vNFdJbTFyl6VTJozluYVIcDDwbAjslr6BRcxBtu+hHFrtOEOG6i3Go08uWldvQCDkh0y1n1u
CugSFeNGbIwQBwFmTv20UQuxOraNYd/H0bbs+xcBc+AYR3W27WmdsRJwm6FHQfbU0kWKbqKGCkPg
pvJVc4bxcYpaMntaPWxqx8ZLXtbbovThB6bJY94StAcpWJN8bq2U9G87p1QnP9U7DZ/iKQHhQFuy
eQhKYexrh9relPNX1kGNqmrx5SKGj4hNDSuTe9FpS3RKDaIXjaN0mhu0d0GXvA7uXVR4HQyA1Njo
ubW3XeQfUP1z27xm5CK7FGQ9aczaR7ZIsN4trC4FQJtWzPRSWeP3ZGh/n2gOaN547Jlm7HxLUQzj
Y59z7ObJqGnEJsWmx/u01oGAsAxCIqPsB1qr9l4U39N724VmdN/qcyTaGYIZHle3uPVhTbIALOFd
UlC7Yq1c69kdScSGyx+6PcCzFEtQ+x5Os7u22vdx7PGkgKCZYvPdnJcPKKYngFBi50dIgaHqEv3V
xgcjqPTajZvPHvH2piypa4tmPioRihuk9TC/7ehhVGH0lJQF4K3HMlH1FtDY+9QnzgZJYXwF3pIX
U+MuRMZsISE4pwNMncL2z3Yc6Stsb8/E4tLydZ4jD6CsR6tOD8ExzZPgXtsUZxKy/AinhQwHmDth
XMttkSCSHWR3g8Xo28t+Sw3vuZgpDcuJ9oCbi++hr1ZDSe7S5BEqYbjmxS/Ldju0n3FqU1C6dY6B
2zRXC8PNFmDdQ/8DLi5y4gl7dWizYHX22s6CZoOv4hTgNNqPNTp+pGzxvbe3fNCenTFBzcAyuk+a
tESwTlJoB19aG0tXQCFQ9gdMsfb1KHuXQFlmG4nzVEo0n3ZCLdJmYOOK9CpaoNF1Iba20TGQoyNX
ppZJgDxGE9vvT6qMn5R5aAN1HigXRikDKO0Q2TW7ZITk7b4MzXXukG6mZDlcta6hN5a7dXEpt9iG
F8/TdtE88t4wNVI5TQ2PtKdgqh6xck9APmIK6Tx880KsJ+VvYdG9ZoGTY+xT9y3jzCOF6gxrA3/5
uTBvMYh5rHAsLx2FYuIIRqAdxPkU6gxMIHLC4aaso5Aja1rE18qNzLuiBy3n2lw76TN7AYik3Mz3
xBhatzoBANGwrQ2lurPzNrirCbAvAaN5jl+9Qv5Prj18tOyR6bHvKrkpkFjfpJ48tYfK9oyzszTE
Ek/f0g5nh9TmNdiaxxR/7RVau/zO6E0eCHE/Gpl3SGR7cDN/a3X94+yrJ9chdSTiQonzF0pQ8rOC
4SUEuXWFZ3uHwXw61j7cFeXZ+zI25s1gh0eVyvmg2yPrqtpNRnsFVPscDAmMleBaDuTwKL+5DQcm
0vW8GMJ8/h6I9d2kw/vZNqb7qFc0vqf5q5/oIqSQ0Xbcam+yGR76bqKVGXP9h5AkSsmFyZkDVWsk
cMNO9lVCU6Xuuy3X79kd3E1d5xT0VZhs6kGiIZLfeHYB+Iy4aPuJoCQ4D9DRKXm00+xSFzRwPQRX
bQ69S7fJr3K0Lw0S8p12nIeYA0haZBgEQ6ByCUE5YY8r28Q5Hk0d+lTiUmkBXKeEeW60mRNi4+mT
r19Brhwi8C6bEoSER0yMO5J9ZzbBNklF/KZ8v138Z/nB1HhI6jl50jWNlKmEpR2l+2EO2eChKYTt
+OI1OUw9VV6s3H+B17bjB6/REQ9Qtm1pkYTQVfB5wo5eZswHWlsWUWXpu2vMw2tjQkdLCMBuAig5
wr721IALOuAdM5lr0d0On3RFEH1K+JfwHLEL48HaeD4tXtxcz2XBucvziveMNHi8X+XKVzE2F1V7
a8PQD+XUPRe9nslESKBAdNHGnxUxpmF3E480zhBNPqnQJsI+Y+VqByM/1RkIN5/giVM9AkHH7yDk
hxkp+9auDDDvGHbGdMzgm3XHMk3uU0vSLpXuu9Rps7WaGYonDlY3Xntz/DrJkBVRvXmNcckzXDx2
EkVwwPECR6PRHiY/ObUORPWkmMlPWPRteLXvo8D6rSyp3BxPrzg+BMeG4xNkbT87ypZ02yBDmRa9
5MuF2ohs5/M5HzmtFDcBCmq3Yq1LB1IhypZ8MMA8chvELkDmXE87NdGubpoTKYfE+GJLyOmcjkMh
9/RIilx8GPAVmTTIYW0I86ON4RmIGiuqkZ6RnEHlLgleLWepVsa5Mlmiq4FgHDTBD8i+zhYD/ZXb
Zw/ZfKvq5D5y8nLbeVjAEoQj2GzBlVgzIliYkxeyP1Z169zj0RUbEw/RpEx717TmQz3q6haz7tpP
OKKHAfvYACfdFcvinjlg8paqoX9wzYGEurq59233Jii7E2g0cgQ03L/C8NheIoV1wmjJcHZnGyOR
Ng6sSMQBMZX8VTrqhSMvZ7sWN5Cta3xLsr3rK9o3gwWRzKmTo3Rsdck73P2VzvqTVdAybW0j4O7m
/fZJZJH8mzgcR3RQ/dPoW4BLKgSDaTBGu7krJyiTGWIXmzip0Y5xRI0MsjLR04T7jTUm40zel2+u
PvoKWoPdPzfgkgn44JDqiFsd47VzeM2rYSYI0JLNcdLMTsaQ8Xnr4l8MWFd9/JEraczogCZanp3h
5+cswsLCOUmh3hsJerFlf5gjhle2ESdbj5THtY6GZwTy+9mvTsjoshVe6uE1ktmnDjiNZvl4bhP9
3dska2cOiFVVuncmxcaNS+4LvhSGHzEKw8iD5bV8i+uvjpz26A3pR2vrazPgGs25ATZJIT6S4sYo
XX6VgQUT5czL5E7fQuVYL025nFgrEB7ipj05hruvVHWqLHg9dUvKi5s1SzskYDKRfMR5Dw03U29l
2xwDb2Lfu8Pve9X28p0q6t7T0/NgNDsTk/ZGiOuyUG8dTv89Ah5SkubwodTx3o3QITKrTszMwUJZ
aKAZngwfiJN4DwIM8CGwN1A9hQD818TvJIECCKSx61i7mPLGd4aTyDHVR1a/Ia73CjkEikL/mJYA
rbCu7F0n2SyMMS9KPgDZjvO8nane9Ch/SaYjlhc+Of6I/WMLluaCe+KT0+cvX7OGOCSWGfKXsE6h
s+RT0udnawnMgtqgups7lj8/uptjcV0l8jk19FYy0J+D9s4JY0bshQ/QAvhQMtO4J7FhlWTE92Gd
pLVETU02Aj8qK8p7SSdbe/YVZHJ60pFgemqMZ9dLwG40d9ksXqumRswx0BQjSTBihTYiEHpMPar4
tnYZy1gAQBAngaBLsFEH3iJyEPe1aT3bCpG8g6Ypzt0PEh2juj7NxhLfAzAS+f4JbdV58o07ERXb
1vsFC29rYG6MFyRZCzoeS8YsZXrz2qTAXyzbvCSVSVwKqzJUz1p4LN7OGfnqm6ohxBCuHCvsL/lW
GAaHQn8bj/mbG7qc95T70ZfhDedfsqWSEW+J038CLNnBP9jnUQJardjkamQr4CDgwdPjaOdl1a0v
CNttk8/QHe+LiGFRtFgHhH/ngkizpb6kqVirkqbB8tFUEP/dsCRx/hAmFO/MQAw4grDj84015Ct/
9JlskPKIDeZqrMVVF9qAEiX+XQgzc0/CJWv7wI60vOfGEFxILUbXlVwieULC8e6bkN3FBNoE41Pt
MsqcwrteDM8xPUvZMlKMMskStKYN8sSx4pnuRcExiurZSKK73NM7AgnwK2nHfXyQWBKuK8PqQUwT
WAiL/i4fDcBFGKBqOi4nIzfNmxTkqVkj2+g0i4ZMOAHM1FHQF1E8GoxivGOsl2FTi4ndMdTaDvSe
vb+/iu3ulMbmeQSQtGLjyvA6lSdvMB7TWuwgwTQHI3Luqq5tNlSAJEoX3biFAXBdxUzac591Nyy3
Ta2+a48nEDETsLmH5tEvzkhlXsJSaxxaAwofOPJjzzxyzgglnA3QQOSF5QzvRS8pX83kveFYl0I6
i4qa3EkruLFjuadzxTEutm/dBO4+5sHg1CiOBTCWKeaTE2fHD1/bHwaqnoZjXDawWyD9YNSrYNRN
S04fJRqZOSkZcfWHTHVwLB0Jn2MxO1gl6JWwvZMxg//OqF88L7sefXzJEZP5xhimi5ni0SdJOYyq
Giqpe3Hi4MTWd6ftjJm6CdVuMi6eNs69PTyLlhZM3dKtMmW4M1JxxoPIvljPbxYGZ8SUmIu7ADsW
qBauy51oTGKUS1Lihio/pWYQ3KaxdZ1HgjgDiU19TpMrIy8IPiA3r1YD7SauO0I/+n0ixZtd1xyi
5aej6SSPkOcIhnGPtulvM2Gbaxgr73VEy5lBfjH7N4D+awQXaXep0vwYhdkWBU53XdDx3LhmwhBo
b8KfXqWYQoC6oO/zwI2AjruuLCBoY+xQt1vDFw4duS58YxkSAHWVLBsWrc5tmQ839qDJ+vbFNTHf
3GTjY4alkONWBMmme7Mg2yI4GOjKNajmjOnoWgjWY7e7nhIabF0fvcaOt1LNko2emztAzpipGxvn
VjPc1lCQqEdpTqaYwKgofis1NyiMBypJV79C1aVeGB6LwiCwrWn6VVpDm2hDqpKBUJvrsJm9HYO/
+74QFVliImfW/hNr7e9Hu8sPUJCo7hDhsqf6qyIQNAR0S5XA4SzM2GwHvysABbuHCVtekxSAkUp/
6ziRQR+F9kZpTfph7L9qeyAApK0hRXcD3Sr7pHonOFoxmILQWaKDe84F5XjTyUXRINvbIWvu/BGR
Lq3Y1TCCgcNUkVsK1hmtwMzLvubRQ4tMQQdtz/r0I/cbCla1GwqMsn3gZ9damo9N2B5MA3MrhOK7
zozv7dS4jQIse1HIqHTJh5NUOZwFF5IHKSQMrrI7WTifaRtmmyDTN2kND9WKdrlollvUJgzQVxmJ
JzWT2RxCpLhEM7xN7fODSScZp+K2MGlfVll3X9T2pWe6uKJt+1YZoAVK/KydxvIZKlhfsWmcImIi
I0PuUpOUw8Vc2pp2vndLwpn8fQMgsW5j+rGEucowK7dOrqGR2e26KumMVsjrelLpyPv6Mkzx5M10
pIg0A0SKOG1PQ/UQaYD3PnWHkRKG7TcjHO4u3cuYvE8Yr2pb+Rx+xx5ryBI+Jo4quilgmnaN+sTI
LeCz5Hiy5vE+LCZsx8tD3EqBtq5wd57V3uFOtQ4psdVGnnG2qKFID0n7+1dN3MywFZGRw3MzUHnR
Q0+pdTZuQO/z5wFojnc1OYJMjAm7BgnLfKcLIQIJOI7rljXzqo/J60B/3R6hkSmyqq1bGjLuriYZ
6WrBI29ozZBJtoyNnZ/5chwnUMU1k+epWrS2drygKrADwOSzDs6UIihY9PaYOknuK6f9j9YSXOzv
2tSh41ATTNjH2cAg9cCUui8tKDDA7hqQfssM9+e3/8g3pQPEoqpDFDgBFfvP7/15Mj9f0RKv+dh5
Ln/8GadQ6DZSHNpFI6kX0t6wUPKHZsYdn9D3oQ0tripP/P6QVJStTFZe7GWGOC4KyAR2I3KQ5Us/
SJkbqkUSGaQoH9OO/acS7o1KTb7ROu61BoG0585jfJ9i9kikjlZWCtfKWkbRPw89dw3pcOb7H38k
3ADbTiX3Cv8l6rf/+Ltygv/+x38i3rQ2U8fS/sc3gLwQhLgYNGrJ8hYzaKaUBIb9Hw9hQ3Adz44/
XESyCgQVQEHugoBAssVBjiUZ21/VQqboYkFyUqke/SIqT3XMeVhD+h4HGtjoR69Lv0LShZCkMPW8
tXpw2KYu7U1DACHY+CWH4lgDBerLvl3XFcVKFhoGC09OCGSc3pcVG/8w9eZDETW3qeSMlLGXIvuc
BfvpkN74gAeJ5qPJ64kcV7X2vmdhdAdZ6SM1gXvTT+RjdgHEbrpSxvgoYtWtS063dCFxYzjBZeA2
3FgGXUXIM09T1g57Z1oEDJl1nTmw7QQbC4pTvcun7GLhHL4xcC5Ly4cAniODibFjzgzwqDMHsSWO
5w6nTYuCChRzPTU7WVXYmhSil9HOIEvA6ZY+EZgkgaxZ5ur1rHusDb2JjTk3D5U59Vd1pH8po3wy
x1ZsMTsvwo5+KO+pEwEuuRLifdRTLpGNwCJpMw/aG1nPQ80hTsQf1L7FnTSsdOdFeGDjYt1XzrBp
KvmlRA3w7TZ2xEHZC5d62hc+fc/SxYEKOSpv7O/S8B4biupCyeuimIqjTTqDNpwI+l92sm3c9Sqc
Vi5IAbRDntOTaZhAj4r1eGkn/yrLL1ogy4jt4Rz1zkPYyOMQZrdmOm0A6TzTjKfer6aRUrJ6mhxW
3JkhvQZonZTh3fJrZWAxKiGu2fckFLs0+6pwvGs6+AziptdIEXwb2UAgzfLRdfwXx6gGvg1wKTFf
q56VtZ6br6GxX/GV7l24AStQvvhpRPsrmehh1+Kx6W5qeJ/gIy3IhVP7sry6tUO7AWSOhyV/7t59
Hd+FkCnc2uVZJphGOE90+pbwOio3ghVM9yIjzj8ztwdEyGofSfNJdSOCfChHSdp/tUPH8Yo6lw44
e6U4StMxrtvuIrIx2iJk71jPEEsqLMKiIdCBQY2nSmgaafmdI8JlYqLrTTWtYJeSHwDRm/TQccHt
zlBMp4sU4acXu2B2JT0oqweGmSNIPxuTB4RpgKhQQ3/ojATPfrh34d8tKW3u2gYVf1BJ6mGa4wjt
EsNtMsso6gpPdNP1YFZ4CRWTveWtY1BkvyuIA9o23m7LmioVpnO48nsX0j6MsM57tPpsz5QSSBkj
uEx3Bv51et6RRcM3AknhAYdYPo+mTqtdkzQhKoj2ZE3Bi27Md9ZKe1PV9i9dNwG1LK9Z4WIg5+0z
byaQ0cU2Fk28h+2x8Lyai+fkNBAmj4MNkXSVlLthUJBv6Quv0sy9wRSkD55fm1dFl31MFTwA0d6n
Xvubn9MInWFfT2UNPgJZ+zoNSbTNGUSYfIoAMsG7JfbbLAM+njBAnB3ezKF6iHr7ayg1LN6InivW
clSxqOccvli+laa+QnaG4hLKKsE1z166BJikmtuxfm586xxOIBzcHPly4xh7aIwUWcQ4MrsnaRnO
gwOE7BgSPdzmlJRl6V6YqC8RjzR/w8GncrMNuo1qa2c5isNWc3RO040iDmSGEkaiGtcJH0nQXLt+
/WIa7q1DaMuGNkKWzC+tVkfhDOfOineQ4PnN8KjWedofDUJHDtpLLlnikpHhLbnCDcO7wHD2MbQv
riBQuCmQlDqn2grFfmphmqZQMlcBgWP61UjseBcFbOaoQa2bpvHeFEew1iVfbQBXHMngQYXeR+Az
ueGyqez+W9TzvVR3vgD9hXYNizvX4vINXC4MghX8eC544CDbngQbw4mPtkNER1vTnOid+zz3QQtk
762ODyHQYJ7aTG4SvTgQqndTRCeGw4LYuNP4lNQEYGS58VDmxY3UH0YMhzPQHVwLQCwqc9YeYBVE
nwwPEZDbLbGJLlEaQgbIZXzQl7ZxgOt7S5/q3vO9OxAT90uOY1V5mH7t88/vnTpCZU1AXlR7xa7x
64ekhTMkUCVYM0dux0SJiI0lWnFA4kSUT7veKZ78hPBkcmda1ATTtxF2e3I5QFTTU1kBfSWnVqht
1j+0RE6utOljm2iqE4iEB8+CSjoNzb503kP6uBC+3E/JujVMTG0b9ZSpbN82yULmvLVDfZUmrIpj
eBfQTbI7GkVxl7CCOei4YRGgFnrrguC3oPgwa9y3zM4u5ANtW4DVJlR4MK5M3RvzwOKKGaShwzqa
B3wQb7RxKRYDNPhBB+Wu/WVU6j2LywfEFOcG9VEhnfnQadJvdenPW84gN4kZX5mhc3FNh0xO3rOS
F8DZ8ghSo9iQxPo2xagZJjrvEimFZAyzMmifcibH14lwkMwExoFoz2gZ94V8ylD26fTBdLtPM+aM
I2AUDe2+4D5ho90XnT6bbAZWwsgGDpusaRNbSx51IK1yrSym7Q2g6mxiJiYzsW/MmRZzLU5QWgBP
Oq9qNpfpVXRdkysEl3Xb+1NBlcgsxXQBWkkywvVLm3fmWqTpmWQvHM1kcg5d9RUEdJAWUF5QAD3s
2g81OW/lEv5ScCzoUzJk9S/wq6A1q/Ges0a1o3702QDSEdFx/p509i5kOgGok0FD1Xy4fJ5RMAJJ
Z6A/1tY2KKz8EEyPcWZ094S23CD2FqZSCPZGm3AOciHYaaoNddu8hsl9Vdub1OcTlT0y5mpIuRLc
RjGnlK809DcIk0wGXrBUDCt/7xSKACBtJA619g4s4Qkf1sTmCd7XTcGd6YH5rYh/tUBMzUldA5tg
eBEslJDcv6bzikXABECUHLPReR806v5sugST9U7TrCBEWe+NEE0DlJnP5f6O6njJNSFaciQ7sxTE
uY6Od3FM/6gTgk5SjyncYE8LhQjTcuOhoRRg9+Kih8HfuTC7cgpQYXzCjfbWrvFcsWoS3dqvvJJz
C7G1L0gDDk7lNVvTswgzpGX8c9z3uy/h0Z/qYgM9v2EtW/O50hEHFcWSidUTteSn4fAsWsP6aMlc
BRS8mUNSxEkR8xDy4FZ0Q2Qd1jHn3x2MK0XOcC4qcokB+FFY3ZlLeFnPpMQm+LueCf+ZawakdXQJ
U7iKCXOBOBpPUx49d6a+9qBsby0FY7VPWn6L/J7I6SCdZr6vsnnvk6a2asv8uqYcoqvAKKRDRevb
eBd6/91u05loX3fjj5lFIwlNbD4eqhITLRN+0JkxynnaIDDx7YHUefdFkTFwVG1Jl85iPumnL0rM
555D5D4KMAGEIr/nCIRGYfJfEd4cmrkJQaTBIInMiVdkM+Pup61lVmpb9LcTzVXdq5Elw3sbaVcA
CWFd4cN1dpWRPCgVq6214PIHqN3Q82so+mLB6Q8LWN9AmLSA9kXgx3sLCzDvfn8VLjh+pjdrn4kr
w6Br2VJV1C0xPJHGWBmMT1wKgE/UnXCB/CP7uSd+4mlY8P/Id0gardjIVNRts3GoN8jD1IbDGn6Z
ilfOEnWs0A5FE32ftiUoFg01xy9F9IBeQgimnziCJZhAxkcQ/ikJFgiDFdEFeliI+x1xBg65BuES
cFC76alYIg+YOZuLCf/BlfaHXGIRTPcY5rfNEpbQk5owJsQnMDLrljiFuMO4ObJhlUvUAlTIGb4T
9k9cbyvyYdBK0c2Tfck5MsHqGI5PHW2hQVQPHVkOagl1YIb/3LVQY233NZSfS0LexmjTCIhi+lCS
C1HZtOkaZpbTEhmBmTAgQWKmJ+IbtMVquvdeT8hEQdoERCFGSimWduDm4boW+uiSTSGWkIoimvZO
Zj45xluRe9/Ii9fDEmphL/EW5FXfzEvgRbhEX+C836ZDdSvIxHBcLusK1I9Bsy0jNaNc4jMMjyCN
nkQNDK+3aNbNjbOEbSSkbkRL/Ab9aNKZlkiO2TZZE6dqkyxxHXxqnG2yY9tPyzwQ+00RLSnI0PeJ
+kCNvg/GZ9oz9AjROu+CTn+QQQWOlZyQYfRfLXJDaEc8kWbCBrdEihildzsuISPt9GU1dGSX8JGo
YWoTF166LpdoktA4zpKoknwJLbGW+BL20CVCo73LPEhMSd1UGz8nt64iCiOkV0/8xPtMHoroy9cB
a5lFTkpLXgp5jszlYaNyoBpODMRP2Ee9DaEI3j2zWZ/UFW+JX8mXIJa+J5JloPyM5/LQzv45SPHY
lrO2YFkS5OKR6OLCU5MkvJQkvSRtuteDICButD6AnXZYNBH+kg7D3hfva+upX2JjGBMjPlmiZEiR
IiG3vMuWkBkMlPdhJR61/9VmMIiXMBpO6x+y6/EarCPZlCe4ppxt+P+MZAk3FLnrEWBe2ySurxRw
zivhXDHuPhDduiWmkl56ax6o+gz6ftuBQqwZt15dkmgOwrIk4Ug6jb0JTVD6WFaivvpNVXm9DXsU
y0HqfTjTSGx5CXNUp9ZD4pjdcRwwz7ST99p/BLVIDrlimkSLsYdFs3KXUK6so+Sq5C6JKGnz4Slw
1SkRXroPApw6c0XcuXpKwR/u4Yc9esLAUsv9y4GvyLadkM6mH5N218BM26KS2YuuY7JWHSy7G9bM
tx7nOBLcrGe3obNuRem7F4j0qIU+t4QI4vjrsaSMJWkPKTSq2XHhwGn/wXCntedheYYiv01oryCn
hFJZN/06HZ11apGDKcDN1tOgD65xEFL39+QFMkDMNAo9zQw3llvbHL9+1Mf/m0D7rxJoQxHYP2/V
5/h/4+/6vwi1l05Bm75X/0mkbf39X/0jgjb4W2B5ImRCGTi+53rIrX8XaYcQlZxA8D/SZi2+8wc4
ybb/Rk6qMEMv4OASihBldYv+J/n3/yP4gbQ8gQMIEZp4Y63/iUjbMvn9f9ZoE9Nn06l2LNd3Lcd3
BVynP6OT0qkZeqYYzbFyNfDWpF0cw9NFzWCyJyQYnvCMbZXAyJsaFCMjIyr8/ow69MZMgEwnudih
TrHIbMgRlbgT0/jT2PXufROVT+DNQF0ixamdwCD1pms36CMC+iWKFPgxOZYWfjgH3iZhAVeeaH4V
DiyAtgGLkGIT3vQNETXNS4C4QCEva1pa8/ROZP3K8jvvqszWxDXin0GkR93EAmwQJj6HQ78bZ0jH
cvE/qp4Mmd7ck+QdYsDkSajyXRVOf/Cc5tIoBoEN+QLr2sQ3qfFmUw6KfQy/G6gyOivQFd+dr81j
jzi8AGu49XvMKtKYdiBbafhUxbss+QGNnK5GNZU74qhqnGZqvLYCEiKhFIUB5dDEJMSqzfUIO3rL
dPGQeeNXG/xKrEYiWTRi5BuesWbhsnd5PS4Hctx3g2XHmxiiLGJ/pDoW3JgK7v4Kash86Mm/DWIq
dgR+b1Pu2oc/XdF3f8da/VvVl3d0X7qFlvVfLxAHD4HjcpVwzYH9/s8XSDYFja61lEdphxezwwD3
81AELQ0yprireOoZWRT92ex5Ug6NrDn1f38z//lz+QvLimvVwUZg2g5eh4D1esGA/QnzJQBCkLuX
01c0GqxusvplW2unOdRGfxeL8skIq+8UVMI//63Wcgv8ife1/FrfFhaQssAlTfqHB/anXzv3gGaY
fxSLsgnSNB0KLuyFAJtkzbbrRLOfFtlORlImomdkREY70BIcsDJxfx/Rmj7/82ckrP/mGTmhb1oe
N2xgmn/hnWWmaIeyanGNJrwRWWU4azr1ggDcDllrbdNoIWDYQ9dJRZJfD1Uxk9xJuGA2k+Nqe2JN
Vuk34hIs6d5s7cO62P/8KC8iXNYWYDmi7PGfP2l7eVJ/fRsRvHiBA0XO84O/fHoxd0AKc5InzdBz
l0LC6LJg2nbaIBgvQ7Nr+pgV7EH98iwo3CrmPkwjxoFOaNYA0r8UXjoS0QBfMM6jeR3RaVVPRUQr
fETlUCeQnzFGFCr76Go8DQVUuCuNkwkg4fQR9u0t4m7eCJF+jcbIUdKtgcwn4gHeZ0cfIbz8i1e8
3Bp/ecWQpHilvk07w3L+8orHPC6IvjLTY9UNR9ugHm7gO+1jtOzBLG7A6W3DCtmSKZzsivQ3dDyG
Fa2K2UtxKcM8lihGG61LqOgILM3GBQNL5T5ithTIgDSJJkCJb/sIlr8nWQRCSRhoVUTvobTQN/Yq
v3JztMeV27+repw56iHprXHMqMhfp7FDBF30r+6Xv9h+uF9c00TPRj0e8uj/ZcVgbulPZc8xvGvC
Sx32GAOpH5uo+DB6JOnqt2qiy0uPeDtCI0Xa7jKS2NJHAh1KQb0hNqojVmVdglO//RcfyX/33Hh+
QgRuEDj/j7AzW45T2aLtFxEBJJDwWn2rvvULIVs2fZtJ+/V3IN+IvY/ujXNeKiypXCpRQK5ca84x
HfsbDq9tglzoloDkZjqYbSZPc169VWRLbBrlPdUGQ+HZcLdfywEOEPABBCmXEZxYgUB0PfRbA5Yq
ey77h5LxT2eeQMFRnXNaqk1Hj2BN2x291tz+cR286kym52A6ueUZTN9dE1mIWGxUE1XaFpuluFYE
cG0MrB61VTMwTJMfiRN61//+Z/9/bmEuri40D5aH5tszv63yDNSHJPLq9Dh7dNjdPL1zFOpcDDEN
2LrkvmzExin1foCkESBiRSlE/JvVxA9p4RSwc9gB/Y+39G1dgUbI24DhaVLKuBZ4SC6ef91VncQY
rB4R/TFG98G0cKZF5zn7tigxpkvnGGs/O0RIv+3Adzca8XUiYTIrgFj/450sl+G/LtOvd+JadLwd
X5qO+92mlhJWY7QGl6lOQrpjnyoejeOSBr5LFmGVzX0oI9XwNNOajRhMVVVcH3RRjydwVh7dVPmM
LoNJJAlmO9d2caPZ/+M9iuW8/H/eo/D8wGPl426yHM1/Ha3Oy1XrVSO3EjocgbaCU2tkGyeoXgzb
Vz+IOpwjszjLpAFZFCNCmhFUMEO+cZPihoLyM0uxAPv1Z+YG6eNoEfHFULVP/eLONvJoEyLoXleB
U279uejPqW08d6DFFiuSuuYj1Z7fkr4g6/959L8tC8vRR4rDmm550vbM71ckoJksaQi0P5rOxLhd
k03Z9NM5WXSVWjFlEXrkMsKepRn8Y/PARB8KIEWuggViS1B55UFmqfE/rhn3W7WxvDFbOhxwtDDU
4v63E7QHNVzNIRYF7GR7qZmFqLRKWesnGtfI2seUtOwkmx/8UFjLAWSnz+MOQf7Ixp4iFMFOSxLO
Ro2QTGARbapayKNjT9ZhztVuxhnuySG/ZUBOXESPaBZmoMXsxTskZMo9idG0VjgfjY+qqIEl92qd
T/pzxBqydeDTrUOnuwwOvdDKLe47VNS7qUoIwqwy4OV2PK2Damgvsa8/EaDM56zrbko7I6ag53NE
XNS4tf7w5/Q62nh7cvKC4/wQ0HbvAoaGRjYTV4mWDjQRYgb0wMb9f7/0FrPp99N64clCgmWHhE31
2+2YchUfpjSMg0P5cRjAheXI0Ogf8Ifnncu0pejvw8AL137Yl7uGfJrdXMBW8JgwVlYE4afN0fFk
o3uUjti4cZHeTb65mfqqPrZV+bsSTrMjSeyVmbhaxKlM3ILWpT1OFBsN0+ToawfkdhYGu8asb+u+
dd5rjOchVHvHvuDKYqAzB2/4WJGztWgTRRmGi7K6Os1AI6uYlmgOfY3aabk/jGdkYuu6G/4MSmJf
GlyoqQ4Z8bBbYf+QWGVzLX9AJbyd82Fa0yQgIFoSZa2C6KAzqB+JAcSWOVV8oAd/sPyKRghE0c1A
aqgbGfBZqumWdwy7p612MwKAkzPDiKnd4C8w+e9+9u7vDeY/qv9v6yUXgW9y/pvs3KhVaT/8533H
DEpYDjlHyUiYDetS3aJcpWczMgSerGmfunpb4YdYNT4JOOZYPnk5kwzpQ79xLfIGpE1KRJUzd2Z4
QeaD3v73U+jr7vyfd0Yfs/JSb9g+j983BYmBRzqko/m3Fm6G/rEII9g9Jmu773PEucxICiOxPKzm
Xd5S/0RN9WNKKJMl6hlUMdHBmZlOypkN2P94d/QLvp3gvimlb7N1cAMSmr8dv8lXrnJG4j391nYA
apjBOuqI4ESzvwvxz64hCU9nw9HTuSwSQRf9AATVhseyLHoxWT///Q2Jvzv6bwdMoLg0A5etFG/t
W1Wat7Vh940dHkaRMyMVKnsAXgRVHSJMXxpv/Gin46S8RAkZt0X9O8jt+kNU72DXGW8LgYUQGrth
xOBvZj8+O9VvypnuHMqhJE3Yy3dxIu7CYh63Q4wLyuW2uM57rgogwWLdkw/QQYrtY/xO2RjdtTJh
S8VVfeSjvKaj+kTYl169tKoPSs93oU0SEEL08MQIAzdAFPlrbKJi77XJzzaN48vokqmVVS2K5pQq
2A28E9OPu44K4xQHvM+eFBKQaL9MAB49gmZAmY4Yg0NTRmdIoWKPY1jt0JQgRzKjh8DDSkNYEPji
CB6aHRbJqU5DGEfVPOL9VH/4uNW6ITNkRxz6p2hrsuIRuCAhI4ZkCQcsCXI/mGhebVyN5ypKrI2M
nfTJ9t852PFVlDTbTSfcSRgeDGOzbO2xgWaR8y2ikrW7DfNoeFm8N50iZSQo202y9yJ749t1e2ZB
/WHIYb4X+DUcSUvCnZlIFkPsnvKlc8HsPtlbVf4usXCfk7zDeJ4U1LNFWJ7m3nkvSAqg1kvAQ8lN
Tf7gFafXeC7IBl01rL6HoPNYsbqcTm4cxvuqDb232SZNhflo3E9HXdh/pjkDQZqnH3KeBvpAk7H3
FQEUIy6Eju7W3huEs3njJngD6i24EscK0kuHN/mSbaRLxpFMX/gk/X5nB6lN2lRRwwBkKlPLYEBp
PjZA0Yz4rrYL4pyd8hDaOK7Z3diA17iqZ2bxxxny6kYYIaKhSr5EFmE2U13eqGEkIM0ThJoiqloT
xfTuawQfaQRMckoC0h8H/1fsECdYyiHDS4C6w2qQ0BYkEDyxbS52HkES/M+pXFkG7Nyw51yOy0of
vXb4HCTT5cjwLCT5Nf7nciK8ntxImhdXJhsRQ1aF2TwrDsE0PDtQBFYUVdHGm7tN38D6Umymtr3N
dA6F49kJFG2hQTGPUXJvO+3VTPMYXVLAdDLNdp1XGhvL0hmTZxT9Dmrdg5c497bo9U6WSy+8I0Fj
rha78Yg2C4ledBpxYc7d8is8eZF5Zd6bjXWOe7aN2t7+LbrbMtwhhZ+BQxUI9T0pSU629mxxbLT9
dcHIw9pilaTz1rrUiJLedyvFuCe23t/Rc3kNrVJulSJhNoOQcpfnqI9mxfIl/Bdglsl9axlAthg5
7MIKe31gTZg+mBfCFXu2jWhErI4yAts2VHEKJljImCLHPrJ3laeYP0fhhcAs9mM+SZkCdkk2Pvbl
5F2pgeq0gLuHDnsZ9NwGpCIzov7Vm0yqZid0YYIG0VUubxpJ8S3YWHS2FV4TBbhi7bFL3mUC03Qf
R80miIlsrwkYx/B8Y0+/vEVR2TTWNVtADk5aMSJxYHvh2HUvZllhUOsQECRz/+QU9iFmtHnpRwFA
zmApD8z4oBUpEyWdfSZZ19AbNBSe2Lw3xg4NIn941RbD3ur9dgsGcnzxaw2eIp2fM+z91I/GgSz0
9tZHxkgERBK+xnp+IbAJFZYRWFdkhkRfmGgf7cTdF8MsXmoJQ8uo4v7cC3a5rIZJnOW4lcNdjS7n
4gnG1oyNndfSjjCmiLQ8gxwQ68pQ5nsTOoDGmFwqYiT3bN05Tj79CctR8LSIP7Esewmk8H9VA+6y
MnJgvWGsXNP0eWgjK3j0oEiu2im1z5ab/qhzTQ4Mlyul5M0kky2FBlv/Zn5zWm49zTINyYkLa8Pf
iOdT9gHBp101ate4ojsKZfS3ycxcjGSV+z5THmcfPAu22exwyujQBZB5SjA9XJYHV8ZPxTC2t2ZV
6Y2TiJL9OGPXbLjK8JaPMgeh1/6UwejS7bXqI1nY6C6MXtzQJnnDy7oqXK2QTifxtSjzc57Y+xnX
tBtzDVatIDIIGR73egW3N1XqlCPvhv+zF+3wAVv0RZN+e82QFG9gCDU7Qr9OCeKDms74zderjkpC
b0z8cJuNA/IDX8Q7x/rhjC33qgFiAFLAvT0tvvPSrK+zso9CFM5GM1k2bOK+UP6dyGPmFCfVe+Vb
Q7mr4/Ocpu09ruAK0a44IZa39rrrH9vCS3d5JJp1EbQYmCwMoTPMv3pqrduYdrjs/G7NlCI/DbMG
iCha82gFlXmIogVnaQ5bAzk/PCbSwXMvP0OJXncuTdewckiNLpvpOkBJy2VNDS36txyQS0Hzhh2L
WGHXvRlj8ujSlg84AW47FC6W2zZvd9wvUBLlKanbZXpbte6lxO5yGWJEkEkyEEVDsgSqs5hVjUWw
KSrxGBPE41hnAwEOoVEtAO5qO5SFf1H9obSEPDgNKgLO2CMkqbc5QI8WS2h4WXwypUZkUFACioA1
ug4qzTayAwRRZghPn4KY3UMwQaIzlAUgheXWND2XCHIf4DG0/21fQ4UR6EfOprckRbYgRWPbWpVQ
sQ6WQj80IIAjj9Z/zsaAuMwYqZYTn+aCJhc+tI5ZHvHYONPP8wAGwyDgwMzijl2467GP6daVF423
OVrUfTAAGO3/KG2md6gWH3IHdpcqmKFMWdxs8mxCT9xnp1a5TK9H/CcyRRuQg1SXzHBw+HQYdoqK
jDDssEfyn178ZPgxGK9j4aFyXASwzMixErmP2TLw4D5+5CrAahNQGeIVfcbW25LgU0p5UILn2pFj
Xexi6/vJY0IEwkLGUiy6yaqaCLplrDPvxVDvvUx/mETAjqzE41TcGvS/Ia9gjHTbHXnquOtRl9GF
ZkCivJcIrypSZmzjRGTdyyY4ZQWxx5420JESWA5AOdp1ur6BnMCYhtpp10ITSHGkUVITZugNlw71
QpQUPl78GYN7l/+ctmHZoa9AhtnTjJmUeI8k6etjmB8AITy1tEZWptG9dQMYwZ5l4MgcPlr1mlg/
UolycpI8tTZCyjY7g3ZWJziZ5T5LZuxhM2SLdiqD1Zh14ZapgHsQtpmsSYA3R6K+e+Bv9etAUjLr
aQZ6M2dpJiviaZjf7E4X2yzqFpsvKlQrcwQc0EJvEY181uRN0L71Pi2nfkmHNmbgpojrNdKd4VNO
kMS8mxiA5775jqBv12Rq2OYI+hF/cn9HOwZtr1rH9ngxg9FYz4Px5iD8RzD1wd6epKzG38eK7XY+
Hv3SJqEzI7ANuQPyYqGeYzZwlBV4ISnb+96oIBjVPy1PnKWHLHtikaMBE1/7kpZd6u1TAepUNTGu
uzQ4lYF3bisGdzMC/XQ0brNyG8y1xJqI7VgWyTqTDYe9y9z1WIR3Q4jOqtfk6ul82GSzFSM4gq7D
6gVOZA8dNZzaDOW/AwKXTMWlGRTU9kfS1VfgePla4/9sjfwX4slzEF2AJEGCmTBaoDyiUuiyG1Jb
Nct1a67j8Gfm5w+eLB5rrz14ff2s6TesFpvzBkqaXjnlDYwC2OSFeQCOP2wD2jL4/7hciNz9lWl7
UwwlvQkybYGuYS92QMKFGVsTIzhiTLM2PxDalPeFHxxibgUbONfc+pZuoMn0f49q8rFuEUgtCtUr
I0AuiWY0NsBpflAcsWT3LnzWOHj2EpOlE97BF0tdLZD1L8y5TyLCOgFsSKwpHpOvH3w95evLvw9L
HEGCAoxl7eufQ9hvNfEDX8/zCiS5q68nBl+hA1/P+foaR32y3IXOX1/9fSJ5DMEuGM3L3y//9auW
lx4yPwL9CKngYBnQJaoh3ddNwUexZBz888q2ru15+++XnZS9oRGPpnX5M/555t//+feX/etVosB+
JNeckFW7J97l622YLhLFNEqBUS/v5euFvr2/r+/962X+ec63A/f90Px9neVlo658DhTNqAlYp8t2
3dFmQSgL3B6mwoc+RR0wyPEjQHlIrdrtRyNy1rUfzyejlWSV9nT2Z7MiOJA72i5VDqpRqx/uhE+B
n+KgL+IOzmXy0WflFQwK/tLaNYkL37WQC3HNxC+DHj1O9c7fmhpccwLvf2uN/WsUl8FVIvJuTFC+
SscodpgQk7eI+L/MarWyRH9nzllLaUVaRRvGJ+XX5aVi9u7J+uL5RXEH+mT00BeW+HBBqgKN8GOi
HSHR/UGRFD2kGE8Hlz1wlgB9bWEFh4Ez7vzjXFKfG+P80Sb5fTbCHQLobpnQur2ExB+6fZgMuZum
+bgIg4ZjjjNm1Q7mOW3FfTstc4iwUiCuLhp9UZ3k5qHqZ7luJqyYZH92e09CO3U84i9zcTVxjkiX
YDzlEADoG3fktza0SMoN0iQcpTUCYfzRyPqNhwg3PrbmqMK90hhSMu3ioKnQYLrZTVSqJJObjwmt
7k07y18+Zpy1FkjHFCZ/bzh6nCoraX/m1Gy24GjoeNhZ8Ea3qURfmYY4ladWwKg3kj3ysPZKY4K6
pw83VWHcFEjHbg3/2BTDlb7Gh2n1+8rsNlFG6FyBKX4VD+6E3eg5Bct1ifGAJy1HTwTTe20FdyQu
6n2bWnRyC2PXD7rbUCq227BLE3q02X1NKDOE4EAexnDCesQN1QHME9vVrvfam6F08yNxS8yxxKvd
G9hmewqRRmYV75Z2ukjVpWVHfetXwy6Cf2uGycWZIHJZnPVIiv1mHxYANiNFoALETv5vcLS5ge6S
egzXYjJRtBbT2p8NnMxAl2LwckfmN90pw4Zj0XsIrQHaPoEBszeBXuhoecRMMifiD2QJaxh8WLIh
mweXmYme8qte9Aw4JgaZVXDpIA+7c5Qcaiv5zEb8VIUpPsMpjffjNOC+1Z5/E5M8Z/W8Y3Qm4Bsg
sgKyq+/409S1YJpQMle+MVL4gon8rXIELkaIY9BOOmudIl08dCBi4TqXNWmUQBs4MoD+rGQk8ZoT
y2+i9FGOn46pzCP/KV4hr8w2xZJYXnk/+r4Zzi1glPkRZWR+aEgm7ROhrpO//qK8zESYkrE6f7gO
lWSZDLd5GT5lEQkEKBpbOa9jOR0z1ziFseZNFnl46KVvrGMHfGsdEccbhOhsyzmo8Z1Vb2NXcuqL
JVio9EK6Rs2tAA+ydI7Qy2XZJbSqbdwyESCwjYW4DbhzNe3ZdhCJp/NP36R1VhIoAcFh1ZJSTUyQ
fEWZB5Mrp5HEmO5Jqex+GQ9M3TCyanvJTiTqKVPRxXV/mnBp6Joad/gjW34l2k5EifUqn0pnZZqj
3iZRD3WOyJ3cxgXrm7V1aBr3R9lJbhpOhAjfjQDnJGhG7IHcVlHrNyuLz1paBEuK+dNMl8jF6RGu
zD7504UR2BaczUD+1NaT1h9OwGE9jDk1ROq8WBJbLHU+ub8OXgBDwn8TdoeObzqEwuYERIoS5/ma
7OdgxzY5XjUTnm1kn8U2/0mNMeooOePqOs1ebqwTTXzhMnzGdPQQlNhzuWG85K4odlnyEphiVaMd
PCkzBI+cWtdKogee7ZPtQAoZHQSxU/JkJEa7ZqYYoeHHCY2Xpti3n26CkLnyKUJdGi1lisnSKIQE
xtc/oYu/FU36pzD8e1+jldehMy7E423yoIqmwZWnuEam/L7Iiuvk2iZS2oOQ1qfGmYerAHha1LwG
OJtWGI/7bTcUT/Vshvu0IEbaGOiBB6H2tuOMX0oa+U5W+CkLHPWtQzPB0lvP4tdgIavuUKxFV8O8
Scz0BWIN0wkxgDRh8mHjM1hDAmR0PUcvaeb8tpsp3Kml9TTPHpGWLPwKpuSDAHAnQXOPZJC7jRQX
xRUQt8ZPlXJ/GOSb0ZZsWHCaXnuNVc51X6RFPEXzYzJNoBB2CJmEhNFIGXdmkzR73yKDOFuk0DNM
vFAyO4vDttsbpf8SR2Nybszi3aPQa7Rp7+xOUsKHtMuG0XtCnn2wQuGtFFdoNjeoXgzc4wmi+zgg
b4HUlRu3SseDmfYbLydmNenCj5iIHkCTuidLqromnfsDDl66A4bM6EPuaYq+9ZZOzkAMfnsjz+1E
jNiYTWISgt9fmGjzQF/YTzgz48Cdtr6NNhVBXn0o7J1Xst/wk8ncDZ0qdz05YGFDyi4JrBvK/MbH
+pUl2UQaCopva6giYs/0g+3R02ic/El1yKQh05OkhEfHJB8479sj4R/WuY2XLZ5S9klX+qkO2Nf7
XTauO5AEW+H1YEEcKn6WqpOpYLGkycR+sE0wkZU4q8w+P7g6+hOS/otQBQM8fveVMTDZnlXLJkIT
tmrSTVwtHarBCYtdULFwmvF0HtOCbIL+iBl35aBF58aJZNrblBlCPDdLnkMamevSHrFXJ+Od7UxP
ZdnTFBbwoyuTbh6378Hr10YDb1pGgkxUfOP9WB1a4GBbtyDflpCuTb9cpGYADIbfSH53sWfemtBv
I/PCR2GcxgUHNkVAaxER7U/AHE0rIpzHpQNCs6JlDIPNsUMmH/0ukxwfcwuIMrXrZEtP6CHtSn/f
WfWEb+JxrkT5SV88R2a/RmZRE4edJ69RFr12jvZoEiiKI6s5GyNj9LI+hjMUrYZMGJfo7lsy41cN
gvMzF9GnW0U+c5FMYIk3QccI+8YYingbRhANxt5+i3Dw+qAvCufAbodGHXD0QuHTsav6JglcskWk
d2xT2D1U88NOSZOYCID2Pk7juk9PGzZu0AALU54DO71O2GsPkzk9jOEe9ZyxVW2799K2ZzsD9zL5
YYMAWxXbpJ44PFaHK9RgJKSDftOKDq5G7bygWn+YKvXSxIyzm9h77eoRJguuECcU6Jf01YwpSRy4
Wkj4zmYk7gzVcgQGCesjvgVt5ALW8m5Sty+42Jtw4y/9TqVeww6ATjXJjTMSVsKdxNwQW+NyjkCI
0uO8dRWiNbAS/cmKLtWon5gTACcyggLtdPowW3e6LRbJJoqnRoMucaZw06e8na6Wh9kgSdHonG0/
4lkCCLeU4nj9zDq+ugVoPqun91nRj2Tybhm3ow4eC+XBL1oCzGnd0pQuEy/akmNJKuXXN7ue8XqL
OMiWFYOlfBxWhWHULLG1eI5sZlRdhKddqdRmIjNMrEYVoU9OBR8cAEN68GK5xTxsnr4eoMNDBIsp
nVJNBPfy4IUzIFGJAt7twOXL5UERwiVnUxxUiRuw6ro3lH4hWRbSPg05SCcNuWOD7y05D94zdAHm
BEY+v6PO3WaikwcrC8ZTPbYo0ER1+UrB+nowTPKvvv7FcgXhlobQ+ut7GfK4sUlP2cIB1wswPFn+
RTI4Q1SMDtgVSQlyFJbDiLYUgWPLX/jP16IrFi4pRsqokILEiw7KTl9D4vwnOqtM2D+sxLDYBrQf
vYLJCvEHbae0Jgh6+Z2lWNIv//n1Cd03VYTBIS1gUtCyTvF9lnO762bj0VmyE9U7g2aSm5affz1p
XBjRo42fYRYhN2gNHgxTKFB5r3TXXs3+I5ImJNIlX9FHzM+qSDei7YFIGrFLJDoYghKz6KZMOBlL
s9d4LCgrOAOIUTOXh0yBTZ1v/CUEs3DCxQUR0HmpwwRjr4Rz0deHvz9c9u98kAwKx5+zL2pmYEvC
W6MXCoMu+EsYdt+Py/7z6wG4tL8ZaVut7JbkpAmHyqnAQIXa9yb1CjSotQbGrOhbQrf4v1limaGQ
zDAu14cWulehIYYkE9X2YPj2e+bO+ugn4GVy3z3JLPpovMbYipLzV+ti1y3Bjl8P9LM3VicplYdG
Ln4a8leWFMKvH379K1++bHFSriEdERzfMfSMjYlFfOmtyX58UXnNKKdZRdbSwbFjmFPdc+WJiVaa
fmeNe+cO+AsvPwIoRDR97lJ42sgFILgYvfknqvj23A/3uQ+KyHxxclw19DXo8povM/taAJD2nT2K
V8u2Xtw+UWsd9mtsSQ+YsHfTPOIftbsjNfHvKqJu/hG53VuDzXoJlwUWWJa30hjuUWC+KJhPyHWe
R48KRJJv0Af8bqshpwa2k+N8IL68h2zEZrM2R+g1SMX88mzQ5F/7Ay1z2xbFWWgE7JRmwJMVoz78
rZBBOTEqOV2yeGZTt3zrnwdFP4qhQxcfCQdYfX0/l00D4IE9+/Kzb09N8uXk+3rJrx+bnZbbdnRe
vz2vD3r09V/f/HrerACSmI1zrbKCqVBZlIdoEvmaUcMfEs+vpKfSag+St5Ah3qal21TUk/EsqQBW
sghw3LXmxjfORRr657aDJefl5nUMC2/NXPDeUP5t2HoYhDFVqUZoIOx8IAXuuKQPHxyxTMJcYxdB
3qsFfhVX8CPlL6a5BNPcqGv5yCVnmX+6vtJEf62TEjC5W7UgDtLw4smTM8Du8LN4MwV9+iAKPOHN
RHFTVll68kaAWaoYAXRxWbVL7y7K8Uoatf7ZIPPcV0g+G7uAF1vZpNY3T2z7JTVds3ddh9udNnc2
GuUNadnz1uusRyttxgPkIopuPIPSp8aYWK73wrsRbXAY40bdjXO+b5SpT1iKjq0by40L3Xif+uMh
ZstCqYjiOkZkvqcTyV5fW3+kHMmQc6YNhv9+nYr0jaBOWjTOvJWs+dPwapJudpJV9mElud7ZnvdL
5aC+PHVPlPudp6NPxy3NM1T1TRRB4Iv75yGz92am3CPJF+vBpPid1F67fo+VMX4uWkyec8Wgziqm
z0r5L42Ndb9ZBgGqkjdcHc9JEKM3sEiULISPPy7+CRvljbs9fyLwewEJnbnskxOMd7Ak6o55/5wT
9VtkXGd6qHc9TDBmLnO3R/L12/hknzVcUt97srxo2CJCxdfciSccJ/rkAstdGzrHAB7JPzCgwr2a
ryGhKQGTthNzzCIw0AW3IeiE+dFhs1K4trW3ilfhOb9kCc/IpS9IfnYCLx4ttGYaO0rejwiTRUtF
DHTHEKnrw3qftMUdrV6qXDbnIt4Ohn3oVHcpx7nauUbJLQLoC0b9O4iyP6SI74aov0sRA7g5G8rB
iWEBhGAJhqChdZ0Ri2iCJlh2mlvA6Oep9m5nwfAqQ0liu/ARpD0+RRZD4LKNPw2Bn1M0xrkkS3n2
u+tYjO9ORrkai+Euq+R969Gr0O6DOfSvcd6/lXF8le54SOnZu2mNG3cqfvgS/dnc1yuBLZYztroA
7vjg089wh0T3Xh7/otbC5F3GR3vKLtzoQTd4n56qLp03/B4tB0YnWyZj+hhzBG3KHRbr/R05gO3a
0kovVIqLLKafhfL/4AClIHYxzbSA5LV1J9QnGpifveX9sJ90B0wARTEpZE31azLxYY/x79EnlgoW
GDbHMb3BxveeLUAsJJbvgCtepgB6tb8QnJRP4lau6VAIuULg/s55mWxTU9Jkr8QNQPMX7XvEpKAT
pg9v7prlddCLtBT1RJtNY3YWfvtoQR5gqgq/x4ey5sLKW6HVWWSAklrPXAdmCYStxS+Q27gRJRDF
ijeeKbPemM7wlDa63pdzyai/Ocedfte5iTt1esVPmW07ltXCImZK9mFwbkeQkIu533Bv41E0e6u0
aYM29CjQkFsl2X6DNd6I3qMLtiRuddm+b5uLNzLYYHN9G0c2q/ptvdiGnOa5pckLxuWiJ3pXcrln
kZyA+zs+mkDXPGZStNacX7iWRyQgzWbyLRAsEcz32eyefJU+DGpYAZW2RpgMaVcxATFo/eLk4W7F
CYiFm/Zf0RyM1sd32S86YdLa1H0njI8w8B84whOVCGs72HoiE6ZiYfR6my4OT0anb7ssPFWRe6jg
PhUL7KgYXmgwCWn+QfxcwpQmTjt7qKrpsdfzaz3UlGMWUW1JcWlzBiAGH0/von+0aGBZyS+EIVku
7kWGRUXq4CduArVOelIO40HsVGKiqHH7dV0mal+KCpWrQkryEaGlWxEJ9GMmnmNr8T4wZQ8x8YNY
cDNzRlDDvLITP2lNnGcXn5IT1r+0HiH8GOu0VhDEpt91hwyt9UJmV9LdG1q9gMJ5ZmpBE62jg5zk
w29dEdbUW/69mUT7rnkPTVCe7LJuzMK4ptb8y0+ClzFiFMqkEEHcNtQuBKywfDFaVtsKm3UUp7QC
65CFp212vR9aO0Vjfz0FbE8d9cYwyVkPqV8fsCpg8+p7dG22SfUwTkfb7j9Dzf4Fdu1d60GsDuPC
hNFo0iwv/5i0RVlc+/uoBQ04oiaYCChgm/w0q19Ggu2oy1rOFmypVh9yEiHo3+XFY9FaGMcaRG2k
WnVYGSiBi/5jimRyTYL2NSoBznnKDG4juqkrZsk/LYYCB9xPyTYpquIYcy9xDAYRCBOKjYHTbTMb
HM80tGbUoLRAZ1tcqpk+qymx0/exeRMsMnoszafId2/80XMem+mR/GmUehXyCgs1HnHlKXMKb8tf
ie5naS910vsVUtScmxnGTjXgFelIE527qDkINmJbmSUxuQMRRIMa+Xrlsb80TdNi/Kz+ZNZwyANk
T5ARuL/adg0ZnOfPLdIqvHAaMJvv7Ea/btauBU7Xz+tHnWa0UBzV7yk3EzzGHQ1onSXn0p3uG+Z5
l8DR8uIljb3DWwLLtnGrCyzbehNZ9jWw859RL+dLiI/iODITAyTXXLrlwa+gqo0WHy/ePQB7i+9k
GvNzNdIiJ8MC9Lpgg0ikMZ0l1JInvMXBbrFhTnlhHeif3Xop6rmvBx+gsWEXMNndYJ+5cjolSqAJ
oq0feYNLac0iCrAWDkAGldNgKbn5erAmlHtGgNLcme98BvceuJzFlYjoE1wB0Yx5iFbEG3EWpkV8
6FH92k3lXEYWw3UdAs5wqhHSXafMR2rV/lEe69icH30XGnNuujakgArGsWb61RdD+6StsdjhiqBK
TFN7D8kR8bV2jXtRPUddJe++vvAia9pZywy/MiCOOe7gcBkgKXBsFN2ZUvNNPMesqx7VTA0DZgUk
Pth5dulc4r78rRxIisJuvUs+46yy2uTgMaGDka/mtRkj/pGhuAkk0XzoTg3wF9gioNPhX5cD0ODB
1nvbZrun09lbDX1LGGxgMFwvNK/WMxieK6b8k0nPRQc3o78fRD098iobO9WHiUX9NktJVXR6MmJk
2Y9rbyAGxt6HSWJdooklTtkZYkagtXzI/4e9M+lxXMmy9C+yLA7GCWjUQqRmyechwjdEeLgH58k4
89f3R72sRvbr7qpFbXuRCbyAu0uiSLNr957znQlOKym/ZxEvx2XuNeCQ5lF4WIxiyok81dNzPw1s
WPYhhT3VLRDPskTfxavPEhMdQ4xFXCdl9YEbU7vbPco75DFdwGMmWVLDA6E9CzdpMyMY3XYNO1PS
8sumFu1sLtm+tmnEi5Uk0badG4wD6gvEA5go5SlMEFS2Zkut6JyAUz1UQ3rUafxRQUGiF8YbPGhW
udXQ29cy8bWIiMeFk99o9vjz2EC30k23uozgAo/w46fGucbplO+XTt3Xi7wsLXSByVE/s0F8eXKU
aEmLTR+t8paK+JW24EKg1+HoGmZncqQ9BtNhQao3K8zSf8p5vluG8rkqh4yZJ5Al8JyQBanhzIpt
s8TUQoLR1oLQt3WLmYSSQf7JwlEdOrp5SJymOycNz+v/FovdF2C2HzZe8x4jEmOsGSty6t2Q4CII
laRAgA0bWP9NSLzTHP8UefVUtWIz6RGUWxM+QDYTt5dQpkhmZ0GSsFTLShoBAigf4D0ZtV0vg8GN
PvO0RVC7svWSmWSjNPmdl5ZHcEhJA9WGkbBAPdvLEhlmEmIpFrZ1zcqGE7HCkh15NMFUdqLxCpXL
TLu110wwdqgxI7PfccmkD100/mgAE+lx3x/KiAPbMqYXL22L7VDI8wx+YN22JwzHhOvqXUUcpxlR
zXTxwZw4WaeFhh2yiHZGM4Yn0855KrW8ezJ145DKr5Cca2pwFNcTo9VzmMYPvTWIY8hMuouIwmGm
j08p1s9tOrlB5ZKdmeVDsS3oEa73uLbtTVrDi5c157nTd03JhgHo4hj3IOs1zFepBZDWHog60POH
uCnsA9hd8ukcPbmUVi3A4zv37IewEuufPELaMRZoPV04NEeHHFHEneLeMKo3gynU3u67zzJN4Zda
yROq4tVtMl3mVF7tPnE5BVNftOX4pjK1WaDnhTMzj8mmOWuTHxtXHXjmlAnJsnw0g+ppK1oX6F5A
w2pOVEbP880UOcRKmZ64vxJ6efWDpRagzz3mH/jNgVvKY78gpYkey3qQ+Mets1sL30K0zFTCes9R
RJgWkS70ZTF0l/JTX3QyQzOXHjoTCVKC6yD0OohDdBZuVwx88bDNknvASW3YYgtdXmvroGl07WrX
Obdc2qBUVRtUkhIx1+sIsK6ACajj/kQhQh+YP+XK9NJ61uPQg8u+eYBvZj9t7KyzzQ3uh9YaCGZZ
y8FC0X9Xy6fbT8HzRKHp4WkFU4DYu6QGGeIWBVTceHzpEOmsDiGC4e6d0fYIAympClL3TjfbKvAa
2FCyTK8OoT19YyMcyVzd9xDHXSuvNfld8AJds7tZM7VIfEZz8cJZn5nZQtBxHJ4zPaPYxE1TZZ/x
GGkH3aYZ3BKinFnJZykRsSJpAaa2eu31QYIJZIBbwkcBJEJ5SRqmby9duScmg+m4X6woAQzgmDSR
6QkJqSP/MOsRmzeyUagb2YY6sOO7wTwXOT9zmnE+J8yXVPInYfsMftSEx9zkiqOLOhUYrTYtDtje
RjOb5C+yIS4jzLAa0zM5yHp46E0qrrzl1+MQtWSo6m3rhf3m9pNOxoH2tqRmFjTpSIY/UwIxo47k
l5gZEvI1Trs9RJPRE3/MAW4wULGCuCgmNBkGaoU1BJ2VvyAxEo3xxXq6WtiyB72mF2eM8Pl0l9fI
mjSIY6QQo1EFyUpbtsxfjs56lGnqroqpqDXozZHBOh8zP0bOyLNg3YuRPADNsJ4abhLiJQO3FS9T
jqe8TuefXc9ZzK6Z+oiEL1uCtI3nlMJIoDIDob1eGYaR6YbvnZEEIHmozZNPg3PvIC40i9wNej3+
vO0nSwP8NCqPc/owGNbvuOboUHv8yq19p0w0QfwoSSCbqRx+xAvfnV6B9a8qwoXg5gYJX9+dkd5L
+FF7u56Kc+oBIFYYCNq+m3bEMFicUCnn3XwUr3bcTadRl4dG0+6W1m7BvPfdtWLmXjAzPTpZOR3X
GtjOx+YhN1k0k1n+7KNRPgyUkdpkKAx/+VaYxvCQdeuEZwmYtZUAe6b0UPb2zzZS+fn2f2LoP+JY
RKdZ1NY2r5KLiHot9OnMkfvEIeRcLs57PArks9a8MoG0NZcHJzjr6BPD9mG/GNpTbXX2jrXEOps9
gfPFQD0EprbmiH9oyJbxcp3wgVZ/jHtuURKJtqPNJrneVNqKdYC89kOAtgrSbr1+tNdO1owzTYan
RdIE5VNeJu/IsAeeEmf+eeqcDQIn7di5B6fJvT1NfnuDFoHBXaMF+ahBi8pwPN1kt3o/mKA4oSP0
fHsUBsPGo0wY15OaoYxoS+gpzkVGfzyI0bHSkh/pgBI0Az0cUD8+Wll950wRlrIlULh72sJBbaoS
7qVR3BH9AclroWjK7exZdlaJDOcbh50b2CYCbJ3T+sZBO8R7q2e/Us22Ge23rnbBQxaUSxHqnrJt
3hSVsd9MrEG3hYj2SgVcwfQ2dct2HOYCpKH5uZTrabR3OPvD++sann6HuQSze4pbsGJTwuHWLI+F
w9SfztqwdYr7QgNZMoZzc9CgRFApohchDGvPFJh6z2M17tvhXRcYrkPKMiI66X9zPNS72u9ydcL1
gtp2YFO9XSfb/iFGtGlSxzNv4Bi6vWHQXHCAqLa0MXpdKAQDSlf2ehgoekEuFUN00ht7hnWG/k1O
3RTwTAaE0+LG6hFLuGNI0TrRyMRVR0eBZzXRLOyJZUrPgAXL0FlqMuQ+XTeQxAigF5EoM1PnWGWM
8ZI6Pikn/lzN/12bfxYldxNCWsTeuggMAv58zR2eI717m7mt8ChBUvnnLagpht4pnu9I9i96MGSs
WNnM+gg4tmzuMm9mfyRNTo9/4KJvg3LEiAYVgrKEH6o6Zz8XkKeMEB4dvbVvDQM73TI30BRLfnhH
+DBrsj1eaV1DCAMH4ycoPy0ScH30AS1JGaS6uVhd9OKJc/ydiDAIEu9HNDgfZ2h3A6IINPus5O3M
gQ8KKwASSj4MIrQqjfTTa+frraWOjcQkVx49RiYrWnDpHAhpX5y1T8nSvuxgBrOTZ8VD7fTXhEVm
I4rPTu8bbMR8mlortkspmfUvhyJsYbXTPgeDyff415rYjyfojOPOG9PPnKGV35iYZUB6JcZgnte8
r84aPZ8o5DZw53vOJPFdwxQK2lk/vw9D3OAWqaIdJOj5vcBzqI3u2s7ovxMaOodmsrQHt9K+p+k5
8irjg0YFimfwwJdE2unBMmFkRpjVA0GDqtK0/FQ11TGxjP5qTsOxGDj8EVtrXAdqnCJf0FlXc7gn
dpbnJISQQjRsiraf2xlwOxELTs4fHPMgUW3DfLf8tEodgEfO87jeIUrvf3fe/GoY5RWmwN1YgQMJ
FQGxmN6PmpJHet8ccnqdsR595nG9eyytYZGiStTWlWDyMrZZFhUzFyaPFE8c+RkfSz+D1MfnDFv4
fV0PeU5QHTjbOk4+Yyd8qbLmsVzkj26Ov/KcxLmxZFVLieGiq7Fylwe+Uue5obw2RzqEZrJ29nPK
XWIYWlYDXqglAGezWKsVsqjvI5JRsPpye9eUHfhuySKZab5prMherghmdQ63DZscNVMzzpjmUoKa
rZxEDeDpJCucDeV+1pp7zKSHO9A4AsbDntXVv8OW7COdm0vrrZfJZU4O1g0/M+koK1yXJXpGBLyU
bL7uwK0tGaSw+aWfNmbqTbR4h/XZNdJ22RW8nUm4L1PHcqe0NNsI0d31GrViv5YTE/HgssGt7Fb3
Yc3DoJW4pVta3ZDn7ip0eJvbO1cDLu3UngkvEc/9IAXjeOxvVBH14t0Zqzd4XtgITAf7ZuexyMV4
rSbnrsm4/W8gqtvjEqXeBoPEVaCdprfI9xthQuj7NPWtmmUpRByPYePNXv+Z52HaDADkMJawOuCv
DQrAH5Xu+fMs70STcxWko1jAtPBPIpdyv/67NiO1onR1g3xAKoRkSIUrz1QyMZ2vcgz74PZa689C
hvwEj0Twbg0zZz3u1I5mEJnAk9QnVxxRa5eeTScuW6i6JqGWBu2QUjAtsVls656bwsXTlNuKL69g
D+uL/NMozJPKXOxjKyeLCJ5D7tBRDKNVYGfzsRcvnbdzcbZc+FTxerYvxHLNKuu3VXNSCQv255gW
tBPX3j4Xmr2l8nkbvHArFIc77v5NTkabf7PmukQxcQOtncKp3IZZRIIBR/Eip0RwXFCmwI8Y7mDI
EKP53BgQ55C32eziJF6lNE5cwVFg3Ta5OSo86csei4bYLg3uswzXRtl8VHxz2zTzXluMNXoiHpMW
gFJSEI3jyp4jI+StUEltrxPuEIRt+yzH/q1bT1m5cs7dYM44KNimXY1xeTw+pHi7yZBJPkeDh15J
e997Cye2jLK2wcWBAUkdIiT+aCwXJCWLR8t4vR/HGx+pIp1IiD+3tRsvHY0GHQX7VB2GDgBgVfGV
Tab57DZ1eufM8jsvPsGYTT8Yg2qzc8FFhxA/R9OLk/loZsl8anSV4X6WXmA5KZHwKsnuU3oPfp7W
NGFsmKQeYNFIr9xnxjl+OcYGcZrkgi6rKBH3nc4TdJRpvh0BeWb9THCpIgkLahgjfq1LfJqHZLUA
wtRGPbyKhRXLcOYX10QTxcOPW4OMFrfx1iDL9kHnPZ5TByHbbKmjTEbgx/N9S8drQbfkpuGbV+rq
WGPLQYdj74cI1+BSw9OAGaEnCSFUukfMstmzx0YUQJgbAFCTgLGbmu4B7BGmljnLn3QT5U3F8r2i
+hH1GX16bTnB+yZNvFJo5cPEafFpQcDZoyf5C+nz/+mE/yWd0JXQBP7t3//H/4NOeP2VlN//Gh8P
ZmX9jX+SCW37H55pW9I2DdAOpuXBN/knmdDR/6HBUsBp7tiGDScA/th/xMc7/5CWC2rB8TToiFAy
/heZUAItJOod0JCmeyAZgBb+x3v7J2mi/dt//2/kib/Bs2DxkBQMEkMCh/Fs3f4bfqVzUk10k4Bw
R+jEZq0LdWYaAUpn47d+Uh/9izhGARmF1hF70b9cqP8b9uJvgDVeHGqjZbk6ZBLYjDee0r/gdqrS
qhp4HQsNsWmDs2shlGok/wD69R5zP6Z01/5Gn//ffNmVlfMvL4uYzhoUmQQH9QM0eFzck7wCmMwH
dx22ZwvsSfFfvOTf2Ud//6B/Y3VhLVdEMfGKiLL65VF30I1uI2T0SdClb//5x0PQ8H+8nKsDf0O8
Y2gOgry/0ybbXNToFon6Y2UOT4gj9lBbVs0dJVnpNpTBWUxYHMWGDeA5mDm5Xb1izDaxYxG8YGQY
XhBmpCJ0kUQQoUAAJ1KHhsiuRRUWDAsi1sxWI0TW0d5DZ9A3FZ6y3VzgiaR3yYa+mfjiEZw5Jc3R
1WJjFt0+Y0JMawaGU0p6Cd0SKgXUMDZI6WRp0wAbXkn45mqKG4YAUSsOMO0oK+Opx2SCwwe49TRj
O1nBt6Zd3IXo704h6sBSqvfMY/MXyfRqupwTYe0/T+Bdn699YnBYqZPDOC7aNnQ0MI/0nnTaaAdb
/WrniTvPZP3Ggl2V86ulAYMs+w6zh7XKghyfZtrVGSvfsKxTGfdHZhm/zYqKKiTmwivNb6vgbFE3
H/QhXse5Dtq2vQprfJ+N0fGdjisLZ9vxWzobmc5cfaTzbrcTVHOkwrn9CQC15oQFh24ZZIOMeHyd
WnavulYfWtTwxSBjLxOxm2dBD41c5Y0NRiIwq0OT/WY4/m0Kfg+jOE8vVkibfHjCakiUct2CzKPl
sdKrfT3m81b1Y0jeeHwQzfyjFCcbjRJ4xYVRdE0LIcdpm+gT6M9kK2X14dBWThMmgf38nS0EPdgY
eCMEQ2p6ncck9nNEH0OJuDRzlm8s1K9R/UVu0q++bXLm6Gt1lbYCN5k/Z2mxdcb6I8T+KBx7Z5SM
B017eLXq4lsbq23SdSQ+8ncKc3rVZut+rh7shso6ayUnygVYqUUDjOqHcfoTTrEaUAJO61LwI1W1
lUZ7WZKw9PFrjUEvAHzjw82YYNLiKVqumotjfLQxXSF73RwnF7EpcSvfAoDLHpW5LwstI6EQGMpI
nmia/GnX+rBomfjEortkpo5rzATQYOTqB/1HVN1V++VViC9F7EzbPstORcZPi8X81vIEz0bEPWcs
tu/ZtEf0Nb7O5Y00EtrSUpIqqQ2oXrXUuOYYjdAHZn7c8J6dtnz0dPUEcojiRtcvVerhwhO0u0wN
/Wcu4iMKii0CXpquDfdPk3WELsJdr+hE3JCOcUZkyzzzC0Ozv33Rnsui04S/YOg88LeAkXWs8SEX
YwSwWTM14NW7QI/HK7X2IxyBv27f0iCDJ0R+oqc2Ubdu/gj5JKWkb5dNJ92nDFcs5hY+XSh0pM0L
IcqmRZiBY2fH9b6Z5vIlK8a72SCLmXCPD70hnhvqwLaqmNhLhxAw4al5MxjYeklj9IEpfucCV/sc
a4ehR2c+LmfHIHO51xip1SY46kw9oFyDoNG3V4AOr6JUeMl7Lt/tziMqJGDdJVMiqjlY8xjmSVPs
0zTcJiqMttb6xFUIu31nTxNj5w14QvA94Y6TRnoY6Mf0Ro2PGBE4SBOeTkDQGyB234XePRtjepcZ
ur9iUXxycWtyME3CSnvWeKnUzrPH18HhGhMK/OGsVnfH67Hk2WQYeDOY3IjwDYEsZHgLB2VQtSHj
LiDe0eGGRM366esRhqsQ8vx6O7kVcKrZYDEj1A5xffKam2+qMeROc2u49YX9aFW4H20eyJgIhLma
abyhLQo1HnG6HVBcWPJvyxFygrldXSZIyXuigzd9jkW+CPlQXsOEjBdJI/mNglduhplvBBhx5ZOT
XBrhk0vza5PypcrF+FagGTam5x0W036KCSCyeWPdxD+WXvWYSJAkw7jvVfkqjEzt6AVjH0jU7fen
pdutQTqeMb42w/yqvLWRHd4zocP/naCWidLpdZ2RoZ547pdmy6KKPHzEEVPxPhHLssao4kMl1mtT
boeodhBRmYCSaGBY3I2sZYy6zMdR5o+6VjwWXvPHW5xgwNAfrSlShuQbXSYuVyuynRxQ0mjMMn2G
AfTbERRLUmHDpb32GpeiWJMyekY5MZcViarjT4I1CA4XlzVGJweSYhONJB4k7D++mqerygW7poei
jfbrN/NS1s40ecm7e6A2zUJ7LsPTyvopPD5a5KYtA7/52HqKMdj8OoOI5k3SOsCqQCZYPkN+WW4f
UBcoeJs+Pt1ueBhzH7iXsIfTr/WWLeBJGh06+yhY9b3Tdj/ZkSMA8cSLpnzhXgjkXGuLR0e2V7b2
DwKGfqgM93riSDyhS3YBrwzQHRKJl9BQIjwr6Axz26v8c9Ht2k/XVY2ZKGF+OkEghK03QFUJg0jG
ZBuuAphxzB7dUc2HqkYp0NUhIkKnfUznkkaBB+uGUJG9Hlu4JEseoVjNpJQUj6rkoTCm8YG4b/A5
7bUpLbFZ1fD5uvPFXX5lJvsoRdWjWY2f2aPPfIVhkJL5rDKEne74WmP330nLIJUjBfDeTd6fLir3
Ba7FAAVMHeilhiaWjwCFCxeAhR5roc0keGKJFWTEY3fzq+fEfopPfMsqK/Z1XQCGSgivT/Bjze1Z
jS8LCiWNcO/OwIiW280SEETzQzUgTnuDPI0Y/0LjDFg+sM868D79LmrzrWbxp9hUv1pr2daFfEC6
obMBThcCoC7Vmns1h92hNgbjHflV4FrFnqRzWrxpfx7Trj+nZGhajbUbGGJfFgEKSvZrOFcCo2W0
fpLNhVGjGnmpyfgYdfT6azZ8XJMHqJb+ONgNSLnIu1/U9IjyA5t1j+w6XHPqGAL5w9iCIslLZjUm
HyouXS5nbhcAjIigW+i+G/YSMnKGN1tlPTvywl6BMp64HKGxaIONaCQwiKow0bVGcnVWQOEYu2Pa
lKbvMUpmwPcIWftTzjlAo058iA62NaJJrsY8HBLHJ6KGnNFidDcsfE9icAmfp2efGsyRUHqhwpt2
DhAm7rWoDgqFC4SsLvcgpLoYS3NvjnZ5bpfsLRIsPgPakK25pNuakZ01aAfX02FP6XWADA5xIUhQ
yrIQu5BewGVlwHUY3PH34tTlKTXXQCsLjpTl+nM3vGCdlvTzVl3wUHETaS7BGO5pNtnTlRxpzLRf
rHbj2R6mS2QyMSV5lBydsUctSDZhYoW/8IhPm7/eREKOxjATQDvfG2K5eFPygeqJ8DEGDD6iXFhA
cUxtUGHmNsGHYKyLdqnQ3onaQp/Q1QcbkCV5x/jqPI1o0QmdBsoZxNgcQjdZLF9mM3kyY6cInG6I
TsqQJc53yFgmMceBXlH+INlV+2ly7ySNxDKhPcbemzY0XwggqpmwHOGNfIauBHMlCmMPjUtfpq/B
4aEiMqS+JoCnWYApCrqwQ9mM2S2Oau3QGdVTmSPbI+fsd8ujSZfoC7Ubhtoh/i3xyNKZBA6Y5tpK
SVkCj4o3SOcu3DKRz6zpa9HWgOGSmD+BVoD+XsbTwpLbCLJOoQ0nf91RLBSJ4yY8L+E1YRwQeNMu
dBQGLFaPaL7oY20jJihpjksDoiktr/UkoW9iHbBbGuHQnkT4kFtfUc6X3dpVusW4cEUanW+xvRBT
g1lqIqliO7thszWT5DPrhnw7FQknkBThoQd3ybMWZk0NcjnpZuEmLDuIxw1ceScidrLXERIIQ3tN
TCjbEWnEOacv38sb2Cej9asoSGany4/7d3gokpllwEJyG4V78nfdXbpOMcyx+zMpNuJxyj45FaFN
NWjK1Y2kFi7g3pi0K+s6YkdH/81tDGTUrMuVA70rNeNtVUT6nc7890Zh1qs7UFXCN2P6w8ltMhJn
T7WGtXpt1YPYiPee3pBOhjgQdFiDBz5lPeoM3yOcAB/ckAYEOV5kglCgZO7QLEcGd4VP5DJdPinv
7Mr66jmwMhpkisncfJ3ys+lL56uIjD+lXCDtWJS2YAmTTWPwvdqSoITJbo5IzTK/1WhA0+p8z+3h
yanpYesV0cYWMt7IBaScG2H3qOI5GBx9zfZIGSz1fyy1RkHWLQfbOX01tTwGlD2OR2rUO4s+upGD
oElcs9rpxtCcW0oL1DJCazoOm1m6paa0kT+2eNnbnsMGOYsxWT0BJ4WdPaOejZxwZ6oJdULr/ugy
3QqUJE29dp7IDiFmWRRkpJmr6A3WOKIVqmbme8jFKGLnut2H6cEbrORqWuFzeEWnZD21UBZRK2C/
wI+Xkp4ntcqi7T7wuynUlwrOHN6i8sh/fTpLFwc6oWCjh+YlwmURoAFgtRn2pnxHytahQfeeMQJ1
RyorBoGTTUJeuIJWSeH1ueMuFMLFfph4rr3Ruwexz4mclkHcjxBXW0Xqpem6Ozy/L8gdgC5Mn1Ll
mDaZdfd5dJfikDyWdGbD3B6BWU6fK6iTRZHnTEfEsx3DkrO7y3yNq8vt3o1bCG524MjIO3YjfmpX
KmYS9sQpru0uEwDBrUzVeLCxtcJKdje3mSanTW5PDxfQFCks1pYgbGe903KJgcrS9mZjIBi2dmPM
iVHpHp1oVksarghXE2Ge0PwdF0GtDzJz3vFVxVUU0IE4lK6GR82h99DSbyizrSCPAeKaAwRAWw6e
uyZ/1deO0FZCOOa9wczRSWAPxXIBYhXvauxv5CKbP0u93iodbNTAjMER8ceYIiD6rbTlJKlqNrXV
/KokENR20pGYyVOjAd2D+bS4E7gqJmlhVjxqS/OdzTO0Ka6hp9bYpVSbWf+5f+kXHuy2/KnNkAGq
Uj/OVf1YJeJXjQOQWTaHrwJ79zBLvxwI5LEpcxjIek8dUM3gXq9sFAdKfWkjmWYl3CSCEcHggLXe
LcCDwFGuuVPVU29xkg07sgNX+U9qRu1GI+zWn4nH8nmZ51LSOcxWCEC4HSDBBzaz60vo4FoqCeCy
3sTklPvFtuJdqBd3hksLLEGyDHky3xZlYm3R9BP/suxk3X8Xbf00FPGzU4Zvt6mlnTcc2eOSOOGc
RdURZ1OzRFDEUjEBrd7hdxoBzL+KIKetQT9q04yMHZmr+sx1lnMNBzWPeAdc3cukzMc2kVfTVkCc
NBjTaa3v+tycjgTBMoexSde05MVbEGExSLmKkE5KytdGVWs+1Jg8d4gt14FZAZeK5E7JCYXEqWJX
5M2rVtI/mVCJhasqFLuRDKK6eLBXLYRON2k71xzvOphOQU9hD/+ERTCsEco2w0NnToru0Drv0+w3
myIJcJvwC9Ur35G9jQFDO2KZYaR/mFHNQM7s/5De1QTp/jZfJ0k29Y02okZaR9dwP9Hx5WC0VcGA
stHDU46qaoPYOi+y8mBXlePTfX5Feent1vMd6ie1nZt3gw4GOjxcAiXLG1i2PfBIxvyr3rSp73qH
xzGe8/iSp5Q/8xpyqBlP+dj+cMpuDRDDKDQU813mKI8FBeKLmdj7mVDYXYw7gaDq0h/bdg7mhCVs
RdZmpQRwFmcMlaaBTJsJkxmZ3UgelvYwFyvwVK+mgzCVj6AT+3pem+996lx6RPY7jMflXqIdPlcZ
qVYp829Tq8VxsNInHL/FsTKsR7MxzXNJERSuS30Gs1gLqx3y3ZZnDvgEw2cdpQGdXzOKSKoUGDFM
DVXPvJifcQujtK3vDQfHmblqHrx5RlI/qp3hOJLH2buiO1LHfsyJnzLu86ayzhPcBxk14/6WWFNA
w1FDTMMJ6ws2j7/2arv3cn/kmJbGnJo8jw3bamNK3dDxaKcR9D4uzXu1FPuiB/XootQDE8MRXl91
FobtUsk54YNnVlhGWtO/CV9qI8cQQicToMz9NI7vYQoZzjY0PIFzfLrpuSrHVMdmvK2L6SvMcnX0
dDrFdkvXVVXRHtdn5w9GkW+VpNXaWO9Qnc2tAZRG2eqrLsTPHFQStroJN27GrpBbHiIjLqDBFEzH
Q0dB6e5qBo9RRib06CXevnRSRcBjvNPj0AJn4b25FvpeMId0mFGgby032xWugqoqT/mszja89VjQ
NWw9dsxxqqhYsiCl08aVKXc3YRV3zUafMyaRq6BRasImMGbezUPfBnK9v7reTPZERCHVLRqmftw5
uWCUOre/7VDSrrOMN+wT1yQvt22UxAFBxRyNftpKHy9RwIl72k9KHasCNkY30nzEDMezoud/bhPv
LE77nWVRlsONQ+6pc89zc09nOr5fZIPQFMx5Z0rIa26K+yFVO3uaLmVJJuoyGdmDrMVnyVAzIm/X
0OpfnsLENKJbY75Y6afowxZ/jIUJM1AkTEsoTlHLxqRNk/+6MQeGCg52LQiaOTqjq65AQ6waKj4K
VVY/PoLnvAjJAcJbdMtvvOyrnFjfZ4/s2vIV1PIWiVfoD5amNo3TQFRYhRSE3wFlsSbfXIVIrVNc
LC+mPWdx/4HOx8e4zsyNUrzcFFaJOVo+SJV4u4TQqxwCJjbKphPkgaojWY/wTtg1t7+sde5L6854
NWD0Zkb2exwn8Mhz8ZjMv5bWS/d0Ua62wKoQIyJYd9EEDIFPwtVGoDyFaWR5jGTXJuBCb7wam/vR
YEzKYY8E+rF6HTtgqZFiHACp5x0911pbGzZIQ/t+FDSgO+2I8cYvhuJFfFkh+vSlc3zUM44/xxaA
z2TX1SZaKiF31hDvGoKZetn8aqzjrDK0qg1H8tYKP+0w2YXIbSmudp5U28VDreIkOhNo2303J/NM
pAQD23nZlJ1+gWG8aWGuFi3P+8incCv1K1NkGoAFRuNrRf2m3VZq+CL+DBWZnt/Z4O6tLKJwT9t5
Wz1N9sW0Z7R6xiS2nVVQIjrseR32zdpuL1EdMj3u9RdRA8V2oRnCSuJCCoJ/rPgxwrBoqUqnMwDB
UMvM9xDVnmyaX64xM7TpxSMV6q8aASEAmnei2C/MCR5bncVuFKc6Yfy8GOrXlM21P9bVwU74aGqq
ftEYfE8m82UR8mXMIFh141Uwc9xkpofcpQYdzR3/C9fksxTlT6n4h0yos9f25AhYkO0E+CVb1E95
DYy0ZbPMFgurAgoW+lg/bjKdOvEuBfcC+qnqtylQ5XUKQcRNTDi/Fbr+AZuVyyINAmTY726SF6di
Je8LGHoNUgxQRX/pMVTCGTh3/JzzlYadaC+bFAlXAa4gmuLrquLQOdYCWZqCAvWWb8mnypbesxkS
NZBwCERu55chrMWJ6Ni9qqm5LcYsdqpsf+gMnN3HmUfS98Jw2GuacjejWzjodtPxEVjzAXfyh5Gi
GErM+5b+0jaVhN/W9vTAQdKhf45AsaDXZNjXrMXFMLfO+2IRXWsPSWAUlE5xXBF/Wt7FqwLjJhgf
Uk7uWtRTdAJZvOk04lXKcjvk5RFdBEncKsDTXSzAumfzdNdaLPsJ1voNKZW8B1Rxy4ywp3OcGgxd
9awPposulI7ejNcUnc8MQ96oCXwIO+9xLPZa8T0O3mfpwiPBLwQZvvk5DawWHR7OwX0RauL1UqQs
uUfAhxUh/aEwIvFCy10fuzLTxHSmp7webDvzYIUKQjiPVW7qyEmLR3eNtOtTFsgprk7uqtn2esoS
R3deBj16QjdMA3UYsavXp1vB0iCgAZ4x5GeMUG2ZKsTZzsOUltUFaUr9aGvHwdTeihEMTKs0+2RN
yXvaNxFqP0JDstnciUqLzxWzOiKh7FerGeUBnw5tgWQPpD08F9QukhFT09TGQRXZE7qM5s52+2OF
jHS/tFG6B6KeQm9DM2S+xPP01QpU2jD95zPFnjpbWL7EVHjoNxjBhJzm+2lhN2krNt2IL8IIbVYq
rpnrkK8KeuhFWa+FSKIjapToIN4byCiYS46Lck+o28GbrXXqbS8EJI7K13hCAcBuMNl3kcWWDaLo
zhQ0gFGMim1uXRvTxQ5oAb8QtfNykz+qKQbXgOWUfE5moxNjRI0v77bQo1goN+0YPnYWyrYG6d7t
1oX0xBFfyy1gTmsQIJFcBNOLPznSxECa3kUrSGRG7h4U2XAHuxTjFzIsB50XsPHhY1WhucP/5Ow8
ltxGuy37LneOCHgz6AkBAvRJJsl0E0RaeO/x9L2g29FdV79CFdGDUmSpSqLBZ8/Ze23UdL/mOfeV
H6XmuSOXqyOJunJV/nRBuDZ9/lrwidBMy0Jx/AlZ7zIaemLFrOU9FktAYJXMDkHpOascVwsWLbuK
i8Ip8kJfhROFUGRQekm7F+HGZoxQP/1SgIXYVzEVzFjzTZ0kUE3eybH1bg20SZEcrcvUnDZxwgkg
NohPESXcfwVUb8dXqXekvX/p1KtCYRGgwEyBLl2juENKluIlpDocoshdWzO78tx0tL4BMLl8Q3E/
TDsJ3IiT57MDE545qGQz5xPepMx9Q4Yvu2mB0ViL5oi7F1xJUVibo/gTSeBwrNAydr2xk1r9iwQ9
a6c0gbhCFaA4odGOp18/IXmWHAaqREN/jFwSCQDSktSIcBV1rsgW0QYkJaqEsawGTsd2ibjOEaby
jjsz2RJ8bowXWWDOxm1G7kHYlCRLTgD+TVbrQHqWI39PvzLdSb3ATCYDb7GsSA9YCZGZD31gU2tw
wpjEG5/9cVML45lUFCC4VhY9tGL6narsMqNeQ3Dm+Kj7cvpSxYpXi6SupuorjOrxMmsTV8noHFKZ
cYM5/spFgzapbNK1kQjX6vw3TFIG7X4FOmD2Ng1BRyk75dRoHPPQwddmrQS9jU/W4qep5h7PR1Q9
58S8rE0uU7C6QHph/YhfJt45cxIVqFZztysDy8HpCvLWBAegUVmQKwUhYVVGnlHonwMNeE1OmbMl
ZE4NS3k+xARDFNV5WDY0VJhKWYtseDHWKSUmRSOqYSpG00/XkgXVYkBEF3HuuUestAi6Tl55lP6/
/DI6Cm0uOakiUnoLEQZmFn2NKEAabAT+cwDF+c3oXUNpkfDPt6JCMT4azbdFX54Yakqd1HvLFg0m
DXok6XHPAZnWqqPGEZpDQwNOJc87MSnIjo647ueUzqWoOpR5SBMp65ttVSanrKxA/cmA8LWkcQuF
BhYp4O9g7/Lb2FGKtRIIHXVzh9VdbIcIhSYn1sW6B6LOWpI1FHFH4i/qzLI/Gcm0yJuDyeN0s1TB
x/6glmoIVA9SpOrfZa5nuLhIsvbDm6TWvsPGZ3IMnNStzz/kPZ/oju98XYQdbIBGDnLziEG63ZeZ
9J62aCJHmPfewGgEdclZDtXlvC6MvvYygeanmicHJZl+ZBoiTgfhdidTW/LUJH/JQ5qdFgZZFi9A
rOHo9mQK7BFnb5ug8D1dazkdybI3xgKDb54b+kQE8EhBT3tXwG86DBEA9GDRTkioUw0KpVM+XEuR
WD5dYwvlYIOkkl6faczVo6GC1K7QVxbWeZApdOrzyCXcxJQnKInbxv1Dog7SrpwzYhUSeZ3DVN5E
3IeCCtoMaQvQDgKJa4cVNrtfvxTs4jtFgiCLxH3+vz/KIgNMws8rUh9WdZeU+9N//1H6h/ynX/9v
1daz8vLrb4jEW0zUcopYgZsFJOFWhehc8xypx/PXkuwWuUrs38Wg1ADWHm95ZNYP6UCeqpQHisfN
JrMBQlkoUGbrYjEDbKWUJjAWpbWRLDcR8gDOZPBgwS58f9TnosYya/nkGDBYcvkjb43v5DIFgrSN
WuJCysl/KJthn4TWfOYzRDuxxNAVayhpCbVG8m89iHJZYuQN1lMgE70X0T0mniVBAPOtaaxjmaga
CNsS+vu83lViQ5+RTfvwkZLUOuC72uZaW7hxWb4mYdJSSRhe40yys9HvjyIOX28wYQ4SFoFH3lKO
Qa3CDU95hgomwbEcOpe+fo5UPkr2WTZ6VsQ3koFbWcmZ1h+rAm4enM1NWXDXkzkyZXHuRpayryM/
4WQNHi4raldIivsoI8yIiQeb0X2xNo88wax7bgtgPUl5neBQrSW5Pes17OJBJ/rQb+o9NSnIfDO2
mDbttZ2woLlCKVG3hOkh5cYDyr8WLAiElBvFD6VFDula+mwRZJ9Fhjtofsnj3UHxo1JaEQUW78Vs
mekAXLDXjtEj6IhTPxjGKqRyuJZI19rRxd9WIt1lnG4uGneuPkPgxBle2wBplamDQQxRQpOUM5iu
YSjNqZs5QQWk0CuiDGJwtgClj+TBNbTVqD5o3R2VTszFeyL0SC63FABxZIrWZgBPzo0UPtn0PYHF
fEZQscI7uCNkZNzmDdqPKKTbXOW43iaNWl7e4+fULblzk5zBjlprVaUQSbompPVVJsEabIW86gTm
f1KWX3OoGG4Zmo9lOVCZKOniVhOt6XiRIfWhFu/VUQP8UOu7idwILODDjxwPpBBgb7Do3Rlz8RMr
2pM2TJ/E0iAritSDZmh7em8OhSGKkdBrlsrSM7I8AM9dfmMQayd1IqW0rVPs1OGsXvWzKUTdpYvg
rsgBBUtRih3oTjlZOL4O92MwtjmEKMHIYK7S3YIWpmhMld44ApMePM1IKZpxId/UbWbu8R/DEm4E
a9eDXNlWUJl3g8bHYPhn28ACR1+IRcMdxJIPeufP3pjIyjH2S5Mcl147FT4d9jg8NpXqn9BDkVVD
qP3ZkPx8TdJlvpnp9qBwQTvf4hx/lKhDOpqk9Y9UYDtnEDThUcEu0gsc4MwgG6+tSmu9FtroVqmE
7Qp1Jd46q5qwZRrE1dc+rEOj4ABMTDAu1nbcSj4XKpUZZuu5Xz8NXGOwmCb1EygdRrgWlU8BKEB7
FLv8qa1oIpWEJj1JJo5xQlySJ7EuU5vyZfyE/D61SQQJn345QSUpCZ78if5SyyH1PuaICNLYMu8s
TBTkm9K4I68qbDyv9Rmz9hqjuUyFG3mUWaNI/PWvcTjLJ/jb4nqMXrqUNKFyoLfuWwKtxUo4h7Gm
bSO9GU5+oPanto0GsNKlcuhC+pjL77fVQEiTlfX0qQzt2EjtHlfeRup086lNzHs7oIvM5w/oiJED
fZSaCHaldWYGr/HcYqILa9rHQWM4+gj4Uc/j0S2GqF43Hdh9s+dBCGNBahYWefqVE4jsGvNyr6vr
qqA3WovSdJQ5l1AYSZR10mbvwjQfYIAU51iPgYWUp2FQCi+tEuM8846FWD/kQbyz4ip9zDSWYzrA
GbVXi/Wsz9FF8f79BLtBMsg+GxEdQbVEKaHiOV9Eji3klJoCuLCuo1BHF2D0R03t6Z4MvrlDtIPV
pO4e2yDet3Uxe1Uz0K3RkjPQqU1XD/FuXDRf/swi3/f0k0lgO/iFOdjtvPMrQ8d8EXGy4zjFJtC+
5WIxb2iyNetsqr9MP6bgho11WbUD0sfB+nQ14Q2gWMpaoze63GvpktiQWjUWdxYRnPWHqmZr0MOK
rp/uzQFCLIRgJQIBmSpPqGDLINUHcALebSvtRUaVCSVJ0/VjzGGTSxMoEmXq9hKghlVOCfjBKOID
na89IFEAd75ZuKUZYRhM63HD8FtCxh6EfqwQseJ37COK5wYQhnyC46jCBrO1NNQ2na5zpx9zB0OF
tMYFwc0hprGoxvdGl6pzMI1ghiiKsWwTLVJUeCwUtKPR0zz382NAGQE3HdqWXBH9YxMOoa3g6e7I
LNghiQMIR/SYH6YsJUFtJ10Fi3KkJsCHnCEHEixnzJJMpe5oilJyasiVmoZOPaQEs6+JPTF3ak8Q
cxeFGXSTCX+EsNzL5Ae6gghVFeVZiMvvKa3vIUJmRhYeu5Jm+ahJymLOyDDm9MTVs2pt0kCjaFlQ
q8X8ehD9hqJAPAGftoYHhBajwXJswc/asff760kPcxuP1XMx0h+ZRAuvSZeDXxnVYQ9aUvFk4wEI
b+E0IQ2brpSznRD2Iqt+dxiRl2FUAmMYm0V14GR2Cma/dzvGG631BApIWNy41kmojQjsGK1x145q
Te2+h6+iguSe2s7lZpLuNEOo18OEEq8IXgXRQvZOydibuuo8jUseGz6fDXvoiyxzDQoVcyn+bGqj
PlkybmW1SWM3r8zUIxqoWlv+4tHUg11nZmyeZX1pFG7APQcCmOoDNdScEJ55HOnF+uKBkw1gKqM/
GEbrAvyuIfvpD78ujnyTqzrTBS+s5o2RgjJMNRQEveahSdUvgl7jdO60dAGUdC486qNmIMdN815f
JyL36EqUUYYLwWnO5PLQzFwvBGUCUaGrlHXIG+C0Q8l1yNCN93H8pAR+uktmOLuirO8tvQUfobUb
NY7PWjFRJUkDgoArtdvi9+Uu1AaptA+KTtrPPf1BGIoUQpff+/VLv/zkzxayNK2eKFZnjeZkOmCy
Wm9IMDBI/yDnTLDxWLmqX2VbZZzEfbT8h18/yTlt/txaGMNjC0r3aOLhufStp8n2DA2JcbqL5hUq
UfPSvwzI3W+BU20jRzrnL+Zb/2kdyE9VQ7zGrkDhF5iWoz5xXVAvFQNBXQ8XrG7+u4IRbrg0lWeh
JRRWS1kFVqDqhtZKeg16t/TijbhJvXytf/IbD8VV548io5e4bxSr7EnG53WaX40YGJGNyE47k5pD
8HB9Nw6ROx8F0RU2TzUGOpygHPAfiGaybrQIxQ9jK59ixVauyYduuGrhzCAPvNGpEif/Km8Jhbbq
aJQPsKD1S/BESnVTffTlkQVhQYWwj9DKzPdSs4bNoshOh9MV5+QRZXQGFTKnYOdYpheV3BhSN4Z+
5CGFkR+rjwIkxSZLj6ZxE4RPPjriPFe5J62NtIca0/BVbRGWtLQi32GsjicVmVZtl7vSq5JbduXU
rcIqAIWBXJG144KHpNvmT/GT8IaUgFIStod14XXaWnlSP1J5L4srBdx7+N0elbu1ixmqmy5De7wJ
aCau+j0AuQwG/Cp+69+zfqVcQsc88+EmW/0cveGZLGq4B7fuSXKJpUBqeyRSoQTKdWVXQ0LkceOU
1shF+pNqrKBfp6gwVvmdVCbUJMItBmaDm7Nf963jt6f5oRkcmDE5/RwaPpQrV/D2h9gGXXgdNthf
CpdmjxCv6W7twabxbKZdfsiepAftlg+2ql86eZOi8D2qOwB0fQf0zrWu4sW4yZMjM3CELUkqHC9f
uh3egJnacGwLh2xvHikcc5G8xdt0XEZAwI1j2gTPNOx6N/+uj9WrcBmJQHMVL9vOa3V/Rzi5Jq+N
D/MM+xVBDdXkz4Yj7ztJIifxJH2NlPtXoKuxOTwAiW/fsEM8swBnyrYo11LkDaqHEqNlUz1Z2xDx
dWMb2ylbico2vpui3XGTHXcGRWamqtPdKjc/cQ9HSzABS96FT0SaWbrDE2losdROc5BX8S64jnfB
i0+aF22Ne52ftWhLzLMfOM/SRT77W86mCYDI5xbaxne9z2yWwYZiCbVVN4AGhRL0FYLLS733UWw+
dy5h8Y8Lpx0d26rdhEt23Co8je/prj4a59J7H0O7OSheuUaVWzl4np+TNwwhV+OCxqV4WQKLYTKv
1cQlNDQkSeIn/oFgg3iiqVaIEE+icm430p6iz/DGUqZ80OdbBPUowD2q3ymyvJPCF4NSc5NfrQ8t
sfF33gWblgnkolu7NwfkDhvpo3kTF86bba2FY7UVOxsVqGWPtvlSbc2rBDHqEyifU3vdQ3ZdHD1I
cckK2yTXdNgIN2pFccsjpRwk3gC9fDYv8Tu4nGpteNplNlb1cwkK9so9cf4Bttimm+wgXpWLdQnj
LWUwfztTQD7xDXFZB2NtrpoPgSQ9j+NGvqZNpO/CXfGgvwyu8eYf6n3g5Zvyp3FD344/MGdP3coi
VJ3uCX/5qlRXnbjyiw19un1nPKYXMHmR2wur9E7d/kVUbCyfqqMtrm6n2eC2RoyMtG74CcQjiJm4
Y0tcGV/oOCeyU8zTgLQGHzor0A3PQsVew6CBVTlBN0GaRxIZSHWSubZ886vyKXwXDLxGdvPJjXVc
txMhnSuasemKcLiNdCZiBe0IEVL77hDVPGwGEzkJy9a0aB9W5kN5wWhuFpCE6O3shcGD4ooAGnmd
vm52/p3oSxUqc/2IIHKcz8JVpu/4GN/RcwuUgldp5mEglY7TBuOduqEb29qsup/ByTyWIA8dcd0e
hOt4tg7zg0ATlRPD0ToE2tH/HuANHsg4pAJMR/TGjgi3In/RbsbZeA2ubAmvxlb5Eg7NhvkXc6mn
YJDhR7PDTf1U7xADRShFbfHBWmNmsMNX/SfYIxMPaL6uZOKJbQi+dCRgKTKAIQ+uIo9GrrVrAnQK
pAExmR3LWpvXmtyfHzFYC7v4DQCR/yhtpYeqe48P2TOcMap2BM8tQeo2tzZkMnBxBt7OQ8pSNvmb
ivVQHDx121ROsM0mN/6xWlI0VqajDWyZKnFANo1ewXICzWFmkSEMzeY12zblhpYSmgqDcb4VjrRg
UVlPjoJYhgbIZr6EuSfKq3wdQHK3w7WBNPuiTCvZbZ+soyR65R4TpGasKm886J7FNJEehJdk3W44
usvn6Ds4xoVjfon9VmdNPQO8QLvQOUbmoRPmEKR+5pt2T48z4yNWd/h202DLuT3ulwDUdXHKX60X
zujSoRLAcAN3dIR36vzIcf0v7ZRAhD0nxHv6M3qWVfthiej0EBgfa59lwREu+jXoL/q4m/ep03iN
HWAA8qoj4Xof+bN8m14ymkYflH7CnbmH0qKum9fwqZzWzSdTDnpXu1c+hEe+XVciGMfhCzOGB76I
ubKBvUS3JNxY1iUeVp20lWmjkVYq8JSY0yvlWYx2urket1pyAIe+kbwZkcZLu2lR7porGKn6lw+r
bXQABIp7EoONY//TAuGj9iVTC/LypwbBoN3fhdeZb7pfE3pNUBKIRvpN63x6hFqZ74mb5e6/qg7h
Rv1QrUsHNBNly2QDFPr0t4pgW6QAPMbaRiCh4U44JP7FFqYPni2+vD0GxWlNokpQboYHrTvooYcb
A/DuD/myhE9pAN+O9OS1C8h2RbhOnDciW3uqLwMy+Q+o9Vj5cXqcgWkjqUFZa6BMBtC4ZmIC+PPM
TQY+j+wJCAznrNxKuROKNg0r5A/dPm1BaK+mfCc/8v8bJCXhNujXZET0e5LJF21lArp8RR9JD10l
d6HEc2eP9Asnhbi46+qxbZ3GvHGRFLojB7byu35sLSiaG59j6FucbaULCxTyJzm6UxTMH5uH6CHH
U7kbqnVw7Z6TyoPMyIyhXbMiKmdL6oBbfgLtDdn0n7SHUcGn4nIrRhmgb4ICGMSO4hzHOVRI0Sl4
N9/kI4tE+h1f+jeD2t2GeJO34lBtw123b1/VxzL1JjrCaEqvkAGJqCOkxQ5nEnWdcl0ZG+utzTwT
RVG2L0glyB/IP8ECGAIoeQjma/FVvi04G9ybaB5MjubfRIhg98h/8HZl6jfesukF7yI2rFQHhoR2
HgujzZmRQOaHGqbKjjLpLfeibt9c6Xb6zwIwweP8Uxz0a/ESm7a/MW8Bx69d/oQH1VZae8Sbdyw1
p+RhYR3R7YrJylNisF0qya5RoNjpnXNcm78HJOFSGj2O1PWeeZ+YQzEPsH3tIJ1g0DEf6bj55bPW
X4RzdsUpM4JWZJpx60Aq+oHYc/5mY6swRuyhqVKj9PfiM7qVa8OtYwcoQqPXfjI3ZETx9RHYrV20
Izr6+Glyfc6oHwx8AUrLjnMrhh/ygO38Laqc+rs7QERmyrA9oapDkP8EsJusqw3nFie7AG+uHc0t
dqkL0udoHkq8YCanYBtc5AMnh+CNOZPu+2JXYoFRPSKyyqs+k8TuLn7bBAX7GlAJ0aGo6SRtp50M
ANR76urUKVSwmkj5XYAgdDzLK+3f4E1iweJEFTsYS/J9Ynrpky+Rh/v1KryV45tYXHri9F6oOgfw
DF1OUJGHRAEhNcczEsFHlSCix64krIVjfQtXjLOPuLK+eBjsqgnHeC40W6BQx+w23s1o1b8RcVzv
AIRRZf+atJV2w9BCd1IicOZc0/Jzq2fCdgFcP5IaxK09avYhBz+ZDCPXJE/6zgQtUI67IOUugYfI
1mT93BFxeyjee3MV7NNbcCq5QlmclToEO98UAh7VD/ozXEQ5sJprbDLWAcUyBEDE4rvonD/ytqWz
+Aau6kYxg5fFHcUd4RWvDzRQzuLivnB4uMI+faN2x0Uh/W78PQKSpct+C75YjckPQlHVnsxnDLsf
8U+9iWnpbcu1+ukfTMyaPnc+zsir4mg94mWkrlcehl3W2GAR1+FXFtPD4j60IdWQeVTv4jV7FOOl
I39g2a+7F0ofbWWT/sylwQke1EfhNXPFT3FywRmCBhbOCeshwk++8vad0A31swaujyXcaWcb8tGw
DXsHRPOnv2+eg3ofI+bdygfBMXYZNrfQqeB+mFvg4q8W2ScjM5Qv+wcJvQD2fIcPxEAr4fijq3nW
pb60d8SczyaMEPyPCD+ZqyhC3ekQQlJexz+sflLq6AB8PiYKfMHquy9tjggcm9Bns8u3z90lVA7p
l/bC6HyM3n2PeHjfGSPH2hsnCX/hF70FRBfW/AQRu1gbClL4lfomHMRNhVF+bcFCcVj99T2tEyck
mgChzzreNrsQC/xZui6LzSIS4w5nbKVzuVxiTToMHvW84DTdpZeXSqIt71D2oWmL55yNsXpL0bLb
o6ueGDg8pPAi78Nv7K/mIwjQ6Ce+9Z9sAsJVcvPX/DZlHrmW+sX3xq1xZY1iUhhfdN0OymHagQoy
XkmZAzIzE6hjj69t4HTQQUgGVTil2eGWE7H/jXKc6zra2/hb5YrByUiF0LsKj9irxEdW+WA1Yrc4
xnhgbsWpeEeObhFFZyMMINTOfwyuIfNp5T+n34zh/oUj9ASJyhYv0QPLkcySg+VsRbureW6etdfm
meUxfCSGchWdK3d45u6qHvOD5Br7bXIR18ZLzWyrEJQWLosni6X2ytn63r8NG7oxz+UdgRqprehI
dz1HaXd64cIO77I5lOgkK6dxRVp+NPuerB2j6aO+VETxBjY8SJaM4Wa+TOPecvqT/zmMz3HjCpmn
iV5Bugy7vt1ujBNp7Vz9FocPl7gBG+NKfF0m0AjBa1/+EIggb2bVzTgBdOR5bAKP/7HwtP10Kh9Y
BdEcWruJN1t79aO2Gz2+AfGgrBsagnc8xuGKaGJKEmT+FdSF2Chpbp2W4zNewo+cY1m4HtfiF9ED
SbNmAX8WWMgX4cKq3BjH8r15wU4hc/GULsI90uxAa3umUqd6BiLowUqBx9Oa2f36CTRtjwO1tJyG
2BvHqJnSiPcxNL0tcdgFfU1SoOm6SdC211DDk3306/cTRFhZ0lYMFSvZN1JPQFfNPo7nyQdViWFK
mdMXIVUa12g1PrfeCPJO1HJ+DEy4vCq1syrGXRJx9kKljEJ06M6JGFdeSuijE5Y9VueJyTAsv8TI
buyOzgYe71lBBtccVGnkuDQW/+eX0ayPnVrqXqKH6W4kD1htVQ6UaZ1WO+vb+i4aqz9YQNKB0xcF
RVj0CeusFLip/PpFn8lKFwKP5gJFTATGJDvWEceH0HxGZFlvwpKDObpHLIgUnlW8pyg5KNFORCNq
8U1IzgEVi6EMTEQDEtbn+jSo8pecgBfP44V7bV58Pu8uguCGlqlzioo7F/lOnW3h7q6C6Vsp/SOE
eZkjbNBhHnuJdblhqoj4j3kQnSpv0CtnZL7NbI/jxWiIMZixWlCZoXHml09q8zypqFeXnyNzhFEY
NV9CHN8sUOr12Dy2wpywRqp2Mabvg15SQp2ep1JQvFaFftrrrjQZ52QKNqUgnxQunrD9H3NJvRrk
zq0MmZQAgkOJklEIKfIvPs2d9dCaT2U3a24SoAbyx/k+zPIDj4MDDFmv1InKL1MAp2T0nQPl+dOU
Cde0/BBHX0geZH1o8rHZdrisWGfSdEvkG4vWuBnEKTzVAqYTzBiT51ed14tBZC9QMJgZxtFMrXHf
5xwySYV2FehgtIFm1bMs+ZPcaYVsP8NfRYgzoMH7+Eef5077UYdaQSTCrEu61NVSjgtLkhcG9lNc
hdyGJdP+r/+H+PkTuQagT1mkU1Dk26//9V+aapqIlwxNt1Tcmbzob0AXfUzlvBfMejOo8CEKC0xB
z34hE0PVZMS6ZJVXq/GuVOBKEkZ9//vL/yffZXl1S1JEU6dDpP4G7TFGbWy1wqjhfg0//qg6YhNQ
OoipYgiLQIlwIKpdIl7pv7+uBHboPz62JCuGZWo0t1R5eWP/IOeIDVBXeZRqOi3kfNQ4xWrdi4zh
POl44WcRNX1WH7HhHXULPSftZG62hbJVrWH3L29l+Yy/PwFJJmCDpDuLd/TbE5ASTZyQh9YbXwSL
EFcCWAjhO4SDvREeQsh/9CcXIAzDd6R71t8JsJgJx3OLPpj+ZTgYf3gvMvwtRTFVTbZ+fy9a5Euy
UET0ykEDszywwS9YgXQq30O8aL5gqv/yJJQ/DUAZi4eBxUTUVf23J5HQsZvLUiBiPafcZwzZ3VA0
dJKctLoZ1uby9RtS+1aWJJ5nudfgRK1GjvbIAXCZpDuFGAIkxjGxglxgwOzzLWn8IT9xsd3iuKrr
JxMNSDmhTG0zHm9J7AnSSsq6OWlJ1Toy28vfH+qfnqmsKAYWWXOhXv02rqdAJekgCZqNmbERkscG
Jaca/mXy/Bqkv48cRWbuaCL8LcOQ/+cgHnE6T60l15u+1m6waS59ZuwHg+J3y4wpKcEaQ36Zyx4c
g8UPg7kdY+2I/wPO4ZBe9JARlTbleSCFwiQMGB+0qX5b7cIsKd/Sqj7OEwCNUq88sfHPYhf+FHVW
u3//suT/oGexBimyrsmiZUogPpch8o/JaGkq4HBZ4TpgcTQNjAJaAYjDjlbLlPFM5zrKNsCCtyO0
J3EpK5tuXqdPgQTTNUwgjOjjN6Hv32ZSAwyEuaAE0ArmITj7Gbzev7/dP64dikrjbmGOyfqv//6P
t6s0ll4YEW+XkWV3ElQbDFf2vGCnpKy/J7TUF0//26jtY4XaZYAAjprMKjXF9t/ey59mj8LCLaoo
6hGG/jYEAoQlkmBO9SbR6J4YVTI5C21kCqkJVXLlBRrzqe1psQe0MYYw+/r7l/HH6atYmqyKcN50
BuJvzw6/yX+PwRFBkVNLMkXmPkIkOt1NMJsrWSlWzTLz8GUlAEGWh9PL19ikrrTgZEZsctjYx28C
oHjSiP3tNpa+WyOh4Bocy7SE3ZNyyybMlbzzWx/6H3Ai9tgoKZjG/W6hLLULhurvH0z68zdr6ga7
saya/7EuoUFlAIn1pin2WkeJXVdwBaJac0dQM6S/JNtZsrYphfMY8svfX/1P+yIjbCGeiQD3lN/2
BHX01U7N2BOmhdMjUJoYFvZ5P8SeFBj3WMspkAztv3zmP61aqggxSYXvA8nuN5xcQlx4P6VDvZlH
niWCmzfdLN7+/sn+7TV++2Tgk2V8ogxYRH7HWa891cz+ZfH945hkMkiKxbygyf37mLRiWC1yy6So
JFcZaAFMrCLWyADTivxCnjaFLzVaa1V3xC9zwdREMx79cJoeUr/aR3V/7EX8oaYskYmX0qUyqBiE
U/gWlYHbLkxSIuEmWGDTHQ4JldEFGBUYj2XkfyzAMdNHpfH3L05apvL/XO0VUdRMBTynaCHZ/21P
UbWyUwRgQZsAcfqqZRtfqYSSy4igIJIzzYwmvePupuUA7iYQKromJUffEor839+K9ad3AsmVw6om
S8bvi06lG6I5lUq1qfIfIaDZHsrUr41Woo87EXbZ+nsFYEWo7P/+uv95OkE1aSKsM3TY+uavb+gf
C68VSO1cJ2lFqEvoGDJzsuHLtouyx4/GorvkT/79FZcR/9t3zuczNQPjvKaov5+OrSaKZqIKcIep
EHpjlNkcZV/KOn76/3gdVRYlHjCrubp88n98MnIPMJfVRrExqd3MPrlLkLjBVP/LWdNU/vR5/vE6
vx22BCXVyd7kdUBStIKlOmi+ueXrK2FEFiAVKn3FxzQqtgTejazb5asab40qvvHxqTX0Xe8K1qK5
UrK1gh5LUkLRjTkJrWZSownfJNZBpQRF6Ga0qVQAN11AzYj8R+z3pUiWgoy8BVI4il7oPp1lIqrw
g2sAa1mWfa75sbLVqiZw594tsjAjLpwOHTFYhW0FKgL4ol2HxfyJz1zYDlwo8UwOyCPp5ZfdZ2+K
yAuSkEznKse1Mybvg+FwPaXVtrCQrdR8lQyUEmAfS8xNQ+sUW2RI0g0f484Mwtch00WEq9B1tFG9
QN3+EWHiOYlPB9vQTGqYs2S4taa9EPwZz2cuzZXnU2EtLBrgvY7dJk4QD5hj+BTN8y2IHv4+UqQ/
bEwcKA2NxUBEGab9flpK01lQuKYV5BkDBJDD4dqn+UUZ5KtZWx9UI/qVOCUX7DzPVhafGytUgTQN
WP0PRaTtply9Yl5/0aRqLYXlfRbSN0knK1NWWjLeU9mbp5DCTqXD8Q+e6l4nXjH0OxtTojcSHFQ3
+KuN5IKtjS6VGj4VPa1TASCoYn2kw3DVSL2a2+4qQ4ZueoDfcU5DJLNOdRWuVWyErcofiFPiOMbO
CQe8nPElk9UDXpKL3PZXLHNB/RVP+VZRpK8pkDxfAO2tUuhQavm9yyWvHGk9RnztPmm+ahSllJrW
kKQRV+BZsJf3KatD4jRGdw116evXn+v1Q1M0F9S3TtNDqJCR87WptYNKvtFoC3a1+N7E/cYfWdMk
9UWR8y0+i10a5cc5lM+Bpj4ECWyIsL4Lc3HE7QJzJwzv4ZC81iTIHtoQJo8fCI9t3hzVzvgiw5xq
vlk/F9gRz0lP1E0O33juikfuoIypBWz/LyPkDxuFbEFLpfikoco0fltM/AxqqVxPqKPBkBVBPe1a
yKW2blGHzGrNhaL9FSFgR5JRI2cReexJM9IE9ZVh8y/vZdnOf1tAFdlQwU1Y/5u082puG2nz/VfZ
mnu8iwx01c57wSBSVJYoydYNSrYkZHQjh0+/P3DmnLFprrWnTtWUa5RIAuh++gn/gJaHOC5R6LJ0
Xa9yuUUOBHj6LtW0eCaqYYYIXq51jQ6/btyvNNW/Dl7z3ZD6Q12BrIki317LTjFN9LXwvG+GTw4x
49eqw6JC013XNHxUMY9jexWOnRa1Lo7GUAbodykfqCyDF8Dl4UUwVF+DfEKd0DOzbe2hsxVp/XmL
z8onh9osjnx8i9C35TzzfXwAyVh+jv3NmGKhMbbIy/qPKALkG/h/ubY+6IZA6lgMyTBeFBngRAvH
31lNo5k553YngBVn6KHr7ncnv8igE9CWH27R+5uuZKABf4JYYtrp0hQgZ4OqWU2udmt1GdcSNyaK
c2hr2RJnidZdQNnIPjk8T0Uq6iP8X3WH3oZpHuVhddqoLIVThUJre92YgtF79YoG1aLLqn3ZF/us
HYH+WBNiMfL19yvv1wzank9Tw0MS2hOOc5Rnpp2C3WQk0FF8xk3wlVbDOO7p1p3FbnnZm/n9pAEe
+v2bnlhTZO3IXXseiZGlu0dXrGop27Brs61MgXyCJVRp/Tq5LaIfyY0TgJMu4MgNr3ni3YGifvv9
2x9SwJ93m61bXLZp2IbrOseJWRhnqrCzEtc7p7GZLXasDtcEeoen72TfJJl710EOYLztMJPWkLbo
6U6Unb0YdP+5aq19O/8Yo/ebsYbLrwafjol8Hcd7q71Cxm+XSCj6XvXZ0/o1TPDBKTpI2h2Hjz+H
tB/yn9Khb+22OR8c0n1kwQae/LcEEj4SlJ9UB6cWhkXTz+U2kQk5R28VARUO/Eak2zRF18CD4RF6
m9xprzxw3lDGqCgb8fz7B/NrwszloZhuIXI+B5vjtMtWCGtqPiYpxLtUqFc5GnskGVa6Mh4PtzwN
8rVtep+sx1/TV1unJLf0OVnnjY82gVPTxGgCL91qbbsbsw4ju/QmdvXL31+eceqeOjrtLgv/Fm7r
UQgj7RrimNfehoVz53bU8Bhyzw03jkr5tdSsy9Q2zxLdOfPRFrBromxlwbRqx/MYUCAiVdhaWJhW
acFnK+tEEOIeGDr5u2/qLhXhz0tr0MwBMz9ovxU8oCmOHixnIAYEl03cXLTdVwNDwoWboBFlfLbU
nPmkPd6Pc+jzHETCOGmO3psDBAOaqEm3wkFcwoboRwcErQXdk8R12Z83aLotIGgi14ASSYEHM1cA
qjjHX3G2eOu7YMIkKr46CN76BkRAn01tGXCPhzxFsYaTAIt5tj0NM8OsVjDjAIWotjgL6uI+syGR
D7OCzEF0rJn9N0PYJPDEspnRtj9oGWilv3Z6xIsOv44gnkA7CdEnSOS0WpGD6/uXpnZ2B1eWSeoz
KR6fad8ql2gfI8kRf6OvB/JtQNxPk90WIS6xNI3yFYHnMzWXAZ8suHmT/nJjfTG3Zgxf2McLbkrQ
cI1sAt3Yay9BAl4uctbuuMsr0GglgiiB0+5kgRIJpKk32DlrS9W3v/8QJzcXlgOML4SJ/v9RIMnt
kuQhlNkWTieQKi5bT4297zWfFG0n+o2sYOFS9xLUXXp9P69g2G5Wocoi2/YWQyewiX6LZAdxui67
HSnUHs0D8ODIZTSWg1ubeVkF3WXvT599kF8zlblDbzAm8ml+cvd//iBTokMjRpp1a9ToXrT8sxqq
TR2+pvn4xZmpnAd/m9K5nonwuf/t//2GcxdsDnTb1/XjjhzbwO3SiGg2psHbfL8r8GV5FXwSrM1f
i2SaYERG5gy0783jXTvUaWFMkojhpowYBDr/i0xloLO8u3TEusQlZiVWs407Vyz6hlWO8jyWp+OZ
iZURuTRIcxQ5J0HKO4/vYls852jmmAFmAwPwwNoA4PR5GD4VbbChsA3GDifaMr5b+Uj4dSnIznan
4eutKfXKrVxiOX856p9G/ZP3ybTQukP2wv9lcpNxkzyX7td2HG40o0USOVWvLW1TJCF9kDVZ/K3N
vtkIv/QaclU9Galb7uICAMzvF4Y374DjcMCDYshrGxbmJEfnnGhNBJ7CMt1CMoalg9C/j/ADCpSY
V6Ux2C9IUrKpbyOyCVKCO+HXG93/6vn2PgdbI9+HEOpKnHfbmnQp4YBEahqPxol/OoFjUT84V44I
rsbG3PsDzQzFYtAt9Wo36ZOwmodcyVcx6JcKoXq8wOAyVV8r31mXIc5T0ChfaVXTghT7ySjvLdSa
ML+ahYffY8mwPfJzay1N9xKO8X1nIQGjvOoiai3kLTD8wTgy8DwET93nIqbMZdnrIE4HHVlL8zJi
OSzwMEVr5+Xw/56bY1LLXVYlHZVIfkv0z05V++Sz9+iwEv/g9h2n9lVQzy2FnJOtrHYFYkt+2u16
hpyreUNUfQ8+KBq3joEL+IBTGHc6EcY+qYrXJKy+t1F9Pun2XovJMpuegF1W5QNaHLeTXfWkpWKZ
VtH35JshkBxpI0AJ7ngLw2sr0SJLZ50pL3NBRmvuW8fi8pVTLzsL3OMciy2PH+ko4CMvpWDrdDAJ
ZHjf1MyzPO2TY+BUgmHoNmUkBG8xl3E/R8XMa4ckRkBkqzXGwhiK+3AIdrj+GWH5KKvxVVdgdYLs
TsjxkxrHPHEEGQTDOWlmWGsd5/umwa62oW9vp8B4Q67tC2L/T54RrUtRPCTqpTWsrbUd392ZWOYA
3Im+6NK7lIH16nfNQ1EiqOcrpn5q7lRt6gEAhRkUZ/R7oFSJ5iGqsvPf79VT0ZWeluGS75OP/VJ2
d6itDlUo5bZPQLR5xXnZ0t/J+4cqLc4nle703juzIhhaoDTHgg8HjmTR6+1D1oCO8CKoM9ENpp7f
k8H+kvv624QWXOI/Gvn4mtb6JzXVycdrGIwlmcVQ0x2fvrYmkrjya7mFTnddun0FaOgpbNSFrsd3
IclWkQ3rMQk3o+986it0IrHmvefOs2k4glj989oi5PVNbZesLcxTlvjBs8DsS3bNxpErR0seYNbv
okl/U5n+Rp/6DMW2TdEH147ZPkDNX6SND4wZ8WlLL65+/yRPFbt8OMoZixyMyu0o6ub4ryE4z5Oc
GvkFubGzcXK+JA7hMoy8BfXppV7QWwod59oNxc4ewqdPPsGJuoonowvLdymw/OM0UHl23OQF3aVy
7B7m59O7YhvWiJg3X2zRPWBu/SRz93JI/WusewU4D5lYX3AqfGu88A4jyi8FIvsalrVwij/ZnSeO
Y8MCVSMsmzPpl+l8h74lHpBlARK6pa6W745T7rOaBRSH5Z3fFp8Ng08tFgubLdMxTJNy72ixsDIC
adZTsaU7cFZhEFehZ7JAeXWl3OghiUa+OXyynednfHTyMq/XHctiAm2bYo5QPxTuauqHSg9oXsFY
fp7AMQ5ww73mCvzRZ41v79TT/vG9jtab0JI0se25USbQx6rjAIKpgVIXFY4Rv5aDRIDNB9ZoW5tI
L68nJT1IOP6FPwo2rbuCsr6fFX1z2zsLmedVajzXpf2MUH3OJB93EuSWsmmjZtvc3tPPa03tocRG
SOhbDc1aVCQuvAvVVvuD8jEQzZzxI9p86t0ujC32y9vE6ZBdSabzOjLOy8JbF7K7GeO30PTWoi5A
0nk7Hw42LRcT98BGjhu9FBeq6q5FjuiLNm6qqcb/udynCPi0GlRTCKBZd5V347nVwlIr248kafZd
zacMi+uhQMEkD6YHJ2NSYgosjSQk7WXsIWGT4e2rvvnn0Ww8K22B5kugf8HK5mtau5gYtgtttMYl
QtpiWHU6JjkWijRnJXy0g8Kl4FLObFCSsPHsnQsmyEvC8iwfQErr+asCmkVnscYHq7mYwjFDC7Xg
HHFLnHwkKxB5gY1tYe/pizDesYNhgjJq2SRhD3Cz6dGmQyiqHxMMItr0vs1JEi1hIwyS6RkvMavu
A0tEK8G5jgYv2qAsBGScDvYCE4Yv+GwO2DhYmwJbIF9Td8jowdFh1U9+cYfU+cpS5GOePpzXBUeh
g2pcCl+4wztIpO8CepAX13s/8GdnzPculndhVdxpdQOWIgDzZENpl99r33g2M3iLRSqfkuEcLcOF
5yJ3y+Dg2UMcKVCQvBEpFtE2cnitNLjSMbVqEQ6wIues0c7nJTG45Z0YvQvfHSGR8iHnOIBI+gZ8
68ZK0T0Moss+br9ILxxWRTtufh8uT+4fw/MMgoMFbOWoYHXLumxGl4Bk1sGqconI+GKOCscLUEL2
6K7bSVxwiZ/EwVNJCv0PqlfAFGCVjt7WiUY0VEJMlxvGP4Yuros0p59ffBKJTh5HDhmmxcSWMaI4
eh8bcBDi9aLY9qPYtn0LJwol+By2Lt0UCZxuoeLoTlTmVYwtTml8nimcivgcqp7LPaYLe1w4CpWX
ueodJgpwOLISxGkL/r3X3Eu+fQ1QgKLPXwThdE/wX0dYa6+QRLzUKwSSfZqP+NJeNk11m5pYavnu
RZCbTLAcxJIDjGh6lDMXuVGwBetgG2bFmwyb+zYKd+iKX4ixQ0wBt6nOwSm9LejmhxiFhBCI875d
jdLdWy0ycCnhsh3nGWGmLc0KtdJonJlO+vhqFdMWu2ZA397SwDA5j3SA/G9mnQLM6SDg4+uFSXl8
X6q7ypdg2G1IA3ozvc5PU6IMBv9rSFd+4j5RSqU5Hs1qRD4ruavQW0K5l0zkJcAU9q+JXUTcsNDR
WxlhTKOmS658klS8ChLkFOhC1bnXrMykw628QsbRQEI4w94Yyw9cCACoN5l6h0iFMKmONvfQIcsP
MKIPbSwNGnuvBhxMRzD/nmpC5B0EDG0DHQpmj17n7modEmVWhYt2gGPbJU9TqlDfyGeQOJzPOOAN
ZlnB3+/BU+ela1GiC/BuLNV5j/5wXsZ67eRF2hWoHzJjMh9zN7sYe32TGtjV/H+91XGJ1in0hiWS
j9vIQ0mxQF+4oMeOTOKyb7RPLutkluxSV4FLAY5GOffzdemlqWRpV1xXuq0j3PTCYh0N8mzO2xNj
/GrgmD7BZEdu+JPLPJX10KWhJUWqRR12lPW4FbCCIiO8DIx9UUDPcygvTXPtReLCUDxfvv79jT39
jg6d/NnY9JduA+LUoFvQMdxWSQUBrNqjKvNqBOOzzKr3hjMEVaf179/yEDqO86wZH0uvE7Sydwz+
mWqFqj8OCttkyKKljclhB8YRsqXAaFSvFlPjPtRoM+EF12cPvr/HCBtAzEiOUPXzqE/CMW/uNA6q
GrIrPNO8ISONp40YgTY4mkR1AucRL3cuUkBvNLoCSHHTuas8dzlh0RwGqll6Pvuth5WG1wC97YsO
Hd0Ve+UijtGXYnhb40r8UGUQ4xo04XJhbWVuPg6ivC20YlwEdGIBNK+iJkJNWGjpysQ/gd5sD+t4
Zp+XNaJJAAAxCZNLqs9iiY7/18RHdcJBHO/3d/XkqmXNWoyCGE2DQf151fZDgFdaJPJtX6r3bMTg
mE5KMJ0jX3dt2uumXSXwHafPGpmnFhB6QDQyaejav1QGdaeNkTLdfItC9Xsy8fjEVL+OWfOazxiM
oVJ36P7sf3+xp05/Jk8g3vX5n0N2/UPk0UWVAkhG+TDlCJHI1SwFOK356K+ks0t84yaT5X7OT37/
vqci3g/ve1w/J5OdddLRc4jNw8bHqh6dofq6N43nSnZ/eTv/ZVh8+9d++I+izW9lXDT1n3+IEx1q
XIhdQGKUpUSFo1Z50/sYemDKtLWK5H4Yun4VA1sP6caaVdZg46I+HMzcmD5Nm1GP4LL7aGbQNzR4
0EFQewun3lrhWyZRP3Ld4SYJrTu0Koc8QODUygD5acZb6MLFqm3E8gLnawJGcm2awPIGbPdqNAaj
BOEcZ3psWiRNpvSB2Ih2L8pTZ1FxTk4LLRq2SQ1bG+e25wO5xPUTHdsnaHfiOpWwkUqNesNA/npB
5UXDWJLra8Uem40aSgh958DYhJ2Dx11T46aHMSRQqnXh9F+7ye4xgaPsMRpnA9zrOnBDlJx7xC/x
NOEIbtCYSJehiYZwag13dhbt5ry5rKxnn4x4qFkbWCqsw2h4tsMJG6xmn8j2GrsHtfZS7WJInXWP
/GysRR/aVI1rJ2p2eMw2104V4RYF+RWH3k+OmFObRswG1Awe2K3HoM4sUzW4S0VfXVFdSeu5Q46i
0e1nRzkXDHyfGyzKPon05qnFK8BkwIbwGBUfryfqyxDfQgKEm3nXJoL3wG4Dc2XUyxIl3Hh2hzLm
EVwdi60bJFga5sH1ECfJNkzyh6plrKlMxr45rh1m8lEE6gt4e8ytummWlkgv0OJFL6FFUB3ZrHXW
QQE2HNQgfr8HTzAFbDgW4DxMwg29yqN9EWpjBqYyQ/MoyM/AT8Fw1+l4D5VxbedcFf5bmLND6tNG
9NdTLcJsTwiA2aOkQx5CRNREs+laonBTPOCqB34LqtMG1wKYuOi3Y+mRPXXWWeBaiMcrFC8bDQOK
TJ+toXV8X+Mu2v7+og79paMzkWzfMeZkyqf9M6+YHyKacEc/b0wr2w5Y3Jc01ZFS8/eNdLtlZQ5n
hgjUSuZIh+emsY/QV6CGL6D3hniDNEW6iVPKAFQr/cj/JA6dAmIA2mZ0NGcJ3i+N2XBwJhV0BFvl
R5dtnL1qWXkXSYjRjg0RucHjpELHu3aGPeKPN9HQXDmMvhZdQOXZ1N5Tf5ZHxXuT8qBQqQfmlr+P
uBV4PS/RFv4FpjWgfWzt45N7qp+IoGAjgAoAcGOwczzV1JMgdGkb5eCzK4yUUvh+7UjYCPQdzs9g
RLi7wyTj8z7aiR7pAZmk05XQ0W7oozd9LM0bBmhMtzMUg6xg9udsS1BvxvgaTmyXMfuGP2Sx7ovm
BnVUdE9wVhSKHkfhslucuNNWCbqq+Hay2UZUxx0/vidYIVBZSG+bpcLGbbeglvKtnTRxyLEi+sLz
5AvdlGiHgBoifRkNiq6bdU2Dd3iK9891aUVgDYW21ksF8lSz7n0nfi6AIS2s1jYWvSJX8jX/MhXf
vZ4Q7CbtW+joq8Ahmym6LUC2Vem+oFj6HgbhbgjRfgoTZxVa8m4+TzrvERvMlzkpbDLrua6qvdG2
byazvo6vu9g0mP7zwpbe7CNy/r7vzoVqGJBHF6jWd6sw7j+uAt26FpwGoZ2kG7qFUNKrEssU4d1h
h0z5iCIgIbZD80s12ymbdUdH/aWQ4/dP1sKppQAgzdIBrVDUHk/VRoYJWd1Y+XZIZIYspLVA3vc+
D+thQz3H/YnFXWdrmHjO8QueTZobnyBLTiQtEAR9cObOfKIfN3ixuy7LfE7QhOTx9Zl6cj0khjtR
cm+Ak27FWK4neKSLGK3lz3bxiehPq4SZDm1cMsTj7nvBjL3t87jYpi0mkqpItrZEw8xD6H5lldCr
JGSkS995cNgDZ3kQIR5abwMl8X2OGn9jFsl10JbmuTXOFoCdQIQQXy7dOe/aIbhCLXOFYdI+9jEO
JbfYkNWQE1bVX6fYf/6UFtX//i++/i4Vxqth1Bx9+e+9zPnvv+a/+b+/8/Nf/PsK5zZZy4/mt7+1
eZfXr/l7ffxLP70y7/73p1u9Nq8/fbEuwNWMd+17Nd6/123WHD5F+C7n3/zf/vA/3g+vsh/V+59/
vL7xCFAjhvb8vfnj7x/N5FZodz4tmv/88R3+/vF8CX/+cfVajdlrwUTor9f74Y/eX+vmzz80z/kX
4tkzSFSn80xznSXSv//1I/EvEnh4MgDWZvQHba9CVk305x+W+BdtKI4lSlLLhc/Gxqple/iR9y9S
cDpULpQCT/d064//8+n+Tm//enDcjxPprnHccBIzCmLm/jEDoaFwvD0KvU2qPEqnrZpabOK7icPB
rplloLE0ajlcahpIKVnqsiyFw8QYa6ws9fyFX6KbNLpvAoS9PVt6Wpg1/HArT3244/DBh/MsD7NB
k8v8FR4AsDqC1I0Un1a3uxkjjMUTug1O098wRgcfkFdPo01/OO82Ru6BNnSt+rME7rj5yIfwKe3g
1jqcaL8kcA0QuK50omE7NiXmWURKelI9FBnFTfECGvnZIg+ta4jG79+wV8YatiMx0p71lI+YoaFO
0/xBegiGJY2N70WcL5WeveD7bmt4TYmaz6xF/mfY2TnAkb78mN7M1SFRB7qPb7LSjvuZbTv6cTd6
DdYCHgJs7XPnZWpNsNpmAd5uyYAnq5/HF16U6CuIas4K9b3Onb7GOlfZaNktyUK3PNzrKUXtVU8q
EAe46vJ+8AWhNViwbTtD3w9mVO1i4WKvGnzlJllwC5oLr+Bt8JS+awSGGgpnz8VA3A31FrmP1sTZ
uvTjbUyTbDFtDa+aXcVbc01iOWLZnpDlZoRFX92bwLiWgW3gwzfNErtJvx491JFFmM263yXG80u/
SK8G1JwDPe+hhGgIguLtUPtmgqhTwNnoFOd2qx7CULvVhhC5QsnvZLnLkymQnEgxM/Zic5tWXHwW
+D4ZiHrx0LlpBqdceV2+QScc3tTkpCsHFreLhPnKcuY7Of92Rb3lJrcIVNP3m9oYwcmQOkYhlFzb
8IoQ0b5QnrU2kLVFqBfNMCv7EhZejKZiiaB2YCMmYoYfIpTJeY8f16L1nQhzzfYl7O0v0mcIUs4L
PJj9sGAU6Mi9Wd1SMKbvY8m9Sy9A03zPdDtdWYmfrkYtFMDabvhzuGe2g/a7WfYIs40kYHGxdC3K
yjh5svGxXWHHjiQZUle2tC69xEwX9aRuS/pDiN1lqDQl7qYQGMUEgnyrfjFmp0L/xra1RVnW46bp
FbpESO45CmXEtAnzRa3Md9dD5LXREKyAb4d4A+Clwy7VOv2Dcdyi9nkTtkPoO7PSOcMyr3+u3eTF
KaJrNTvxiPSlIrmzSstbBrnYU4IywoqcJcPbelGhBzSG+nbkRRZjFV70CD3EM/dosJLnwUlfDj/J
DR5Th0ni4NgPMFNqkkrkpSbq8TqdkMREPaOLOmbNroYgUF8/2jqKpGNiP2lhui7dIMNdnJa0XYDG
wWKvKbl3nmJbl1P04anwkqbzIzTQhas56LS2EklcH7svWcVnqS/QhDLpEqPo12sMDj2CR0X1ixl1
eR0YLMSiJwUysLFsbMZeWaEz8UGmrJcGYVn5q8MVhDHag7IYH+weVGUoWKlJhdCU3gHemZ/71Nkf
vQtMt+ovraTf91OeLTWjpKnNo5MpnbiailMRliqtTu974D3BsIJVi2J+T5s/QD2ysFCd9C11WzPC
W9OHWgkspLuYVxh9nLLttFy32O5hM+WF2PggcOuFmGumlcxWTj99TbpZ4U+fNf6i7maK0cGrB34/
pBKYSrSkcUcMSuZbQhtvuil7YubPiK63vgHshnY8julZmMvHCvEnIsc7KiUKyyENZdS+fypGoDpK
cwx01RAa1hEnSYIZQGmxemMBUB+M0yM8ferrjD/MixGLnQYGcC14pH6Zcb+4c1KnXKiZkJzpCKos
m15eguarF3HHUuIxe1EIi2k+aEpmI9jNmzeh9gTy73vrMIkA6npZlR09RmPpNYhtiPapNYhsfgIX
6vBsVMv6kCJ7GSedIt3fYJGERvtMs2jZJLiiCJy4eYPIpaYzlHGlG/a3KueIwGsR9172Tjui9JsM
bOfkpgPMsUyQS1/YKVv78ESgEOnU/pgNDtq7M0T31UCMGNHr820+9ZAl+TLeAvylcR9ydQV44MJE
hHHIeHV4R5sczbeo4BlJGgxSHZYpUyZw33CiJOKBXrUa5ONEdWaPM8M6fTGsEmPf+Y3IUtjRw85p
LROZ/CreZHr8VPvljYW2DQJuPHbOBnMd9uH9ZOKhVUxsja7Gkky8JtSAsgy/HJbI1BPNMj38qCUi
PFmkA58Lz3yjQ4kuvqfy8he4z7+IrEIv0Eg/TJ0DSNUcHm0CBdwwsVbpjOzGcRi6dOji1SECSMP8
AC2XKV61SqW4wTmaMo/ROYL3K3gy/UrLx1VjmN9DCHML8N0zuU/dWgHSUHAhJNfAdQJQ54dNizSS
/VxnsxDEEJwfFmYwcnhj7PKBOY++0hB6HS06eXKqvzVxQEMOUDVCRQ+HVWQJwgo9sVcrQhe48tde
wCmhmzzOcl7gNTR8uvP55WjiPt6WsxksNFW/nViwFWu7wupyqbnyxcywTB3C9Kzq3K9zb0iYBJV8
DtGymlZ5TntQR3CxKFGCP/xM5WqXhuX3gnkOgCfEqdHQQTGpXPs5oXhisHfgKmrN/EId9N8ifnLn
d8ZUGcJzepNbxYviWKXNgEE9ZugdggwITQIrksrCTU8QkmGo+gR5Hjz4VSjR07QIQ86dpExWSNjc
GHahlnS43phWs4hV+VhzbwMfV1uvxYOmdPiyMUNQZu2Liw9LZc+uSUOtL2O07Q4ntgFXYNWK6D2J
6jMmYv0qg8y3dHIL+XLnsePqV52fvxzyAA23bfgpHJM8kwUC7MT74hqFm3YZeFS/1vDclBwqSco0
cqzTj1S1X5Xt3eaOtnQkPByMO5lBIQiapB/FsKeXUC6HMnjRBhbX6Kk5db7sJI7dHLUcg+4mB8O3
aBWBzJzy8wLRsYisZTXfM0sPX7sY4Zg59dDw3Cm1cZlpnEKTTiIN9PU7IkuxaJd/bwvuaYy9kke0
Waiam/tXCmJgU9iV+SzLTpOwZlk0GMaOyhUUmDfKwpnJtM6iiG0e9uVD10xPwqURbS8QM7q20mId
g55b2FBFl96AwBlF8dZ2o1Vdg7fHaYFpa6CtmUkBhk+vKut6LLU3ihL6YRlbpQ2adJP55oWyxSzh
NDyHGQYnag6rkHFqch/uTiXVC7xrgihsoqV57daA8Swscg73om71dKVyDFYlNAoMW/pFmJNfWQ4f
IRl2QDa62eydv+yDBc2S2faWvayFvJjtjW+hD2TItQmkNIyxVoIihw2O9i5sENVpO2DJXdLfCOZU
d6lPISxVA7hdaGtPss8+PJ+j1RGsHzzD0ZIVH9QbZ44S0ariCB4L8wsqAND70egF71VH2KaQKY+b
ac7jBxv/0ibbHwyxLWxwOTbC7UxKqU2iskZPBIlGnH9Ge4ulBGlRRADtxpjmZwqkwEXZ0MT3ZlHU
+fe6be/Nkh5USVd4ZXnc18R5nsG/nTVBLPxaz/EWIspF7GNZbQ/AO9r+ic4CU/LuI8jYOqDFUKJH
P4wtmC0js7lpSPTw94g+/Pn98y5lPgW0Tu/7debmt22VvSRJcas0bFNiAILBDHA7nKPytgkjfetB
W7fd9CWbnegKyTmkVc0uTyINOSPdXOetfTFiqqDbg34WGqzV2sJsAZrsi5HKl8PyEx1q+jVu5RK/
oal8zSeUkAf/ClgNy2jO5+SQ3x7SoNj8mvXIOB6CcWJgjzvnIIcgntQcrkai3wUWmpptapD3pBXt
NKDZPMq2rR9FhX1Cwdh1YRX+XuXx7VDUL4miqjFprw3XQ/RoKWMVTqQZIuR0zvVZJKpOvx9yX8+F
1RhonOGWdpF35OBqxk4SD5AzjLMPkLjsbhLurE6/CsqbhdGRQrp6sIvbGA/C9CUKKuKlm2NKYCNg
j1akvTPG6tafgjPZjpx/PpV2ktR0OFM4dnOKOs3hf0phP5VugbbonG34jPE842vQEWCrqttGtfOS
5hyk4GweMpHeFdi0kAJkL15to8xYLeHQU7sbS733920s9kNhESMb96IZnZfD6ThpFK6m217nfbwr
ScEpKOJmlTi32L6/xDVZjfSmNxKUlTdn8Vke7Ol9kgxy7UMfXYqwu+3mvEHkiFSHKCn5MvngCVGG
cO45dhotRi4IKhW/k8pLOh8kAeVlVbuwg0n+w9h5NYv3NiZITNKFloq480Zp6fth7XtuH2/iIBa4
oPAbWYxgpIchc0sWU7T1Q46ikFfM5wu+llERf5nzBajD+8yn6O5i8mHLTRGv5d74/XQVQ95aOEP3
TTYvacmBeXjMU3SXtrSIRRJOUPGj29Dwt6BLLvuI2FO2xYtZ81nxcNrE4O02DGdgIdXfmUXMNiYE
6+RjLpEYwMwB7aGfiHaHdTyfw6Vtb/WRj5W3pO1pftv1/mVv3I1w3EgOSZFGs30n1XxhztKe1Qw9
cif7aCxAZV03rsdqrnP7iAZ1iLIcJd8u1ob7Hp0iUE+XSs/jK6XSC03xIGysxUt30raaVn61Yuex
0f3XSIhrL5O3mcv+kgaz8czN3grH6zY0ZNOzm1QnxJTdPp5cRVDqO6TFtbn4AxvKYSOxWAv65dSv
TAdv6oneo+lhZisC2GUiXR2SyrkHYNSU69IBOGEjrX4oOmV45tJwJc0jITRUjIVU8MWT42VrKfyg
NFILwEmPLgfkQnjaQP3FITkxHZW5RD7dtpayNMeNio3LVgmU+APIfqWhiW0UWjdFJj66wEMjqM9W
SeqkZ+KbKctmE3TsmjYMzoZOB8/ZFpcc1pehTyZWT9m5OeMFRTWx2R0XbVEMO7kzYOsrHtK8zj2v
Oy+7BNVKFyl85kIPbEa5c0Ssdo2nsJEfMhmsJP3bhV7kaMYOkydXiY/IqoD5ifxxUu362yKLpL7u
ct84EzDy3FjJ3T//KBLPnV5APlv0Jv7dKpTxitDANzHksXPP2TK5xmOh7B6t+a0PHyIwSVa2jKTk
7vDNNoC+ID0jXpuM+ndZF9/QTHbP9LHtdh2J2M5zcGsILa9dpdOItHyrlcXu8I9umNiw+tH2n2/9
9Svgr0UKfNX/+xe1OuIPdTOmAg5QnC2HH1/m8Nf//PI/L4Z1ZIH1Bv8cvnf48vB//3xPHF75n2/+
8zv/4/eOXjXOEYzt6NT8fXn54SI7J0EA7p/3OXy82kPyu2mw9j784PAPXsu7KBklXUOtqsGg8GkZ
ONv5jzdFvEkRD+cHGyhDBxdk4YWFRGxuw8yogLotqy7kgXR9UKPsbBWwG/k69Ny7VvnlWWDkBUqQ
tbnps2FTNkW706OXtsFbiHvZ74IWnfqhDgaMyTJ31yLPyRDeb9wdn9vZHb55+Aev7mhlheigO6GF
ADKNJKq4FJhdPXi7MEv83eH/CKfeLp69zofGgDhT3zYqsM8kpo87rVLmDqNacxeM3R3+5siwuFSY
jEC+p5y/KqDgOA9ne/uhpfry8rVr5Oh7ZJik9nqyYd9ygTqlSK71OESgeiAFQhcRcyu3SFOEKxXA
QmE/Zpor3tpxnYzWDv0IDAuAayxD9JUNE4kNx83dNWarV52klD8XDvYSvh6km9IEGRTANzJRUjib
TdCa6Nqp0eyLsP3kjMbFr/UtNn1MAlFTdXZo1qXdneqAaRt1ca35Wb0sKnH934Sdx3LcSpetnwgR
8GZa3pEsikYSJwhREuETSLgE8PT3S6h70P1H9B2cOBRNFaoqkbn32svEJh7G2VtiJhdVQlVjigjF
VoXVrrOW+IQfxIF8pIfCV7esy+BQBv7vLi7ujeP6G+ghA9b0Cy1NCdxJIut28JZws8TJ04RiwxmS
+2JAxTRq4hMG+2UIi+KqyizhoAvFAWfEv/bs/g4FaW6GJEBjVNUfst3hBsr+t4RSOo3TfpIl8dde
c6yz/u7lw2PXWFTB1XSDWU674rPxSk9hSuOGZ8YED6JXu7HDwlU4atqp4U9pzeO3ruucveNi1tBU
wR5OAUR1FkRYBqc6tsrz5ClI1KS3tKVTP00VYW0soADMLDhV5Elv+gadYqXH7T7u1szQCrAdXKPt
Nv02Vb5P0VK4V9NrQzyq4LEn7kCMXQc3S4Uvnp4vR2g37ZThuUA/xZyAFAzM67YL1O8tXEow32p+
HCvDOgX5zDASSy2JsdvW7SHLEM4nJUYUbjdeo6ivtyTtzWc4cbuugRoKeksayfhhkXkLAjPuVPRi
Z8DQKMWuthotcFt1a3onhDMQ4jAu5Klx4PBXPk1mE/d/uAL6FSuOjoXTQKwmAWRE+Soz4iSANEL4
60fXTBHVo0pOSNvjMvJ9lWHOlmTQViK7fiyW4EZOEeQLKnzozeBx5jbHDH40e+8ckfPmjNj9Dl3z
m9bwlDT2h8vReCyoxJgPm/shLhraGDDEvOWpiIsFTk0P8CKuqRmGjyPYNQsIimprIomW2cHGpNzz
l12gavfgdT1CUM/6CL0yIb/efTJVfBCdgX96ZxHz4Kh3v0/vwAhvfhweB4fNggC+e+1HD5UVvMYx
kEgbosmysqfOUPOr0ZmfNK5AKn5+HYz6u5UOEOqC4d50OI/jtbct3YYgkmwMzyKS+PLkJ1R1JC/N
iFCBUB+DnqSdQqGN61vFFHs606l8Ag19pkv+MFrO1SgRd2fi0X9003xAPMKcxFIZhzGjyi6+GSU2
Lj7ySjGRTF8Vv6wBfXrXJSzbGNDGehQT/NzeB65KfIWfuAnNj7r81Mrg+zwF5ZNN4K9G54S/kMxc
y79VVGHoTGW02POtEKAIFSkasRZL5svU7pbYv7dO054k4sjZTl/7pnqIcsKo5kFjj5H1pMbxYc7V
cEH9QIBt0W4BvrlRy3jj5eE57JL9EjcEo6ol2w8N8UcjyZNgC+fU60ieQygrStJAbTWf88nIzn1V
3FVfNOyd1rCvcf+5Pjuj670YGd1Z7o+HOMUckzxSKhh8WvrZf/dcj6RNYiHoXupu3BsDvoa2ep/n
6E4lt4tGIjThps0bER6XrPsVLw9elb9imHNkq3vNlNrCH9lmNQoDhntbDEe+9yN4r/ROve9cImIO
KnvCTNGINh4FSVEnaPYd+dLg8t0wCornE2TUA8NTJhz0iNpNK9VR1s2InZe/W+zgbsa0OAWHWOhN
z2WX/nbIRcni+nGGNRsO88akipdTBV2+3BUWgfSE8yms8kx3+J2nE9iErO1tX0XkjnmfrsYyDBBG
oHUmJcauJ8+yiR+Xzn5o6ua1960PzBufmG35xFad47H6hMZzIlH21bCS/HAbQyO99bWzN9AoqART
9bG69U3NaYlTQ7mf0G9mTfuEheFDKovX2WDbiOr6IR937mh/pjZlsC3bkzCtd5XYz4EvD0nPR48E
AVjLkxvXoiyHo/w4dfJa5AlzgAGDaQywec+rFqHfYv+wpuZulcnNztST7YMfeAFA+1Lbl9rtd1lJ
jJBZ3tqEWo30XJLOkhyZ+GIJspxSYCo3X3ZdGXxz6Lk2I/dluRBHlE74kbfvhulcK/AI4brv+qPR
D4X38Elq7xWQMbt9yMMfLga1dOzwstrxZxz6vycZvOLIEMFTmabgreTjGKbm58w9pKDthxbOwOmn
h7CHsOhdXHpMvFL4ZGVwThb/0hjVJbKGnVWUNpiLegCD37hIxUIg8GHqz8b0Mc041DtAp2Uo9/io
7RDt/QJP+TZ/mxMS4ROTvCoQTzfGfL+EiJ8u0TejYkLBttQfy1LSql4XQyw7xRuPmeS7nwXPXVj9
Ekty6et7CKhTdi0UZPlh5Ih7ndT41bGT9TnIEmaQ5FxYsEuY3D84BtqYh36yb8oguarNIWVasvg2
efNfMLHvlCo72TS/2+wa5ixDwXG1BT84w/rHery6ThXkFQjvZtRdl0XGB98qRjrb8HkG4AiUl9Jh
K6JWMeQWRS63pRXc3VkQ30YrCSha3WLc70BHvKsPvGZF7cXgZlbutc9DxF3lI3V1spv9btlhnvyB
G9zfZsJTve9IRLcSf2dae1kZ3pVAxlPeCHYD0espU7Prw+mzK+Sn33HqC5dFaBaMWD1A5eaGRe/e
AuUOYQ+lSHYnwpjTEYIe3L1t5xE3G4uGNspLfiqDtaaN1+OU8oCE0L0y0ExUobfszKHHojZIO6K0
5dkI8jdnpj+SlX2sJpf2IhUNsbm0VBV+uq5ygitRqg0BSd9AuJ99w3G2eclB7xMiXdpEcruzuli5
9W2mSNLIS7GD/wCgTDuIbKSeB3XKDcISpsI9svv9tqz43UuM7Ng3488Bh5MD+NK0aafho2aAmsIg
s7J7XS8/zUnAfROc6Vg7k0NKyIHBie26JB3V30ebNaLy6vsQAZwWEEUPIlOwaoDbOFwf7JlI8lgN
P2cy7gaT8K+glul2gfigo3jfktLlPSnlmzHOD36WvlVmj4dkQLTaAuOmV8M1t72j8m3SN+ynIgY3
CciBZ4SX7RmDZBsIZl+47JSbncesa1OH6av0oruqQp2t4zvFp7tQX1Pr+QGo1FzRCxdV9pzjEKhi
9+Tazc9xeLL6rRdan3Jh8sp/M7wI6vXtoGwmcOrge8hWmb6jy1YHGLwbZrygYkTbb+AOAcO6G5OU
YP1nIWe3/V8/yyZ761LetxiCccoxfCYWigVi8hQ+D68fLUPnIxvrOKa/Wlh2//2ndtqwG0EW0b8S
MbuaoB/zdLUXnfRDDII5Zxxv52DYzzwclbz+p+2InZO9LXgg8riJxDNe64j45ZjnGFKM/2OrYCfk
qiZHIK8ZtlnxSuxNWwPMgZ1FojhYHEhN6u8avnbgVq1f65/xX4NsM2Ll4GaDsRm/Q5FqyWHf6lw8
81Od2trYOA5pb/y/YbxLVwEd59gaLEYStCL+fv0Rjo36a307RjxOLqIHsmtPTg1fG4O0J/ahrQVi
N/bml74wgScbI0pg3kw9N7kNNjceev4CFVPEP8cqAsIR3DjHxvVQodpwt3UmSnNJa7HT1+p1siRR
Mf5wYAbrJ2/aYb++AAbXTkECSv80SbHTD6evSz+toV8OEsv1tfMY0jsmdFv6r9PQfGqZZFsViAm/
2qp4q98e/fL0W/jfLzXiquyJag7cTC40Eyi+MgZr9eTu2b8PMme18b2OCRiJ4Dv9tf6dmnm/6X+a
tC1uDZrBr3bFv1/HKfBoZiTz8HBFFJMD3W8tcCwQCpkGB/2thB/XXXjSv4KucbcMdCioGlyr/K0f
yiQNCzNj7tVqO7ftp6rFXT+k/p2ofiyXJ/0b+ppE/Td9/O+L0vnJ+oKT2jvrp+IpHtRIhijNc95Z
69Pph/PVAD/w0SHOihblW7Sc8Lmmesn3vqhvVYvnAUOsUPsu2gCLLY6OvcNUD1uojRhauRttJh2J
k31Bg391uKtyRcrtYvjNMU1Mg+N+vq8D/KbPvzhuX42J5Vp5EqOE6jXJcbYzK/M0MDG3lc04OCdR
qQeLNgVLEWo0WfPxdISO8NVE3WmamGZjo5QdRBFvfOXJk9dCyZb5TSa/iLRWHDb2M93CZzVOFQP3
4GmlQbiShTpWjxySgGV6KOLKV7cmHBrlX4ekYK5p5DtxRsiX2lV6dhLxUo/IBpYQtg72FJIaB7ih
vHT1+Kz/qyJp7xtNE9NUsA7SkI06/jAerKBjgsUhgmk4JqjxWB+y4DcscNKVvPl7H7dkOXpA1GYG
8r1QsaEJsvdOG7w5S/7TEUG49WWLd5SmCnNCNB+z178UCfXQ4gGy+zbTJmfmzHBH2jjzHEzCO8/6
wGpz7SEgAY1JaWDvSszXFe5GUcNv1lmwM3ZtVd0wsGVWpScwAHbltnWZx2T4XRhudoraOt2CsbK8
AYXnar73A9bIeVk/JNgObnw9MjN7GBSdKH67bUaocUL3aCuuX/ytw5phrVP+hD+xN42eionh/lm1
1smsGCDZmVlszXgv++a7aCyBT22R72IdDuy4h8Vi0NKHQ711B/MF6RZTMrv8iOtBpxIKSLwMKeok
xiPXoddZh5PUzicRgB2IFKDbhte36WPnuMQ9k9iSYxijAbRX89Hxa3GwCd4zm9I9N615bSPAiFmR
OKj0MNOz69sK4ZfnquYyV+ZVDVVsYzYK/t94yCaULmYMlm3pMbSy4L2V9UsSU6SuCz0MCCYZhL9v
rcjbY0c+HCo6mTkYs6PoGPqJqumosJg7D3rJNwZJJ4vy8oMnb/7sOefZ4FMdxhBTIOpGIwxPwpvV
A4TyHWMV78kMLlFtvC/x9DsLF2ufRflhfWpJyP3GL4xsP9mCiEk3EWfixeB/ae24C4lkcurHP7SC
uq8M4DFys0Jz03QwIR7yJVO7LkHln7EulOm/l8hCt40COB1K7zBG1C1L9hTXSO+zmb8Mcm+LJyF3
4pC+OpqZodijc+QCk4FeHibDUeDcUAmg5lQFBqKI+OK4drmDv10OfLbZdy+uQ4KXohcfJcVBWKRy
quk3FWeNNciMW4eorz3eUEg+f5gWw4lUlTf6QG87Twtxm0rcnbT+zbw73cC8ifap21yGWN6HLr1Z
fv4Vlg9RRGkky9ZFcAHqrO+FeGBtG9X0Btdl2DY+e4CF/4I90kRYZn+LyClNwAmnFPZWhYMzhmWw
LNZxqh4oriypquZ6KPLw7M8+fOU8WNT7QQlFpFeUR31ONdixlIBt0ig1URBTGrm+YtQ1UuiV2WUI
ofAzLlqHBm3JXI7y46PQjHwEf0yQ+Jfp1ndv8b5VMAgZ9jC44QYmif6xH5x3L6eBE8bRZORYjPVt
9OWe4+Bg5j4zHzUUhzhgIlAPxBjXhyK+T+YAgAtlflngxQmHqkw/iWISLWLre9nUH13pvRQpPCDN
8uLooHpkWLb0AnSIG7jSlsdlWJJJaP7V87OVmLOM7MM86dVz4E2AFT8kc8yclh7NTVE2E0Hl0WCu
M/spAX9zxvAq8+LDtqq707AWRJT+NBTRoh1DbXvIg0OpAu7nCYuEwdx5MQd+v0RkHfZ0oOb0PU2I
M9UwkDfC5MlSr92gkqMamopXawEjErzCdmomehKn2OYpCWd+ArESR4U/EMQchqoo+hIgMiNBnEEF
Hu78Vp3UUJIHJcvoVhnhofHsm1uM31AzZkCHLBB/pFknsEj7DgjKiKrd17Lu9mHtvDRdJC8M2XZZ
jRmVb8H0qHOvPOMJ9+TUxHX69u9m6D5NLOH2zkINIMi2yEY+gsilv0i2+BD8GzPC37+ksd1CqoM2
D6eHsMQCWS6mkbyResw0tHQPLoHZyF5PFcO5NuneMdE+5ljfbduAmXbQfxFG8/qPPKW6X6L5MtQz
PuXCHa4F2rD9OvIrM/9hsS0SvVjmnWZ64hdHEKoFbtKMEGq6FtJIIj70xI7kFhg4DG/285x96aGg
Hzbvna1eCisCrKHfGGdWL0Awkr3Gf2bdfBOtsTENpC3r7AwW/6apox+tWn6oiQ2ozpl9yihlE7aa
BN1H/v/xcFhFF/+bFWzhdAa1GuMdeOf/U/TU2txocGB7ZAZwKOZhHYoy+Q3DnIh64b0skENPVQeM
6BoxoFm0XbkL+cCbJAym7poeZfZsfBMHu+YqyYzVULf13dBMxiChLIqj4Lz+y4snvdzLD94TeUkT
H8Px3n+YHTocs7nk5UD/NjKOjPQATw7yQgP6bUl43/5vOrn3n3Tyfy/bCXA9D/4jJgkaV101uexP
tGmnko1jWqyHKIA8anA0kxHzUDRf9TyFO6yUvI0MLaJILc25qHNuCDo5WAGUKzX8u1nTfFKYAHsm
S18UIb9kpwuwJfoM5QjhJDwMHu/eeooCsG1JKbqOJceanVYvYxtzI0BBjo3sS5dNqV6n2B2A+zt8
Hv+49prgIARQUCznO1XWT9WyY+sdrvIJSYFaeQ5NmZ2K9Nr8ldny1BoYM//fb5rzv/UzmkPOC7Ud
P8TL8D/ynJDUFMFoON3JyBwIcE38ujCjxNGNvUzPcqf2pbd1IqZm/az0CKYu59oFjtNHCw3LLagj
ci49420UxmMi7cNKjlmwC90sC5tH4M81bVx5LfqOd85nCaVm+gxM+vMfm8113kabOe5Ci6TJDYnK
TkvRPiNh4lBNzzo2MQWU1nfg//3yg/9cMw6OIC4qjBAm4394AySDLOwoI4bJNDv7kJU7Iw6TbZBy
TFRGwnyLpJqVTG/amMB2YXZdSXqGw0eZVZoErtnk8Rw/eZi7OzLYs/mdFp+trhrPXQPFci0YJkns
BUyDWh8qiVt9zCHvjMDuT5QVT0iwUgUHgv3HwNRDMSOKln/UIS9PoczRVpSNiVWB6vYqqNGWhTCp
8gmGRzmdAhPZ/zKvPKRcufLidc3ZDzF0QJxPg53iButl7rnWRKwwIT/UKhkDOcBH5HkVx6iF/Vl8
mDHco2R+K6AmLEGH/bs+XRlXNRTkBK+vhbKdRzt43ABg7lnCxNr9358IQQX/W1SFe6djI1ohtgo5
L4Yw/3MD81DeNeVMyExe4ww5Uqwe+5BATBslWSXUo7/4GJmS/7MTcrj4vrR37Zh+cSY3uK9v7D55
m/XiazTPipiyK/KwB6zXfDz++CMjE99bQjwjwfzq36bUWWcXQ8BulPnesOxfplr+BFnyAffsoLrs
1Y7Kr7Bg46iMF4APDtTWZoYCq6xofXPb1cFD7g4fS0Ws8CxjPg//p9Q8Tvy2sj3xgdk+nct9FRhv
cZ/i0dIM6ikKpn2/9FdD9uahGG1MIIV3FZbyrh5016JAV9cyJkl56NtYTZc4Glu+I6xzrOxdVsmn
DqzuhKtqQeHVYcdQdyZscrizu0YBN5ZmtWdrQ7xRf2gOfiB9wE42PM0MW+lsTg8D3XP+6B2/LamR
dJHmt+VXGZFiE7I3eS5V4MqkWn9uU8g5rfFsjsmXqEryldC92d2ftaBMqubuG0wwWzHgI6PvDE3c
agPvdYnbm+6Lkyb7EeTtOarjN3bKD92a0kWTlK2xobTsf6jI+xGbza7wSEVuxxjpSNQegSFvcqHi
igxqhKUetf3DT00MouLfusiRD3AYv9xxepZVdbXN1KdJhEOfOVThC0HJInlP2vK0MlX79FedDJ+G
rR8rpYdAMRoIJBFeVWGO5Rr7sWClLCkTO3Oo90ZBJ5pJcWv94LUwYPBqVpeuOLuyszUZpNxCKr+F
ZXoOEw8p7D9+26D7DjFy05nVQB/ZylMGhzQERAhSoA5NoHNTxk4FDl2u4HLtrsJtv7Hh3rvN62DB
55fduA11K0wlu+8gRh66wXnGvvRHrHehYOHJzV6+Z9L+sd7gadukO0+QSJ2PMACaBAGMtO9Njusk
+jSLuYqma3voY9vvYaLunmOw2dD3bDziozx68tDA1hG7MZrniLYID/1vk6y/NVl9n7VugoCjTU97
HHUc/mZc4qLgxq8G4PkutggUd8gXWtvu3gA4GS2ggIXy3tL0x9rgD/HISjN1G5JfIP2GsS7bNL1a
VsvpwcyodMJr48Pwz3snu7a8ye7SQJIQ4oeqlr0MEbIVisE1k/G3oait6wA9DZOSrVJFds9tdSaV
R51qOwLoCTAaUgtBIwjSgCzwEavFyHliRt7RXdK7R295Ngq/3DWxyQAwVDc1L59eMdsvBX69WG/d
cM1+bRZELH3wFmI5xgymMhEGgDhl8D1NAuBbfISAtwSAbJ+5B5F29lbZzrinQychBmHFMJRHvycH
esLLfldHk0ZJezpVl8Fdr4k9kDTFKei8/UoM6pH1zPhh8EmQiZPGF1hlF6do5KEwxGVZMn/XTqaD
anh5sEHNj+loQGQR4lz1s31ZouUhFW6xRwJzNwar4eGahYQaslfdxYTQ9aOZJfmZnkwOyuu+Jpvv
egYYQ43T5QVKmnMJgu6/vmJsaGFDfzFs83mx8MGFvnZqTMfepb7z6kf1con6d4X7LPgSVBQScD0y
IvWXPcOgoc+OdVpM8BWlcbXxr4XyMJ1kvBjXLMiDS7t8rf/o9HfWr1DUMQRtXWi2YsYXPnQ8CIDh
wwJ5/eS6QXSNhyU/hsL5nsmouE3JhLfPUu0iq/IYTc3mFbPHh4H+51Sr5TEJgvxU5qWFcmSAbl5K
YjEMAjPqMcO5o/a8azrad0h03nG9yvUqnAAHDeF0X3UMhyWuRQv5IWOkEs7WNqYN3dbK8XDdHo92
MqdnvyyZ78iCqLA82noZT2fWBBGbJiZ2JcC5xfBw7+gc4A6G4DWs3uUAvc72knMRtP610UVIbKES
Die01IjNnt2k70/KC4+BBaRSUHcyaJne0YEflmzeTbb9x1F5sc8Hu726sm+vU2r9lpDTD5XOGk6b
ifzgsEoO+OTui2m0zoErGOaAEl6V7RJemjA2ZC9+iZPwvchG0sNjEzpLjOio8rd4QqCDd/Krmp+9
fn4UHbdLGll3mzhv0isX+INGl5+ml0Qs1iXMLgsXMCyJABjCiwSS03jsrPKSDHN/NCufLlnKpbt4
RtCBZDibcWGIss1n6y5gOF0g2OfnvI7hHqNcACO0iv5CW1ggMrmE7NQcPHmwWx8jgcqLq5szbe0A
27wySx8zGOJ4gwGB0oxl+AYxjOusy8oALjqUKHXdw8wyxLbtEOo7QXpaJVx134MAF+NXgtG65tXd
1l1LaG0G9Oo/Zeq/udXytlYXWC7WO+ZkR2Uzzkv67geJq8UhZNwHk7v8CDEcKZap35laz+DhAg6t
BPvreL9So8tpyo4pgqrZwwirLT7nJLmu9Gxhl/42oJBmXEfmko1oTfnGI/yow3qVK2FaQ0RLXN2n
dAep8WKl1qPlkufOUGW7DBHjr+51rZPameNDJdUxzaFblXHUbg38jzXZGU/bbuuJ5VkfnyuHHPEL
rP6WvZ9XgYtm/o24MSi3XfGhNDXYhHZOmd6+LrL60HxYzT73HRjoCJsYJU67DklAhggyrol+1qi5
SuYdpz6ltM8jNQpqDn4BXUx12SNCdArmcI3cFsT/5OCKm2HgeXqoz4WEdGYMktaK76wimSVpzM3H
yu0fUzr3IDtgfw9PvVBHa1CvS5+NZ1HhSJc56UNbqvpgdodVs7UShHGKq7atSS86wrPfBxJlGUTK
L4f86w3iOfRkDv2tnJYQy4DqYvUoX/Naa1Aj+zQZ8rE1o9fEW5hV2ne6W7Qhvnr1YO5WZfa1yJJ7
lRHUYLwW2srd90ugrPkD4xa56U25t2d5l4F7ErOP0MQ7rQ10oNnGQxc8wZZ4UlXnHMYOFlcftOdy
RdO0HjAyziRT3U3t6FAlM5IIcu2H+tJFzW4pnZdSA5qNVtcYOXiMiW2oSgeKFufm2fCm6PTHDuUL
/88UWOUciBiXv2mbm7Ignx4UzZ4uTuwUDGSQZCTx3zHFJnFdEUvqgEVSRm5yu3mkiFabFWyZYvqT
YCy/B/i/YIT8A2naOWG+gq64UDszVyiJuOjuXA3QVdyJ6kkk1EV4hu6cYVmQ6FYfnWEcutL4vj5B
4sUQetgfHDH1m9zrXrVox2V/YLeV33XtueIHMT5GvfSSna7PO9m+FIyuEclQ+1aANnlOW58a9S1r
DVIxVPCtnJ1HafQPWQALOm5hOnckXBDLDalW+y/gz76JzAbhTI4/so/zE5dmDt6r8vBUS6bvJhba
ezvgBukVHw/eiTY8BH7RAn0mRJI4L426tkqLwKpaf0L+33CM6v3oZ9Gt11LUTEuR8PDg0lzmdGuL
aPAQUZA+hGPyx0geajTnoNVvphN/NcZCeiT8SULU5G4KampytdyV4FpjXKWZHgX91h3rJ0Igduw+
SF2mcp8ZyacleA91lcqBTfZF8LEo+XGq5+inWVVflo1YQN+3vZU++/hKjH3zt4iLs6UBkArkF12v
eS7m9s8Icuroa5yof5tgwJUiWnouMYI5JOg+qqWOL0vbnCvHhi6GFzONxkkZ3DpR7Ho7w8BxanQQ
Nw7SPXopbF1nyr9WRARX1l1CpPk2AAjcuQzd12+TA7uJR+slLMJf4RQ9gkHtdb2UjsPeHMNYc614
B7R0qE4+BDFz+2XAIrVbroVWv//byxI+aFXnHxFBf6T3/cXgUIJGNyipB4FnPlbmk3WYUzp5SOJs
hx26CTLRJkdRVDvHph5ocLTmrsNDZDvK4KBFK7of1y2JN9NeU5PxJEW6lfBn5pqAw1Vfnzu/8A9C
MKgVHmt/1KSc2knaIJ7pSxwlo9dVOLUqMCy9qORsvAnSmgVy6hWAW3FrW1fNAXHBZa9Q32CoAK80
QfJL4VdpPpWrRLF1uFELgMjTMFnI7IlgXAcAqz6HKEUWAuwvKxih0uqug8DzbdbhvnhufY+6l8p+
tMgbCuF0RI/D0h+r2sbRDO7JOessyFh+yBQnKy/ZnAqOlrfB9fkwvGvuJmfLtb2t0wV4EeNntyXv
xkCkazyOi/+tb0S8xTyLGU8/gno7v2e9yxb0oKpv443RQjynX0NP5jfcROLkTocmhdJqZn6wd52d
3fMpropYM5s5iUS0R047lZhsWYJGv1J0e+sluDk7rorlTzc10adzcxuT+9RNgtOVHSmvaBali2o/
AKA1O4qDQrl7Gc93a7YgYKC6wOKWVMHGDDZEMHE/tdZlFYiq5OR6A61Rv0PqaYindcC5Nrn2iG7P
CW4EnzBnB31vq/qn0xuHpF4eO8WNuqpu44B5pSen4eB8DtH0GhndtOtdBGrZJNxzbmLDSOJXjQzi
0FfBrSE2hoEaQH4zm8Tw4QFTp2APpo3SNz6tNh3zYMwPtvuOuba5rdSIsEQjPl7iovnrQnEDm74E
EdoDPJe+2ll91YUB/zPAvxkfgm1Z3vMMlhDRKaAH3DarZnlVnqSLPLOjvUau/LmO3OaZsy7s559L
ZN1ycyFMfMk3UOEBxqJCsxTETkb5z1XxhlKUczUdPoN4eZrgbas6eO3l9I5FJRZx/quKx4e29o6h
7l8HoApYY2i2tK8D8Yj1vtIqLz1u9iViWS5+7ScNE78GZST5Jq0LIJ+shnAuNygOon8nX960946Y
Rmik2UGrMde7q3Dmgyu7ayhsqEvFm5vwUupcnqMBDl3cb0pd3sme7Xm95So9kVmHGnpQNIyfeETW
IOCmPGICWbr07j2Ly8nvmWf+EQP3pWGkh9Fn54wq3A40chwGcF1NzGTXIzkskk8jJ19ROxX8G0lb
rdpAifK1JmpYjFtseNoKlV1Zf4ZQLZjV54DOLcP8tmnPQ8BsogteGTRxsugaqTbZmYYQuRz86/M0
VTkeW1jumcbf0R1/9LEiLpN5pSwS0nZPmc/t0QBgrKvBaLNmv94XK4ZgMGBh5MMDgk/ifRh80zUz
pM1it04u1gFW7/0iG+1l1RJFSJs3BqRGb8kxiAuTGSBxeU8nA0pDnB4E9TDYI9eKTxRC+NLbMmrk
4QsgKFniaGGmMeoB7g+ARGwMNJwxLbdEL8hmoHfWtfTg4KdAD3o2WnGPsHmFdShuVsnm21EzZYkB
4wG2N4XQdHL0iRdC+UTKXd51PebgQlxhXaP1gnhDaOxLV1oWpef6Luep+11Rd4YTgM8q8bLegsXP
uUqTuWRncIoVuKjT+sbDdXaTLz3ry1L4KYt8bMb8uD6Wp6e6S8MkNW/lK43/lzCQROPmdQn55Ler
sFg7zeldH9gOG6jsuGJAE6yTFW+eEgvCKTMJPXWBf+ZvTao9JrjNIUd7KFW/HPQIE6oZM6+Qj6Vq
78ibf3Q0t4uM3pA+MLgAy4BRbz8UZfpjvYekZalDMLUIVoJ6n9TzPuxRmGiPGi2J8yfcGMswua9C
2lAL8LWaNzD+lIAUqJiiI9oSygx9Z4Zj+QFwZC70wetOMTDQtuZpX1AoTbmt34z3dcSxVJgSNP7L
nL4Nfz3MpTeTy9kTB4/ocj4ELfUmArrAn4Hxkii/yNn7yCp1z6IZuWVirfNvbPilA/d41U8SYg+4
23ByVp24zdpMoAoKcWimo4seoHbpG/RinTNq+16jU7psYUaW7TCJO6yqQl3PZdoKwamQv2oF4kob
8ZzqULo5kLFkqA19CrWmcXKIFPZRBe1FFgMb56xafWMx9rl4RP9i89ZA/JjVwUXsrBoXW9D6ayUM
QLFnZir6nXKSfvfRtoYFo7y6Z8tAgZL4H2hhcL+uPtjpfpjRfNDtTKa1tW5X3dOA6lgPv/WulzfD
Hra/oDlKnI2ayj8ag1QDNeSq4Ob8eE/w0sHJgXUdFkiDTbQ+uk5vgH4HdKJL7J2VT8zb+hLSEfPI
SBDBVBNF6xH7oHFaodfmFMavq69FgcyaMxL2b5+cajwBisYctoVnf+D+ylCc+yqrwdNDjMong8GZ
xL2In+PXQBvS2OhVk87wIQOjaXFRm9NCyE1iyW9z6Us6Xpq/gY8latDHDt5mNBASsyzWYgUl1F0I
MqnC9Eu/o/rZUqelI9OKjs42/2HSlWvvmJ41G88rbgIEefFEeVhhfpPG1NqJtvozlNmDrpyWghKN
2vZQ5hmqYsHaYazyblrAMLitwyvB8tVevssBAW4A0OHrQsKzXQv/juW67hmd1qXnOYSmAv3k/yPv
zJriRro3/4n0htaUdFv7RgEFFIYbRRmD9n3Xp59fyj3zd7s7/MbM7Vw0gXGbqpJSmec851kW6FiO
XjVsgMXXvF0aPYbpP2XxVDZDa9M6O2C5Gg5LlQAmzYdpXFJtxEgq6Hb9dCWdL4CJGO9IhUNaNZ8q
Aw8FG5Ol3rGRpF9QRwF3PXvfai54Ch2YKQW3VtOt4JLhsIe1F2yM7kNE0VYu93lPjKOQl2ujzTwP
ESqq/8RmpEQJNpeZauBA5bc+nBwJRJueIhOvZcfJvAMzzWVfKmIlMfDZssAJrQ191Hm2KtCkKD4Y
QXlzC7FUSg05Pz+BYSPgAOZdpAk5VdXkn2TtZdrMQwt/Og997C3rsILFZ7+MZV1A436ZwYQZx1Dq
EZP1Tn+azTGqZIRtG9ewPdEDdTHbqOMG9NCGfQjwjTYCVg5REltMfv1N/TyZHN1EdYIzEXvXFl+j
iQESMcLDsrSsp4AJ+CJTpt3QsAayjINddTttk8e7Vtq8pHZ+p7QmHiRivDn956xS98oYeonLNW/B
ahyaVKsISZ+u2c07joIJXZfb6+VSEgMaOiJg+GJJPCjNiAcMGbAPGV7JcR1iiJoeAq1ljpat5PRd
tUEfO3nU9cW1YUuWyEqag8doxa6kM7JdSH+Qh7/mBrqZ6ifDaK9dP5hLnfsTY9C/nT2WPMYlClPb
vjVWQz8EtOeQb3saDPI7PuMi34+JSgkoSJa0JdVXAvWwy97GML3pAVsE07lu2U8qex2ULd2GnKEg
0gnLtVlA5OoTcQw9dYRSZz6mkvGR9N25rPSJeU14Nh04WNUEDy6V5KnCp3i3eCoBZ9cdR4s/CnOB
v3G4KEFJVypGtjPlosFodiEs/yQoUpaly37sTZ82hS3cHFQvmU0C8M+p65R+S0vUGFaFC1Bl8/sG
DDV5QiF2xWI9k4cCAZdu9GlPa6xJsfhMvg2WMbMYaq27RQ2GyCFv2a7eDZ2BrAUldylPcjkTm513
QsEApLT4pQqGqYqprmcAhVtdUpW8zuYqYVzekVz5JM/NEg46wH17xKEKGbls4SOmQ7bGY177yUfe
vs5b6LyfZdF7KGgKjAIupfmauOHWC8EHRDcQZVBVdzaz1w1t/rtCRKWWFo9B+dk57a0omas7Efcs
0SnZQlh1y8FGgGnEpxo7yHmMN1uFUIwX5KcvwV/fZXeX+e7OCftFB1HHyAQgj78tp5PeBdIeoAav
gb+8MQv3qCjeNtXi77MpR6qww6USmkZDsKgk6cP3nGe3oQLzDCowh+1col82pgAzp6OfgkPvhN9g
HALuDYsZ5iwY9SzRE27dzg53szHUzPTqy4Xhcw7MxAE5/IsFJFrHjz+hPFEZea23MMv4czYWwuyW
8VJukA9rvLaR+RnVyYs0MJLHpppHiDTy6oeT13eQKH/M4zrYftuxLl4n0lrodpsCbxfp2wDKKTlD
XQPbsmayG8iHr2ryZySa+3kArNlM7ABoFqbrPuAFeO9B91sjymCr9eG8N96TbJ+GgfIeG0f4qVJu
1tnSwYrqMJUUv9ZM70Ts6sspUz5ncFgXUk48kLqB1QsTEoisFvddq2HCZxVpIzQHMIgIZ1WZzyEq
ajcd5LflvEgZjHZLqxPLFGtvOYgnxwP2rLz6LG54PQwg06Y4AROeJFcJ9cJurv3m3i1XzmHqrSeH
mWYiQuz4IdvHOcF5NcRsA4MmKLrhdjDjbROJV01nS4Zt+j2QlNpAq9ZurTMipQ4xKudCNI9/CLvi
tdGccsV4Z+mK5gzXDCK8tBKTXdogLZHQ+5kkd7xJzJdsCawDFMBPCa8TrESmb/qTyNpIp7F5jNq2
+g/LzLJVa/1IrAFFobSTkJ2NREdDTsCsxo/BGGxkibRsCX9tS/mspIKYUEOizrkfW/UuyCeoAgb9
mWmVB9w62UYz+yYfiCiFmqajq5FV9EyAI39Tzk3Dt/I+qmgoUvlBA1kBNO29shNVmq29wcElRKsf
Z/+ueOK4Dp0NvHmHDlDHu49x61pADcdoPOBZ9pRNNiKc1hlZLQtssDVdPEt0nAjMH5lS3aSjlewZ
GXy8oGnZlUn5ID1F8tA6TYAegMjUjIPJ9NR9wrb0GypCdJjs5Gx37CsP6aQ+z96HiXz7rnIaVEVd
lzEa4lq60eEkkm49A5pufQTEvM0oizawcwT1RCNaveTg/AhPQ2iAobGSl3Cc4oK33F0cSebJif1j
gAIJhlbLSLJros5T9ZlCKRvP+cmdpLue7MFm7AmM4mBQvSRm+mFI/FReZaeY7tLCOdgF47pJfKR9
iUwGiq6afo3SLc42f+jh8ChvD9mR8SZgvElbzDBAsA65G+QfZMxsSpv6kHtqlhckfBzojPHkX+MP
zUFAFkMpKyt5meeKWMLpc3894A7PEJmph/y/R9zhYItTMs8dYIO9Asrj+DjKjUKe4GiOYuLeFuQ0
QpIoSK4dFanbBNk2lLWV0g/TNbyjS36zajZepRIU3PjUcCUmWWo7Er7H6/JeEKc1szynFsZ1VTqX
+STpYPlgd6RSyjPfjwoqEZbom8CwMJ3Sg+n5eLaxRbV3cda+yb1mPvvJgz8bEI/W8ETNcSOt2FqZ
S6b74ZeHDwYe7SERJngbhlnxrcmfRsN6nh2kZNErjOk9ydwjCjxpP2iQeeX7r81ZrYO3QjF+FI/m
JjZza1UV3FBZVcyHjeKgBh3HDZRIx5Olqhwo6Ocas4SF2XX7KOv3yKTuoehf6x4LeNT1z1l/CVIm
yUginktdNxgkRmxd8ftc3xKjp5Artghri8DLsv+JxmkaYIBloWzUfeMnC/Ivz+C/zGV/szD+7Y//
nzoaW6bxC+NqhWfyb47GdX37CNr6kznm322N53/5l62xcP+DXbADxmbiRCykd/H/djU2/mOxf0Ky
tA2ZdylN9f+yNTb1/+AGTkctHEHKj2nwV3/ZGpvaf3RDxu9ASZWGx9gk/1/YGv/uauzAkFFdSIia
havoP4xvXWPEqqNQip1a9efcxIEda1k7KAiLc3KWmYOM/JeL9C9exf/2ijpRqQZ0NQPqw2+k2iQz
iboZKND7dY1fwWJyihddoOmgG+i9oP0vtMzfKXDyA/JCZOeS62majnT+/SW4wMdQlWlKXOy0ZINF
IUR6e7wWU3wT5XT98yf7l5eCJawTIM4Lqrza318Ky2CNSmoqdhJtiJP4S3JWQ2Mt8co/v9LvdsV8
KF7JckwZv+b+4641AtlzYHH0EfDlrl2H7aIOwOHiIfxv109jzf/NGlm+ltAwZLddC+/tORni1wtY
YOOSB3wqI66Q4xnq1SlJuXTEEWEAtMhSJYXE2WtVg4h3LDfMRc6Gj1O8/t9CUH8n2M7vRNfxiHcN
TZjOb9fXhhymNG5foPFTNiq5f6KVUunhqinjFdL+pTbtTw9zkT9f7PkT/koDn1/XEALIWYfXa8n7
/ssVUDQrN2wtZwkpMbOFZq/bHUzn/lI2w4XpNJQI/xRl05XoJNpNJbxVZsWkARu+0KxAIR3xHIn4
+f/lbZkGruhzzIj724MkqrzVEzTFu8asgYQSa4dfv8yl7xkCOc0PajkEd/wgoqmSEHiTJ49jnJJV
3XZPjoVxNHVyL/zbn9/Yv94mqMBsT9QGbC9/v1xTG+HdBn98B9ugwspaR4XadqtxpCzsTZ4Ihqy2
3ryRNfzfwsm130nI86365bXl3/9yqxxSNjoF9v2Oyv4eMx7qDzDyhT+gJKqG66ByfqvRsOuF+B6G
L1nl/bdg2H/bBDCc/z+f/re70sdpgAqQdzAFdAxonq9iiG6zgXbElvDnS62rc4jd3xcncfCOw7rE
MUjXZwrwL5+YsBLLSRHP73K12EDBOAqmOb0qJ90q2IyJiQ7S1y5hyohX6WIM8AJPnP5iVcaucclJ
J43w6PBvxmQ8uh5rx1Dcw9C7m6JWr4UfojbqzviQX0yjveQRttD5qyyr3DC6CQ0Gb90N1ynZuOg/
C3/bijTF4YPfI///VkgXR0rhPt/mo/E0jmhpcxCE2jlBbjqWggUaY2u2sFDsLIz2nE1VuQAvZa1Y
IEAd/DkeqKHrL6Yp9p3OpFQLdvgxpLDzAFpVN7ub0X/FZK5Ujre+Hh7CEj8h3zh4+bDPsY1HMQP9
M84eGptMFxWXpGWatoYE/fZp6e9Gz9jU0XRtSnVn1j/iNroltnqMDfylO3dD+w4bse/Wuht9yRZR
ds9yPekuSxgjHYOq8dGw6g9HbsXyyqgxGvNArzdFD4Y06B+KjWedKsnVQShVpnfYEXmLns+lDWIH
J+U5aVp4l8jKuJ7z5tGI4YjLDm1+VSjLYUxvGq9pVlwgnR2vdxn59uN40UJqb7W99QofzplauFoN
IGATMCNgHfSNS86bxmg4tbkt+YDrbprDE2MDk5ffs6j543it58qzhRk53O70C3dIIpxhNNj+nQ6j
C4pcio1loB69rvggbWBhDnxUpWfrwZfq2oXdOXI/B6dACeL0VzJXro4+YTLgsi8W7qEMtHsoAP3C
IzwUC9vpcTBQIXEIu053cRESpymUwbjj37u1u36MpfspZs831+ISZF7JGPxH2Q1HU01u8iWyiUoZ
jiptcruRrxeO5XsNjcNVkhuSsqMlrxTFz3kosOCJ1SuejisJS8U5/jlReuts2CHGcC1LyGVAY07u
Pxq5jrNtpV0iHGKhULCmfKthkNo+xmnOLzdq+DiY/jBg8FJaxFOXYXlGItjRFAnpoZQXE+9omQXN
pixCZVmXkRQaw4wcy3vhd5+ODM/SDW5WJdxxW8bn/DPV1tqDZWON1GTiwHN1mt+9DTN3MWjdRZ67
UVmjMrhJsRRWC7ceEmk/mie3AYgdGOPh1WwskFBe5VImDJJHWRVnyKpEFnrpLtK4NyGn/RbrU6zD
uqtRRcWmrvJ6H0fjixZm1QmiJxYPSdDyBfUhg2GvKjal6g2sD0OH3xXdz8sRstBXJB/cSTYr6Gm+
Gbr/aDcZ6QO2TCKSW4k0w+wF3MqEZyXfsd0yzeivc4gQNoXIdzwsZxX0Fn7ugcG7wa3pqCPMOOfh
JJN5HJ/qiZpw3rY6edQHcpo5sIQK31wOQyLgTo1XBJj5CvaK+sFko8MFRZ3oZpnyXpZtjOl8XpRw
lNn6msrH8iN+sav4ppTmrgybdwvS0sgz0LFcNB92iwL5WIUCLFqOLLenBB4cRIPA+cZ2/h/cdotN
Mw+Z3V3p7GLoPbwtjMi45KQgI2rwESy1yapSjDMO38rSGXElATCCrmdPmNqbCJer4ahWobJC1n+n
IswjmVBpt726s9xuPVQ2+C9Rq5ueTBHyC/xwY1UD6os2X42DfoUMx9Ml8oJfVC5E047AsTzpP1l5
GjY8RaO5axC3VV56ycq7myzfOsFZYJ4F9r4GfHNysz9gYw5XJOgPhlHu7YZdtC7kMZkjuFNgdG2E
qjzzbKHQEdINjq5Wb+o7GDYYhwZZuvQL8wkkEMrrULjrpIhesKJCY5mZ6dpNuHCJpq4jhecqwUQd
Ef54nYl384KcixfRRl/yOFDT5At1yU5RuTRscU2DeeHYqD9KT32KggxpgPbYe+5xZCQDgJ5jwu+Q
bTHforHBryTdDilWdnLxE3CNI/DBkBiYErKgsii7aUTIYdUHyFOD244kUi0tlnUwdPkaQ5XPFuyH
BE+BOMUd9z28Wc01sk0IZLRIMIwGRPGYp/jVS9lyRfw63DiwKhpXIYa41L6LtrZW3hTDf3LjBoyQ
yYaI0NVA8yT5xVe2WGUydRkYX1q6ArMBUWlYTDhzDCJA0O4f7J43D3OcHcZrVh0Eflzbp3xV5MVK
HyfkSZg3ILIaV6XmNLCF3X2YZaRywQlhQB8seZB1BmX5XVYIplEdZbszfpZOgzUy+9bImQnE9SlU
wLm05CJ1MaYfiREsW2coNobFi3Vs5mVkANyF3RrFEoNtee/yhGeom1CImlf0nffDwHJp0gpbN1e/
4dkMOV8NFQjIJax+Jm5Bwm23be3GPzzrJqP6DPMl0wTInGsi7OU/3MiiSXJRQ40KTrMx5LYigQ+T
W4HPWJX+IugNSIDYE7aylvXaIFq2n4OKwoQUjRyhDwl5+SVrxDUbeAQCr32aMggbci+3xHlSrXBp
YcC69Hvjm51hpzFvQVaLTj/S0nVQQHqwdYZJxUdRW1fQ6c9k4LE1HPWFgDJ1NWURAQoTlpHEeYLR
EeHBm5mSFc5Cp5L2gBkAcZQF99wwfexlALubtsVVVbdWjZ9hx1WEONgTcyoi1L8m5+JqGkW+kxM+
W9d4wikMWp5lhFaDdWqzMFhkT3rjdE9ZySxGB6DXJ+djTPtHzXb675HvLINYHHyGQ+/kRaj2pm6U
nvhI89R1RrGj+Q5XUR9+c+pOPaZu1J8Uh8jZMPG2Rh4d9bLbltgo3PnlgME/1qvLRvfNFclu41JK
5GEQgEMhud5mRLmF2tWFLSSAHZf6kLyEHKU4UkCIgN40lhWHoJps1XIq1yzoENd/GU+fOjm0G0Vd
ibAcV6M+ronW2FeBcYdM8CnrBdY/73NPbrLsod+tm9aWlncauRYDnhbGKSNvDJRdf4Aakq20PL+P
BQIIS3F2BZ73THzJP06CdB2OzlULx3yPgdyqjJtp6aftg6oxf7NscnT02j8SwXgszbbctAJuhmjG
bg2LAfuZsvmh9OJMmjfZxnqzCXGT2Q5FerSgbfFQxBcX138rvTrQv6E38HyiFKd6VWscJaF0wKMS
69RD0orp2ZdlfzQDx4fa9toGiiuZEvl9ZWiYXJnZMlQqMvailepQb3WD+c1UmJuNPjs5ISoUWj6N
SWk0PPqC5390zV2XxrBG82BrG7ygix0SGlNL+vxwBHR6i/yMeKBlZLMux7XlEmY3jS4qhzEs4P+1
K7+KVSy4cjBDgZgEhy9rF0Bm6e2xPAXQNbE/bTmRhk071t3Wcat75usxo59iXGWNudKa2F7X9mhR
x3ZvdciTNk19hzdZRRnlJKvMCVFAEgBrO4W6su2g2kkPGTltK+u+IIMIF4y+xbhXwdQIi1RIe4E3
rkShonhggoV81F1rivedWQzLSfJkTPnqomm2jYUXpCVgMlR4t7pdsp1PuszIaTJRjWPKiYRk8M09
CcokJ4ETsJ25Wy/LLnpp6tsJcXzo+MaudWEMcypsIVzgxagHdy70HNgLL4lXppuxq78npeJtRh8W
LaEnmGc1rowgwnIcRbrebfCBpShqQn9rIrR1GvHs2HG4oXsTGy/s7sRYv7jYpC1HsiEWRHRjjYCl
napTG0yts3MGnwIxo0zXWgMXNRYBTECKd03vSP50Md/E6MNxtStSOmyARsp0hTLZCmXsQpHc5IH5
E11CAuHnyzik/okAhBc867DBzFfEnjBoYRsJWRTE9tQxa1eOuVJyvuvUWUKlM8OxHocrNsEwcBEy
UbbGgUFq9CjtMl+TBk2GRzcTdU2xqeAUDa5gEGdjf6ANvFODG9QryMfEsJyvyWQ4z3mWP7AnveaO
f55L3SaizcTKaFjURCjp+EwTq9BcNByV9M9m5HPDBry5xVZWygiDrlmC6YXOEFxkarcN1SpbhMqb
xd7BJugtBlwF1pOBOJj/iAzBcbliOlQx9Owgu2K+5N0rCQYebsaPih4uTVq2G53SrsooNGRqgsaI
YQdr3qmqU+CsTRrTTRESH2My/O/Mlt9PdcFAlG2DZAcP5blnI9UjIAg2B7cxks1WK7GWVl6FwGFC
0ob2i1dH3/EbwmajUpAuxjfd5Pr3U03HSZ+GjV50KLljjQwVSehISC7k4ubJg90NZxTjT6kjzlhx
fRUyvTRq1p1TnnNPPmLWdLU4p5dFWEK5LGosCconfH/TdY+BBdns5U4pk2SjOVjkkR5xNDoY67aZ
bnwihNZeCF/BhI5Pf2kTKoMAbUZDfYfW1JBXFtdmzO7mkqrJHiHZYvVF8wUHCj/HmgS2iQNVtqWi
cd/1BiP4kHsKtWdeoX5bx4vKnY5RmqycwsN5Dvb0/LZbB/f0XPNJnaFbQOC50w31HgOUfEU+KgRC
qbfQhf0UJq7MEIACm3YXI3X7RRpoO9/oL0Y/HsOK4ri1ufBU9jRoGG4yiCQ8F7FWd4lL6p408Q9+
mt+JnAgEC6tcRD7X+R60co6LGTWpE/I9yH01y2VvIftjNRhfTWgrbdrm+IeFUPs8V1vYBgyauUs2
EngvtnJWLUotoQJWTzyHZBqwuOSb0Ot85crWNhPpnSymuE7wpGWzWkTTsbVe7Aj9kZKPh0zXT6Lk
mait8RH+88m2x2MSN/c6MMSoTQdGdljDZfwf8ldL/MPyO5y8XkyyC4p2xM6dNZIZwYMLpGfoYpe3
znshQ+MKbThpOEQx7gxvhmzRe5+SzHud4bf5zWvyzClM1queAlREHFLYmn01Ilv1Of9SiVNwXrfd
gzzLfhfZcM2Cj0Nx9pDTLLQBmZ32OGihAIIZ7tD4tEvFulc6iMdEUckNo2WIlhCMqLLb2AOc99Co
WKRcHqWk0XGS+kShQRFMr9c6VFbl04wmlz47XWW9K44APNNpL2NzPMpzGfItYS7ZZ9XxTMumvssp
2VuNaQWuCScTIkqDse+y8fDAK31nTYnhrhs6YVawpG0YIdPprabi7SKf2kmiYwwcf2CuZi3nNe8Y
JXrB+UHbOMOBEIX3eKABkRstzlNh96MqO0x12o28q8HU7kRu3YYkuEXaB+INUh5EDA88Y5tR7keY
o2QEjasp5GNLCKKreXr8YbhY9nPcBh+4O08ZqEoldJ9TfU/arILajGvSeY/DNHyTH1MoElNmUywa
cbYcwEwbr/wZuGxrnW4SK84setF5OkoBUNEjj1vjxRms5tmA0TD49Rr4MZ5nQMHRpmupoE4tkktJ
UsPUkywW8Phjs09zT2Y64mRlOdMlNahkyIUPkQro1WXfRhFNUILoOyTgY/mwqkxQDdHzroNa2TPq
2WoUibZc2vMXvH8ApxahpGSVaggRewxI9xbnQY6o65IBEwOLteiHB1sk43oGFoLnxMImgeg+gr97
Fp4f0oA3bkqSGQtcg+KpEzEgK4G21TQqM3D2GNQjxclnRjwMFwfUqj13ib7pwE6EJXtrVqWOwRtk
yi2cIbr1GT4jtsI1Yjz/vLsemstYs6u7XJxI52PyEYeq/w54uC4rUmBaD7aCRuGXaum3ptPu5ueh
Ib2kEhWdPV77axjTK3zbf1gTsTxxOfLKcbPxB0IVnVdirHdOM7HE58cPHoDhYVcwt9oePBjsuA4a
GGOX07ONA+JXDIw82d5z3nel/yV8Nm4rmdZtT1sEW2tf9e0l6TG8K3SMfAH/F6Nm+shJBgJZZCMJ
Cjt3Wr6EypKBnSErEF01qbNy5PnIwGUxY6SpwqkbArplFh6wdKtRwG4gfKq3DFV/V+AQ3ATcECth
SZaTzkYKcpcyRQ/CYkd7qqC07XOQwWBbQkKEfoGfWjmGT7UocRja9wZ6lypOFHxx4Y4a+WOAfxkW
kEitvfqsR/zuku21i14aH3VWV7PFJBZ5HFWnnefeM5sEkjInWCU1l6ix05eqGU99BCNq9FplmTQp
GXOWfbO1lIrh7Bvm2RzSrxmlURQ+dEVSSlng/iuwE8fLQ11aAUcbyoOfhx2lIimGJcvWojV2LQzC
oojyFEWaHcA2cCUkl3omiyZyPp2YlreC7oUjJRakEhArCqidlcG1i104WoR69eieHvIotTdyK5nd
0wqXGVKgZa/mIL7aARNOh2SoHBQBrSVU5Yd05AiJJhClKf9WT819odB6e3lME5VYbKgcb9gs4yWF
qn/umTG7B3KWZ1ssKKMbW3yWOAXD2KE4ktCUbvFgknSD2i6/B2VYMKwmiLNuV5XvbvAdi/hfYC2Z
bXqTbi3OuMEdvL2bn+Va0elRi+l+rubmD0rpNa4Ky2RvpskDmU1dedONhl9qKtvO18NHH6Zy7RTf
XQaM26S800b1jVgR8AaGAJ6Pk0aIascIDA/IAWchaE5LYVJd9+U+z3zMIFj1Q3wpY0yJFRJEVqyQ
bZ2Nb+jcKO7s8Dy5j70Nzb0IvOZoJPShjdDJ1LirOUvZSisIYVl6iPhoB3PYq05BU1CNPzzDflUI
WNvQnm8tH5Mz0x1bSJTpt6JENF3AZMenVLKXRkmITjOoTeUH4YpiQ1QoLo17NDRvk+/Y+LXS63pN
DZvQL/ZZbGM2K6JuhYEZkvBQvxvUrn0a1fQljTv4hRZpW5I+qbibyRouhGgpaxv4bhmqBMQRZAh3
K1eqK/aQ02Adcg+7n3wyUFAbSYSfnnnEUm7VDnq7Ubvy3MVJv1CSrtjEOn5KAnEzHNJWRhEn9SbR
KBuidrivMSY66TBCgw4WMIkBgEqe1+38qH+uWkPs0xB1EeU27dENmgv5sc6Lhb7LSmF51YXy3uSu
xEj9aDcVJHUWavwKzw7RNqSnk4aZCqSx7IGATl/D5ly9iLJtNrMGPa1Fc4jlF5zpSthm6EJ0Gcoh
v3gaX9o3rCS0A2tB/PXFyu1DE42U/6qrAHSgddh0Y/GYlKSAzF8IDRcEzyBk8v18X/sFvz7J7vEm
89djpxBWipIz0PDDrwLwYiFNHbTSb0AI2e08SIYrkSNqrpPko1YV/dCm6ltWMFCA3q6tUxxNFnmv
pYf5Sxh7b241umvdKK3D4AS/fpl/FiF9Xgdl/D0koWRM8nHP1TQPJGyah/m73/5oBK2x9S0CgXPc
dUyzHdbCxdhSySL18D9fit5PABSLaN2VHhBOOYQ17CHk7B4hykrX7rDbwpQ7KPsyXdjsAkZ4in3j
CT0fhuVuuxmMYVirQXia3SzmL620pKhq+VwB+K//5y8ijxdKYhANTTG0w/wFuF//+V0r7XRgJ/E3
di+xSVU3eVrD8sFVVIZ7hXqpY0295Nj2bOIMaDDwxD6ALn6K9fDFEFV5MhucR3slTHcKqVQH7tIl
b/xlSvLgkyqqE389nIVGzIIRJ9HeTbAYccIsXJITi9F/VhmPlqboj2GgFmsRYQrkulAfG82qNyYV
gZRHuCju0XOxoOQfAdpLRJL+cv7T0FvaGoRfISSDTIC25e34/VhcJiMtLvg920Dj4BTzz0ispfxo
xYOp3A9k1D2iVgIUg0QG79FU8+Q+XA20htKPKuhA9yczNjmIcA2pW0UAf8tvrSz4oQ0+TEdpApJJ
T5D5u07ehV9+pop60/nmN6TXAZJKr131uv2mqGThDG5cHnGa8I8ptieQyA6d/DJ/N3TBE8DZtKgL
TnC7VoeDL5KviEH7OmZseJh/NH9RY/evPxYVhpMEXSfIJlKCn5gz6GCSByvAjUB7jDtWuZ43CEMS
8zw+uo3XMW3iizOOHxxH5kLYk/eE52beV08W1ECvyscdeQFrXT7Ftnw6m9FVt6gCTmVa+yw/RABK
1mxA3NH8avxE93Xqf0tdN8PZbqtY+kFiA11hrRCy1ayCUtan1XpsNGzE5COO/gGv2aYgNS5UMZwK
sQuM2kMXC8JGCGpoDoncaHIv34Zx624NzHw1nBC9AGtYpDoqPeU2GfRz4ERrRon6zms2hR07G7jZ
WExqOB6JzsUfg18lVAvdRurct1ET4H+oTctwGohNnRToiiL7KHEKPoxbs1V5C2bVHojXbNnXMMGh
JORb1TEJtHH8aA0UMSwzL0RIOqnmYf5u/kKi9V9/DK1C36Suw8nZ7okdQd+Wld0hECYv0gd/fTf/
zPJfSG2Y9qDHhIN6A/B4EE7ogpEgL3TEhWvI7iZez/U7QpOjFdoc0WP3UAThtyQoa8jA1SooqnGn
+c2LHtvc+WERjKOKeNZIAB56/+SFzkHH32xJyG1xKlwLkE74e5OWh+QOVIOF+t1zzG1kH+tI3QX5
8O6WxXWymtd4oGLUCDjvqUvpfPXoMOqU8P5ovFgRkvk2rCJ2kuBezcAwMC4A9zDfVb0CJ+jqHyVF
eVMl7RbicLH+MjAYDjVs0vresfbBqIu1ZkMjQ0PjCLtY5TEaP9euv0VW+r0WzncaE1wJkcdZrf+d
DNLbaFbQ/utL5lts65PFPGTY+Eqwlx9A1fstKb4Oj8QQ4AUsdU7RSHGLxp3CSEdzi9UkIMuy6PxN
yIaMKxZ7G573mmGfk4DdrhLvYWK8VRO/pCLs2hk45voWS8sAqFGz0lefGDNmGs6z7vrf0fp8RyAA
7vUYxgL6p08FZ1m03xNO2qglT5NxmEqdYZzOvFek1caapNHE2OgnIuC+sQvdxWqA75PGeAq+7VZv
2we9LBDtD+24m5JmkVaKuSYwD2F9yAE3IS9gFtctqkccLPs11Wx1mgQIOKOoL9QDw0+Ux1RaMizx
O+ZjBLIRSKLnzq5wOWWmbA7Q5JnXeW6jk225S73qUVM7ZLW0TzOiF7n+l4SCMN2hoVJBWJyUKHDd
I9NBWrdY/bVyyfS0VMkmB4ZoPBpIY2nR6OgKfYsZ4blX29UDqqW1IeJb6KpPBsUi2CE9M6lzy5BI
VqcDF4CST9UIlaAFFkrC5KaXjrLYmaV7+DPfxpQUs7+xbVyVrgBak8tU0NDM3/hF9TT5ZlsDX0lv
wmykVyk0NVhrmLEPzEjsIv1OpUcCSplwnKXgExJqchmotTDd3SDCd4yqG4ACP9tUdgbzpfSBGU2p
+Ov3vkxvpeSRsHB9HiLBlNmiuWw9+m1I4H03fgmDRdBG1ISqvQtzC0Y4aE8eCW1Tl2+4C9wG8t2W
Si+hg2SDIflIyR+t0lY5wY1f//miaJLQ9Y+LAodUs01L8h9/5+X5WDU5QCK7KtWuLXSiKqZllW8p
JLlUs49Tv/NdkrEHZNF/fm39X15bU4XOi2oQoAie+jvhqzY7KwXqT3aFnHinHv0XL6QFVwuYQdGt
c66PFwFbZBy0q2PrexdTdtmFMRa9eC45NRVUcOoIRsoNHjfufjCBfP78LsU/SGF4g6q25TqO6hoG
Q8O/v8uswsOeZFiWjcO7DBoaRKeu+wXbMM0kShsILhoxCAKBHYL3m6SMlX38JckcYchdTHGThZHh
bHI6YrgGN0P2ck4C+9POsxsCxxvGTl+siY2pU5T5UYAhYEhx+zBTEH1V9u0SDmxK81x+i0Ysgwef
pnDmadAmoIrOxcpO8MTuaOT1OCm2EQeuPw1HXPJ5MSMgDaVjFDdUyd0QmbhEITVPre5CgNEnLjb3
b65ILrJhA+e5iaq/JFUtlRivugQZQ1HurYz6FsvAidFjZYxPyRDs/nytNeMf5FgutqXpqB1s3CH/
QVgthjBXHKAPNPoxwifVXMNRpfuVfJNK7mRmLVlRabEHo+kW2KEhKECXetY6c0MMaM5xAKLs2ARO
KUnxv9g7k+XIlSvb/sozzaGHvhloEgFEHwz2ZHICIzOZcPSNw9F9/VtISWVVUpnpB96Edm8yyYwA
EO7Hz9l7bQlbLR0PctD2xbpzzyP9nKUsPLyICf2TLhge7ZgBcGPUl0UG5W7Ql9/log0sbhC03XaG
ZrDeE0HHwkrEthSfidQQwhn0q3HmfK4DxSqlSZaNrP3khZCgTIq4VVJ1mTRErcw8NB7dN9oMNT6p
rcsWGmX9/SgYTOXkhGHaLt69hRMxM+3P0gTtgAlq28ysPF3swTvxqArX74uCL3/mrUr7LrKx2dFz
0IweQ27V/8Tgs04ZytKkUsAAA05B6NWnMhlHlpa+J1+BkRcwzCoZyHWzvHU0kkK8q/QXCj36VXR8
bFpzudldNJpcaBh4107QP/7ptTdafWd7+VE02ndtrvwiAEZhHTs/jIFyL7YXBiM5BywdXZlM5LZj
3Evm87jXSpPw5qxtdoxLMrBMzbH5NK1sPo3IprZ54bw6fJMJwSmpxy97FGRgVLvYVldyaY/NKhIg
HolHIHAPcDc/kjUYc32p7TGpxbc2To/QD4fb7BZAiFak3aCmVyt2EGvgucnHvjthCHr5D4/r/7Kj
GACQDB0ngBMQ9vs/l4ZEoTGxNZkfrPUtr7uBx59RwwW/tP5ceRmHVtxeKHJSeHnr8G4dmNWrks4W
NOnavvgP+t1/V3wHFqAd0+FzBMzYNP/lJRGpNrpNaqSHgsSjpszuKZ+Pa+u7GPGvdvMxXhVn9Ti8
rtIrfNWfsd6+Wb7zH67N/7K4WwF6axOLhI0k8l+l5ypV4POrOj30a3TRpPhU4e3NSExE2dJvUYr/
7DiqDYvz0+2YvyRIzuXa33BX/Rh6iq0krxSClf+sq/TZtMUc0QmLIYxP/0GJG/ybTD6wddYcFPKB
YVj2v+pwKbBtxuCjOEx5FoeQeGCPpqE+yAzvj7kOsznWLwUYHofbBsHwLMx4PHm63UUmP0iD+jLn
6Rip1C8j9BPe1ly7USloWN+y05A+qwXUGGFerYJXDLoIHvSx5PBYEUzTDIE8jvn0Us5ZDVUCVaxZ
gviLczsMNCd4DTgLmfqj2T1pedFFf3riiZay+3TLwcytkE5fEA0jjbXirXH6/FC0FTE6KhU7Phbb
HmXli1uaRBYHd66Yl2swLJt0Zm6hWbDm7cY9ZR0fGwvQHK4yA3RnoL11jSyA8gw0VwP9fS4Q62rW
Ye05/pGKVvTU/EB7FgxwCVrfCFPcDy4L8lJVT+C+WTWtciY6RzsGunMPDPe3U+tq71qHOCu6A1kD
NLTrKSPZuRNbd2kvbdA0j8UMQ9HNWa3KuZ8OXZp+92Na/736+P/WqOe5+f7bXz5/kVcYprLv0p/9
fzc44TlwWcf+7z99R/9mjXpNu4R2DAvPN5tjPx9//e0v//ihf7iiPOevpu3ye0x8R76JsOG/bFG+
9Vd2btsDbeU4vhOs3qd/2KKs4K+249gsljp+DBO/0n/Zoiz3r/w2SitvtWmYJjXYP1/e/d+L1b+b
2pLv+h///38qVd4TEd3Lv/3F/POv/M+qln8f9j2/k5dB1b8u3P9NWO8Pbk1sSWIc+qUF5GWwOOdV
FnkXp2eS1SfEugaq2nstIKPFO/fjlhXA2Lskh4FCsOL+NK/BmCMHYAwjdzUxcYY5jQdjIoe6brr8
MORmhM1rOJWN9iK7dO1YviyG6tjEFYHpYlNYIAWpqMPCHcABT48eJ/tE+adWl0+u+bKg9tjIqkwI
YLvS5lWRJ+7y38vSvTF+f4+9Rt9Za4waLpmPUd6nr8Ao0V2M5yWlyvDM5iOTnI0ZJpzWJPKkcR9T
zFgUpwaHaisatOP8O5UooT033iXE98Cz8YYZhQ+96tz0aKQiZmDhZamp3FtdeXS9ats6+GugtgOX
km0K94VBNO+Cgp+OEbq2pFlmdFtLqFXVb68ED1Tyw20XMJNABxOia/jMJmjOQ549Yo4sgl+WAyQK
aU2WBi+TYQWouf7Z5+H2Pabx0O0Sy2xP6fqFBhlGddZLZyqjrmySqFaJ2tg94lXMTLhB9Gom/jkn
s1EjNj2cgpNreyLsaNe+Z9qY7JaMHL2F2V6eru4RC3pNx2P/Eov2Haengr51hln3ewqIEGxS91y0
vO0Sy/Vp1b07tZ3em0p2W4dE2fPggAk1BJ2DKkgO1pykN0LxfmEqUHsxESoo0jh4ne3ZeJ0X49gA
TDNbnWJ8LI0DTqIM8DDGaTt3jYOfPTDEMTeoI3atL+zbMJOSgNaajk5Hvz0P7v90ihRhBJvFWmwS
316amY5YkKx5iSA0uB/JeSDIzmDesQrZfOPYTRo/h66qBksvZiKmE+NDxegh4i4fT6U0X501cB0K
ijylU8dRyT2kHrffp4kbln5C6lbx7YzBMyFU+zGpfy2+RsJtDJHVzMdIj2eAjnaUQQI7sYmDt7T2
FWS1zhi7E0ZkYq8EgcwgYdIFGW3J29qQ9/tYs+Pu8mTg6FNCird0f6uPdn2cZhpyHRZudl5jW7vl
UwM/a0dY/dc0mWOUmeTMB2q4kNWS7731o+ZMkC4xCKMAXePb/3xBpaLCRaPfQ+3QnDTQWmHSwgoY
Vk5uv36xlQYbL0NutEaVT8WPtAvo/SIK6hyN7vAGderPnHkiRyq0QR3AIomjDq7UBCml05eIYvf3
ny7ln9ZkSiuU5SXlQte/OEq8daUe78hcJUYBA3frEARUezoCZHKEVqrvny/o4Y7pvIx7R87tSRJB
eUJQsSDcnaB0hggDwIELDUHW4E+HoEGVu14YrWyvaE5f8oxAj26im5QDwc44yp3idc4Ql0kdjRXC
hxoB3pl5yEMHh2G/ZO6d72burs+du7Z1tL0bYKBosnuvZdQumZtuR0hzfZKMJ6Q848m006joi+XI
nIixmt4fZ1fdRBa02wYHLMFkQKXx9uucLLqok1p98JTWbV1pt6iu6J1CIbB23aDf2nbMODIyR/KU
OPz9dabOE8nP426oGdZVpByhWhr2cTtpkRjFpy+k2kn+EmzG5tSV+XwYU2Czv/50vM217R0v0EzG
R4p5lBJKR8zSb6sVnWx5/l2TeFxaF0AUs9ojeP8tqfE0R9cHpdUI5S1jSTtQNadg7FBsaCZajAof
BswrBWuZsA1mdywF266SX7Nnprum9maYAnR8ED4xs2ClIb2LuVyaeyfPyuutaRKjV/j+xVULrPlS
W/b9ESJUdw9X0rrzgS8WhbecDRL2eHh3PsaA09Ikz52Yqn0RwO+Px9FjRfDR+s7GqSXE0xWSm+Hk
v8x5TCLXBSfojPMai7UOv119J2bgpOtGNHX2VSZZA/WlGi8IdJ7IyYv3hI0+ALno7iZDrx+7INgn
Rte9zl3NutXKH3/+LyHbfOdZ4Lut/m1kYnA1DWnfLQ46urbQkn1t5MZBqQRLfpxw1WNXhElAyJ+Z
GzYwaNR/gzgRA9w95D4OYFScA/IIgDr1nejgKZScOTFgIGWlzWq9cWkhF8/9edab6VLRApyISb3S
9bZ21WIqzuJN07Br4q93Y4O5gj0SNJsEQejPJkHaGdrIPO956tAQhljpx51eaPFBWmC5l9oFnK6Y
vwRSBzm11Ml9Ir7seHHOdWsXu7lrjEhM6r4j2IklHz2qwH+1wZZRXOsp+WrizKfdkY+HnGBcZx1f
muvgEsvXpYNmu/c6JAXVlL/J3tYvBJk5O82trEvNUH2jFkkn26fUJ5zSjuIiBhWa9JK4pewVxjdi
QAvM5ejE6sSe3nIiKPxT0Io35LzVJVHMX5o0Zt7TjKRTzD6s+Bpg2DQE/ZMzh3ZcyBtJtjcBAIJW
re7u8x5aDBnKCGeNtDmVKC0sdpF+RbK3uX8eU1sdjTJ4TkdDxzRpGqwTqj4vvkEukDbUmN+S4qrz
u8I/3+ASwqRs1J5FaRTEYd6Tgn2fIWp6qsDn7AFjPioNSmTK0fHOZWh3ZQi1SVM9ewQjn+5iHSJ0
wplCs17jPo8/pGOOHMXz5toZTAWy/GmwlhOtyAHQIF43YzL6E72a/pOgsUIftRPe6DKyJCL3zPbz
FEWg2k9kiez0Ljv3g41fd2jc6XGEw+N52n021sGDPXKQ6Ie2O8tzADdtqwYJGBWtNZRf7uqiOso4
IziMfv9c+4rk9DJXPFbFp6aCR5C+Jap08n+doUX0782A1C4qMDB3ODFjZW+6ev3ghqIL7F1NLP3i
SXA4+U1NVnJkQJRE3cBfWlzqsiYef6gFkKDRV/vKbIPI6aG4EXJVxQMcokJCMHMvVKf9ozY3y841
tPchLeGgBRUSg8S+FlDMkjzrLriTBJFmsHz17kksq1YLWvGdHQudpEajPpvSfgJTQHYpk4KboHV3
1VyWVv+DoI/kniICHR+x5Qdliz0gaJSgOTOMRvPUy7DiO1WX1SdDpupF+TTcaPgzv1haSFl82ma/
bl9K431RRsc4ldsD16YUnXc1iAhA0UG+3sb07Inmd+YeMmd56tPUgO+MlLzXa/MtNfe+pdxzgPpv
a3hYI5o+PWuByearepBr2XKNq0E7NdJstgNpPztF5BEfDF6CpYlmjzrcuoyDcA7xFFz0SbdDy+mt
l5bnC8qsM0cCE3THYeSWZmMVBV3jHLIEmKO0RsIF67Q+AmXxH6ahuwXZ/DCQo/KMv3eKWs8CNOKR
byR2CH7JzcnmbGc2mffSWeYHSx8Mk7R/Sace09AMXFHwxFGFldEyJWiLRVpcvLb8mWXI7ixttfZl
ynlHcpEnHyYa0JugRIxmqdM37IhDN/7O6bEeg5m0SBZ8L9JqmYWNI9ydkzb9nrq522sSwwNsNxv4
P6pAze47pnxwi5fcIpaeJtJT3fDr8kqiNaz7t16KGpWk17zoJmrBcrDFL4d4Iywx/ku3EDlZ5ltt
8rqXKjM6RvUTq3q7ND9kBli+MrR1Kl0gRvRcM0Qb8+WV3XCiT4lMra4IkJbtCxJJvzHEVzZ2N6cG
AzSz0Nu16YYxovbQSNWaZuh67B4Y5aaeg07mqldR5voxtqoidJymPuSLvndZ7VimOhP8t1yuqfqW
JfFB8+hRPAm28z6nIB5cng6uK0BZEP4lRXLcvc2xgc0RCUtE6THsBs21jk452wetn3HOCpeITyiU
tAcLDnie/y7K+JwWrvMwz4Qioxi/5LQdNhkj833utdNdTcee3xKf8en4W+SozucQJObNEoOMUojB
e859UCsn473nbNguyWMygaBchgoITylWhrkuj0RZUDomdtT03nxfVIBStUomjOMIRNEbYpELeJZ7
p+h/k8opnvIcjJ3ljW+o4+DGoUI/6vHqk1otEIt19Q0cqGVr8xivXpExje+HIn4gbd3hk6P9hvSY
HV3tqKDbJRnNH1D/3UH2NYBAuyfvh8SZLcMV++CTjdTEUrtiO75kbJ+Sxf7moRPZIMXDHIJq6yyI
UQolVzTVXe1K9XVLcsHJyIRt1fnyyCbRnjRVp8fKcb6IamBYlbke0h7kiCqR3j4dRsiaCvE2ts6H
VPXPY9DkB8pfP5qGJuAUnFyaFr1YbxK7uirIaHERnL3wm73W+u3gPN23pt6hxK6yG8sN9UZjyEcm
tQSqCgEaMqNjzirZE/iaxScURU3oJSWYJCqM0I2Tu6n01V38gxYEgROB7A4lTYyNnHRmNGskaj97
D6kkFHCaKpR0A1MCz2ViYiPCupgFLku0g+xM5AWpmtGy8N6R8u3xyBUvVazfNHvgWVyT7BaUxKin
yM2BwRxw1zI4o2HvwDmrx6rFdhfTtO9081S19VlLBj7qI1v+WOaXYLHFWeULFzn26Ibn6kFDYFNn
pLtWa05k038vym7Pg5nz6iv3k0hrmNSk44QY4BAXkaWxGf0xOBoDOKksrhD7uuohn5ofhjDnbdFg
b0kQ9W6M2i72WpaM0TATU1MWoKjyzMI171jo/Ifp4Og+ZMIZLKsY/Kipa3Nn4CI4NfjVGAvUZ2eG
Lawq8xw7xh9S53jx4vEG2JUMNgR8QZGp61Dnz1r5iGJVPDGQTq+tbdzrGhHSzVA/4pgKsMQkhKkx
0b5O5XApMwo9YXsX+KvBTTgto4JhF5QYM+fetkGg/dLrfj6b2E2Iq4ZGAW3ppNdPo0KDkw98KzZx
zrlFciy1Ij365six20zOgNbc3Syt+NkGCSU8YgempfnoESGXGakqnSd+DEDcu7zdTQKkE/ILrlNX
3Zk1AbqW3pW7wMm70F93XC9GUVJO5XToZ70GOa4ekCHw9I4oJhIfl5yNrUaA79g2nfI2lW2eh9rv
zxlwMaM2KBB9khswukUJPBv4qIGktSwIUMDZSEZ3iYjRKg7SCzCMONkHWzUsNkILTq4iOII51VFI
O8w4BR4N231B6K32OUJUJKAVaUur8s19KYAMTDWVy+ohmVbhfy49CHW5eHW7grKG9nZocr13bAGb
5mvMkwmduoN5aRgQNw3PolYoQXLnYI2tE82p/d3qwbeD1AY0YvkTPll3FEu/Q8nmXpHGVHgraNe3
KOBfLfso4IS+mEH1ie7JPxC5RPFKtOfOV7RU3PbaV8BrbZjFZ0WKMvJg1XxiXHviSrzbshyPRANR
CooHTB61ZPuhlVC8i/6uNav5DTqtc+QzZ4Vza5ePpeWTnZbMR83L8EuqV/CyRWTYAduBqG8OH/Ez
YQvQGzsDu1Hv+w81icEyMI+JI/uffAmXJocm3HhPIrOYnQ67NY028ryOJ34YmV6ZIpwol25pKs3Q
HuZ0l9B2cjW5z22u6DzSNozd7ofrlfAscjuJhEUIO7O+x0pLn5CP+CtzjVjc91lmA8d3iC2d0YT8
Gca6msQZDQWrru1gE467BHDwBlwjqxtkQMLW6oMwB0Z3NFfCuISaCzSBJI+a0GXsxoSYGJ/tUtbR
PaCSt2FcpWNTzVaoiE5QC9lrjHzu1Ojb9yz9zn1RutjI0LOFrgLaJmv/7Oqe2pqaT0XmTGHbNekP
k7hNDlTFRzknke2tk+u0FdcysFIqdZlTIgIgWFqBDr6jEyMnJW+GTv/F522Froh/OXldbJfORYzc
zXRStTI7Dln/UPmLdS81hCIoPMpwsmh76IFUhyXjTbspPtPJmSVlDZCQjkeuJUNP9+zNaDXfJcFP
oPXb0LDlEAJLFffky4ywWbue3R/pvB6kDmZAWMberLyoR0lRLMGma5NrURWI7NnQlcOq7K/EYLOs
77DnXdJCr8+ZjyzZUuWzA7kW7kK6U8p+SsfV/tqb5w6fwxA4z3W7xGF5muCPuq14HNYvwq0+Wq8v
H5ySB5RTH3mnuNsnNDNDwN4ojVughZ46yYxUDoRMqDlEvh1m0BwMc0uCSpA8owCSAKa3GnkVphsg
Qe8aOJkaT1jdpF+E/TGGbd8MxfxfzZ9Tan50idp3sQPMr6tu3WipsFlYsYI+FMVgvXCVGcqO6uaY
zY8ptg/5RK+7TB8W9kHqHGJpK9+6OgtUeSv/clAUlNSKTnDf+OLZNUdrQ7gt3efElb/tFEBAXYvI
16FcF1Q8gCnN2+TilTadvRrVmbY1ecw8iWvAccjn+AX95bUq2hdR2ElYp0R6FENA2Ykw1MybabMI
wUdO/bBma423vDKyZzaaMg8vLHfNH2e+NWXl22hSWCdN/ebQG9GoN5wRLM484LLGJmhM/FRTLz/M
9F6sk8ameOeZ/LCJgaP/CNKwceWPXtiAW4z4NYizn/mE6DnX9HMzq/HAHr8d2QBMnHCMcimyTYLP
zcx4JIb9hIOUR9OdQCsXHh0jLiso/4dce/QMBsvOaHlnmm+wx90al33V0CGw0eSXiKlJ4dkkfvZi
w+jA9YKDBg/0Kg1fQpsLGRraFCmpkdZOz7LuuH16lf1Q9AcxTrkxJaa17UfebF8uvwl+QhS8hObE
PmmgcGgurh8ZOZK82m7UwZPo3elffuGb/fLIksH8h9yqYalFE4i6R3OIFYykkSAU6UFrt3STu6n9
dtP4Y3HxHJI/wn0q7lTme1Ey2WdqBjPoTl7QHgzbOZuk2G9hvJNWCBzJmSvkmoZ3X+d0aYYO2ejQ
jwd/dAS5lPIjzv0Hz0AvTz5AvDMCeZ4ZhxhefrDhyWBNjmraLBymYRRlqJ8l8YZN8zPxKOSWNN0x
sq5W+VEwLl96UWoh3ZSAnHN1dsb0K7FHuCf+uKV/d5/ps3HEE+pt2jQLEY8AKPKsi8u3LNdIwhjd
yDZv5HfcOuNtQbYIHPPnaNrDO5VKxhJTXdFX7sd4fPWoucnRTAQN75ViYHFpu2ZCutWo9iOPdcRc
mpff+pmWQ6st/o6ZMr6S1eC2OpVm4kzXGwftlqSKaanNjZPZq5HPt7a6jaeFRM1LxbxDA2btt8bJ
HY5eq4D5WhoiL7DLmalOauGJw++THB0L3L2WMY3uy5mFaorxnSGqnz0DjcqgXkQwTfu2kfeQxmja
mMWltzRknwVpLPVAZVb0PAiMN9pnh5J2At2yHZDNbGp+hrwkY5vLASe64PRZ2cRKyaX7kbnw9udp
0A6xs1hEIUq5neKWK0fLi3n1pA5avmB8KfurbzmXoGoeqO6MrbrXljgITeRre9SbK9y3FJs28Gd4
Te1RCg6e01DdVQ3KrqlnMrDSwzl7hpW0H9wxYZkpn/UFrSI62pQ9zCatcfQ15LB02Ntau7fqO0Oy
8K46GaXq2zIWj4u+amAAIW2zu7KDkubAZQyFC9hHZoI0scQ9ymH5iE39S5nNyJPPIYlzzBfLDeKz
eo8eeNxY8isZYQ0O4oqAZN3UB5TiiQMwWY5NVMg2ISXH6naBK7y95PnLiqS4VHpRHSvqA1/JYGeP
b2KOuX0yiQZiGY+YX3G4gzrGFDOAMot/x+nye85t+8EhSWsTZNMDlkJJx41NYe1aYWatN17KGqCT
Jxg6nfbstR8AWgjOWZJ34eCulogq2unBmP02kqaJZCtxzmWq3Ve5PPZTnZ0K3ehDe02sj1vrLjCb
L56I0mDiEjfN1dYWIkF1I79WARUFg6WEjMr+ZRyg5s9q6S9W0RzhT4Vj7wNJSFvixOruNUMO5LY1
qQctQ7myR/3kWFTobvFZFblAMau/knNBC2BpSeFNZ3x8ZINdvKYPl957ka1ubPK47iNXryXTffNs
6dmeva7aQy/7CupyxH5Kvscw7Cz6AYcZLcMOYo1xIEZbsDTJ+NAelTtyzBl3SJ/frLZ89ug5E5cm
p7cRxO60hrvFKdwA82NEorRtFvFiDGT0ZIAADx1JKrsU4OqH0fmRi+Xy5pXJgbHkhhtBJFwnDlX6
PlBWXrMg284aPdiFaGV68OU2po2wlPqxMajwAojyZWypqLWYEo4kcmWG+aixRnI+NJ6zOGY/aqpT
ErunWWAbBQ8MYBCQT2vzL+EIdsHH1N9EdylCKX+NTUnvvLEFmmitpkVK6d+WN9VyxfoZ25jJ/G6m
LGSWdFC1mWydSW31YZl4GY3G9EY99qaOajxDEg/XcmN746/SJYNMK/X5we29h0GybrVTu7M79Kc4
utZhyNjdFYa3wo6INlQPJBGDlO5Occbf6/Kjy+j1YFf+kZY6BnXcQgmzN8Jpyvno4PlqsoGUwFG9
BV2Gcsx8lXKY4Yh4z8NSv4CUfnIzD7iIPCS5e0jKsTwiQ8vvm0HL7zPKwpOjB09JM+hnBIDXXLjD
HUQzlmBXuzH7cpsr0RAQu3o2Wd1Lj57Q6JKhCwI/71XvFajixmDxzqV/P5UYRjqjDUdhHX2NSBkt
1/N92rBXlelrjkD4UtI1IVhaJ+Y0oQBu2bfYaLbSbqguYAxZLknXvYMJ1Ol6lvMSNwdCsNBp7nz0
kuPCqZuNdW4mkk7bByBf1IV2+65+pqU+HDA7fqAZg5mjk8OgqwKrhcN1SzFqck6PSBYEOkAb0q9p
URguY+wFQTdagXYOOP0sZbUpM1KZnNl86AxSnKo0CYH+MaUoIXxo3B55cOPgObcndQ0YMZRIeHZj
HNN3KJqTnxO3ojAiplkgTtJj7J+1IfHppDoK+yUhZJRNjTUjt86ZR+mlz5dFYyLaZtg3qeRChpDF
vjdY6gTKREy3eXeddyXL+kPfr2t7Kpa9PrVXIiG70JjRCi5MARgfUMPzYIr+K2sMI/RwjtYTSSKL
wQpdG3K8G4MvPKkMMpf52a15UKAEgHHjUGnn5ncxU8bmRFhuhOZCY0Aba32PS3dpiD6IpoLAJj+p
Et4MTT0fFSbBQtOmHQ3vwUu844y+v1zo0AbtK/218tRb/avXGMQKO84t5VTKrKW0bgERytYY/8ox
2pA77WjHVvPWDIkclEBeR63zaBiso3KMX/zFf5xwHjJY181L409H0x1tTsYDvc+u/gk5k6PDkieH
AZkZGOt+34wWd4NyVwbIzFM1fQ6GC1+mKcPG+5w8LH6y+AyM+YBNMSCxaim3Xq1P4aBwe6uUMANP
GdbWslInrLXsbiiJ6DblwrTh5uvxA1dw58bxvSPMdj/k/QF7fdiNC1aexKi2PL95WMz9vZaskysH
S+gQNFtFSBnjsPFoLNbdPNfe3vPVt5a/tUA7Kugvu8617hZwtJFCgYrmg5mL9UDv9x0Wtow9DpcS
5tME/SwoXP5VtF1+L96nBZ+1OzRq0xcdg2pO9UQS62jpnWnXp81dNi2/tHpNtJvHX7whWDSW0vai
e6z16jF4QKA/vjDw2jmu31zd3rlzGCHOuYPOzOZA68TxY156Ps3OOlpHe7h4iUUx83bP43N12+7G
tBaMXy+wridXH7c8FtupwTiGGVGghCmzLDLToDiqVL4R7xMx5xj3hCMQm0hNwqQ12PcDDWxRMZ8X
C8bweNmXrkcjoyBsYfYSDv4T4LqS1bUuZGS4rR/RA9pkHtEbPV7zg4ZlcUb8extq8c7ID9dz+lHn
AUbpyrtBhHtoDfOi6dajWoNO6NBdnQQZg2HSC1Jl8hxMP8sSeidBWugyoGYZBSdAwBUAqgJQD43B
561iOyKjUfVW8w68yzmv2iZq14KySGIUqAeofNrc7RRPxL7TdRVarWpC4Y3GfvJxl7jCjUPPgwLU
Y6yKxVDvaJqQw+em+SUW87v0+2tdjcW5LdUJxTlZGz1WztSAR8ixy54mJChFfTbcXu4wBAGjMOw7
hZUY+S6T4ykL6q2o5IcSHJ4EGeRdwXAFS+EUo0vKIQ53vmLXnIhpbUAv8N10nK52591aLThz8Ipo
7RGZ9Jrxyl0LX7xLR2J0dzZ2IEeMD1MvX3VGm4vQnut+GC9FYz7rB1KK2Mm7q2ExqpA5WYbI67eZ
dB+DtJye40KLDOI3V9Up8sNW7BK/HDb4UNuwSfD9uENCZ7Y3yG/MeIHe3FwXxSBgLYFN788sLw05
ms+3wRUMxZLPlsP11pqVoJMRFsrxd/00PE0GRVKC/DTCY4H7VncLMs+cjsz7DAuujaRJ5km3mUvw
kJhT7AhBuBbRVFnu80RdvZGmaJyS9WOaTw6yD/g+bGt1XF1jIQXzItM4ppRdZJxtTKQaFdY2Ujjr
m+7lAVvKzNGjIPMkxgnAPdnimNuRAFperGr8HGfGzo5NM0b6U30c/PpI7zvMLT+yrKDZ2VqL6p1c
NVmQp0pbSfNzTO7B0kTJjzif3lRc5MD8beABfh9sXVTWQrnscuek8q9iBouvk+q2Xz+1WxtCJpZs
vcKTH9/6yvnUJbfBATm3rIeGuaWZ3Tm7Gt3tCsCFNEZKFCwI17iITi+Pqd99Tit9gPN6EeV23p1N
PcHbR2fXj4tve14y8B7TLwILbIT8aO+HYE8mZMogb1APrnZoEEkdsJXEUWYUh4whzFB3RLXCFkdf
HpOXZI2R5+qojuYtk0nvUbedfUrFha06Jfm0bgbAX0ZKzlZ/Q8yY4rxMKb79Oey7G1gXJK1m+0Sc
Pa0bUR2svj8ry9/LgqHCMAk+J2ZjhzX+uyireWWeqeWoeJanjFDfvdu+qKWaQxInN+y8GY1eCWxt
fglK5yUjvmM3Z/0eQUE4eKttbADyJr3PoDbFYfhC/f0+M30AXY18Z0yNx6LM3MiZ6YsEqfsl/MII
8aTAXqnb34iJJm0d3lYTMRgOJXvLacSryxc5sclmV9OPWt9gVpdI/aCC5Yg1O6oYL1NpVYvzmWcT
3A82iVPGxCsS/YRuN6muZYXovebzFJOe8Z7nzbapsl8VAVDdmHhny2XqFFAEgmMMJX3QiDPxsaZc
fJ3bq+zm4cMRDsGzuY7M8kgtFvDfw7KFXnzFDXKx6cnTYX6qAmKwlCkvZl+f4o43YCc12aOJxeEz
mCSHZM8/1IrHibKr21hzU392GqwOEB2Rw+p11ODEKet35mf2Wf9ZcT4NdaU5R+f/sXdmy3EjaZZ+
IpTBAXcHMJex7ySDFCXxBqYV+77j6ftDZM10lrp7yuZ+bmSpNCkzSALu/3LOd0qEmzqzwjUabsx0
MVquxJp3QahgTuFum4X4HY1+tCw+3wTZZPtBO1862e2jTItnAbn1memcINiGwbDNWpjV3kJNoGhg
vl5vxyFFAtOrL2bU71h+mCZx2cR9cEkN6msmouEptV5I/I3a3PrMPcHXHeMzjOwApAHwb0EK5DZw
UFMlUTEAJVwoqdM+Kfi5Em7pk7DT0S15HGTozmY8gPZ7238QpIgGxKzTPRzLF56ibN+30cZp/Etq
1BSnzjKsZdHUlM8RwbVbt8ZoU9HfrZI6+kyYpzBayB1j9tQyJ97lg7/LuWa2Ieu8daBbSH7xlR9B
9Yoy6nnyp2rtYbAkE+0+affaV/nX1oEuqfEIk6WHYgVQDzYfSmJLs46aUMS2ZTqxwLc3fongKvMJ
pXTqH00MCbUnPc40T6pRioMB3tc0Gy/9mFBClh7L7jDZjIW9U9j210B9o7VVLJ2BbNJ9nngUWNlI
dkHlcKdu0ootD6WQBwNwvs4Zck0TgCJvXsWDTRpNM6nD5GTzMQt9ilVLMVzuOFN7BIcATIrvPRf+
aXaJyDZIzoZwOdH65MRepQmzbf8JNQp8AwBV2FZ2TZ0d8O7mB42s8oTFeFtpz6WwB1RaoH3x2ic8
Av7GnnMibyrFas3PdiivvmdhX+0TWM5QuQBFSL7dds24CZfBvJ4do9mUoQ4REMfOzaOAcmf8KAl6
qs3klgxYQl5BOITXHOdNQVbAJug1J4Eyrk2VkTsV9zs66dH8Wocz27l5REt7V93Un2unbo9GKg51
0VPfZ7Nec7ZtI5BaaLNceUgRxkwMcGOQa4XqxYZ0nXWvY3UL2x4RI3M0rlQauBxZHo8dGBsey6zF
otx0dGMtlcvM3mwa43uZY5iwG/+T1XwTtfFPPXAKu3U1R42zaSI2oKGkWMFNuQBEKrQTi+Yvj6Jj
JNNua8bi1zxlyRZkFFLl2CeKmjlVhS3mCBlYHbM6vKFv0zsE3DE2YLN+Sz0r3aWGwL1l8rw8Fmo9
AsJg9JOTWY2bpPfhtaBc2aVpFR4xRJGeXFak4vXF2qgYzo3hu4xeHYwTbOT9u92l1e4h8cwr8vD8
xjood6xoDy1m8ovYkpvgSc5IyDw3OWnbgse34AB4w66MnhmutOVb0wcFcONWHEKzQT4xPBG/2+x9
nwH4qmkH81STAzCHfnB8fBxfO8wk+e0miV+H2kQTNgHqyhyAgH+pv+dFNRj17Z1hd7UzSl2cDKuG
MNn75qbv52FeY71hm8omI9kYqnvpfEzsiiJggk1ZVW6xhsLPq5nxU9UTJh0NYhf2CgK0ILfUzjWq
J4kgYFeY0Y/SLQ74vd2VNmC4pmHUUkA3FbyHn33TV8AakYwLAOoQDI8jZps54UFssgwzlwGQof0/
hnzDyb8VZmZtfbgd6aqX3mZ2oVMGPjHMKDFY0zhvs9kR2J6h5lzDcJZ7RxWHLsTI28zGh2ACwXol
f2kFrrChyx1iwdwrOvSYtaj1kc+eeWJfxC+YKY/EWsGkKZqNDKhhPGsWsM8TCi8FIcq6J2bpbmNZ
sxJL6dWXX6okPPHCjXuCnPG1JdEXTcxhJMwb+J7zMDHX7oLxBJkECn/Org7NScC/2iJ4fKrd8NPs
fLPdoEfVgWQ49eTeVrHm4FLHRFi/A6P3uGaJmII4LUB5xfyYXZfo6rIiuhuJE2UmEfSTn7Rb5IOQ
nBSy7VYM70uQy77ikANblB9j5u4nn1y+EyaOjZVDu3FtQdzWrly0tOGkv6dYdpEw5hUhlzwSbQAh
0mrLb7S4n91RjJAxnSsXYISfvJtOBdmgJ7eIJVRNgEHSHbZR5tw92gFFR5INGHkC11+nOVPNCagO
k+cKuRNvH8Ag8dqMxfscEpY3FMYX3YwWvS/RVD3WtEXh7FB9/KV1nhii7mXsvdA4UDxN31SymANa
iKGF7J5gCQan2dxhNLqh1s4RZbbVOqYWDgKQtqWfj2sWzbAa8rUPluSE7HRnAhjZdVzRrLfExvAY
ZZZK1cRspq+Pt0r4TEMGi2iu0gzPhvSfbf7b2wcc4qF6fvwyQy7SoCuDERtEa7w4FT4TJuImbhGw
pJZLXLbw+h1Fx+fBkcGKqyfYTSrEU2+hwPM7cz80GSHrPrq7ybxwbCNMXj5tXaBeqZYnxfTN+Cyn
INyYMbPxUQ/L7TB9DQWJnEYV8J9QWF5K3AT4RbliiIB/UjPtCrS2L7ltXH0dRwdMXmvdZ3foztlO
BHPDmRwafH198MvLB+65GhD/hMAZ1SiO2CXJPraMQ1stT3csT0nARzYXuX0LmOdgTTT7muXPIEEq
q8AnZFGivLSzo0c9xWBuJLy1m7HRtRvvELEfRqo7/mRAzr2vclaMXOiPFzCwORKAjbPJNBhWR2B/
gn455KzktRNEABurtElunYCd20wjwrAouPcJC1WYsgHyj52D2AcIXMPrRvJNtnESetS/2aH+G3/R
Ym/6F3eRZ9rKxXqzBNkIfC9/eCwDb+hozEcAuVH8a1bS38TA/YBHskyaQqgdBK5bK8tV8oTwBEoR
SQ6XSX/zGOP9FfD1Y/xf/4PXyf3TMY0H2hausqSN3VBZ6o/MkjTsJ63MpjiYJvJpR5FekxIRcWbg
eQVZ+0pHAugCCAHg05JRENZa0QJWaoQ7o1sugveieE14tS5OlOSXRQnNqPlehkly00zK8r7ZxHIK
mT6N/hYkUb5xrNB4kpSTsQPRjG2dfWrTrN1gLGguvnQQUbZsOkXU1uvWxeXr5hROQ0J8nJDJvW0t
iTDuBr6K1Fh7+G72pnsQVhmiy0VqxJXT8cKzjwVyDraOWNpPk9phCQjWaILNF6OMON2HXh0Bb4L/
KqjtJUxB4LFcm8HiXB5iseNxNL7ipVY2OLJlijJUxs0aWRZm4RghfjKjz7NHaanTfIt0BIdKGBxj
7cLCkO3RN0v9JKPyi1UPGbHBRnEG75ZxwuZ3o6zdE2MIbAV1L25kNAcbwKMck2pstr293Jizaz+B
iI5X+ehfvNgI3hmipAE7c7pum4jm+DY4DlOYhq0Eklt7n6Y+grYido+mKma22qm3tzhKtwx+WsIL
WB4UhvklVXN2N5R7l1U6XwuG0RtwOta2isoez1zc7JFnLbPo+nvi58F5RO2LRyLPCGNMjQuTw59c
FeKUTHzMJGaIOIjMPUvf3kfOMF6cnEOwwHp5RSlI2IpUT+ZQFd/HkLx094VbIv+G0CAChRLCrorV
N1Ispo1rle+RPyYXgy0lqjbJc08IcChnLnpGi0VmWW+Wgc8JPvxXbCcHp0zdLaq2FoWgnD9nBHDh
7iUEvbSsvZnxMOFHmdBPJ/W757QfIhUDs09GYcOUmleAqtlRkicOVNW8xhr/K5ka/CPgYfNqWy05
2GUBKcwlZJLnxZmZCLLtN0cSjfzAscbN428+/g5WQyZGUx7+9QdNB2e97qfp4GumEsjPkpNscQF3
eNlWc21RkqoIUhAyumOoPPKryLA9ALpYuSM+38B9lzH6gZxFdOg6kngLZ0Yzm74WU1FdC0+bGzOJ
Td5KZqkzlRQqEGhevJP5azOc0Q5lz2bmBIdS20DB3enieYNHiinisbDVRy2qemcZ9a/KAO3gOQ03
QMEUA7dXvrKKWt6pN1FV+08AH1PCRH10vyG0L8I6sEPxjX1qBz/FoJG4V8BmxBS22LEVw8I7+vNi
lQH1P/rgFqCX4NrrwR2IMi6fEvW7Cvrhk4uSRok22DbQb+AZeOocxeYu9TG+JKC7uA5R+DqA9FZ6
cr67Aahv1+rlhTSW14a09OvYa/aYYtxFpQ1wv6yxLXYzo7yiBkHscJCBFGCVyyDHQFOBlWgmj5SQ
gZS6OMztW6xNgi+KAt5Z0Z1jMlqXGVNLj5g1MFNCuV4o7mfHQ1TKcrreIRiN9o6evzPirdeI/UDe
T8XBTd1oowLGMv/movgzLg8DqNJSkgaopIkt9o+LIqmF5evGLA4oCtaUvvVaijw+mbB7L2qwCFSJ
k181zzGOmRTJgBsV6N/HBHKlGV2s3ngSIALIVcdEwq7lN9PEf/MRH7l2f+e/PD6ipyUuXulCG/7j
I7q1ZsiHBuowitjeNgFGjcFlgYfWyzqbacMTn2XxL5+jXBI/tm5Ti+pU2cZzHw8bYb6koCuvIeND
oFpuu+/r0blqxGpR4ao1uiTBoJt9FTPDctVQ0DPqLKx/cwv+lyAt2DHmkquoQdUAQFALw+Vvft/S
QEpvTmOBbCyvrjJQzxjwVuSKuhslFGCB7FQWPalVGLJAmeyjMZdsNBHkcfoM6NvLTxKf+cYbv7FO
QjVXVAZ63QxP2P/9kVhSKP+oHVxkHqbrWcT/ef/l+40N0fABgqOEj8n3sMAZbprS1AfLHTZ5UOGQ
aYYfY1C/VK1bf2n1j3FiFe/opt63OcYO18/OIITyzegDNSky73NObliWT+PFRcS9rROuelVXHgW2
ZYFbh5qq81JBN8NDpliArsrMsff9UFsbL8v2Fj3FZ1+Pv/r5yZjc8aUkN2w1kqMcRJ7GLYvU32wZ
7yQOwggm+xHTpENtssl7fGv+vyH/3xjywSl4PK//syH/Gv0Aw/It/7sh/59/6Z+GfNf6hxSW5wjp
aYUu1gZt9c+cUs/8h2Qe7SnJW2EqqXHd/++cUvcfwvVMy9PUNpS0C6LjP3NKNWcMxkkpHN4qR/2/
GPLF8j/5+1OP2RH+FxWqRtgmpWn/8X5i8hxbaKbibPjita2r4urPPWhUm2k/q2B6yvpkorhHh9ua
28KK5qe6wiDszaCDl991onCxuHkvU1rLFxT4X6piHtCU8Ts1pkj3REgzUwY/EP79yq0Gva8hL4xT
7fUs8KckoPpO1qC3HXz2MxIEtYJhTWJHRpTcpJj82VVe3cex/1qmiT47ur83dRM8WeC8PvnxDARv
NJuT5bD6LYbsie/1M5Et4x3TDDFLemkTuWiIAerwnLTkFLKWbZ6k1YJeN/eQEoMX2pYlS5HpXoQK
GbowxlfdVocMxsYOxwmurlHkrwx7cdr6jHcf51QbstKHdyBfmHBECNL1M/2F8ZpReZFbZ2JtkvWZ
YR4fuvqhi2B4dTK2mnPM5DrOIBNX1vQR0B/giUFU6cSqX8lM1ztpjeeWYh6XaqO3U2z2r1lQHggc
8C5uh903DZPsyEEz0/zB7W5tYHnuxBpS+I3iMovDC/a3J4YU2GZBSYjW6G8FYL5SBvmvSXTOpRsa
79VlbNjh+9j3RNSvGgqfp4KrcTPUwPIxCDKvi5r+olv9qk32RdaiNWTVlz/laIkTJ9OXsZ3QhUdY
TRvw7qENZFeByy3447fY2fRGUD9Dws9nYSySQqkQodnNmq8OanCgn/XMjwXl1Is7mMk1c/r77JvO
XTGdmLTV3shVY9mIp3xjDEphahD7XsXxNWyNj5TF0rZtveqMCx4Qd/UeZC1rz36e16FZ3gd8+Gvl
YDqb0Gecx4R8dmsEWNa7QUPVI7ZLMvZaTqZ4bryR+pX6bu/klFCTzbNdDv+GdfcnBsjiHqTu4EgA
BKwQu/3xwrlNR/JYPddnthLGtvfBg5Fuc7ERhsFHiq6N2THItKNXOnhxzKPmq/TjhtlqzA43IGvh
bwfW81/1xL8gOYS1/B//VmjwiaQpFsoczBDtcRL86xVtwFYscRAFZw8XOI1bFu9whAH9LgfGfZk8
mj0726ZCYu52+iMTpvHil+pMf4V+0K4/F3Gl134ltvSa7nOVerA8Mz/4GORw0TD1iCcfvjr83Fgc
xOzQf8C7xDhreNO5Z0W4FkTyrqRI9D6PXfZ/jVp1bW+se2rVhunPFbg9gxJv2rUdfzHQbPpwH9eg
jpvhaJcKBMWih29VNz857DhQCLJPnJxjtUh58OaKVOpz2BNWgPIuXcd1MN6keWxtP0PCPauN6RsO
GubwWmMbegu69jKhrjk7PttRlyaPdaewj1LoK9qd4IosPFlb5VK+l2GL/IlIqcn4GCDf3d3a3i7R
40yx5aVg/qMtQz7Ptb8PfbYiIDrdnef1mzZe9uHrsEiIGCR6/Sgwc4+lFR/CFkhJEKfyCOTjKAwn
O/TDb6Rs7R4o6idRa17uSADyt41+03jhDckvr7GDYB4H3kXHbLDt7GuW0QREQ662MkW2A8P9mweD
ZFWggNonXffZ0aBKCXInf3dgvZ6hvjDaHuxJCdI3bMONkaFpmebsLBvCPR+dQp3Y/UvudEgbc+yD
2NbCqai3ENtZHlOUqopG9WHU8hcpe9lV3SF2xMoS/U/HG4p1tHgH23BeC4Erz2IIvjYxWYUqhudR
pyBOmobESnfT9Ao7veIB6dr6K9odc29o4LB06novw67atO1srJXBBrxEvE3KDO8I5IgDSzT+uj99
7sMI7RLe0fZhUH6YpirpYXGg/yKWgKwYj3C9ttFwaEK8TYB63/ia8BH7r1ITWhdL6CiN0Ld0JlMx
7UZxSx/2XHRojueahxbu4Dr2ZLSzfHKYhPXeVxOpGbwda3PynZ1TY02p25h1l9eeQ9M8FIywsKk7
cPrjZBcPJCW4aYZI2vfcCzvxp1qgSGndTxWE4GPqTTGDYP+b8iai8bxgjWE+3KNG0Kg1Xw2M30zw
HYprAG4oPJK7ynE9kVzEFtbbe3j8Njh8UAB3br9HB7dlyvvWtHBvXAdQscENgAtxuk6YN3M55kdD
QpIfS/VqjwJLdbcrESQdG5u41QozMGqiaJ9E/hu8rvdCUbkbdr6vSa1BhFEUl4kca0bRoqnG51Sy
jpuS/Fbi490g8vW2fh69Y5zBBaFLXgfyfHFQTSMrMviBzURSaUk2ZtGSshg2GUNHvID7JYOThRms
U7pbmPG4rxtuqWqs1WtQg6xCUEQUaPpCTdJsc4EZ2YvQBE+MIrduU3wK+uk7anwGAXbwHANJXbWV
Ge1pKe4jzKU9JIIPMLk9zxonTzXXH6HpFts+xK3J1Pm9z71PTYcGT5QzaYi5ITfI3qJ9UauzSWrR
JinyQ5zO1l75b073BX5hvFbiuTUNjxJoxNPYYZcbbfIrPFaxMZkV3UAvWSxrkzA11H4o5Y8ygglt
/8hmq6BmyDZdNeykEr+HKONZJFBBNeHPiACHrbe07Tkas1DjQc5jlBQ9XEHAYuvHGVcmkpdBUmQ0
TDrKsYfv0AKfG8nfy4SqTnKoPwoUuQcDjXFJhGBtth9lhs6mdlESzFWOG7e30DkAPfUmpikP168l
J3jDet6WA7Nof8jB2N8V1P9dZzbOah7VrR1yZ/d4IzM7YlOBHRnzFk5yCqq6cepDj3SkmIvypa/9
Nct35IMTYt2qZXvAxaEJB2p/ZUSV3AD/7ASO4oNvlTe/Fu4z6Tnes+tOmPqCoQFFsRBl7O4ydZuK
z7by5wXeVoEMngApuL6d3PVknGU5Nec0oIQtWGm1aIPXmMMQwBssTymbER7Z+pCTTsAQzLlABCSs
wto4Mdr/nAXa1Z+IqyA1FVByaADIceNj5s7mOU8GtcPW9HsYeP/CNlk8JJF5xuHySy9I/wQN4Vai
FmavHjg7NfAnqEr8NcqFnLEjzbjdBT8TjxVYlQCw9YviK/Ck+FTb3UvhJPAKOUxudaqsc9QhImJd
Ki50D9jnR3VsTUKnGvy3ORY1fDv6VuQ34iLjYwMJ2M7SU5NazIeXLhP7JjBOG7rC3E07qe2KVYwT
PDuBd50ISTiajLEuC115In2Vy+gpDxeBTWOhvDYxgFadVKuZuKd1nk1ke4ryxg69ujJokesmGL51
rbQ2ZLgxa2WavFWBJF/KbS+aM23n9kNMgGmCgqSfhl1DtAOAo5ALQrIbIO+Rr83gZWTwoY5OjVTR
iAF15j5UcyMeXowicoA18LshYVwpl6ERVw2Ieq7Y1xSljZpn81ApognznG1kFmA1qtmYmj1nuQjG
Ywx08wUCpjLNvU3P/jkrO3s99ex02tF8eviT55h0klm5pFUDcccQ1m3RyQObacg+zANm3vVH6Xvt
tlgO2Gg5ajtgL1s9KxPVeRMdRTd9sbM5vFiu3+9kycgbJwB3OiwSwhu44mvCIMOQibv7K1mMboll
CPbKrJk8qiacIR51S/1TxOXadR1xK23xxseJD3kS/RoDs33utTraSchPcNTZPgiqT00pSOFZTOZy
9FvELHiHHsOFaLAI9BjG92RArMdRZEJEJLDNu7WVwQSezbCd/I5M0i3DcEI4vDhtzPplDFkuNAmX
wSx+AL4nQM+t9hBrtwYvGS/hhg86AljjmzvFZMc6uXHn6pJ6YvRem88mx+5BssfaZCNJjHWYOizp
s69OChKkivTLjOjijt+XG3Ds5LbIEB6kzKOiZXAbmRYqTsyZNzvt4MYbyLHdgOEqOqJPpHuClBjQ
vBXtM5GWZIqwQtuFS+LD45cuN38WcbzMYkMasDqYzmG7CZI+O2PLV9z+DsiGmZUCShEYDIBcViFf
yWEkKHTfNjAUW62Ky18NZB05mEdTrAnLaL7jXi4jbBrVDCyFVTJPWO4ja6pt9rMhlmT4XOT/uRaq
Y799SmuE1uXABBQCbbmyypGp7oRCF+LtL9/X3hrR+cAfxZalg1AeI4cEwhHxsxd15V+u+Yz0v+d+
CC+JqZ68ZWUUVkve06jKHcuN7yEd0jpu62JXYG4nnoLKu8TqtkOM8dmiuwPrHwNfbxQK9Ah3UZ9r
+Y1PxsdrS1iT1PSbTrMLinsE42M6hbvZHk7OcvS3bkMCYAfumOhEwt8HaHaLYnUcfO4tuzgXuT1j
gceqhKlredLng2dk3wHPNDcmWx0CiVvtHiczqbZ2QmkO8/huG1FMbkF6Dgzvx9hZ5olZ3y/Skr7T
4koo55XD9om+oUcPHJeIu8YapdGAGH/nhXbyMcys2SflgsozHS45XmX+vd7XLRGL2u/Eit0qfg6F
oyCwjnbfi0vfWd/FRJUTSA/1hGVtu3KGjZajDc6Jrdo4EanofSiJFTSprZSLxrPQGh1+byEMCt0X
NmkBN49H7hUW9Yv6IPgZ5Xwu7jaDCEO4CL7Y7+zMwj2mqijeVcEGys/Zhs21Y5PvS8xfurVfila7
hynr5n1BbgKyKzD1xkEYErmAyKpdVFN+cFfYpx+OGM1b2rNill6l0RhztlvdfIxMimtfB1+rzK1f
QQ+9tu5E9kaVXgLAHRebb9aWBt+CwhEk/GDIN3GCGDy+lL/5qUSnqkwEBiK8AUF9lLMYdkUHgt1C
AIhnO3vpqvjdj/AVWT2ZbrFe3gJPk+sjOADAAnz3k8a+oEmqV410zuhnpxva8xydaTqk6A1Dzz6Y
tdFchLKuRecnZz7YN3+cnRcoPtkeNQBNoqXMq0nNvUsqautAPrcIs1dRU4dbVfF621kk36lyX1G5
9I6Fhy9vgYsNycXF7MkffJqEHe5ClUzPJoMc4VTpifBJG50zORU8m/T/6LmzujwPyks2mTeeVSXV
Fa9m81c1l1s+MS8xvmTfMRG70zkASMD3Te2+zUybHcXUALtJjPUQu+L8+GWOtrWUyZMfEshdxxYx
Yi30PgwDB53T1MbW8DOxeJOIQsfrSm01qtC4P8hOQ00mbLOM3SL0dNQXXkqtwPDGqyHVUvAciTZE
61VIFyEvYDMDg/k5GmNYPcs/VSJjqRKlJ0+2esmyNlYhbKALFZp7QDyCRR4GFPPJ/AmjCB0aBwFY
imLCRoJ53Rm7b7YfJ8+8K8nzSObBxu4W+TMeKSewyqcKZsDFt1qB6kOM1KJGmJ4p9ZNzThDRunbR
bgtz9k8Q8bz1YLWNS4ke/5h1jD3QyLM7A1BxEFMntlbLrqUAO1UR2SVz/+sDNITAnTcr1x7+0Ng9
dYo2oof/gkXdMt6GJP9MpYt2M5mIicvYF/NIrgG0+dtqEXmLbK6XaFIYZ3OVnRNmD4E9JndWbsA2
7ARvp1djffbE2Q2t7GlYhl7GaN/6EflQhzIAj0EQvQXENpyIuoYOE5nhG6f0fJmK4Cf8tMh5NSsH
GkHF+toQuT6i6a/XtdNae67x+KWYknVk2f3ZLFI6lZqzcYqBIYnqo8Byw2WGT6LUPV7GKLOeO9d/
7enYSdTxYmSHbHJZkBjHJHGPjy86thNgVkTyTLV1hYwjlnUvxZsQR7phktqt8rkky3v1GEKWlk7O
M6MMUGTWT5ai0Yo6OT1Ufv80+9vJzIdnuq9VMCfNScRjvcI+P1EvO0j0yLRzssa8hhUqp3q+gAVI
rrWh7wg7h3WlxEqy2N6JypMXSBHtr3gOi0s0cCw5KJkZ7llcvHUW72tKr42KIudcKDaak3fslBdc
MV+tmBImF8eKSbN1YUON3VhuApeMizLgSxLRiI6r4CfVgOMgRRyw8IhlpqnnGwk+5I6n/nCFUe2v
pVVFN6OZGxRL7LZwJ2I4a1yyvechk+w/GpgZ/j0D9nzBxFkfUg50bltz3Iez+JVnXnluhjQFC0qb
lPbC2PuAK3KgQ+d0bH3GrhM+ybR1zo9fgCi1+3kYXlVvOed+gGyI1qI7PAoQ10BfitMOofRIHJJo
+Z/DGIW/HqwbjKebJZJ+T5ViwzbZzPPwq/Ty++hU5yE37DUn6rfABq+9uJ62FjfUzmtdkoKDQ8PQ
YyV7SBqGYvZjxqPD091HO2mrCkLzrWuS5p0UvE91aV4Jn/c+5dnV0iG+YxEjscqFuCqD5GQEBgeu
DGtxm9BULQa8uU1xTfbuS+eQle4tAhhQSCvlRvYZzsRTHariPFbNF7tEeuZ6uHfQ3/8VAa3kfJKq
ePOzZPdoJIsmo2/siG10Geg0Dc2tkbG2lW1OMBBffoPqbVXo4lvUzL+KkGxZr/lsjKQ5ae0c8U9d
/cBEbwifkNX3OK/jWM/7uTD0ekohVKJgjwJi9/ghA/Ia+2OJOedSGP1Lm4cR5pz8SxjBG0wd75ta
WrwsXadLKT3mPfmjUcZGId7WuGlQV8+n/Nwg0SQRgF5dVuBgatSSKguQdUrG2R2rmh0HDeFuHONo
9VuSzSN4+o7Cx0UfZ6FbIGdxwKTSUSl/Qo+FqVTjLCls8y1QqHKaMse+j7oBCTHfABqKicxQTK9a
lp8NPJJ715pphdI+3glN/hJqHZIe2qcpS289U9CLh4/KCwLrMqesFyZ4L9sybezrlLs70aFSN7xc
0lQwyKwTxcyE2GxSAeDJcVc+hRN6HjAAfB/tI5Xg+NzkvOhGXRLPp9tNpqffg6WR83MyNZ1b7MTi
I+wDonRCc1CnDM23dLP4wCwp3oQDB+FCz6EkcFddjQreUDnhjG6v173PoLKM7Dc90M6MpZNvYiMM
10HnwId0WaNb4Z42YYBFQ7qMgpx3wHbMbB1LjYmXskFHiNCNKSaVTnTa2sIMjkNvf3ETc76xf78/
6FmzGbxjPFD8aBHx2QbTPRiMwUE2WATJA6Qf5s4ys/owEuux9lQ1YuhizIUhCfxOEjvcu5rxkstk
+LeTi+pipIHx2rHc0QXJc49hSudXX1h73Msx6bdzn/YHomSwk5G0MGnEAdk70cPyGPBdWtk1pZXU
xU+7jk44yvodfs4WRZ3hnFTVggwMy4M34xpiCkp+U+CDECjE81R5Ie4F1KFUM/sUgCBCDMY2WjLf
Yf7ebTOM1ZuuBJhn6I9kgKjUFJw7xJXlL/1Q7QI2xlReEj1H3KM/Qkz/+PSxkPmWwDiyab6h7x4+
vBYuCifHnLOIiv2rPfX5izkHm85FwWsnlUebKcqv0JlI+0VeuM1TESE2DiimrLe2FN4xkEABsTxV
DHpmXNIZXkLGWRFT0Mfk3ua5dmRV3ew2ujeaRtuboYO3tLmL8WX9wC/3nnurk5newS85QOvBOHcF
nKbHRKKzOcOdmGrLjedhZUGwPQzsv4Lgcxw1+uAgBVm5cmTiPWP+IyQ9OvTS9k/4bS8uxxczLh2+
knfhruwKXkngA0LRC+yqmRbl6gBkSomyPDvLL9AkrqkZoNlaihZYgy9O0Rg7LyX+zeLRaR/aO9dv
CfcWTczndqtzXEbbZSaActfTCQ6UaPsAJXoLLTHXxjtMc0xBNQgF4Q3mrWDHDw+uOrQtcW8Cckxj
/3aRlh1yp/+wg9plmiHpnipn3g6tNSGdxH3DmPTZHyQg5KSsLg3BHOZUopuN9YdpBNW+KMqY6cHo
vzRD9Jn7/3tRtd5rwsnFvqRyIAp0C8cPehFTm/QNbP/aaDG/znG+jI88a1+yN12VNh+0dnr7M9Co
HwlklRVVkThZsQ42Euv4fky6YeuN2JzdRbjdioZ7XGdbqEHVJh7hQMxmdqosNzu2i2mnHTv2vz4r
1qQs1CdKILy2DcLCvve3c2r617irmc9Y0Yn/Mqopz53fGgz5WeyxNkD9fBiU4z63cfZRQw4IXdN6
q+TPxsXVjW/YfJ7j6uINUbqrkN2RnGAXazkwBbPn9hNCVX9nL5QWqAD2WVjFJxPp3dazZzaanQ+j
Zpy/pJVutrb6Yhf4m4jnLlnXZgpTH6rmDF/CxeuzfcYy8GQC0QZYubMtc6NxLt5ntrSX2ZPPgeZb
naYmSuEKVkQy0w4ydbu4/bhD4l58yUvrHqC4YqmNZnIeuFj4ERnY26PmuZeLRENdeDsEwHWj2/iw
WHdhTlU7RwDRMKKtA9A59zHwAIT1Jrj0BNcvZq5pFcfhF1iKAJKJAtqINCXYqLGNU586NcM4GINe
S4Wp88j9D8rObDduZIuyX0SAZASn15wnpVKDJ70QtmVznoJDkPz6XswCum/JQBmNCwgqV11nJpOM
OHHO3mvvAILU32qCjc5BOKNeWf4teyZzUWCOqSwvrlFlG2yoFfQFThFywSOI6bEvOKSlfbVvnOmG
P3o4EuNmPwwYb1J30jeew2TPo75mLGaupe/0cNu/NwbQAxA+koQfmiacici/o8P6IJ2JPnVALQ8Q
iKjTsE2/ONX7FEcpszaoCWkoNWtEE5+jPkYQnhbjecRCURkNjBr8q3QSSa9VE2nWxYxJxu0gOIUp
uOjU4GmEPb4ZVXGZyAlhZEOSR7Lw5VWj2kcN5fhiWr9tWE/3sXaWUuEHWf8adol68fUXArBubp8w
2mQZ2UyJ/3PIsVepZPZXhIl0L7CkgjPNnJsxze8YE7rnSGxp4AcbRzaa3HSbFqOV/iY21N2oRnwv
bfPVjdwAZVyQ7TajjBClBgY2nwiFbDeKR9kmu478qX2SRo+p079IezimHD4Akiw5e9zmrmu8hxFc
udiwMkbCHCWg46AvbR86zrZcy3ZnGYiK4SqPLY9PbFpnzjfghmCUuxXBsn5ZIDXVBxUOTx58ciQA
Ke9kKN4t04qYPQAMxYVuzXpnlf64sQrzrTMozRm++3iDAcoXYCMXF0BBT7wnp2dXJXn9hr7X5pGh
dJEAXWoEl65uLghCw4cYWODD/bcoMi5ZCwKxc8fe3IhcDAf0HV8h7ZCsSJfAESEjsSaOGO3z4/7b
/YcxI8sfELSXo4quaMLIfeni90YIrKUtDh+UyfrYQiVAoLL8GW6e+Krbodt3kn2CaSvBPq4LT7ny
anMlqMCu9x+mDW+qR4/zz5+F82TtVMeEBEZuejWBQV0p/edjFBU3TG/p9f/9+f03eN0uNYGClO3t
zMSgndLXfnpy3OoCgpoTWgWwSScssY03LTVkhjy6NDYpttodf7+HXL4nqYyG8AZQzUCPJTNP5De/
2VPA02Nlzdo08wPMjZTyq6w29twomJoUvya6rq3hV4SrEm7zktGavAxJjcYveHbdOVpPMkkPNitC
2NHvoxd/K7iyMOw0hXN+TSAMrEXovmlOXoiXk0+VWf8udfJZaCDwfXain4xIPJg4PDe0crpJ7JVI
aL8rebZGRisFwmO/6k6Y9BhP6/ey/Oa6w3eL4V+PMvEAVMiGX5vm3pfcwparsNOqyL0EE81iznZU
bS4JHHEZPbfMUTPHW8zXDcYiOmcri1OcFyB5J5ZvMlCyxU68rjLzezmCcIrfeuuHx7yIk5Q8VXr0
tmVjMrUZomIbpNlV2CX60sGFfdbnhEqksBOD1LZgdB+krMZHqXDkSvfbbOWnyfPJ2bUKJBW+95Rj
9WMrVlf4cjuOrUQj4Tyjt4Z6mXF0YBzDsI4pVulEx07/FNISxwIWgijK+6txGIla+yKc2kO3Qn2Q
UjQS4EofrwNAjLh/0TB8K4mBNKeyZdltCJzABJpASPBb/k4zX06F7SEzpnxVVj/ywdGr1BHVZphJ
OzBCdw2bhffhbISVjdjdb2PwIxsx7COjXQrpCtmt5aINDTLaNjumVtTDhZdv7B5WCPM8DjnifQaU
QZ03E0PnvAREGCRz8j4iBfaW50KBQcbphWuo9n7OSSPJN8zyfQzTP6+za1XAt/WHBquRTcA8vLqd
q8IzpkeegojDmfSnNfKbads0zqvPmAhNOC0eEqLXXuz8CrL3rPeYmrbR0tATiKl7Upycyj0UkZg2
Iiz3LlS09aTbamv23Yn/+kUPDRjGvjmD8g9grYIl0Ll8ie1kgbK05hauDS1QU9JOU1/sKtuPAMhA
8zW/HM88ULZDIILzr4EWs8IvTN0dSRR8AyXkyWJuSG1yml0x440jRQrEkfcUeJqJArhm+r9Y84ao
3nLOfLdGcesV3UcZlhtRxt3WdDqEV8kvT1p8kUmPQhhyjzemmz5oo00XmqTKe2pvO+VjS4NHuKPL
lB40RZeZbwwlv3Fdk/pRjIAwMIhyu3c+5XzHgL43AHwte0xFG6Vu5RJgSlVv8P2ESCK2PXgbCP3t
Me7aA2fOkimbwxCmpmmfgU+dS81uT0KlntJbuzhF2syx1jVoxg0dNDYcuyJ5ULTqxbUpm1vIuans
tkNSMTeULcCvvtrMBcIkcPgYwxUDejdd1SNbReRBLFVJtm2AsBGLnqxM0gobPKto6rYJ8qZt6i9O
5Oyp8lMJJAc76mwQqJgw1pl6Y/ENlczKSvpbGHmujEPJ1rWQk2vi0VY6MH90ebZKLDjjSGZzBsKE
wxr1+5QCiwO/FKxn0mywHn+qAvsAgE4QZ6cWAE/60lsNwN1dUcmfRZQzXZngyFffM1Y0DDhNtIoR
1OStcsG/mG/NRMuHDsaqGcXnXlvxynsteoscQhLubLI+MIE8AL0KgYnSiJNTQXpohd+TehMreHdM
4HbaM0W86etsP9RvCskL4R0x9vy5fZl0AqgcSjfktOjkJHyprgkgo82OHOy+pGn2w4o1wbUsxqWa
tkGi4z0C5ddpPDci/GazEm06xlHEU0hwB7+92Ke5LH1Ovkn2lbhHjDW1/bPGKtTz1KUBiRhpRjaP
rOa3Iih+eUMLqL06h4N/jGr1rcCstpnFwKhhvlRK0DqNbZoRCsNF0YF2NIab1RYxx/gweTD5Loow
7TY5lAwOHxVgR/cddcBbVA366Hb+72EOfoUOG26TGzutfPMvquxF6fpBnOZ5gv/dc0gFUZ//Fqc1
FUBZkm3CEwHpuDT8L7Vbk0tYIr2KdST2toixEypbsvaH2ywnFzczHjIO+htyu5Mt0T4tYkk33kdU
R/+tnbM+uAhsX3qeA8Dexm0GTT/44PACdBN7MbOEU9r64qiW9pcbJN3Oi2EhpQn9/Dx4CEQP7QyW
93rwY283E52wQB0Ni7oMVBVHlAIwf48S1Z6e//IGl+Dcf0v7PM/1eHvE/bEUmh+kfUNcuYDvovAE
ewuLUKWoJsgayubEwHfqBOu41SNSdCaOUPbQN7lrYYPx+++38YfGmMvkmSZ5zYiN/eCj2cIi29eI
kB6eUNMwpJghTSXupiqct8ql6MyXL7OGQwC1J/+LvHG5Pf59AciG9flmfGFaiKU/qC2biBgp1MHu
CbSFdW0ZF6ZJ4m8dTajmvHziCCsCCpnqrxG6y3f/4ZUth/WTO9d0peN/CKe1sN2CEikcRlBJQwCE
eeo0WKawtQ5dBElbg5K12vG1nP3flTfDtJa36V7tFeT5Llm6xQiqAOIY/Tc4IAv8/JynanggAeV7
4VLEo3X4mzz1Y8wrtzRXyjd9zxaSW+ajPBXEgyQAoJMn0Sv6K8Z80otwpGLoAH1GDjdhgTXAUIVA
T87QsEJ7BmwZMEIPG5iMqBJTDUY+ypi5G12H6LqdDuSWPtUAlM+9WW97hX7PE8aeuTEi8vm90H6P
xzZl4MBoYoU3vgdDH6OV81zAvMTh8C/tPaPpBwpv6/X/9+70HXyYaPU8z2bI+OGLqkrZmFxp99TT
N161PMArUzTbZui/toJKMFE0gC0v/aLczNz992v/ubrx2p7lBJxJHBtJ8L9Xtzy0Ner31j1ZJvyW
eWx3iDSJh/SgPy1t0/9+tT+XK9/xAiypjkv+xh+hqG4n7Aa1pHtKbOOXrupPaLz/SW/NrOL3WIe/
/vv1PlqYlpvJCaTAAIS0GMvCh0ubNTDja5K0T4QfQRg00jUl8d5qZbmq+qXZsYwIkoq2f2Q817Uq
kXkJdtvKpwm4jLwa5cmjiOrnu2i0qAE+EnhDA54s0MqRu4wFa+4i5zFqgYIZdHL/8gn+XEB912H5
4oJJ2MYfl64yGcJJ5648xanhrelZlPu0VTer96PT6AXjwSIjRjAIcwPeLoIqoKHFSI9tkSNqUIHw
ePZt2INOllPAOMN98I36s50QNTWXn0Knmf/iuPpzscXBFDDa5bKz33+85oENUGeuHftEq4EGv8O0
w/Ehm6AAPOKYtzblYnSgFR4V5vm/r9ZH+/XyfXMne66gAe1J9+N+6NG85bULm/wrhrRNCY/F8lHu
DCo7W4JpfqiG6cHq/JogeqgP2aKpVSM8aDR+w1/udmu5uz6swIvtDPuc6ZACLJYV+n+sZ4OZAH0C
O37K4c9xwkI9NC+anxv3X7yf60+cynngqA8Nz6j+8mTfk2n//eqY0T0HQZ3HwObPZYVZl2+WsXmq
TfMbPcEa5YiYvjr+vhBgcRNG0MIpaIGGywjHTLEj5xFDkth98xL7AAfN+qEs7zD3lfM4iBOd+3Vi
KRj1M2qGCPfmLmFw+ThK6zZDwNrXIak0QW+ds6EZTo6DPdQezH3nlC4UOUZuNZraa5TAtaDPssIw
gnMbKB6aWzfYJliacZMXz4PoDn0TlGeGEsvgD8hlvQpZwQ6SrNmVNRG17ZJkAUWXMv1unJ+s8i01
o2d79ttdukRuaCs8RIDWuVE2ZBmOlyi13b1eEp+j2rhYYpjeRi0OBuwSbRTZszIo3ChqL+2gZ+Zi
AcPOlhNV2uMxlf7gX0ovf+mi7Na30CCGuLT+crvYy+3w8QvDCEW8MWbLwLovZv9zu5QJp8fJCJ0T
ICj/PGfOHqXBjzRu/aehA30aIcPIJjQDqcVBpnW6VZmWr/0YOkeoyAyXabJGDbpiu8/3xG3SJ0DL
yLAE3HTfOJ+cGeAvDgX7L2/c+fOJxyrKKou9MvCFf78T/+eNRzkO4JAa8HSXiTpoTGZj+k1IkvOj
KNSbb0ynPHe8hwyWG9annJl02d+6QKZ8GWynSGgK6i/WrMS8hHB26D4L1INqXDPsFEdyqegrpp/B
+87bgSnfnvRxLEc1swYikgor+CpSTeCUZRTyLHIm+S4y9ZM11rd7ZQWRNLgUN5ydLIzBaG9zO6GH
zGz5LAvxBOqs3uTqpyLQ+byBIcqkkCXz0NDBU+BZdsabL2pMKQW5Heiw+HxU94Ir/FiEI+RC3GCH
qkPnRajZt78saR9coSxpOFixCvssqDzE9zDt/7m4ZtPGM/Q955T7h4Bmz7X1umaLnA1/UbDEzwP/
phHHSDCrZAWixrPWY4woIgvqaK+yv6zu1lKx/+sudeFI8thgIWJtw6/670UNeAmDSzXNJ75effRa
JBUe6UyAFq6JpJPQPQFeqNZeje5xNOsdqaxyU3oM3hKgOZc+seLNXy7RHw8ObwlXE+kLMLGopD68
JX+20WTTPDzZJAYiM3VX9OgZGDJvyGKL9oyNvA5y3/RAv38CyQsi2RyAS+PD/RsA5I96f3kvaI0t
UyzF60fmRoE7p25Dczo5ESFx1Ajlse1wFTMGhH/NlxbaJJhGzD03nWsAwO15b4auCfzJQbc3IAvi
OOT/08tNw2mXw2SSnudxfvvLRftzd3IpKJZDCeYmDggfj2a5iJPRrT19MpQNPUBhRyoi0guDIuCc
lvkHGrCaJaYNH8MwOBjBntANOmtJEV+M5FnM4K6153yKI6WOakiIaVR+ccknPN87whL757oZiyXN
/doFXf3CClGcmVhiOAKYbvcsw1XWgiED1oixP/gWlt0vc0b+CR8m3BlmV6CzqstgE5cIwp1U0lxc
hNVxA/ps8B2UhW67Fyj1ZevB5WtggCr4Q9vObtpVjVno7JCFYqNM28ne9/Z9my8qMq880CwQyIPc
YDdXZbLpYQ0/8kyTmj3rE73REHnjEiksnfI8CsbC9x91N3W7Yark/n4AqRjooX4V3WXGLYk7hKzj
eUKCMGyL3rM/WXDJ6YZEnwq7/pa3HHGjJN8S2WYdcXD+hsI1nwg9JAGwVA/QA7u12/fB430RTWka
nk1/eJma/ptZzXgjjK1GaXVJLOO5tTuMOCNaCnhBD1H9hYF/iucgCE6umg73k3QSqt8j+RNYgwau
BjsBITHQrq08YY8rCMeUsHf/+6b68+Z3LE76+I0DRyyAg3+vDUmJQwY1FzHCpNFtMoBmSw1d662P
B3hnNAwQ9PT///Q78AxdgsUZUnjiY71JHK3dwUwDuEUE6M6oCEnsh+CcGmV+hIqagAMT+64jz2tR
ZRWYef7RKzi961/++/PbHw44pGVTatnshJjBHPOPZ6rE+mE1CrhPg3Sw8ZYMZAEj2XBo2CL73WPf
AC4Qhw9QK6bN4teYCQ45kigafE4zYxcr8gdKXz8kSfmDQoTGsQ1gH6HjaBTUTgGj/Dl+Eoz/NhXK
bMJN1c7J2m01ksX03x/G8j+2lySfxRWuK/gstuCMuuxN/7P3yJxJpUS0fYrHBiqOEVunuXDMU9Gm
9LXv/4xl0Trdf8sI1mvrKTlqL5xPxMkxR73/6t+pdLlfELUqjM+E0c6n+4+EKh6J+0jhqZzN/Y8c
o6J5SOtiFTXdfLLHjIFC1x0EQjiGII3YZBkGisd+OqpmZpiSuuKUOKlBIkM9/t9fTZQpcESYevSV
OKWxDyqGsJoimIxTUs0j+3vbr1XRgv8vxipeCeCRW52L4gAb7ZAaNXPtVIanHLl26Nd87NEvyZbj
1wmzEAOJU7n8uP8WtAkHSpPkYsY2RUqxKsyn0ukwy6j0pQslbumwiQ6cRfPD6Mq97ZvIbMb4pYGR
ZrOKoZhrXglMQGgMkZKR1bz34k9xETkE0WNnY5aAXtxwydRU8evdmfmP/Qq9IJa7qIf0jx+onxjL
1Llsbkby3eog9Iuiuc4ypgAHQbSD10umSVsRZxBmIF7RkthLTnFqDdZrGfebFi3LFrYho4KcAas1
SXUO8ATtc1Zp2G7kGXsFWYSQq3e1tHb38mzS9U2mgNXrKPN3ueziQ4dR7P4umYE/lMzegWqrZE2c
ivPSZTY0jYy7geMLk3kkQmCWjO5iiKq/pIifOFzUSO5toKiqo9fUlcMtDBvzNY1MEovRDisZhC94
/tekdPGJjEawL7W1AcH6rvaTDzDg88cmRTBbZSiwXO26x7tdh23LWEWa0ZWhBsQUXYm9fcIuj1vr
wD1IOmwZI14VRrmPgSLCR+Q4HThRtWvbn3hnD3CprFctM7HKmsjAA0pLfgKGcUHlsqidnIuTLQAX
fBT7DpHrHueWtUo6zk9BQ64D1M5XBGP2NkVdA6cDP2RGGnvnJwbzn+gzPaJHrFa0oSwyGvPYOtoF
yA0O+2jUZ3vbheo0JXrN6CMrG+trWTifZVl89dsIYWkf4yvFFX+0e5JkBo/QtsjCyhdVR9fE4g8N
lGS4wf6CcJbauczlViuZHNp4q3nRtFfjjbe56lzs8f90KE2o8L4Pir1BpY6R7PluTJ0WWe7YBK82
+i6GMAtQhdLvUo79Y2XN/bo0gOH5GnnVkCdfUMJCove5je7uYmhQ3Y2MGYwvMMV/qvi7Gc3uPmit
fE/Y2uL2WlJH07jC1spxHZcB9+tsP80oY141GvFVluQx4iT+MW/6B4w8Fqut6aIbobvg9RpRSyzG
W6Ko+sVAgHyR+OmBkJFL4Bjglwd8z2mOeXHE8LeVxgQ8LwzFM3oBXn5WpDLk3sZ0zG1qZJi9XD9f
pey8kMYYeVZHObn1C2SGiHS/pmd4InPQXkxYy3zRH2G93XQ8+SaWUwQE+QECcYBoKFq23ilCbGsi
gVTxhWZJfJQpq1Br8kCUgO93SmTtpgOGsBkYYD24sHC171E/aZ8N32NCHRAKtjVwFpz1fsp+1RlS
UbR99cVMkkWZguEkR1hJ/s4TJ5XuQqs339KAJN7JS2GMVdJb50ZFSPFA9GLmRs0rde0aZph8omLC
shK0D2XXW9dAGCmeiGeMO8UKMxRrTNvOYKa7gIaKHPWZzx+fXDBQiemPt9QppxsKqpg7YF4N2oPo
KGMfwByJZzUPU8Nxdh0hxjwl+OCXBi7U08a4wBbKQgJ5WOi/VvVIT67Ur5kdhOyUExDtOnpEQOyT
kPqTjYEJayv8U1dw6uEk2UQ2tk3EvHLfYbIYwgEh1C0YrfaVtry1M5uJqKe4zE8joR7FeJqyxMNa
0n3PJ9iRhD5E66gm+xmabXiuKv+5NUeHS/o97qNjgE/mlAWI4CbE72CpsLW6Obk4jhpIZs4+kTy5
HnFbnQGCj4dhAHo68N0YDlucCpwQD0iNrtFbsO6kW4zPBpDH2kD/YVXBY9WZ3m6EOLsPs/RJlrT6
upoHv6rJ+DFMPGk9CvNjUpTmMZqKT2z5C3AtQ1ybmjT6iMrDkIS+bU1NDM0zJms0Zxi8j3p3NUaV
vk9T0xoVkfTbc40HF3pTsDeamqfZdK5BKn5n5H9NImYeazOlCZ3R2SaopsqIeTfC2eo8FZTLDUl+
pXwLm8leQUOwd53vUDfn2SOqe76GtDY3AJihPKKKrj1jH+UYBXCLzVdGkjTazDmAjF0Euxjb8hZX
TLEP5wavRGBlZwWZsDfFlWMLWjX4NI9aCdiuyFrRJtmCcDNR7cdObSrP9i8I6PptRXjVDumWuee6
Hga4cLuqycYjcD8858tfzVA4WVsLrQXpDgk03viiWYW2Hkuozxr0QjYo6Z5RPyKeuElHOC8NSyVx
JuVtnqpyr0FBLbmFGE5ASu7isPfXTWhaW65kunU8By/l1C6WkeTSJRpV3jym383gs5tdZdJ731x4
G63T5Pi1CMpORz28oFJb37W/FZnYmyl2vheei6owzeNjYHSkSRkSXrqc4NqpG0fKdztpDv4AbN0y
N5JSioPR+I6cA/dh0T55HvlNZkWCu+y9a55FZJb2/aPdTt8mWYebJY7Kbs3gYKvCXM8CqW2EPXHd
k2u1p0TbEiviHlrMEyuP1iW9OE4dhOOtQcqTod4OJFWb7rHIyG6qGvlyH8v0nSD/x1Au77t8EyYK
jo545q5sznIRW4+RAGaTXUDAqqOdEQDQhRFG66GTCPP0eBC8ilXU+uyW1T6JYuviDC5B9Pl706XB
NUQWJGjw7LtZ3ZpRkFoC2HdN8kZ/SqxwE8/ncgrqK/oyJMWSkCMmz0BeTBVsMy5HAqSBVhAEgSl9
rgI/fnCwT1iT5V8a5RKKKJyNCvX3u7O8g0LsN0W8VXN7aXyy0ZwAgkxAvOR9GNLVQEb7Ids0DdE1
I9LW7ZjQI6poRG+Z56NpNfURbGK88QvrqaY7kvY/TWfXIEaQKgyOCZqSVRzW8PFMDPeyxHrv1ljf
9WJhxCGKT1iBzNTxD6TF46HuxA1Fa7mZUlUjAujDE4c8dPJYo9dWQ9hUiD1zn9jO9yQUgszGdjEq
pUfbzL+Go5Y75qHWKi4wL3h4fRKz7OB2uy9BXq8zmRrECzQNmj1OoFmtX0rRmmeQtxuGqNO6m2RJ
s7g9WNh+bUrzZ3p7r8Vkm+d8Rq+iwwzuP7HBkEaH7eSJ+IqcZKdn7M0ASryL1XcYT4gNO9F/tLaY
MvITbcGCA7Nzc43kM8u4OmmaR48zm7FA3noUPgn2bQfJdXaCR1onboKAMmEiiMCSsV/TAqonxOjJ
fboDTkjNG2/3OhTR9C4PRHyh3hcs40i6jQY8mcGTvzHUTCihF6Ep7Lk5Z7mRsuvJBpzbTST84ckI
9NEcI/Oh6wHeBpEDZchxs30Ze4+pKdXeKAB/h8T2bWAWIFRpkx/ekM3HUfc4VoPiWVkZG1phvJiR
rPepaAOW+xTxiaMxgyfhMRib+rmENywsg1AVOUaHsOa1xiH7Moj2pSnGz66lw2e6Reih6sx+HDBZ
0x4CMDMRhLVJM78gwIRTC94mrHnDfE5ac360e8ADqtDG2yTyR5xIPajo32Gc8mmV+Z3zsLFRdndJ
FNNRgspXdZdZR5WV1DeSeyNfTFU4wNoa59Hgtvoi8Ice3Mb/AR3Axjl2bjqmZHM4FaesAsgvnUBg
3IDu9I8IuAVOgHiUcSrmopXbALiE4/OpcextHNTlE2ps0NnAABkF9E++KLzvmgcsmLEF9XlLCBri
yOeaoAbFanJMIh/78dinGNTDZc/gqDUW8SmVX93GoB4sWyTJdVtbmw7J2qmtm+QYF9MtauZqJ+Uc
fnVj1DYwIXWVDrdokDxzaSuu3syurJB+T0ls30IhHwNnxAOiRX6Z8FIHSR68+gKPI/K+h76R9C8m
9USOWfs0DCgiiQCS6+X8cL9vNZrwtVYwXNoe5W/vifF51Mq6pr0IPrP7BFuCa8leUeFuqgESDOhj
N8rrCTPX03E2OOdxwv4sAy3PpLBhsDTtcs8384X0VocZHattmJrrOkAdWqoielqQMrVCHD9lowTQ
JMaXogNaoLPh4OYYu2kb+iQsfCMGCQCKFbxo8Cv/cEV4rNW6hZi/uo8LehvbE3cb5kUw0AJwM4IM
SV5iCS+cxhmaq3I8FiZxW74iq1IOwwgOgAShnnogb8iS9vNs3ge5hm6QV/LCVjPBh1jyQeryN62M
YMtUhRBPVQBZB7F7NC1cEeHoiF2KSO9BkMiAmCc7Fwybjp3XXewxbk4jQxbfUTf+OsS/KUkRE2kh
+y5AqjGanbFX09Ttq9B8KZkBnCca0vf21tzGP8uBGW6A83VV9GF6wWLN0my7r4zgX3U5XZWBq0tS
wU3QM3E8EnRntDEKdYXX09obubkkOMBEaFPnc5LgwWla4pzCxdWEVb99rJuh3ZdRgM/Kgo7LlrfH
X+3vbJpfm6Rvv0OUFyDJhplpAsodkj6WNaycjE9kuFuRw8nAncxN7ttXhmXjt9zBgkJ+Wp67lLbj
1g018vaoLjlvle1Vd112IovyRDZCdfab7EfUNQbxNSOODskUrBLMw+6IpA797BbZFkkVRFoktKCu
MHF2pdOqJ5FSSIap+jHFAUGyIbosPxlWbVjg/bSZu7jJmG8ApHTnIerEqUgcGmaV058oh5OLU5zJ
wogexibWO0wABCgzKkECDubEZcgK8xcgjBcEa/oW2M1Gfew95R4g/14jBJeH0bZ/e2pyHgrTv0w+
vohW4klpplQfYmSZG9MQbxLF8dblRMGhiWCXget38NRn7bM02IJtvdf6+Q6CojYyefADkqv9fzAT
SM2tazgRStbE6oGQgldSQQH1dKrY1j6ZmVmz5DVHVv5ACznU1XjRznjyOUOcahBgPcq6LYrfDKqW
q85eaj9a2m+fOZ9zey4G2SK5Dn5x8rNAAoDGatrnI6JbGd3o35N0ETRbL4rMTUfwBkriuLmopu7X
uWoerbqfvvQ7NOWr2ozUY4sQXeJa84a5vXqk7UVDzDcPHmIXOtWbVvyHd+uho2eYnn35mGEV2lgR
6ssGV8UKlO5nYs9fB2zI2IwmYCdy7aUhmDAYRGtW/h+FEeNBy+3mQfOax0A7n40qeKNWWTXSz/fY
ailzaWrsc1VioCHZp2kLyL+cMlU5/dMozWtXHEvP2pEQHLObsXeZS9cSrjoJ7DEFLwmGofhlAePC
Ht7Ae56dg9lU9hc//A5F8Uc04pkhazLcxnaOP9Li2D/aRElhs7Q2YdsRVhcXhwh3TDaLloQm2DFx
ED/gHHyXPYWcR2OAQIjGWYUdjiAE07jV7NdM0BKzrN59n9ekbRuziB6IVuK041uvJNCt2sj9JgZn
eLST/KhMLz+nTfEcKQ5eUki4L+H4pCdpoMAysm2XuYRuJbV/TDr73PbRtG21cL4PVuJsCUo/wmEW
j5xFL9zylduOR0Zn9sZI8BjfK7iK1dVKmF4kqI75SAGCNiCM3kCsAH7B/Wx6v2OLfhSuTIzePbIA
PfGstihWY4/za6VZdoJWfG2511dxNHVHMQ8jziqj3AbmtGWZSHZJp8/2xAh0sJrrPyDIRUAG/Gnc
pKEpMDjQlRhToPseKcG7cAmFGnp0xmWFnQWYtFmkL4G72CtbhIOoffd+I40N+jcS8Yywo3IOXQwz
6QOuMb2KwrkEvYNFaJ7HX54LnG8204CO4BgvXsFlQW/f6zRRQLH5W3lyfxh7uDw4foKrtnt9crWt
16OIB5LHGCNBFYCdNCLbj8iPOGmbZu1dNMmgmNgTmperzAHoQvrdXnqKLizHOr+s273UlN1BznGK
Lcgd0POWGMtXHbnRdlSVp6Ejo7FzE4jepP0qV7B3UTcd46p70l0gjqL12FIm8940pZO3/JmppotF
9vNGOKSqRXr4pqXqdrrLiZDJXHqfnqe2ga856I2LRaXTCG3iJfxq2fH7DpJEVQ07xWmrEfjCuCex
oQK1G3NCa93WPiYS17NnQoQnWWKsj+XIyGwCOAR0ZQ3cdLwh8SQLTzEpNQmB6m1xDFlke99tz7Np
Ps1+Zl21AhDSKwPHttY8OxxE/eWwk3fhD6WhJviq525ugGz4DsFxZqDTkwT9tZ59d58vw0QTbx7H
KI2cvmr2zE/EscYeRDZ1if5pxlhFKvAb/w7zi91vuySxLq1urjbhhkdjwgBOL/0WnKpHePyOS7eo
pjuF0+WYZqTRtFbtb2y3fanhQT/nKpXHAmb+nBvFTV1d7cgnJ4suyq9+mj6U93qQzd5HnECjwu93
dHyt14at6kiK+Fip6pY7sNw0wZ46ZEPAYH5E0jw9Jzl4i2zyF/1G8pA+543vnN2eGDOWj5vnTuAC
dBOt7ZQleia85EIlOkyP9JA3QsHwSKGdPqFZZUjXuBNZt7rlacymR4HLDeMwefL4IMWT4bPYSrv1
DyGQmXW9xHlyVnYYRSx3bgMVBqtvvwd+CqDLKSMG4S1Yd7ZcfNiaRKPR9naZ1bOvGTbtavLWvunp
nWQAyHVEHVxTe8yvpiq+h0H51js0Tab8tQWK/8keZtym6B/BetRn2xneOfPHG0xTBTOLOX5kt9pI
1y4vLaCSncC1vaKtDVMhks/KcbYzC+dLxWI0xf7JoWjaxaP8UTdT8hm9wVffqrdgftUvh35nlH3y
S19cejIvHyQLsoWm7GL3jA982i0H4pt+6aSKsTbkTK7EID+H4TdORK8FHaPnKsrEJolJQO9zk0lG
Mu3mGDA75WV2oKC/6JJ2ukEQ1ouqTR4f8p3weDf9Kgy1A/KOnlTsRu0THq/PNiXQg6gvhp2Y/4e9
M1luHMmy6K+U1R5pmIdFb0gCHDWEpNC0gUmKCDjmefz6Pg5lpaLSyrqt921ZBQNBiqRCgMP9vXvP
3WsFYFwiklPCnuuajN6+3ZHPVb+40ooQjtV0U9el+m3Uimf8dNXtXLa/ih4amT4Cck9HxXlaZl0S
6hblupzxfqTjYgY6S69D23syzV1pr6PptoeCVO6J+9sZToIomBLbFgIJY9Wa1GF1dXppUE+fyOmm
ADjrpwWLDH4eZLJkeJsUurxM3Qi9uB+T6SkslSkQIHQvoTaeDVkasedhYLbNYo7I7PkaHd18rTOU
7ZRpoqrbz9/TPjJvZXZZuDH5anU9MtvNOprQfT3cCyybB3tQuTjkw7kK+3vVO5Jnpt5kpdiXTql9
jwRRhbqavzR0V/YZmIqgKbXuu1PnRyb+u8HG7b7xQ7zKnI8QakBFKm9aNb+MQE8ehYcN3PVcQjd2
Vtall3xBRkbO4NHpoE+xinft7lyKHvgwn40DJN3IlnSC3wF8XW/7+zv++/nzdtgMG/zv/Mf92kdr
uYdbdbau9Vv3IXuyf1AN1oG/j5vRwOAPyYW20a5jBhHv4q2JRccnsmyEDjAfwBs3l9G9icd7dOzk
mSTNDtXs3tz5/rV//XKNs2zz5m60bbiZ/MnXA+tUH+Pb+HZ4dJ+NX2BvmPVWNmBByjlbPKI8TO7q
zu8tWh9+mgfu+0S76qAes/N8O97qD+1Lg2gdnwmeKAf205bCddjucIIpXdCPe2r5uFdRguAgUa/F
TJyzVYkH0VdBCxANtxSNyr5yqwMgxGEfJr2JFb/xtokxK0d3LK6x3ZXXbi9eRtLnuFBtn7618Z4y
EdgwnVVAg6bOISrKS5YO41tZAQPoJ6W8mpHc3faj+rhERdCOQ/bEToIyqYyYY8bZE5XkrdUgQUgt
UeMtN80ng0A2sSRMN5PibGD4KPgS90+Nb2/w2MzBbTfucGSeblPAVeH9rfMNX2VdjSRbt3NNsB6b
NfmoBvf5+ZBcOeqIFa6fRE+akwO17RTWbXNaH657acup0ef5RaOddqLzdVHEJadyG9T6VJ48mTW2
7v3tYUN35LBYwy5xjeJU5kSGMCOq2Wr0y4Ipc+/WZ5aQIMDYaqgQa3lBKrlxcWgQBuuTYTkUp1rG
pclvMI668tvxqnAowuHBKUYtP62bNRcujAmH+zq27oG1kcM+9+wM17ImP7MtuF+HS1gv2/WrW3HF
upKe7jbSKmw4fXUK26jcz13WtGe10vt9Cd5tsYi7XN+zbePic+9vx5IagJPWZMQg5tn3pSCFtnF0
jEwtSWk7bmgQoZS6OLHyKU4tts6sSJY9OkadoUcXOIRoVOsZOW9fm/VYRP43JT0ygNaEN7mhH0vt
NPZStpM9gbtRkEgYKqP+YMVQtohWP6Xyg0ba+5/awf8n+/8vZH/DUHXrNz3G7q17+8fPggrzfP2W
//yvfz78LIqfbfsTxfvn4eOP//rnnz/1L7S/9odt4WtxdA3uzie//wvtj2gDqD7ZHUhi2P6F9jfs
P2wXNb+LdA+VGhaRv9D+hvkH+k2U5nCDZYqVa/5f0P46wM9/1wpKyjjyZiKMNVIE0Ib+zV3gzI2h
YE8qjkJzWDHIy38dA0bT6MCG4hmzGozUekU/AgfbFoUQGhJ5cH1m3Sj5TJu+08Y/D06KaH97en1i
PVZQmeeemNG+IDppvRbXmEQ1igTKTHltfu66Bq0IeNT7wg7tQ2aGm/VidOTg8XXR93Sc003fU5ZB
XnCzDiZa2yqAbeRwNIalt+A0ZHcdXSim5xClySfalJbSBDaVhpMYyY03ibLRpyhF1pI+WkTnbeq8
mphuUqJZzrCX/SlvegwYRAVulhA30KQXmu/YKKAXrd7kLSvq2Ks3CS6jIBXRmzZ1FP+m6nujsTbr
UudDuTFM9QWgo7iedUzhgjJ8ShH0IJC2bvPebIOqym46dbgdTZH6iPTK7Uy0HAuQhopVA/ohglM3
wKdFs7JX9Sg+WIQYxizdzx1eWoLNQhCT4rlqjPM8RRjwSXYAzrVcOVEWnxWj/zZldB9MEH3mfoJL
yeTreyoGEeQU2PqRBGB1ZEaWm4APmN6O3UKdCz9uTKM/LwDFaHn+bW7jdNs6LJ5MpWLB6t27kTYE
yaIjdtLcZ4L5Nhg1Jt9inEck4F1m5kIbUqogEsxl4sct9Iyy9yCeUizdkMHpk5CVlOryXRF3Y5e8
ZMAOClnVM7OWSoqq4SsatMBb+nHneOY2EdIL6nLn7J3xokfWfe6gxFBjSqJufJOGvRk4LOI3EWNx
pmUt3luv2NB1uDLbajqYpvYL5z2IRBqYpzqrbg3mqt8Ae1hD4/gzWhd4PghLEFUHbj5CRpt1NLLU
MbaVstxR62gCAe6SzBXIHZl3jjqHOU0DKaI3phfp3dhiXCEtEtAjOFr7fZTvYs9XxC4/F2HdHap4
wJvsLq/EJcYBTBnAMlxBy32bkXo+6xOEwgprEXhcWGQQUYCPf0QUJTeDQexZ5nDahCTCFnGh7+e8
2YMxybadjlHITPeNlN4o6nhHnw33Xg2vaqxlUZ6CCU35YKK5urNhrR2igZZtR/i3Cj3MasbjYo/I
JezpEisu5MBvHjRPyx12hcu02G6sez0e3rMe6PG8lN+6DuuttpAZRkQ2Emk1YP4zHwWoT8K+fS2s
asoVOlPDuL0rmrEnJQMHNl0lNHcWJtKWC7E7wKqEO8rSEJ2ytWVRR9pIlD40KhKKWNHO6nJgevQj
1qmP5mluHexSvRBgxazOVMVmiocZAHr5ztlBJGE/QvGPbXjgOOB3BeXLDYht3cAkzllMiHbzPFh9
dDaz/XqXpb25CdMCkAE1n76DO6whq9iU5cQSXepkdARiupv6mBT38eIdMkoWSkmsD7B5L+AE+sZK
YUPZ6RmoBXJzk474LL9YXZTmtjcIClpE1LLMfsg1mE1OWAVaEFvqbqzzV7vFrFzg8yVkkea3EbCu
MpyfLDO7g01VlT8HpnITLOSOkL6njNPs4BhDS/ViYYTqMyiK6hnQFiyHHJ6+d4XfhT8PZcKhA5xn
4UhSy2ovPJaiVPiTvdeMsOlH7Uc9H6O8eSat3tpqlZEcGED2mcmlITB+1aK4seWHlHXOvJVVDiUw
IrrUKxUhP7C1xrrtVfOH1EKVtHD7eLqdhri7nrEybYemibDV34eTFz2i/4U1O8fTYdGKY8M5pvaz
HSwyHljoSk2zJ5r3A3P4pSno6qbebhzUDz3lUa5Gb5GybWJQhFMa78Km2KJVJAdO3M1RqOx1wcg5
kG9QWU5Mu8mP2oqzETMNowe9ZtN+NCYsRFOMdm+KIhoUbqHDMoUbFfU5FAwnCpzCKeHx1JiWdXdL
pTXexPVI7AjNgWIkXY06oD+M7k8TDHEw0HM/0NdGWoSob0hfM7s4UinYFG6TP1vmLyWvOzzuYB27
LD6GxGFuy+qXWxY6VjcQEI3WH6Ixe5iwT28mpWlIuB4yZo7CvsVVsk0KCjUkgR8XSXLpf1R1tFD7
MR692aFCl2rKBoJKQRg9rW3O6iHAURBVpgbqcj46DjNvsW2UsN/iW6D6Y1FT1F1lPBZzV25yLR8u
S/K+yIZ5anTWOYQ3ZuuvNNBejSYxNibVEPTtBtELKSEzXlK8T974Ns1BlaMr75XphjRrTBYq3mZR
t2fDu4EzK1s2aXZ09JCVLb120N3cZRDKhLnYE3YCNror0DUZS3ZQsjlk3SwgO4Gm8yK4YMg63Q3p
PJsQjomfU06HpGn3tNObEyzWVuOSNCZYfY1IvpE6PWzbxyYfokBhDoJvmLTz0Zj3gDunE845dFCW
dzA+c3TwkhkNtHLWbWUqHuqce9GiQyfO1ByTBLATsHi/LFRBfk6vEfrz7GwTtdeP7dNgwmrDmFb1
TLDded7bS/ZEXBLN1brH/O7I+QvdNM9G6mM1DRZqfGsFN5WonW/mdHmgJtEFqZ1QmaZswLShxqtl
mHeRFqNeWyyMEMuZcfo6BscQoIx5bFh37WfVvkbcNbTZtFda9SZOGrHthnrxjZJrAuaFJMPZd4pi
HYDayUIXInymLydSM3d2BMlaU6+lqpMr55ly3nyqK6JgGxKPPeYzn5uUiUTaJi4libuKlGTorfXO
EiPTh8GaGAdoaySkKucyXjmXQcul3ID5foXxnuxU0pjpfzi+lTKoL2n2TVQ0VVzhvQ6CEOeKONop
sow96i8iXfHTups4tx5UGf8sSMFFSJ/An/d2ypoRXcm46Mgt3qo46U89yXOn4TNVmnxpoheHgGAO
ChF2dIwr64ASBJl2WQeh94NKUO1bRByxYNLI2ZUR1swnDqOivDPmtwGwpZuoG6wggr54shUTL9Lo
iW1qm9yzZEB2UxOVbcrQ7AyWkh7P+8RqvxVogOjDZUcMy6pFnVOV43eCSXbTyFWyXpCKzbr6zpCB
2gAWWa3lw9BtwtgxdqPB1Do17shWj3aKDPtuTFLICUCKjoUM5UacTPNQSrIVrry9bY03MbVaxyC+
PZWTWFq/DwYkSVpV8dUoA8cdg+hxordPkS2sYCSVfDKIJ5+BqyEMJj5ZJJl+QAtAlgrVAFMGm+us
yQsg9Ufig2bxGDUUB9SeKPT169iko3OeiKPj5QSmy+h0jQx1IcPUE+oaha3rp0JGh+cycj33CF9X
uuohWdemMzPpgNLH1eKlhLX3+si4ByhGLt2jSoiNCkQNWrv2E48xeTm5LY41CfC1QxS8XWshC3fP
2nQyKF6VkfGouPDRoRA6CXzJpzx8Bef4PVmYLLdmTiugfsRYfJd3lCFGoT7i2sOtGW0GoZOf3FIj
7Oc+By5rEmGPaXoZOhF0jf1MshONycIZd8IDudbIEOwSXJYP+ec1R4OxX7KCwmHfnhzmUR0KYDii
r1Tz8sSlwsp4IdTyGmg0MX46aOXa+D4BFUzr9CGuFX07VMZwQnEIQyUhOzhGZrnIvGjP5S9P5ku9
i0ccriWXkxZljwumTL444JPce2YeKAJPTy4gj2NAduRy6sPPIQ0Vf6F4EkHdnVXxq5uys9Yjnq/U
hwrLw5GG8Hwy5SLCLDEq2IR8ZW6FrAA8NLNR5LmkvUBnLx4sk0DqQmUORuwwcQlT+o04hXpv5YOP
Xbg+KBCRT2FWtlsmfdUWXul8zL07Ig6cUyU3Y/SRobgian4hILsuHg24DvlGXRCCCfi0MVLxrcwr
3rq1hQWIhZs5CiNwsuqFGQWt6JzBxjHRZptQZyssnE2+wFqYiu81g21gE3xcgbWGjHAP0T7bl70z
nBWX/PLFxZ7THxz6Fac27t6YPTxmdRlzWbVnQgEISiPOHP6sCnL0hJFTlU67egdv0Tz1M+ipOpsO
rdVPPiFFCCjyTD8paekcnfIpVghEzRjLPy9qc8y/6bWOIYWG1iaRZ6HeKPWJfGpgQplDmEhUavTa
X52k5nSvcgA0qtLAN80uFIEYOmwFNaVHpnuUS3Cdm6C+6fgnCjudCR9MuUODXizvweSysrqKwxFc
6G1uZT2YGN4O/NJDOUd20CWdOPf5Yh+7RU75EpLV7SQPPOE8RnA16E8irCNysjhZNWq9JTnVBaXg
mM/uKxMtKLKzCGrzpmy9xxqn8CbSCJ9aT/NZkATCwJP6nv3ixPqrQNW2HebqAiWL0EqD/O5mOWeR
xUTIQixfwaNIlsU6NSpTascCGl2NlzrNhqMwX/PCAy1V5sOudn+R0KKc1o2qCmZguC++jfnCOSrX
roiu/9xkVf9I3X0KRsX681BtY2OhJVn56ya0nWZTZMAf8GGuk3QfmeQ3bqRwq4njPBnURan81m8W
3FGSEWLoEApVe3Wx8GIVuJ5j2+xPqKmQiqc2IemUJGy6X/QAgBBmSj0E3VPMYHQKQbOeAJFbn3sw
8oER1IzW5MwVlGxbyDgFcsoCfBBzElJfumjsUa+bfkcPkDJsfesVOAxUm4yCBSC/I+1fg3zua7Me
yxLy+SJlqnxPvgSiTXgioeuu0GxEx3OZnoz4m27mM58Yzh8mZZft3LvWKSEZDFCC7V3XShTthcxi
Lz3QEF2t55ui6bqT2RCMYKbl86ilHfcG+hUjWDCa4OrP6lCFBhRIagV56kLJIeqBk9l1v7EUq0+U
oMiBkBuErnQgBLNd6p5Yh+QGB89yKHp9Z7RwPy3pCJqkr2jdKMs3/Bm2zJdRP4+sh/WOKTrX0Cw9
SqrcLH0F0NtEC+oiBAVk/BYinA40sBfnxeGkomNR+wvn6CHKy+OypOO5sIecrF281ah7M3RHdhZ4
xQCJUkGqTniqN6ncXSiPEvlt3q6bXFHfsRrdWx2G2M7TvhNL13PjDP248dBpQcsnpynH09JV+6aF
T8CkdN/Sm3KUerkSnHlbU4tge6WaeVETB9FG8pjORvQyFXcKQeF0tOXsC+mno8Vv5tBLHqHVnik/
fyPK0rmvKqYGKuJyAUqsLULrNvRixlWR/egaMOPe4J7iqp+2tbkQTQFjEa0JPP+OWcRDL4yz5UQI
ZJAb7SadLL5Gf4WxekTp0r8gkxoIn9iAYDKe2irRaYciIZmMGIct9Oy+iNLtmLTjtndVhNem9ZMe
4INQc+9g9eocTIazFyPLM7I5JtgD8XEpircwz7WPoi5PFAWeZj037poMAqyVIHrXI12cRkTgLJ6m
6yquf6DeIiZ7YWlZdngXKOwM57Gk+9TpztWgdmXg5bjjcyRnl7h613Bznasb2u/mHSsQHUFoPgZN
DOZfMCKW81IdE52Vb1Rp+XaJ+sGPIuYTkJb1oBmdfs/qFqhmUR/SsKHzFJLVHpnJnTW+zeSdv+om
Wka1s/1kgj/t2W/uUxahduCuGO3WLrawiNPuPP04VTKIThTzpcuWNoBGhq9rJseB7D3U4EShbRts
VV6U0+kS06mqLBADVTrvHeMXyS3L0Sa1D/UIBOzRcBU/a8OHko6mj91hoDVlTuh2QHEanT2AFRzf
afS3N1bRPonSNbdCkzdc2ZrpSYCS/RTmgfImrMhOzRynaG/UNgiNnuYZ5ADEcwz/6WAvJ+QEHejP
5GE9xFxoPsmAxZ66Fpt57odTMpLilOGx3vWyxjTI+m0nNwqaFK+ls+Z6bWDMErukcQJmsCyDxIxo
dDJyN4M3ovwRODfp1HhyM+sNkMFo/Dykr0VXrK/fIZFFaOzwVqwbVe65dk1UW51tUSlwqxe3bVzO
x/V5+tPVicDHHLAh0jTunIimcdIwubaXEKt8xDxu3ehTuwO6TtVAxSuLcqPJEWjjzVsnPWHLL73u
ZVqSBdD7HteVTsmyxsmFtp8mrThMnCi2pv1AlS32VZwf88HGNW1X3llHD404hIIhVtxtqOmUW+Yi
OVQRf7xhymxmuV5/4NejKNLvuWCKjR0Kxg/ldtKgGZDgg46aegGKGfvnQBLseQYR4bpw/YtwQagw
9n5W3okIq6Y2DifeHcZ8mIJgNqTHlOpxrONMNEItJaSjvklqPmuogQfy57qN9Cj0h9AmlWoewyvO
VngIiA5Y9eg74SspASMuYgO38+GCI3Y06nPkZmSMUFSnfDTuiDNjqIlue8O5TdDa+n0a7bJa149O
4tylUfKLola65++dTkTACgQuSMgFeMHhe5rAeDVlVp7b09uzqBkQMNlsGmVO/XgudN9ttTloku9Z
bPzsZ0SqGNnKzRhhGpNeUCRCqUeqkSDPK2hA9OgUFxkehwDbqr112gkJMUxpzSASSCWjUMEealjh
tDH7aTyB4mAsd+diV+Fb3jrEeOycNvXItI37wLA25ijTHEDhEVX2XqQe6W3ZJUfiTEuDX99bnqzR
OSUgCdGz3yAAoEYHbmlXtYRjqeWuosi745OZ3ODOOXYw4Tflspx7qMF7AAD3k0ZTk8lr4ie4GLet
EW3Q1lYXHb3h1lES7aacScjBCqyqCDEN/nFszWQot/UxoJ2xiVKvvrKplWZK8nMie1CMXn2Z6Ads
jSZ/jUfPOuh5OGPTy3ZLt1xrrXKeDdfY1J1yT6H/HrsJ/ZdKex5ayr5yGluMbyqra/q6anuXL/Fz
xKzojhbgSIsmoXre5RScmQ7GWXTPQiAxrro5RysWi/t2QSFmhtzxaGxusfg82Hp05TAnHtpOXE3y
D13PZn1xEjQ+kb1BwvLh1O4SON1jIYV7xFF+p/XzaJmt5oveNPcOtq7RoRTiScw75ebrOkLG3SP/
4ZahIWULHVSDmk4ooXaVJdzNCokU7iG7N9MT6mznqGgzLrcMvsvs7dAnUXscmks94D6e+/GQGnjq
aaZVQU9QqkCqcsgs+06HhLuJBy/01Wj0F82+sinFtS1pSlleNdih4STkWSi75f2sIJLTG1C5dE1U
IBS72TYxcABhhvSGjNBKh62qdch7afXkMFV2uvFT8bofhi6udZRE+N7KjInxSyRu8Z6FxzkagLq4
uJmZHiCzBZcfWg7FY3ve8tkI1wxgtC2Sj3xE49IsNf9YmB8QDLtK82o15q/po6BLCOCnuFJm1brk
kXgqkg9WqoLiXSelj5zdXbZTbZ0lGwqa2DA2C8RzjJEB9qLqoQWVrTjLfW2pLuslXMCRWZz7+LXs
O6600Q7hYj4n2jhSHjCCroWGDf2g2fWZfapSe6dW5RwQwBdzBwaAiu4M/RpllqbmV8kTDArP+JFo
96fGd7PT32MDTGc9ErgqlvKxIIBlSz6xJHOKM+LWMugmRPAp1cRi1h6IEKmbOYhCrrmqNx/C2EOM
6AwImNOH1OxNiLzoaLEyEH/guYFIZsFAUbxFGhF96NioSDXL1qBzgrPmzqEwMjLraZE/BiROlWhx
v6cm7aG4OixFOexcR7lT1bC7F6b+RIbDS5HiWeTLYVZiSG+Ffa2H8a+IUFi4spGxAXktF2gJPaOC
u5FgBpVELXBwNx+4+pl7tLMgK5Gegq+nyrEfqRuTvar5tlHGsL+sZjNqnjSzIsxHev3eKi1pn+Gu
0tooSOCb+s6kmT5S/XjjDHvmHx9c7DvRqPwZCwCwQtVZXAvMQPqNkZ8HjSutxqXB+mxjkxmyL1Wa
FW2kPSJIjPesmY+LW12iwjqaCNwp4KXlDizshZgj8v0y2PHzTYvYH6mCvVUN7IJ2gxU3rfiHSO/r
yvilNwsIKRwGijO+jCj+NyHyomNeZ1fiAfI/o+EZgD4doBqYqYOmkgJLVV+FSHRbJXtVEV3DMOqe
aCIgEjP0m4Ti4DEplXNt4UswoeNsDbwJWdbdAEcmbnRYcnQTJahLv7Iww1amruy46ptG2Aj7C8Of
iBdTkIwFQ+Z9dCHRYmKp7CtC446DvKBaakQhiSXgpTZOXbEcsADxptwnWrus6dgwuFh6BK0Po2U9
o+wzU9XxXdvdwdODQGvTc4Bw3mfOK9XNjxqDVWDG1QZNvAOv8SEuySlTM4c1BJPEyPiI5+6czqV6
ZKzZLVN+tFV6RNjBffeHgwAOy14m5SYAqygZIT/OSbIUKpovPXmjw0ZUWwdjluq9tTOV5L4hZWCD
lPZumDnF4At6W5wixq5b5sKHqpLiHcfsiob5wXTKE5ymJHDradpNgg6kwMSZI5vn6hIMqg4hLdaM
hd3dLvSNTlHjBJkDLh43yQk6LqiaKT8w+32uM5KDMh1Ybz1oVzENzjEr3syPxMqMa70aXpS+iTeN
VZpHC0D4Mjq2jyTBBswNeRmIgY3etf3FGONsaxWZVjENZ6hbNFYYM/baQOVVLL3v5t57SYkKbuXk
J2NDtce9ppdrB5osHZaDWWbuvhtMsV81SF+bVaH0JU5an/hSLa0PlYWMbrLOiwiEXKuhLUpLormM
CJmM3I3VEkUBVYR6SwunQgUN61eGc5YnQ+pkfns9SCn632h4qvXH19f8tvv5dvI9S1lMsHUuj1XT
4xr9jbZoC108+YFys/7s18PPL/H1eb+99d9e/vl5UBpUP9KgjE8hoMv1B0dZzcGITTnTSlA2rB9N
mpBG8AwCzTzSv6uLEe+dSC1IROk+KIrNB3SVKSwgtzwUzK6hYNsf9pwehuEprkvuhr9H7mZ18ZIs
4/wq8JBipXMurt5bB0VfqFjJVYk3esyG/r5b1Hl7ql0WOF3fv5LhyAvl8mXdJK6NImTdRXXgaf66
C0a4ps0jX4WNnrAcbInhYB5LTPPy4G/Pr+/nFFSsP98lk5+2vmjd2Hryr3f6PGguzC1tAisq7sFf
r/v6Wp/v9fX4P73mPx0zlc7FJLr/ktONlBpxDc7Gp+JOSE1d+5fYbt1bj1lSirc+XDfrG3w9XJ/9
28/+7eH64rwnDS8x+Fugl9spNNo+5X0Rvy0nuHz8Hw8aVcOa4+v5UjYb4q8fWh+vT9soD6PePY6y
ddD0nNL0q9kNS2f+c3d9at1Y8Y4SGXmw8u2+3n3d+zpmqGhFV2nV/6vQ/hcVmq4B9vmfVGhXqGXk
/6oq/l2H9ufP/UuH5v5BnLmmuYbpUDLENvLPf/xLh4ZEzcQvr0mxW1E2nUDEZv2Bu8UAaWrx6aBC
gSi1zBHlU+ofiM0dDQoYWibbsdz/kwBN1/4GpIJFZXme/GaUkJGhWZIc9xvAKHbi2korcOfZUMYH
b+xee9O+9ijKbJkPMT3WdBZmw7LPJ4BnSVwco4ksRasT6qHRdfrUVUJC/XybEscCvGy58cIOkIpS
vWVTCahG63/SYgeYFmEpTNGOsCodfw2lFOTP1U3mJKDwonQJcDIRB8JMEB3C7DS9L5Th2kie0SwF
Kemo3PNBw6iNI/EnJoI3Cj8IPoPJQkgy5iQf32JHAvReta95jY156msnmHGZYrDeiP4jEgatW9e8
t7llSjVDujMiQVNxgcOvhsshJ6Rk6hm6Ee2IDYY+hXoF7IkkxdO5KEURJAgDPCXMrlMWKbeTBSKJ
2RWaLlzuG1KU5pOWRx9oC7yTSSXooWOBfOjq8EUYSXxN6UZcO2GEREIDH+BM4XxJnGUEXzCoxLnk
R1iLZGsWUj3RJIritx5UQKY4KhHlLeCN2OHLwTv0LUMcXGJBNvGcdVesgq9mj3RDVk5XzGYwauIE
zcN4vM3Ecu/ajozcSNN7V32fhvIIm3P42UA2WNoQG0+P79sD+aQgd9vPWJR39birsXUGY0lePNPa
fJfa+mMRupQdWSBqVTHv0WDxRjS0CBdy4A0M4S6xhrM7jtPt4vAHrQwx71EaUTWGMGEtSnbxUOuV
pPcElOgMgKbNmyFKYNW8eu7EtUVX+zzFd3mYnd3QZIhb5Qi8YZJTcocjnsIVjilFeQk1/0rxDnOT
nkJPb/auwS/Jguk0ZwjOHTeK8CbFH4OwknMnN6oY/9wgEQYd99fD9dn1deux//RwfSI0E5UAC6rP
8kcVG31zPkx0bpNewon+/TPW96vWZ9bdJUdvXUf23dfnrl/DTFzkIEv/VBttfvr6Fl9fhaY5Xa4O
sNfXsa/XfX3semx9CHhJ810VtvD6E19PrA+jJGJyvO7+9v0+X6ksj5ZNdyWK0pkc4r9e+Nvu+sL1
Yxbiw4CxVhgV83JLpq16WTetpqP6W1xofeOsXkbyvJEx4PQbZjoglmeluHCgqucXrJzpbxsFhBYh
pMAwWByU2ygzpQOBYxNMpcAI9049vqw/sx7tXeDFSHshnkbmyRrbp0bNSkpMOktqI6nbwzxchFJf
xVNZ4Gyi4qWpuXIJobxf1j06E66/hFQpOn3qzvBgTky2liNWotHvAMUWaUlTVTsQbWVcUO8aF0Vu
PCvWL7jqIt2odojLn0gzga8ln9JRAB6cdriEjjKfC8Xin5rKTjBUo3mJItu8rHu45qiPzPOd5BRR
Pd2ECifWQi4OS0ll2CK/Qef11zGH1EGjZ442yVfMTfjReAI7Y2oc8Kbb5yov7DM5kMzJRYq7X/67
L5MgoyapQGAIZpZeEmBsRgPWWlAKMle9rK9aN6hNtc+HsCWSfTWmz2DvSgbP7G0M0Z4ZOS7Y0Jvp
yTtkq7qedW51/j/Tq84pJ3RahIfSLD6giNNyr+mKFqpWkbiTPhI4Ttp3PeZBC7OYOBykJWqP0I9Z
1XQhG2G6zChD915ePuTFPNF2ZzMlOkxGDd8edPbpQr17HBbjnDPSMxUX1+I2Hk2b9B3Sx9ShtI5T
XCJVKmBbyM0wJaQypmKrTmA1MkgwbksNvnB4wyFuUpjqaXllFK/wP7PLEu7VEQZW01pNAJ1huSiz
tlzUkAiONsnT40K6BfG0fx4nNI6qpemSPC1flsgzf917r4Hye255mbPjiJImiCMmq4akkBTIgzvc
cvoNnuzhWHU51QCyVrUYaswwNNkl9Pgm0aIkB6wisPHuBzrzKePGZZ4IraVweDAJI692iPMMv6hG
Tn4F/F1lWI/riYWUfMIlLGurbphd1WaZXy0t5XpgWk2wPjSVtg1m2MCbAS3IFTEC5W50yh7SG0CS
Now2hJ59A3J92/RZ55cOUVhlilA2jUj5NZIqO/bp3NLTBd3Rl5F241jQSGF30bgvyM4KkxtCbrUD
MhdCEtclE2nf5Wntipvy4CzXVlEzDsEi11v1uupL1hWWXB6ue58Hx78erz+IhJI15fr8316+PtTl
WpCe4s360Y5cJxLrQDaTfOuvH/jtrT93KUt+b+UatPz6JuvnrR+/rAvXRq5hI5vV7G9f4rfXN3IN
rMvVcETdknm/bBqtG1curL4eIkpqqDj+27H12V6uw00TI5y71+X6vJEr9SJyro2+RuacTT6MCy44
+504w3cQQUh08vrdXpxXDAPDVZ8QApMSM47F7Bk5nz+xGD9mE9xwywQeLeNHdlNi7mGEDqTOpc6u
mmx+Qkcn0pmZPy0xlqwM7WJeaU+K1xxtHXs9MSgmqnLMnlq0tZzqbrCLAzWtO1QyJLiOA7+zIm4U
TJJ9au5Sy4hpn2iEiQ0UpSJ79NHAaVuAlTGjxJIc8wz6Xxx2B1rurROWO007eTRGmaS59ZGuHLwV
TFhtx9uXoF1sqkuIf/TnsUiwAIrECQDY5k2uXjl6Dautax8gGBM38ySGHh20baPaLcmsGs16IsvL
vU5AgKapIMcwV17zilpiH4NfiCb3UItUB8al5TviTgF4Aum99DQa6SNy91TptWqlNvBnP0JE6TfF
0HqYGOlRkUcYb60yPKZECSHbt2I/rP+bvTNZbqPJsvSrlPXes2Me2rprAURgIACOIEVyE0aKksc8
ecxP319IVflnqtosrfa9SKX0iwLBQIT79XvP+c50BK+MlyGJyfZqaPeaQNUpJM1jbCOQtjRtCvVG
CWYbDdJXhTi4AXkTJGokk40KLFqdvJnpPiDNPLaJSunPMhgtMkkn1FYQVWjfBWLMP+pBHTOGEL2k
HZiZX8mK+Cq0J0cn4Epa9WUWJnE1hXrFL4oQMbIGJkX0tGYEDlFetMe6hceQCLE2y7JrbQDWmxZs
kN3ivMtlkGR7tKjWuT2pxZz72e5JUs3a9/LFpV8dLHm9H9FgMzQkheNXruzkfo4ucyuD8PAMnOa+
dlCL+gTo4uMbA2MUFBUT8ZhaRkNb1e+GlsaBf3G98b526yiMej8/6rNB14tuyUiPNE8hNnjdN7jo
P+LePyBIbQI3IjI+6Z2jv5iMH3AktqWcNtqJ3k1+6bgdu8RH2k2uLG8TA2Ulq01u1zdWpbXPxN7F
Pr6HrvrpWi2AuqjXTpANx7H8qIj6CJRWHVp0w5gVu7OfOmet7uMLceHItrmC5IRtQWIC1ifGbYC3
cTKTAaAE9I1GN9+nZZ4fHFNt2jhrLxgHEGc60YHQD1KkOm5Qr9buWoGSrb+BrkYHkw1uWy20ru0I
kJ9jrWuy/+zHog8ba7LJ3Iw2XmTmGB2YT5p8oYbaYxOnhQhKFp0gk9M5GxG2pQ7qL5v/p3uvG/JZ
b9wXK215pCJ5GBDzH/rROMS9k5ASCMK9dC9yLpsAKSnsozys9OoOQybWG0y/pS03hBij5JJpf+jN
8aAztDQjquzc8tAdHwaMyi++3T1DEPiYHOjuhLQgpXIMc0/0XmNazkZ0LCs2U0OE2bGEDU82NzBR
N9SE/zwpE6ivIqO+zv1Qtk22R8PnpFzbhQEAVdjeLk2YUohcd9hFrVOa3Tk6fdsmjj1YiiXa/FJs
JzCZHI5SHkv5GuGtPo5qeh2bqoGu2d3GQF7O5Cq+eV15x2xGC7u8wyJOru/BmXzxMcVtvithm0Vk
CAfFzPtOgTZtETAnYeGP24IEz50tV3eSK0IjZthg1AwJAABZu36ew9lMxd5HGbpDYlUHiScRhUfq
spY4gAS2jp3ne/IROqQZinQXxo7VLx28Ni/gIZBs2gFGFNLCxYCuqkLMNMpHSBEeAJWBcHGX+1HA
3hhmRK+O7lZYSQBGUsmjPcfV9eFJlEggudGTsIaI1EgopMj+1jVK+dLAVhq1/tHTfhqRGx0St8DO
KvFvoDTmZ+/TOx0uIIdwLq2h70uVF7vZBa8j+DRSe5RbM6m/pH1Ou0+MHvk6Z8/w70zvnFgJPSRk
FcoEa5UXA9CgtIsOS+3jUI7wk6TmcGkZZBop9B9hObyq0syL3hcb3XcGpsULeJBsfIwX9w0QFGZV
C9lwsa54vxxqXZO+MhLqwjzCWU39tMgmo/62GL0zZWVhz5FleGZot4R/Qrz4kv2Nt0TREyJTmqf3
hVNGp2iWHpYU62dMC2O1Y/dI01H5xUzfYPHEG//NXEntecwxXVjvhmjTmxkqG25/lubmrS3ZlKyu
+1knst8WXGgYZQMCgPU4Ghtg3QX0jiVPrq3bcbIoinuTcd4m0Yrvkc4O6INB0duyhx1KejtCAWii
zIygLEhyLE3oABYBLXAS+qBa42L7GatFoRhm6aV2y11wNr3iTkvQEI/ZRWqPKN4uGgQNMvVELPEo
d6cyZznRrDdp5C9QiA+Lo6cbfwJXmBPRvgwOrr5x2A/lY83Js7EjJHR2zQweIs6KJ051HXoXYJNw
Lp13q+g7hgU++l218jy+G2lVBb01dqB6k1PkInHUlE8oebVt0AaMvXOvFD5gQXZ9m3ouExCmxfe1
V+Fzapyn0tMespLHjxT6kRBm9ZWX8gAjDCrpZH93llh7tMQPJn6HnlCKx6mxE8bFxPdMNih7/VDb
w2ubUlh4ONDxnh2nQn6UPbeXyJphg8aCEnkhrLHGOA/erwLghF6mCJY6+TE21pvTrSKKjGU8raOM
2HC+PIpOeUVfC7ELH6JwD76HS4CNcZ2HsuzWK2S5QP1KWhv2qTRGowkRGWYd0kMaW4ZZXuOSpo18
rovli1lZFmbWjCXH8V4XYM2HKhZEJy13VcXnGkvyYTg2MDiZ3jt4A4iyZsi7mJbj6TFZnSuy/I6E
NMBq6DU1ryoOs1a+A7XKArsTrIkDU4+0BbaUJgz1AWkVmeVuGmteboeIEZKWVe8kcgIJyR7nEfSP
DaMw6YgTGOZ2382tTSdOPnsplvxfJZcBOm9jtWzQesrpNF/PvovtMzfzvRu3kXtg5PjA7YvpD9o+
bwjk8e1h1ziM1nyZ7PyMqMZSa7c+vM6wVcu3qmQuMDirPBNgWN7V/t3sobXPbfM0uCAvYLHC+/Uj
BtP+sp+GyA9UG937+XQ3jz9ts2uZrIsSIW6GEXDBqVgU8be+x5NntdZT2Wsvc9yaew+9R5f2FwBr
5kmaN9B9xuN7li3gF5yWy9ziFEEPZEwjcQUGqgukFa8+4v59Ybs/RFf9kAbLJiGS/qaOE7S8CndK
XBjVLo9uK98a79BM1lvhRyBJLU6fsZccLe9o1Z538CSs2chD8kHB253bh1Sh9UoSxEe5Vy33/WLd
ds0IpImJTVDVi3Nq6vj5YGrVe+2EcsnNoxjT+8SSqCIKJNQFjJvSx3tf0eoA0rbCKFUXUV9HB8O1
5N3IpDKrsd8UrfOU9NZPg8AODFbog40OkR9L8cA8X1Nn6roq0z9jiqYepnRYu629S0Hvb3IOpbtN
Yk3LBW8rfOAMASThopHgR5/TaT/27rcs8qmuDZTEPXDaMDPPOpl3BQlmeFAYLZYoKo6kF1w0IZ/L
qgGttHhIk3ym9K5TvAl7fuoGlbDTNjBP/PaNZrhzREmVEjqRGd97OjOBbSzJsTONl3FuTi2skEBv
TW9rM73VkWARX8Su25/8tGdTFPLSyfp2UANsMIHxz2JaGpp1czY8eClpxOQMhO48ORKt7Uy6FsTR
zdDcD0b8qPlWEXiMNxmcdldNnh29HG4shXZCTUtYGDpX3xA2NNBeC/ADcHiZ1rQ/4OK0Sr+pSIV6
R7pZZnPCAfRz6yo6gSQV3DmFhn0ux8sk7Xvb8k920V30mLdDUXXhOlnwou4M1BA7p/O+zZNCVVOp
l9ofH7PaemnMnoq385n0i+wx1zFfoMG3wzzUkzEiZDkf4wFiHc67LG32yI4jWhv7eRoJX4u8Qy3i
i+Y17mnpUydgqE/khfJgXxs7zVQlrDnEUKbOOcZp7WOjD+lt35e3uYKnt64WdU0EujQj86Do8se7
cTBeATqn22gE+Vqbxu1U4uIb4syklJYeY0Xjq4ajeeIQRBwzzf8aeIK/2BUpsMd24uUYlJ9Exuig
iACLQL17Gehdf3Pirr6ZsN8CjECEVJZfZv7UNxlJw1Iylvayx8Sok3BuXS+E1WEFtfxR1D0Kd9yl
iH23fVpPgeYWdujVHocvSHshdJuST7EsdmSWHKaCTdFJE6qitYXVHTz65CGnHmebURNbhWVvGhw3
YT9Vh0jRXHBYOohIzLYYWAZKlzvpWjiGvWHHnWwfwcVeDVCZrae8bTSTlZf74ur6UhEaW3GYVsdK
Yvpceqqj7jii2oOqdPIqgooH0qrZWo3zkjtoFJTV429rYYiMhk2ZT4sUnqe751h5tDr5M9KG/JAA
H2UlR7BUAqkmTYTiY0Ge3i/oCgDc7BHlDKHfZ+jcfDCVfdVdU4V2WsUceorVOFAMLSxkYjAsDcOw
BEqHnGSHIfeqOyauiqZ7nFzyxuSA1ApENr24X2Zc4mMAIwYqYnvv3ZuhV+XOTWaK4DUpO+eGwsh/
IKWqQbJpA11LrCJkgM4WWKcowsF5g2EGxMJu2eTwfkgD+eFqRgIrVL4l6cEDvshmZ6W7uLffgTay
fpDMrWcRuE3X/ZhlnW+9vKcOdsdDDwfIp9+8lVBUtzje2LHQa3DFONqYzmZexsMwOVd8uiLQezLR
6g6Dgs3Sj5XtTa4+h6j0XmTU9lzjkm4NNrSt2XN41lZHaF+DWVPxQ60vcLjAh06a1myX5t2kZa2r
lzZvYHv2qrosiZj5iF6zOeY024rPliaFrk3mWeEpJCGSYCeJab1xH0VuZzwt9k1XTjVtwDmiDWH9
8Bf5MquuCIqYJAeeITIrzBVco4qV+P2yNLeE0YEXjMvqHmx4s1uozcOyfSlNugbVQiPHFfmus8DG
55imMO3AsMEZFTSLFu2HsbiaEo3N1FGWGlr5TZn0gBdSvZZs+eIouNiGFpYMjeoZpyCfGD3ulH3+
3hwpoTuNHsQ0EanuOw9Wk/4Eono3FMMVJqALdYGRh97VKM1zdFu+RCj6oQj52ovGgWubcCBdTKfF
wJdcc05mR93yH/sF35o77RPPuLRalOLaKpEmA+JLE2hVJi4aS3uhKwqY3+oeu/UhpR+JMhAUIAkM
NyOJrCdcwNnnMsCqnEcEXPo4M6YzI3+XwExMe5Fs+9jaT2I5eKbRA4BxZ0IEuDMBeuh7zR13Y2q9
jI7EvmEjZnbi5ecyglPshMWDD9et+R7JYW/G45M3YEWX0xf+82kfk4rSeg3AaNmHCBBJ5TXxI6nI
x1zjItdt7PdldQqybWKJz9W8ZXhyx23RhcUM9AoDIQkNaApBy7I7erO41xjMbvzmM1cr6q2+miDF
d0kEAL4n26NV2YOmWdcxn7i9lEKAn7vfGiNjCGmVMwbi0NUkZ+DlU7cqbPtNe4pbH3ahzVFRtpaB
hRcdk+WkZ0BIQPQnTjpjdVdzi/Bc+5gr0bnRPc5fW9Osw7jWTYTnltroBkIXeiwCbY/vH4q+JrwC
R4x056PZupTW2C6l9WUL99rm/V0uyLSusumjRL+30WevQY4HZrNTF9qTAaEGWI2Lp0F9pnBRTyQ9
vEPjxTrC7FVPeqJlNKUdnemLGjN9ch2mjXY/QDivjv0APYHLzaF8DIc4DbG3cmhLUOFLumAbyMZq
nYr+WIZl45Lxe2u4VOQo/em8lPcEI/ibmNwKBH4jb40VuyaokLyGSj/YKT9+rplfmO/LHSihrw5k
xCFuwHgQ3MSQsY8YXFFeblwWTzzi5F/mLGiB6AR9Sbwo7VIVJDXLi+bM7bECQC6goe4Rwex5gDZ6
OvY3fo6XgxSKnZeQIZLlkEjTZn6eOwJgDEMn8af1jl3SwCAc0sAvLGZQldfs4553XNmLjftdT86W
uGAxYarSFndWqs5zSfOwdTNQbLSOb8yB7osyv1Vw4tDu2cwfHOLmKF9tshysHgZkJ0ZCb3T3wBND
16DLHvDpsWeOuKX7sSPaphC7BnXqxjJBv1S6f9/l2ptja8g9CRkZhso/mw4Sc6hguVqPRymw6lLr
A9anfaGVH5ysLssq0BPe3dj4txPstcCfxDt6qPYy0CnYzx6WOjNXFwF9ejsBxA5n2xl2VQxl0C5v
h/IrgT6Hye1oKPZNZfrwXwmiHXzre+L0RRBXT2Z+P/YzyOIIJGkdSUT3gog9UVrRtrFnsujpMgjx
6JmHUYGOaHUUfnZWBDSB6Jtr9x7d0n0p/JIbCs0uKYGXxHKuECz3ttf1oJPzNqiHBYndClEkcI4T
9NmJaHcCCa0Cs9YfSm8+2SnW4Rrz/zHJp4tBiGtQk1YYoKlEiA7DRsDsUFMSmkn5sGTGB7MpY+Me
jWqedkULcE3PMCA2I5T7RPtsY18+sjaTIh/RRPEZ9KepMexQ9Wdhqx8Tz83vkwIQOcTkDPrGuezl
jYpEcdQXsi0Nc7hn8o/1OkVIm6Y6VQPsvd2c06gemoxnsfQv2jR8izHrhUuXcYGzHopdh/S16eIX
KhEzMLipDfB5cQM5YVG0VGfxHhHEGilreHVnZy+0YbxPFHEultOJ3axV83YaJImRLbagyovJpBbY
aRkP9Ht2cdqfavpwuRMYSBw6LR64PxR6ByuXaPrONoFBMF6q537V2/0Cd/Ur+csuRgaPf/351+/a
lev113/79U88KTxYROu/+fXnX7/742sSptjbxU40HgVeoTQG2F3FgmFFeMbTP7zM7+/6/3xJLzdB
w87KCH5/0a/vw27IEPqvb/77X64EOfzkKVUaNPI4ig5D5kkK3vVH/Ov9/X6dEuabBimQBM31J/71
123bnzgzJaTy/eeP9Q/v6fcX/vpJlGd/xKA/w18vHdN64hX+/l3++la/LtyvP8ZFGW9dvIzb39/p
71dUs9GQJqZ+SlrxHA02zQafXmWS1u9E9pCnoTlVgLimpXk3xJshF5xcBnbMyTA4SWZsugbJD8XA
oZia+eGW9DQt8CbDP6ZmCq7F0gPZ0QkDJP+cs8KlnRHg6/vOkR8YfZU28EH6EXnwzDKPL2n0Gd+T
bAZII8WCoKjmy/LZ75vDbKJnsaGaDp9DDgnVXopua/fZraatI5MZn+0s3BLCyBk65mlo0u/rCKOd
xVor1JfaXD4yVeYb3Jzn0bD2PlqSDSUGobvAiW7NAt9qvujsT6kcAzV0KTYjMiqL6F4zWVBTF4WA
aa85qSNRM0vtAp+jAPRhtrBElsMaPkc+TurftE1chIlpddvE2ffM4jHRYvJIFog+TsGguzBOmI0/
CVCpgooRl1m7yP8R7/umeu7KFS2SMa5xuWk3Zj4d2dgOovb2NNIIr3DmD5Ne3jyKV3Q6YiuN6Yw0
Z2vSs90MnkZEcNLua3glYYwJHPHjG7IcTg7dLiITC4EXsKpJ4cUcoVtoVv1S5M5XNZpTMDTz1+gW
pPNlFgu3iccxleyBBFcU4bC8xtK4Vjnlbc1KBkK5zoLqW6/RBZ3wGzh6aBhasm1FYh/GrI/CUieX
ymsZoKfJAnjL9/aNBm2UZJsoSvQAiztBUiZJeX3HajrkHDd6V9ePHXSKDTbU12Y0AD9a2XWMqCuc
Ot0y7HlbCK6kkeYyjoLeHsg+/5zZ1Mh/Krxdh+VbT5wR6qERJBbZNbQ4m6ldvXJM5YulvGUZC30w
C8xocLGmhc2bb3winaMH0kptZmQgLSflvKDDXOk1DtFN4By6ecffMmby2wU0aXXXLf4L3p4bgr4+
iim5X2amllZMROUE9NPWc5wpnYvwftU8OTU21n9QH97/jpn9t7Iv7quk7NT/+R9/ZiQzx3UMiNWW
ZwG3Q3HyR8JkHFlznvQ0p0gQNzfFIPwbN2OykOj5fa6h7kis6GpD7Q1FURrMZ+JoR3Cys0fqqm+F
eVStsWeGgvZUyv6kF8J/sKYZdblb3GXcCJWrnlgK5L9443+mrf56447G7UAUvQkT7483viRl62A5
ZccZvewoHBu5Bu08TM1MzvoUXhaAFGb6eXxnpzEefdOv/tV7WNWOv6/pCg+kJWM79D/43yqF9Kjy
/lBDNknqTHFBQiMUqjvsT8dMT+MjlZ++9RdXHCpC3MDiP3kQ7y5Jr90QaEpu1b+INDbRfv6X90Fc
p0/ygebpjvMHFjCr5tlqM1dCRo3gEWNXOaIp3ymNRXBU6euwAM2scueqe7K5QL2eDgnNlqGGHRsp
cRn8rjlT0G/aNSpTIphhv8rZ0YFchZZkmUYRql8iV54iywbvP6pLLZSxrV3m4SR9A00D4hmCUPtw
QFAcJjjYmV+52Fr4JVl/waj7+t++d0lXIzmZICZP84ha++fL32udF3dDLI+ObhCdSyBKCNlkJg/C
3eFb38bW0p6HZuRsiffdNupjMZXM9/OFsn06l4UcDoU2WgcdksYxsmJyDmRMCkMdDXuYA8YBJspT
HxGo8eud/3959L+SRwNfRpz8P//9f3+f/pf8UQV/Qjpvf4z/dvOjVT/mf1JH//5n/6GOds2/+Rpa
ZmalTK990+Vp+A91tGv/DX2yBSYTWQrP498l0pb+N9YILCuG7Ruua1qEcP+nRNr726qM1jg/G5QT
mu78dyTSEOT/yPOmXsdLY3tE6Hr8JXfmP9+VRtOWhdnb7YE+6balFXBZOuak0p+IIGpbzJ6Szm6J
/jkkGusqWvBYIimKG1V0QZ9FzVX63WMvG47NXZqdSzVi/iKxZJO18BUnT0E7zqt0pyYO/l6/Dt0m
ppWJdttWk73T54W2pO3QyEOn3fhOvTdf07EgeFSR9FkV8DmrYt2TO5IxLNIHA8JOmPkl5vzUfER6
+glKPn1QlgFiU7m3GAXHMwHWL0aFzHIUfnPKFfJdhdwYxYUADDIKa8/Q4d4ru+7WG/KrVy+X2Ubq
zHyI7jC7rdA0hv+GCOOMOS8j1Z+s4AF6oL7pV2b1RGVPW6WzFBLhPlJ7ORV3Q+JH1760vjPueG9Y
wfHTecN9k2Idgeh75EDvAWBCEDtn7FuY0OgZpttLS2OoMsz0klJKoNBoFYK+atlkEyfwGRLXsbXK
a7roLkI3urw2ll8ExAvEgLTYt3J8nvsWE/W496Kx3Bvk/QC6zvHiFgnW0wRCT1VpN4OQr7JewJa1
PsQwatrYvVZNSr9lTM4F9ukb+oCijIF+Ed8ONnQ9Ier+tq6WLkwHdladLV2MaJbKnsG3jopRtFrH
PEXnCOvzn7mIpIuSGofVFGucMt6tZA2dpR0LIOZAncNviHbDWNmB8GKcUKUwTN2p2LlrvZBH2Sk3
nTcM8eUecUQ1dtVjxUx4I4rBJEaIXuEgs41VaDPRafyLEf13mEakknipjmNvhWeQ6Ut8pq3u8cQd
yFNiq/Bpa6mJJtpAvNnSvmhi4kOJjzPpsgGVnxdMvoVTcXkpV/K/veShl6I6IdG7feqY0o5JdNEX
1zl7WQdIWkeIOhtjQDMYR6Y+kEWbjYT5TqGY3JIhN5eXaEiER49+2zo7wl4JdshuZo/WGrxRDqgj
jwZKpz2AmTMzJM7R0SFbILv1TJ/i5cWYuNXaFSPpNxNsLSMCba51yxp6mXYM1pojvbxtOlFmSr9Y
dpDN51JHvQAjJDAqDAVuT8jgaIo7IA+wU+8qy3PJbUqmLXbqW9NGlWUjgh+JyQRj1GDbGxPu+WH8
dJzXOtWHp158s1G2rR/qAuRL8KE6Yp8y/D5PkIKQoMWvvSJJzhxBqraghI6WyXSR4eI+To3qpXGz
nSuVs59oWrHV8hE4DYbSSidxgFvh7EVavWVzBMuStg+ARZgP0nJxig7uJaHZkUGnarIURoyiWy55
nnkcCrSgbUW9j1rogSYBEUmWEQdVIVRuHOZV3DwESQ9YG4ShL4e2IEoAYSg4Wg884LRGl7RJ2BFI
WFcw/IgzdTzjXe/sB/ImwQ60+dNMkN15TaXayvu5EMBZvVI9eZjzARv7W90dcjRdaHc8PtJAU/0P
p2LEm6JN34w2X9YZo73LBLKlyK1hBYxXMhhRHU5ITqM8Rs+T+CyLytygwiv3tVUTFTNWm6kc/e1Q
5J+oZ51tMadfRCukGMaba6ainLFc3m0XjY83bcEN8in0K7DAph6C+2vDiwDydrB+MoNPKOf4nD1/
OUCNQN/MUMYmUO9Mh44oCzcmMMQdnvI1yjQ3a8TmrWUGeeW9CGa94eLpC3oG2mjiR6Zlz3KZvUAX
w9HETQJvQdFod/fIgH+AngT3U9ong6B6L04+xTqgQq976JAFMxClzDWq7LNVgnMY7oUhQTvmCuBJ
HRJEu+YBao2MJNQGWU0MV3OYiopWqbfLkumUt24ROusXERJScIXKA0BHPNVgSPYZtBTOLHNg0wAP
URirTflumGTmyrinxIYch/O9uHp9ienDnM++ya1QAvE/lhFMugY9Dt1GQoQz+C0MNxisjlGK0bmO
YNu4yaZKRsZhlSL/OJE/UlEferCc2yr5kvFwkeSBbQVdo0DoVai8mXEG7IJgdKDFqwnpx2CJkEYs
y5Yooy0Yn9tMMwmQKG175yTez8QVxtmpAO4tpfOmas05N7oydnkB9m0yI+12Ij3ZtAoVAorh6L9K
2omgiHHTDfmuMLrm3pgTgI25OMi2fshcq75zB5Gc4VntY1UgzTGQolHmP0wcYI8jf3mmvL4p9DZ7
aFXtwh+DmluJZm9JET0MkMp9fAZwgZIM+Zj3NQnzRgojumBmmUgDMn4uBnp9MljtXWkgIyGfVF0a
VcIZzliaOh5P2LbwVpPEDBuvP6lqetPoHtBVttfbAHU9gQoTCsBiKDO0EizUvVfuUMzeWjPTBQwY
IpyJaJDujRBIUePKuY0dsGomIyyc5J/s9ghY15ebiuFpaj8Gesibgbb1xhsmbbNoTbbrW7CQbpU8
4lrPSBqE0iDphfpI0EUSP6umRV3aFT0CZzECqeFhXOjcDzXtG9TRIQnxU2B7EtKktRysYUI0Rhqi
M+lvuSH9vZP7OJ+Al/rti6EI7x19jfgvWWyrlqVG42W5i7PNkky3fQltWHei74gPsWDMXrI1RzgW
5Ujwlm6hzeF6bgo31Q7mkDx2wgscs39yJ3dvOZCyuzGBHeHbH4vhXdmGGKd3UMBnb0yCvmfW7Vkl
YCJk7UHWiD5oyvEXQOUnGzMmvplgwpl8aae/LVL9MCuGbjjHDQja7ZsJlh1tFIL4qGbgl81Avtth
u8z6J4Hx3ypMe+eIsnDdysy47G4MxHFiFcLZY+Mi1FJbwNg0cjRjX5pOdKPHNIHHrgwiYLYbLGe7
JH1TicYkMZ1gEvbx1bfUrUkW4270Z34wLu42i2ZMQxWDjby2vtViACoG/WCTIMs4Tt5du3TtpdLt
3RwbMC6ZOrHIUZuIdelcvTCkFuX1EW8fclO6erN2Yi9MtgA9kc2TeYCfweED7cdpqzn0CiyP8E82
RXgeVVLdtYr49hyZxuPsdd+9BU8dR6x7nTyqllP6Y1E+VTSNN46RqFOGeuE01rTQe/tcsTcX7I2k
fILPYLrqH3DtmHvZ7RLysjYFjsT7moiIG5ktrKhy61ltHaxhN9cWIv85a8yvNCqXpwybxaS0p366
SZUcmHzzCzKM53ma09sRD87VmujTsOEOB/TyeUj3YdlJ/D77usV1mCDUtNFYPXVWXT4IwUZfWUaA
6BwyuplwIZqSgKm6szGtkOtr2dGVLbG6taJI28khbsLYnlw0JIZ7RHvFvDpFaV8unXs0I8O+dM3y
hmrND+k/4uXrR/2RWnnjk+xx1ezZvkYZkMRSVw+//5NPGmk5aiVZjTUQk866ouylJmuqAflYSejr
2MAaF2IOiZAxdj0ht8+64PHV8yildcyPQHbRd5scIPg2fLhGJ/gpvhMBaAcG0HxUzHUEpdjBjFgY
N0jA0sFdzpm6ARsGiA/26HbUAJ0wIYUCCk9NO3putYSCz21D4m/sPeo6dkrkB895Dp2hIiQFJAik
dcN6oOd65/ZjtBWLuKnHFo2N1CWoRzAsy9hdTd9GcqDUizMlLlrXo1P6Qwg3n84enY4gKpOXXM7t
wTJGJHFizdcq2KHHMYd4WOnfRqxaVkwkGs1odEp99epkUR6KVe0fD8ahM/aIh4gVY2yY9khk/FNZ
NCvYyD/qfvlMohwkJGRB4FAPdk/Ti77fRqdcOJSt0d9y4HgoZb8rdJdND5lb0LPZMWbcYPcZwrTu
3V2ceBYz2Inp4+BeaUDgHk1ad7t09EjsQq4EtfmmMfRPABBDUFg4lIgIRoHuWKee56YrGZtJpHE7
BlWWxxXRmUcvS/qa9EjI2qpfcStdE8pEEwSOAMOeejJNSN4CUzF8pe/KWYoHahF3M3Aze1nLAOXq
EEd/cl2bdKC1QhlEfW4NF5ud39w1hNPZsf1Jcd6FFnQQPuqetPbxU2W1+cByc2ob+vyZAejeQSZN
UIxsz5ymJt3RqHsM8zAI6IEF3ArfzX4W8YgLyOERcJrsSUuNvWHPR4/aZIM5jMOx6f1A137VNE6T
hZowWTT1wRPeThTjw4QgluQ0Hl063MmKCbdepW1dTJmo/eDQA+8QLuq4eRmxAuG1y/TJjvVXr+YT
KUibC4cCMIgnaaYSQVsudOqjgYjFajiLNnr3HA4ryaSehjJqAzV3X5J9F5SGt+2Kst4OrvHqNRxQ
s9qR4TLBlFZxjB5xcN/hbXGKJdbt2A1ywTwjyWFmOgqzasSJgGAxcThFaDkOOoyGNT+dJCTBSPsz
7fxAkqR1VN4ul9J8bKhN2AYNOvPeqk1Pftay2hlqGfZNEtWbJkd2G3+57mhDxKmqLXGn0yF1rOHg
8o4D3WHrjnCuAMkrtc12AhHREjsW2hXjTqyKuJH76DmTnrsdsvY4MfznBDX6p5aQW7+PkcCySVyH
xdsTepgTWu3qh4jMqrH265Mva9RvRXc3VtYbBFvEG7Fxa1WVe8gqeTfnOXnHqrtEAIqZU8xuYFkG
MGOfTvC4OHfNxKEPX8MH5cH3DPIN2uZN7ON/nKoFPmx90lx1lVmC0iIhTWoksAJZKYJiaes88pZ4
sUtb7Ecerg0CBjr5RsyOXzDIsVqHqqXRwzTTWSTVGiIpiR0tIZDt9azoQ0dfKe1u514Ww7jg3snO
dvvp0NA/0W+/mA1ixpT8rRJD2m1pMFSiOmyOIB+pCRu4Pf3YTwGtpXHrRpTUXkN716DKy7oLirFL
zH505I6MuENplQog0pj7j71OKmsJQo7pUs0z2vvPumVCpLHFjzKtPxcxZUcWYAe1+4jwYM3ewIiM
FCqFyVFAtrGb7zR0U8wGfXkgXDxwFgSpoubNwZjeV/+XvfNobmNJs+gvqo6ymVVbeEPvyU2FSEnl
vc9fPyeh7tZ7ip6ZmP0shAAJASRhqjLvd++5nWj34zCsBRsZl9g5Zkbz3S7JlM9BRYhkcnTJCady
5jCcmUPXOZduB6IOV0TT5u8VwZtFEOtqq2pHgsn2H+DviINrAtjPdYypjmfIOBQ0D1XorGhXxXfs
ss5WEQlT0gYNXdlLd87pdVuzCrNMZMKIBgaKUMap3zREJWXeBXsVxHCM05KETWddEySw7m+6ZcY7
0L5w5vo5QvFfBVlw3ziC6B7AlBQ60CaMGOM7FDVsGKQcuipwILaC7zFM97FoQ0yDjIX3yoyxac2v
OQyf/dDPe8tCQWv7kgWD+uHa5D4SkXyELMAxEAbou8u3sWdCj7+w3tynVfjhjQy4/RJPngPwfuV1
2NEd5X6N7MOHdGi3DtXyazP+dGm2XNn+bGwGgyWaDzhn63TJTvUsDdn6basiwhI33HpyeOx1qyYt
0ges5QRs3Q6Pj+XdqRnHeZrRkRA36UvSsZcZWBpQ2paFjIPweFfyQ5GPes90BtSj77SNaT9lCKeM
r7hHluqiD8vhAbAbl9gTyMZNdbQNHHUny5EGX1ovFPZJJuaCzQEsJoBEJdsS5KxtuwTUEHiuToB2
NIKwaHI6cz3NYASinKYBgHdrmyAQi5kUhCuAB7qfSTfb9PRldfi0eAprXVK8XnZxKV2mG8O5ARK2
7FW0DLjO4ezzPF+2Ej7DwihnxRg3z31rzru5ksF2imZisvcTXYfAuAbw+DmBC4hrRQcxOUoxE7Ka
aPduL3Q/N9oOpKq9asIz2zNvF/Z8fDEQO1pDM1XL+AqpppBlfahM6iCIe9Cw0WAVEAWpka53P1MD
ckI/mSeAaSPUKSzrfnGU+aNheW/twgwUBiZgpwafhqBxQkuVy8iQc6bp6KAK8Rj0mUHXIZnbKCdd
ELnN0+IzFxnS4i5ciO/m2CB4fxekeurwNmfjdD1WS0mzXfQ15UNMg1n+6A5LfrbT9L5nyshk3L5q
OyIiPRtvvGq83coZ0SXI4uUB+s/rQFABjXzBe1ufOwALZ3IFsB6rZtoN1nAKQ9yPccHs2a3nx0T5
24n3SJcG5RWBrVWLm/L8/xOMS1nY/zbBcG0HQf+/n2Dcxkn1t9nFrzv8i+xi/sPDvwjXkRGBFWBd
//fswnf/4VvS5lbh+Uw1LaZZ/wS8ML3Au2+LgHcyn1Xu9tfphRNIk2AdsHyLOdj/CfDi8kB/GyTS
JW4xI/Gk5UBqYSj899lFiAsH2AebwpJIqvTd5TYMZvhxHgowHeSfzoAdzf/0R+uhDsij5AFUlLHz
35oAlcFjs8l2GvRpi4+zgUNRt9yO6KF2VBHf0ZREbc0EJob1CDBqn9KKoMVES+SjHn0cd1NBmDO0
Ia1AkYZ7GRxVelP1NnXBOYKqZ75nmRlvZUncq3sqq32+KNpTCS/CJrFx3tJq9JdX7z8NyP/DU2Kb
POc8K7YjmCT+/SkJBr+lajRwj8qQwSGyEwfShHGT0xG+rwxjD90Y2b8jjjor58aM4oOtsg/DErQl
1QUGBf5Skiw0oAclf010FdQ45PhsrkD/iZ2vnXhRIN4WSqCP//PvbvHy/fGC+ozIfMsVnoDtJlzn
j8lwGNuUjQ9Jc6SZ9K1oCHXUTnFfzKzSYfbQpKis23J6LRM2MEvdBCvKHaaj2/qvVWpMe6sl6DFH
uGvZU9HyWdlbMWlgWbYFeE3Pr2Sj2HFGIFs+6m4Cx4bTV/kRcUUWDZ2Xn6GvF5jL1d6yFeT3BinR
aH8UHg3Tddif8Yzl27qaz8sYvbq2us4mGL7x7L/ZY/Qs657e38Q6mgpBYGSmpcnfwr+LYuSLrh4G
0kbZs7qi+0IdjNE+FgaKceIrsTa6LbxiRgnBvKEjY20qF8ecapC6x68FT1UDyLngfiT6bikna7dd
ZLQrS4zBSvTf7RjDYY41yie2ygQr6uhah8nnitdmQtiwOnp2qyxdCeOFWZRYj7bxRVTMYAbUe7ex
drHZkqzUSMNUH1LPFA3mFW4Um1T22PBelkeSo0+l3at1OxcslHkQo4oomhnce7cov0BvogESvsMb
lq+DxfqWLU/zCOEai/U3Pz4ylY9XtJPdJZ5/dk1KA1TLEjYrUFHwsXAef1dKbAO0cTg6LjxMd4E6
WCAqusrZmTHYak/Zewk7XOnmZ+GxrlIAE3HSvtVey2tJT/S60TIY9fMEFXy2i/EZ/g9euL4sAcUK
UNG579zaIWVfSEQgkTnrNMN9ZqDtU1mWt/Y2SMlnKmyI+TifCtl/hi2VgjFnup7a4BhqqCEKkjTY
9+mrGsudqtQ9jTIos3ToFuNzOy7NmtziS724H23ffcq82abu8Cb92V+Nffm9S5N7G3c61p3kts3Q
QZNhfBVN/a7w47iwenu55ICZFFU1rE/c8Iy5GQ6i6b5JZkVzZV83LCOYn9n7ZKEHOdO2ldoigV5D
NDfVAG+78impcpcjVeyUMVOx3o+35C/3sd0DHycoh2nYB0rZZe2XtO/Jvp2YsD53FroDDq1vLDS2
zcBmGtCfumCjCJJCHicLTR46go/kLyAuF5mTeByOHvtPis0o7zPdVz+TT3mWnFyIIynI5208pxhc
U3hPpSvWQ7EwMK0eUtF9q+zuPc5HlOd85/FJAhU4fPT+wSk7fpwUZGL8Q0dBHkMqvKM67SGJB8lS
PJHF1ezkz873f4b8LjR7n0rX+WZ0cb22ew7okjKfbg7uktF7S3k98bxQ4pecsybd923zzHzgRIfj
nfS8r9DjDyjdb+4ytXsJLDsswwc/ra/TwGC1FRE5MLwH0D1bjPfkVm0yyFGItqCo9y0i6wdye0dK
eA7IxOTP4ER26HLsDgTObQ9s9QryYYt6zb6LJD6MiOqBSdzOguCAxoKITvVXsapz55Z+lg2rzBWP
jPTk3yVzdo9xEFHeONSSCFnt5yu4BdGWyBSH62BbTd0Ncz52uhG9cE5FtVQ4HKl00mPVT3KBV8x2
H5FZmQku83Ods2ZUIYn7cDLvfv3cDFxsKEDrjhEDlvRbDklDf74XAoOrlo9Si30ozMOtk1K/t7Rs
c6P3sWFQr8b5B+MKpuFkN1cGnvveugtxEusb0kC+0bi9Io/+affhQyRy5D6WwCQC1o7vf/gkTCL/
HGbgEINoR0zpTR0XqmygDgAvr0P8QGre4oVjTT4w9NUcb7MWJC0ggkrRFgieHk0EIn7CJG7BchuO
tq3Z971AZLQofSDlCEjyiBn11fG2kAPyTSbljaCXJQrac5Z4b33OIQzBl13rNxM2BZyw+QrvFspl
QOvWwO4HmA9GxQ5L4OC7q6GXT8ykETQBRk8LBJAp8EGOa3SpVyUh568XJ4nBgVgTznWdUHOd27xu
X8J4vhNyZLhYyherg4CRdd/jRDYIyc53Am1k6bFvllxpw4SRBmGny01L0Dxgw4a5g3RW001VxM6H
jb8UDnzJRJCKiEDlHEIYZaAvspNXAIEyhV6txp+zM9yLRI/Rik9hztRntOl0SIS4gvXMqR0RfFc5
Iz2di0eRlSu2S1Ecq3x4onQaQ4G5cHzh3EPsGc+59VU0LYt9QCcyw9sgHe8dlpuzSUP7W22Er63W
KgBfrEqnKndzZDLEEgnhDeBJkHlt2zNWI6bVNVj3VUAa9Lq2s/20+I+pN1PXJd+IDgPjKYJ485HW
ybelwIssPOebx0KEyppdi3CHGYL8R52Qu8haeYPhhmzvwFux7sWd8vkDTSdig1JzZIG9ESd9e+cm
QGfNvlhJOnHAVjj9bUyaiOq/oL4WZWKe+y76rnzzqZmJX/A3EHngDQ9jqGXKsaKBo9rg0skZ81U/
ErNmeGBV5mohcMPIdh8hyvZRw8vTO+HW956I+ERXY3iUMz2vbSHvTHfixXan7ypxejS2ZW8v9nPc
duXeNSJMbHZDOk0+TYIzaOSf7H68YaLlxvVJVJ4DVIvfluNWqPpvuRAKmkTgXxOJSK+ncHhVPoHp
qiqgVNhXU+8+krXZSEzx7/qp68M04gBu7ifPe4ua4bsy+BAXsfk2yWnlGeW0Eq58jazisZBU1Q69
te0q6w2Pab2TxJN6N/8+liiWNavtHkDLasZpE+TG3TSMH3SMwOFyndUUls8C5NV6zFvy+E314kdq
QwEeY7yGbkPxYNjTbVpjME2yJ5afJ2OYn8I4AZbvDhyalNa2Vx33WqnIe778dZwe1y4zoiIHRaV/
rCPcnZ0Fj34qfnQpeukyy5daJvcU2u6F21G950IUvBFLcwv8h1/cpZwrRxrLyem1frKbgyC/G0by
VwXNrBkdadR0BaZwmDpPEpPEdIR3L49ECZivTwjUFf1uHOoBumybsn6e+uVdNXI4MQg5zAZ0fidf
7BXCcbWm/E+uQcacUA6btZtAwTIEKx8AVbuaGRXhbwDdddGfqwCoobRtRhJEO5vS7ja17ZysNiZz
XuTMrMaaLoL8yerJbaY2Oxicy19+n1rnqZhXS6PoCUnwnRgDawUjyTex6z+lWSxWpaLbokefDDPz
ka7ZknLXbeile1BXfPyt6ci6ZDgEZfAjiVrMzErPp1Ke+GzCH7TYRPOyrp2gh1AQXoQtCZjBfCjL
mRNhlNw3RWZgozQYylDnwAFr6NY1dIa8O+KqQm9BuenC1gGjKyxKZixNs0x5ESfz2EjjnLuIMMtI
mRnoi43Iw+JaFs1jHFNI26ocjkpMQ1VuG/vO4+NB7HXkkIYUmIfaZpDoSjwmiRp2BKyalqRaNyHV
JyoT6tPvLy/XrEWcqQlN9pcbJyNjdlLCirnc+OsOzl3eqpmVES3qvx/icm0xwSgzQL9rBrc+VZNJ
HLsxObc7+ziiQcsYpKXWYwI/N66Jcxp2tLBW5g1zubD1L3R5oMuX9WzflYDvqfcjCTGP5J5Wl6uZ
GbK/0HAu33+fPd0aHzvYB7yphqphG8fato5Fa+Dhl7LZJ3PpHkHA0cVVB9GJ08cjWXqkwCV8cr2a
p0U/vH6Yy7XLj4jwJWaryzdB75Yn5NCZ/BwHpgjeRHHAr04SsaAjeW6mq6SL5HGUE07AiEKu1CqP
QWvqcliMSnnsq5uUARjHeg8Tn9EdCIWpM2+ZGCSQRX+gT/8TOE04DrgEGNE2BN2sLr2hphBE14QC
W0cBiahQPU4zJ4WZFrMHCUkGUMQQ71jBsJrLG5p6pgXMuahqzCiud+/ZVnKyi4z0hdvY60XSKicL
CwYnkK+iwtNYhX7Dun0iQJ2l5i0C85YmgA/WI9XRjYLkKonbl54RI6vEctsQASYp3FybPeqkwdTL
8gsGy4yEd4ZFLXVm8fM7b46uptF7R1/4Uq3KjkXBKhXEw2kwdnnHCDqBqoDno3YfYis9BctAWt9T
yZXoOD6UNaeKvqhZBcZe/qE4IfkpDT85M5pzo4+zTOUwTkTtfeG67dm2aI+mYecRX/V8PSk2U2ax
dEzRS+sskDpi0Ua31pywV8dfxR7fPWJ8RLULUCSxuzOWk+Xn2F+pDN985XIC67DJn0uLlVjaRN1z
tIAJio2A1aU0OFDEY/4mZXSPkC4RANJ5B28keppU+dNpOH5jYl5bc9sfgyl0Tss4vTdZMe/lJNU1
bxF/49s9fAtIHAdhj6wxpX+edKR+BA1GumUhOrdhy/2GCsN2rw6WW2avd1mW4uoZok+POfuxrtzP
fJbxmWZbytIFjKy6T9KbPuyTG8OZGJNFMzUTlFMvqlmeDGFQ6V3S2Orl9gM5VP8pMgAEGCNlvJUN
96npxN1MOf3az2pFBU+qQUOpb1/V+mI03btl0oisACaUp3r7OZHiLqun4pAM83XHaOQuCMKbKbVy
srh9d47m6TmnwuHEujxUSt7Rzgp16IGCdsqocnEA27ICw7Q8LDovm7aedZpq9y0RLSG2Iht3GMb8
I8H2Hj+jpisFnFVNIrmsRnCdmgQXvDTQGOOtW7T1DZFcxidF5B7R6uGsOHfRlJkHo8O2kgU5/LmO
soLpyeoQHpRLY0kVR7e2jfSMu7UCRhIBw4D5Gxfh937M6gdrxsBbjnK/xC5OFcvjCbPUOxFVJof9
3phNAqtldibIW5093rltR2+R6TwXyXiK4XId5TR3OxmXr6GysgdZDhsrbDu8EWxBzQJwnuQNAebS
YDkXnSNUGcl8LcOsUobTjTejl/hivk8WK9gRDe3WeF29g6nYx1te7TE1ZYhnG7GBq//cj/5CVT2d
cdEw/EghXt0Os/8eFs7LGLCSmRWRoGlpsfPJFXnA4mRFBFkG5RwtGGn1GIM4WhSLIze00SGSD8rM
Rmaa0dbAI9QWZXSPz+UmxOm2JazC5CqHxIRP0CmNc+0zMqCSMmXc/KJ0S3eQFkTL0vyEWor0gqEV
QWEVVdQ6uESDzljIyvbeS4q7hCUNNVu+O+/F0jVrf3Aoz4Y9cY6N5Zb1dLqrCDYcaZ5W2RDckrRE
+8fYhQlquQkzsuZt7jLaKOxgn/SBuPHExFGmhVpMHwkeTVE+e8b01o+Wed2+NniKn4Z52GSoHHch
qVN7ZsFYmN6DGTkdq6rc3ZY0Ozf2TJkpq3NGQIRmxQQIxens7eyFxaab/e9RUSx7NQ3Nec7VRnpq
Z2Mf2aCV7urIR1oT7vMCXPsweiPbIxS4OU+DQ60HrEy2rtrsubXTazmGIBmAjJwWIAd9fS4qeO+Q
Rc521Zn3aJbg83hzrqgaIo8Y6NLCS5Hh5VqSXNVkqk6A4om/tfrq3F6xBQ45O8bGKRpBTy1jcUjp
pNqGJlqSwTCGtlIDrsbiDMg2Rm2cGHz8LOkD2namYZ9S9GI4B8GwTbKFudGl+vTX1aSeHRSFJj8x
wvRxsAA5yXOw2/j8WH/wWRv6dDfNGfbYgA083tyCjk+5nOKOIibdAcoOA9ep/tblgua3F6y9VImR
oARKlNjqxNAe4MrlalY1ydGE03GpMFz+XWYIwgfv9qjnQZdbeqJQGzPNwVdr9KjbAhi9XCvZh7PC
p5bxJObIYb9Tri83DEnkr6s5FatWL1waQYGaDVZvY+KX//W98LJ0+X0z1Bc6v7vsg8O8gMAdyL/c
9/IAl4vfd/jjS9PU/WuYZaC/RexBf9+lkaxn6bjEE/LvX+ZyKxkF7vKXq1aNZOvFUYH1mN/4L7f8
/to3mKjzcYKU9sdfcPk/f/yIgI4ntsCUwl1uiJtQ4Nadsbv/+wf8cY//9Ci//4s188lN6Fyq9WqR
A2G0cvHQbClmd9SatFe86ioC/pebG9fnaWdAzAa2fUgiCR6gEj2bOi5kmAwnxNP5n1/7+puEF5Hu
aMzd1gsBTwaEAIvESGK/WYzHvPSfBHzhta3fAXyuvgIkH1wU+LowolrVibEGN0QtG/ywnTEs2zmT
QUXl8dzsDacA45KTCcDyEnhIAJS6pa75MdM72I7T97iopp0dr0VEvZVdn8ghksYfQ82Q9EhqSwa3
vItWwDw2rTc+k1Cg4iWrH5NE/oyr+jbwmk3kBHeVFX2jRoNY+JjdoMT+bInlj8ldgyMVnn0CtFXA
SeqitzGpmWp7/ppqq0/RGcCJDLNfma3xbWBoCniBrlBVH4xm/soKfMCqproGpqQLbd/np/fLtVMZ
P0PBAjiwHsvJfU6z6Slulno72P7dZYIADhOFN5++nMnbRFQUMHquX1v3hz+j5Hr+eAt16mAXx9HU
EYZ2omMs7n+4zOZjZz5jnj4XRrS3regD9k6C6LWucVWT9TljVCJx4sX8tGnTs/5LB6bIA7RAqISP
RlaeJwbEPfVqWSNXpefe2t7AWH3txIjpefMyLt6DV0EIrKg+6xPje+e7Jm2Kya3dzI/Ysp+zapwP
llsCAAiqq77tICS1p5y1W5ZRqF1D0T0UwfJQR2KEmfZT6g65rMEDF2t7R9iBThbOdRPhnEkgNvFM
OBrhBN3KJdwKbeiEr/0ZjFFEKoBh/LllsbWuaXOEemByXFZwMDgmrd2U5X9kNA9987xkoM0I9RN5
CSgW/1iMadfM4dEawpvGm6i5D677kqBB7+jl+Y3pp08ujUgrWQWPct6ky3XjAR/vx+sG3JVIlk3Q
f4yADpA3jS9da5eN1OZVkftSpy+1nb7OYUyAOBwApdWQ64eu2AYTfm1EhAfftsONL+rPyin4lTv4
2BxI9k7qSDpuHcx3jfB2vHum1WQ3pPTBgG9Chkl65LUeaoYQhVPpQbU3HxxM8pnvWzu3YiEf6Y2M
qKpw0xTfgcdQomCDCewOTk6WlyZiRg7Y9Vcq5QmkNhH9CW/Cmp36yWdovzwEBmH9Wvnf5ZDfupL4
tE1Edw2RnDdjeG+3eKiKMovWSIpPviPgEHnhc1LJfWl2L2zKjuwlBNZpXjvXJC4aud5d4vAH17Cp
+aSrM0zpHzgMszh7rPLgpz/hvB2r+hRA6sArknE8COwPaJU08HXzRmXkjal27dZ2XlJcIMgxmy42
IvR7Os7yFlGykAhBZHA3XieGlTk3FNRThXHIatDczJ9mdyDHqhpwNjxvQZS9LdR1DXNCNy+qqeIp
AGoKGqz8yDnJ7Wz9WatFwablRO3pjf4XpnjZc5auCJzONus5vxpe+8QbniONwP4ZtD0mZTwcbYVk
hzMHcVpxcgSMxUKI5Nps0oZB3HVNjgZYFE60ZKqJ7yu4iK0d3dCFiKiD/MsKIbrS/mkRlBtzMTDE
RJy5Ce8jFL93yD241rN4p3x8fObczhDD8X8owuatn72BRFRbp4Dp6bTNY5jLkqr7/DbrgPSExlsx
SwZUE58rIRHsxIddgdhr9BNpUZMJzqa4YbfCVCsEiL58dF7w1aKH8GpYH4R6WqhGYRFSUzz/6JlD
thnksKDayqmE0SWiZz2QZtrVEKeK+70v8n07NclWFFg7ZEZEYWrAOoYhS3orU5BMIXPSRof1i4zG
Bi+auwou9vFewoduWKm3joeSJ/d5E7JjdtkPzg7N9exP1p1n3pEfh1Ujmi+7ibt9ai/RtjGPHYO0
NifFFtkuMz/350jIuWi8szcat7MW7Hv9iSyHI6FnPFsD6PIyjLHTGV92nF5lefXVaj3dHulbqZEK
z9d+AJKb0sVV7RhUUIlDgAXpGNrLF/XZfovsbFjWy4ghcNUvyXs4/5yNBZBg6Wy6qr2ZLMa7BtI3
xaDKRDo1xc8MyWBX14wOUGTWtBQcYk+VRPfBOhZsZubq5MP6UDH17i4arCZpvwOVYTaefTm5nW+9
XKEIpsAQgmi6V63/lXEMrQ3vWWbwyBSfBtuybw2qM7aD5X7rOwhwfL7bNZ7Pmwl7OfQ7CrLCUlC8
QuJAlLDmfWon+bTz7AtMR6wg0ubyUrhPDNZq2K9twYFq4Q1Bm8OuCGC/8LFcFTXFwT1hIsDOwX52
6A/pjUNu/IDnlaMbMNkZPFzTtLbwGZiblyy/zatAbQCK2asW6K1T29fD0MyrGSJDNmi4RLOth2Vb
OsN1YAKgclMWSY1icWDn0eEy8P//XPH/5soBYoBv47935dz9KMtuycdvZfLtb+6cX3f8V7LY/Ycg
C+wGiHKO6RNX+e3O0cYdio+4+WLA+as7x/4H3xI+ph5AADqS/NudE/xDWhh38OWgSwjtp/lX9Pmf
1pPuj6//ymogzE9Y+m/+HF/q0LO0TJvEoSX+9OfkbB9VUZvLYc7rxymdFAez9JGhfsXJmbWSCHaR
gaMjN9lKmkx5fdvtdgWkMoJM3iFoZP5Q2/jrwI5hVgRiQvJjKwCJbguBniVnonaCGf0V2Ib7KWDn
XRh9TYchepAfM/y7ooWZbBdN42BG+Qd/cRs588M8sQwOrNcyjNINQSqg9RDdeCwO9b5j3Nh53J/c
G+oMw7vqM23H5Niy4MJkyUF7CuJDEkdi61LGwwHHTfF/Z/UGQAw8SknClZL51wBi2io3PCYCULJW
7STS89D1z2kMz7Kt90tAQ2efjph05HscDu3eouNo6aKfE2HJzrFCYrWYCJY6uIKBloIpnY2Vkecn
sv6gQbV6XYxgDxp47MQI2SOZZYhwm5Q2OWfCReFgLRvKOOni0LZdabef6OM/Y7TQTeUYz4wfGwDB
kFWHBdEQGgml1bHLatC+ZjLCfCL10yPM1OvMuZ7mHvOwG+G1GoksAVflBKRmYMnSP84Z+wOQos1R
2SZnxiBLbiAIcuJi716J8TqJ3P5sic8u7rIrZ8QMbzjyWkg0lTnthm1bU0zFmY9Nr2hsHOqERrX2
4Aq2GZIEGCsBOItBP4Kp0YZqV1urqZ3ChOOx2prJDlVYMFdJHXebSuFmV7izBS7tsZ3UIaj9Q8yS
wYdZaBq95lV/a7XBe8bpPWjLt6fN31LbwA2tV/Q4w5W2iHO+uvW0aVxq+3iABDXjJ5faWB7iMJ+1
1dzAc64hfAf0MOaB+NHZfCxPobaod3jV2XoE50Xb1yd87Lk2tIc422dtcRfa7A7GC+of/vcdSpO5
MrQp3tb2eBJ6He1UWOYLbZ4ftI3e52RMZeD3llVNq432RdGNe0sWO680fjSZC6JV2/JbNEeO/M4D
0Voi7/KY4uBHgBnI6GNSCKe53pk6SMhdmjVOUQEGnCcO5ZdiUJIBg44ITDosoHRsIB3lR6+DBKaO
FGDUirCr9ljZevNtDvDdEHn2wckim8vmOz2o3IWUQqDjCrQ0fBTGdAVH7VFhZsU3nFy7OuIwkXUo
degBE6K5sUbnLWhzCqQJRjA1AR9PVgISGn9qXnf7ahHX1bdEiWU16njFYj8uOm4RldM9FUiAO5vD
IGwCGUsR7fMkfCKy8MNPqObJZqYaDjkOC8OMJNdBO3azLXrYzbVV/ixQQFSHryxWIGKDOgQLKHe+
DooATQO0hJa7LjuOW0vZnfllnXue5c8knU6sOq11yQFpm9vys5HE/nUsxQlI2VvtVacDK5TdpRt2
6f25z54DMi0T2RZXh1x6HXfR+sr4PdMhGKXjMAu5mFgHZCYdlYENoRM/xGeUDtKEOlITsTuml0oH
bQYduRnJ3hRkcEIfMbvoZ2s1E0hnLuV+Yk9XJ6uJdzTDNXuSn7z9Qkwnnh08lcKkVkkmRDgzAjGm
m+BTgEiTQQJIGouIkIbBK7rUzUpno6PxBrRhcUCMIlrkyv2kkkPX4IJZ9vPKJoWU44+mdbPZ18E5
I6UUk1YyTI4PXrBnMm9TrAddM0QkK2BOev5EqDZ3SDOVBE1MIH85nIh+GZLdMC7xYWKbgrsCQMUw
Zyz3IDlMHbEFUaYsRLvjgkd8Pfde94LMvTbJYfU6kJVOfnSgMYMWuCIGj2VBtnaK24Uclxxtqt+m
ZV1H5CGqdMEJww4AT6H/8Aas2kdqGdSWDMUy9gS1pMd2gsGTjo8tjpnR1HZy0tzEgcGM2jlNU5be
qKWni3yIqutMJAL2wBdyKtF0+vmChbFVUMgvI/AOdlmEe8MueP+2pr3F5Y3FJWOSL6aTAVpDSe+7
W1gPpocTZAhTY9tKi2IJLFdNlXyqHkV0SMrXfsvAU7cBs2uJKD93rHbThwLZ+CAH89Mck2bbO/He
UCCvawjtUcXyOsAPZMRs8T1KWVdg553I+dmIEkipzvG0EDadNlkrix2X5eO0GjyTwt0gvw5V9gDX
j7dCbweA8JxHx06ucaUBG2+a4WCgCq0wEO9HE7uCxqQihaQI7svOw1W4OIxlGyIEdaFdaYuzTfub
fgzvmzbcuQVOByfgTaQNPYH13sR5C45qiXcEuPVinRIFc2JbZoNN8GgLnnL/0awoUS8koUevRyCa
dW8CjBMNF+NUnIMgZufP9XUCOBF0ebUHwFyRO4nuWzi4pR1vsVLcI2Ufq5S33FIOuNLD5GM0Pe86
MsxtOuBdTLyBPR3DnRUdx1hfnZsiKBm0ZHSFWzCIVCB5mXt/WiE6fPmA2NYtLUdp+A2B4DlYAh9i
Z7uNvGKGt1Wh9yxfmeFHm570DS8PrtXA3VBxjLYhjwPe/3XjvSaL/+Vhkd8M7UvnEyLK+jsMTK/R
qJYN5W+3RnrFQSFcWzI49yK9DfkF+xLdwh2uDaaFsKG1tpMJ2I2cZKVG7HIsAJIerzi3Lds+ZK/C
amOf1+GRihfckwEizsQQcuk+KXIpEpTzTMQnu/WvrLphOeJGu8HGE4yl5bYax5dsYQSPv/866nlz
oegwZ0VdSRlEr0nNHaOqem0HBswtRzfsuBLURfccBBS1OUv23Z4bf0eq/LYux2eV4g9JrQwUFTaA
aZb2OeqZaMCM9+MI4biGsD0NrFeafFPn+UNJcrtsmu/GKHZZUc6bIBRgMPCM5P4TAWmifIUkGLZs
BY2G5JV597lZuyOyXLO2qinDoIODWpFBYBwI05GRfPkc+ebkEKglmVJNFqNyfTH1RJgG9rfbLOs5
4U4GNdVhk2NTnuZTW5d/vbh8T8whfbf6Bt4ALDnFSGScicgp//eF7yEDtyYfWSPaLd2/2sES6cHq
vnzNhzPHk0HARBcUh7pYi4KLfDvUEDvDpFqOaf1YZIielL4ZRMEQjbuo/udF1qEcX7683ODVk9hc
/hCjt9FpQqsoT3R2lqc4DYsTGJRj51rd/vJ9X994uXa5uPyPbmi+vJQl9u9vXa5dHuPXY/5+OAsW
RHeul6w+ps2nSoVzqsZHIp/BURCl29dGdhNHJaICPZ7u6fIfpFpMEMo4pECZZaAI+N18VXL114/Q
X8NJHJCpYf4hLpandoxQtwuJBfRy9fLN3xd/fO/yiH98T/dtFp3THv74/u8v/ZDxSZoyj8RMRfI4
xqACqqNBVeciyjB51IKBN8IPX7vSe8lr0kqTfkV/v6xpZFen/HfJWz63rWK1z38S8/RSZHgqy8v3
TBlVh44+5t93vlz74wHbDP6XkPiCnBLY9O8LIkGMF/TF5XtJ52HrlySELr/C5aGyy3vs8oC/rmJh
fdX+/u2lyW7QTpDLtUwtPLV5T7yhd4bvQGp4z+SxRZ0ZnJJUlDjGF+0ooS/6qK0c3kqmjAN+vWxR
1HDvX9cvz30qOJpXHk0PZjnzLsdlWp1qG9nlck3oycPlYuqvsxqB01YuGiWyG3/R5WrUYKKBmrj3
dFVIK/vXy8fociEldbMQ0flEUTC4bPyETY1FOHxNJLjl2eBDtCxUif8Xe2e23TaSbdtfOR9wkQNd
oHkVW4EiRVEyLecLhixbAAJ933z9mUFXHWc681be+35qjFRZHUWJQETsvdea6/bu7V+6ehcyMXnf
t/f9QdKRBGgUFjScrKr8ovlwK5ToAVKfs58Rs5z58KrVqgbiQFA0LCVmR+euDnfpvEwXo30gkDC9
eInYiSZ8bWD3B642Jht0+Fgbu7rZVip/JumCsbArbCEWghIvfyosptkiKuQuLme2y95K1XpJMUcX
fFMu6uRhAq+2BdrruOeAVnsZsSqL8w6VFOwJMBsrJYIYSpEVCKmfakCHa0BZ3orpjrw3Jk4RUard
e3SlVq3TpoexR0ViDGF+IoOYHRI91bpzKa0ryyF61mWQLqLqUUeMCSrZPPTT8GUwi2RrVwiy4qhp
NzIzLaCpEK2csfjgDn+x2ejvG5+6TAOvse91HUQJwJR1hugO7uO5a3UWMMeJ7mdSUY++F658dgWC
Y4bkBC0eb3BDxgvRRWW+T3HP0USn1KzU5ZffFmR1zeF0Y2tBv5j/4YO/fM3ts37CAvfz67Cgfmka
r1o1ln+8fS4j5UUlnvFly+D12xJFVqjkWotSahnqze3dH2+UmMvPAPLc5n+ScmZZZUvt3MdoDasp
5ZDQ+z9GldrgnyclFrs9EIrn6sdDNmpMmCp5mUOcsHr82+dCJUEblBjt9rH6JlBDqXb7ZK++++dD
/Hy3UHI36C8M6W8auFTJ4WYMILeZL215hsG3f/58k3my3Y3OeC9V3rxNDNl6UrcCFzv3SEbuASUo
mi/1sZ+f+Pmu0/hjBm4oquC9uj++5PZZknXfzBZt+M+vrdrKXhmc85AE/HvoTAM12UlkHFWi8xra
jv2QaeTvoMXNg9vrQCOUT9xe7CgnJmZ1+6ep9iXdEp8NC+ZToyb3tzdzX1rBzQIzNAsxYr4brnvV
A2/IVgxGphd7j4OTUAsM5/IyuP3LBwXy418/P6ZIfStzNNH1lna4RsXbBIXafn0M6fzKKdIsNBJy
Ey5PZa7g54xgwHYu9+N8NNVKbGLjCW7/GpReItPGfWSZ7AxONe8EGAcK12jTcGvcUeQwkr09l+W2
IJbqud2eTDPCuC8LPV7ffvrkzGJbVtbJarQ6kJnW3nvD77Mc+wBW+I6eNpwstUGaTtKgG/OegOOi
T73tjzKNusPt/YnU8gURpi83cooSBJkCuasbLXNgZ81076WMGVj8b2+Aktr5/oZaJlgYJU8k5xJN
bBYgdC9+vGk7LEWNy5/bUBqE2/fdPtvf0lFxLbMDyNvbPm0wjOdcW3/4qv8BYt8+dvtZt2+/vft3
H/PamEf8+Qg/v+bnx24Pc3v355ufT+/nx2TNzYrTjOmJK69kpPz7kW9f7OYjR48fz/3n98SZF+9x
Bm1+fujHl2imS9dEwD3sK2sIlrkfAvTmzpYkSgQj3O/l7Cabnq2XEp9bWVNXH82ruNzbdE+C2wfL
ZUJJjKzdltLZE8W7cpewDIh4JNKlsbC+3C6Z25V7u05+vplc74RTwNw2iyR6dnwCSd0EMNWHIPHY
/sfFRQBV5MpUUEL879Q+XEmXzQRtB/GR6knozfA8mg48f+RVUWLle9R6bYBJ2V17HkN5L0dqya9Q
Nl0XYHtM7mO7ke5KA5h1n6sTKPqts0HODyGCC0WBkaJkUI/BLo5NelxEt2uMLKiyeEC+lH80HRHL
/ztY+H+y+7qOwxDg/z5YuMTlt+//dd9mb8W3Pw0WfnzjvwcLxm80800DernvEHetAwr+N7LU+M2D
WKr71JXOn5Cl5m98h2F7jmc4tu6Y0Ez/hSzFD2zYQr/5h/nwLyOE/zRSgHP660TBA/qsE9EANdXX
rV8ZunUT9U3u++WeK6q4M6P4d7oCjo6pHTiOHpbnpuX0NltQq4YCc8foTw5xSZLjiGFs+8w9ScjP
+dmrhxevXA6JKV69CH+DlTx4rUxXwiAzIH0Dd3V0S30LKRRR7hEJzH1bwktE5V64CD/9CuTVtBtA
gvg+KLyapMMduuVLAtEmMKonphXbnN77eilHZq9oMaI8OzHx7tYdIBmk4lTldUoXJuv1a78cEUfS
eUcJs6rhiqaYB4i5bOs7HdPjYIiPrtYhQfzOLHpCaq1fNemc/IJcpHrpyLsgI0cmqEUGmlSFKT8k
uVnI6FxiFSk9zck4pxkiedv9NtDibnxVuLejuUKJvPet/GhGHXwcm5HpuKub/uUGNpXtmtb493Ge
Lxo9DAyE39E9uxbt0FDgCe1H3DPaM9id8C40h2MalgdIjzGDGcJbi+Fp1LNj0mXHsrD3PfFpd8jQ
bebF2jifoQqdUEAcEh2dgq+f/VC/xprA8zefQ8yqIytZblwbrd2KFMdRO+8SJzs2XfJhoJlGPfE5
bOdL4vUvZixe+5ShEGkR7cYtvZNrTbt8So9OKt8MsRxI1Nn7aXEcjeES6+G9Gd37KQltSb+FG3tk
xzjbcj5IZyQGNw1GPwkaiTVpkceEcZQwkmNFVFoGynLoySbq1ugw9mZGhCtqUSP3T3DbVzgVX2sU
2a42n/XFOXbzZz2jfenb8YeVcx3QhTpMIr4PHeMQ1vZ+LKLNLJEeajbyJkzu+56fXLbERGWTsU6Y
ZRmd9ZoO2VskyE8fNyjXzlUs9lUXB5KOKV5yFu30qF5hIxyvfYsia0m/Ujd9iCj+qLvpov6MlbZc
a4+L2l5ejHrHAfR91hELG9kq06cdYZiKu7DOChi8KSA8a7z4BTKFphwPC/gzJvto2CwoLcZ4ZmjC
uSAJEF6lhjgR73syY/6C1XSA+LaPovmQxNmHF7EbQoZfJRPuXTs9whu9qmtyqdH1EsFhiwT07/Tu
MYYmKXRKpxcHhoRSRsdWGiyjAXwrPTa1fLv9jBnqyDRb5zZhzDWSdNDXhIm1nkPY3wSBN3tz9emg
/D42r0pMbzRFOmtz/XXzeVA9Xj15Fb38aNKWRaIja1sG+pzRMUsDi/s8n5N9WAL5b+brhFUnh0sy
yeWcLClOjG5bS65VrYHOthnktGvq4WJjjWu0/Dio5cD7OsFtJSLtMgL1jKaLyUvSONlbO3zBd4k4
b7m69XJVr2CvzwctS4+Mft7UH0Zdj0Y0XtxkXAMku7ZIjAeDPjGzevUrhVa/nhjpW64NHJyXRquX
89giyTBH5FAIafL7yGp4vGYN5wD+lbthfgfKUrwCGd34i9gntvcV8fESsyaEdg/cFXQ613aaTgf1
3LKItWwcupeEnECJ1VrK4igTlqE+Xg6OIAwnVH3uHIhYm31Mtr1JktdxIDQwmV7ozm7VxYQHZFsn
5jXskHrk146/lDW4r6TTcL3oy1XHl6D5z1HVbhshA00qyyFVVwEJppnOsZheUCevVYpSPp21fr66
ErRxgWMKQeUbMSGfBz96emgncbIb/T1uaPKG0XowyWixdOdkudO7j1YKpwwB1PKjIyHDVPwgLmYt
SjbdzInKOSFsrbRzOJYPBD+sndHYzma3r5eUDoNzssXwstT6GZt6Pal/ir2wlgN6RJk+6aUMusba
12Z2zOtbxRjfzTGXBH9ph6Fs8ztNpce+Xw5+1b20LXBeeHIynA70MY7qPy1JtmUdaDhM2DRcApiN
Qy36d9LGzhPXZmP3L7XJLSZtMLfxwiBAgI5Lj0nLbbUY+Lu6KAvA0L6oBdtm5B2V8tFnZ+vkcjVk
/tbV9SczvPb59ILNHfKsPSG3+d4mPgmIzkndkmpN0H33FJNXqW6i1uQeM/Ckr4bIe+37qiacl53G
t1/rXuzZEwEb6N3llkbFQnWXDmem2G8dPyMrWN38/hjTKrkbLYdbLX+T/sj9ET808Un9rNx0T7c7
zphOhokGJSSKGFHRySjCfKOTbk4vE0qBpNiKZ+vTYjKkjZD5BZPWIf+fyUSfonClC1o/sn6bGQkT
dmW8y4h2AqaSO5cO7YPVUx+aoxNIltgHwDQZ+fCzDgYCKqPrBGx3RD0t816CxczjmvzWPkWuNZ2J
d50Pc5kfOqP93dKEjbvV62j8gqoKixGbqkw6UtsEFm+KxeU+019IVx6wlVOMJY7d//jX7WPzAnZj
zDvCKZ2nBBzy9tbp/NnzvL2r2c2/WqCoKXjazPFVwalq8R/Ftxt9Rh1GXInVPbh9HAa6T1B5pmUh
AswYxAf5HEZwe0PCqAGC0ib7ZKFM9midkPQVhPBOpjL7HCc0cKOO5rTnVxHjfkAf2VCTcZRc4bWA
wyaKjIAjlpBe38OJYAykbRYQ2cOS4hLQNiNiLvaAu1J79doP/CvbFKHzXIADn7v1pIgca1RLm7kz
H7QKpFHe0mOve021g8vux5ueQuHAk1v2TOlPLiPCLYciahKSeeM52WZafC5Ku9xw/rp6d34G7lT4
+5hdYFPH3ltTGB5cggEIWtH/zgSCvBIZbwwfq7CE19s7E7txZl+dye0Yf+H7yjUnZbkhoZrCBycU
FzZx6O+ZlgZDIU6eXeF8GnTCM719Wc2vVHEUatzmsmHx4BYo5v4CSOISgYTkZtvMIQcdW3hfMh0t
gC4RnSI1LltyoNvtZNbh3Zy6r66GPyMnWbOZX1K7PGUO877Q25HU9JbYe21sDjadtj8c6v+GAmP8
9Zjsmy5Gc+apDJYBt3GMfn+7MHYjVMX4Pwgf7V6Oabln+PJRp/ejkb0U7vgSetMJPNSizYeac9Tk
1v/AnzEgAv1Z8uP5pk/1YAkQD4bn/BIngJ25h8TsFoxQjPNsEZk3Z849dO2c9YWDTkKM/YS0RMO3
oo5K//CLK+LPHyNOPE9JmjyXZ6CbkIZ++fGj606WDKtyb3Yc4llrirjbanVF2+KSGuPFsZK3FhA/
NiORH2CMvNYcbGM57/7hiShSzV+eCIkKDoc2X/3/n1+BCIFMDEas2KsXH2/TRXAyybSD5+qPc8XB
IOsurspvqsWqN2ALZP2FAd2mMNh9Mg6swOgZXG4q9/N/fmYuhdhfnxnUJt1F7GW49i+MnSqNxkXO
oOl8Yk9Zag5WbD1pbYISZxw5hAp0TWn/9XZ5Vy3n82x+5yT2ErXnUsg33Z/erZgF4HY89MRyRgHv
aJ+rbLl2bF2WnKFLcAzhbOfQ/3JrkpY5gjj+uEul2MfcAOqUrnfcKdl0yWMZeLl+Xiyxb3gtxsiD
P16v4ni4SCB2hv0KjHJbs/mFXr8r6HY1Xnup53GfdQL3c8gZlszxIdwWTrPV6XvWFtPjPLpqEaPW
Rf/sTPbJnxGrW83ZM8hYrvKP2u95ePnWlITLc0pEwTbcuVw1d5keciam/stL2kP9OLzETVn86FD8
yAk5/zXI6O8uD8iCpjAcQxfEAv358jCJGcxL2Nj72GyRk+tnNGIBxPfbyXq6Gl3zT3Clv6TuqFsD
oaCq2sFvCdBbf1oT/NHwqE25MyNnPrSZfJb51pHWVZbjheyP89az07cZ6ik5VMQM9MML5W5Q23lg
ca7PBkEK33OMj7IgJjYfLr7PJM4sHtH/cTHoHEizYT5bRDk3nvnYmoek8xTifOaPyNYxFthO3dee
o5h63NGrtjgBxQC5kQOoqgpgbwR+jFHPnA7+yETGXa4DVVUuGoA86G7y38HIr7R+3FHf72yZHYkB
3ybtVw9oLvpmMKYOs/8JbIvpVmQGmQy0Rk/cS0Noa7vCj4cgysST0WSkIHrhMfTC/o5a/93o0LJz
kjKJtsj76LFIpysk7JeEcOGBEowTuPVqZpyOGyiTwvrSUI6WWfKmDq1dNe6kyE6YcRl3z++DyXGs
SCjZ40vd3BNxDKXlnrbvORLymOr5MfbsV7MkNGwIcnt+mDT5oZnV3ozE2gPQi9btDehx4JqoBM5T
hYVrFntmJQe0/q/OYJxVuceJ5TBvNG5X4f6ok0pnb/YLy24c1MXTZLJp8Xsw0z/5TnRS2V4GTUrX
GA6jp79jQTy5Bm2C/7zA/IXhpa4zV7FWCTkyxa+BMourlbWtWQXdS2OlSrqJl924umH1Wf3KhVPt
i39Ybf9u1Rc6R06PWCXYZ+rzf9juGoYfbmbPLLYpBVlLYVr+85b6N7es60CZs9VbH3TMn38IZv6U
xFC92OPKLhg7gRU1s+WlmdJdHWFapxX0lOr1ZVk4G3jtZjL0QxunH+qU3fjLQXYOIXn+xheG6rTs
iUY+pZQ9gwnQiYXQLbJAxnxP2WA+kV89hx9DXPfR40Rn06VVCzHu6msfmddBslQ3TUoUzYIpLD+i
pWVC2V8sXv8+TN9Mfz50HUCJgqdJXeZayzX27RNJ7PvJ4kjeFkfhXpZx2gsKHfUkBecQBmGn2XJe
SpoW6PsGr/pU0WHw4Nkm0zklosYf+xcU8a9RPh08Rx5JBjrGJq7ZFhMZZVMXJ0edYNxU4Mo0xWGJ
HgmlSe9a+gVmQxOB7t7dNJSfCbKuIfgXG2JLaROYyYdgu9BmapIkPcLYD0zTB8ieBsRS7lVfQf04
vWGhGaR4LZz+JW+bTVq7rzoBiaoo8Se4NzyXEJy6WsFt6rX/fHEb+t8ccLjEfNujKtJtW/wC2Cuw
vE6MZ4u9kbF9FjkpELVsYOhTNzWujaE4BTef4Z4njYxkxynZ4ZLH2q09I5zK1vYynBrKvIHSsLed
U297QdtdBXOZmgpdlW7DcG7z6RJr0UOLH7325BdfSacKBqFMdRmwf5699E2aPD6sELxaGCvsJNyW
NP4K0d/1JmteTQtg4M7nNKoOFWQgXPpQnNSqWi/Dewk3SdPbA97Ud5eVP2cxc63yaFf8pNkL4Cpw
+IBLS3OB7l2oTRffGy5G3xNPM23z8ndVpLqpDBqo47jkt+BOD63V73LBaYf+C7PQax3rZwq8aYRH
RbNMncbCFI40xdxdJE5Ft40AgtpNe8mH8X0mjFodgkSrWhYoQeV051j8F7pASsarI/iN+4hbwiK4
kBZd531NhXbh7N6t//ML/TerGAc39T+k8HS2f3mZxwjteTcOmENUULxPVDJhKXfuOO7URW5109l2
grCK/uH6IsyQZeSXg6PH8Zkd2jBMdAu/nAxq25ot04ad3MXimjfZUe1zHlDLrN+MOi9Glh9DMMWq
f5bKYR1a9r7hwFNBJlYdTpMbxWrFHZnk6wL6rjpkp7Q1G50IDM5iiLAVesaGQqbOSx6NUpcZNN2N
IvVeB7/FaSIDtWSMybGHGNmSnogGyR2phzIUjGE+g/ojhoOxv8IuyblBnJUdYfFd1boruegkVmsk
uWCOxKZHvyrz4+z36yYdLxGHHs4TZb28q4mZW/BqSvvBwRyA2vJYWNTjcrlM2XzIXdYNdQ9HVvqm
fmdr0a+LoV/loh/rntcl/aq52XHGbwdN4JgmJFEBpzIdVl9UF+qgg0Xg0HHZEzszLva6r7NThzdA
hK/0A5VqyHtVHYpoALQbx2y39omErA/VDvGG6bHgZP6trP3dkE9Ho1PM4o8mk1uIzkdH8Zsg27/n
OslNrESphp1npRHygUiS2pBj3SJAFerMFMb5MYpxGQN9KuARGHcL0ICWclemWTDr9l3s6ccqoxMr
3RNK17d+dk+qa43NY6W6TXMdwU6xN6oJR+31rn5p3+LEkhrnWksCYOTbRvYXtcMn3BuASU5ROJ/V
+5U5H8BTJ7SLmj45gsZ4GybniBYfjQWusCRF3BRiKugye69WX9VZK6kXbXCBgMtuRezcv3jz+G6U
8nmhOWP0+rMWqFW3p0lO6P3RZHRAUtSbncijUfQUm/GbjZ+j0QQrNN3XfEAtFErULtFBgJ1Snba8
4Au4ewtdvLKFH2TG9sHpsoqfZe08qAOTkc1X9JyvJJpvytDcYGR7B99wsThNDEUekA8SxD59RL/Z
IppfkRWTeNFW9dq6LqO9CJu13HO6DapqPtwueIYe6hiZsA1PI39PVi+brgBADBwHFGCVewKisaaH
uDLzEWKEDbKwo4IUp6ElcSV612/WMi441X2VbKrVRO3Q1mgoppwRBO2F1h2u2cKEBwviZqhZ/CHj
DzVdZ5Zj1SdcqvD7f161DOsvlhtPVZtCEOvnsIjov5zys5nIHtMW+b515/ei5Q+5jOR1fKLPRcOj
Jy5cFaNenz/QxmRGM2KjLLDqdlt1YbXw7e+8jhqg82kRl2N2yVJxW7ZvD+CaX4mLex+a5ANNxrv0
wKeK6cTm/QwIfY30Cg4QHgcC3MW4aUFgkOirl8lqSpBq2AN7TtFo9kbPOiLH+3lv1VW+svr+nLsU
6RHZt7qoODJ7y7Eok1dDdZGchdtkcvJma5j1W9WAgouYcN8RNfPSlPRCu5Lepm4RRH0qWGpXTtzf
TUBORhnTCe+fZTdfgQjGw/ChN1a1wh7yodaXGBhIKSVpYaCBWdUduztsTBYnteY8owA+6XXDpDt+
0z1OIcN4tXSsQ9Leg625i41gUJwM9vAs6ViH223pgI8fOeqpfbfPjmiatur+a13/2bCeB+YamdTP
6tHUMSkyVWmcBOmjBtmnZCagrgqim07qQXz6/Q3tZdUZ0BgnYP8JVKVhE/1ipM4ef/87IWYYzJdr
PmN89Y3tvqk4BZX9RX9Iahc7xTzuQHqzLFUbnCQfWde/WEiO1A3duf8++v+voe8fDH2WQS3/hzv1
L0Ghz8AD4v9a0U3IYMP+cfL+r2/99+Td+03wUEzjHd3A7Efv5l+Dd8/6zRI3JjJ9Pc/01IHkX7xt
S/xm6jggyLCAc2fyVf8zereYynNSFSwIjiFMy/7/cvSZlvnrsch3hS50m64R6Dtch7+cTvrETItG
JuWeGy/aGeFAXG7NQdzG+eNOnxtGQRdWmnrVTARQxbYhHhirDgse5l443u7RzX2CEz0Eh279FLpa
SCSZv4CmNgKLgRlh0mG4CefT3FTNftD9dymZm7DY4p5R6Y0WhtS7RE2kRmcq1xFxbbQy/FTf0IGw
PhHJ4K3zydK2xtKH64lAGEFS9K7Tof8IOGorIiKird0o6pYxQKBzaUqiApd7E4f8tpr8rVtE4kCV
Sc1fc9cZxsbgicKUiAkVR9N9X4ZJ4E0AJxp9xLjQRP6O4I5NypYM5T9iVkrF3drDtm2r7JllCqH5
YDl7xv37RBuImE8M0kMmwJn1iOcumcXOjKdPdAxjUqFl86CJHTSj5AAazlnN/th+0awJQHVDlJSU
QMiyxD6FnczvAHP5Snj5rUkZTRQMOtdDaRq7Nu0FBmmsPKC98dEl7Svm44d50OKrMj5LibzfSmqL
aZ0PKVW4h750jSAbLTL6EqSmbV0QUnPvJoZ4oYiAvwCXm6x2e1vkcf4QTeG+D6kNDZtU1HBDt2x+
W4b2IbdwpQv/YGkl+SbheLF0STMgY+tBt+2B/7mLBtzmvpNfIHjRwtNa+3Gc7fwe9CtSRUK+VyFU
lIPotUPqzFkQp5C+5OBPG92vPg0OVYTVz6SSwHx9yCpwT3G8yfohfAjbBqWTAnpa8bhtCrt5WkhW
KgASPOiNeyXIoVtZglbRHOruBVvFOhsg+yI4mBWFZSRXZpCEGtTwTrpytSShuIY9e4wZWvfMqy7Y
RK1tnYFNrqt4U+fFWQ+dEAIlISuTmaTrOXZo36YLwX0djinXSi/8Qdc0vOmItONLpfnZqvWRqWhZ
zJx/kM56qUZcR2k5rrQ0srZR8w08AEQE13HPNjC0u9L6UuVG9TavLPmQhQOJXkMML0hvQSuZg8Ng
h26SpEtUVHqxLt3s0XWyeZNOVcR17ww0mudjHrvame3DifTqEE/5xSvMTdJ3zwS7LcHcxMpqER8q
AxxkG1pBoo1iX7uW+xRW4EXMPLo3imjf23XzkExsH1ZnW/fxYigdab/pPKQSU9s1d67o20OnLU+E
e6X7xU/rw/JNMtUO3ESnHs3zZ2fqcNkm81MZhd9ygqjo2ek6r2vh3REuAZmsxvsvc3hURqLwdARt
eLYJFLYqxr1G4X4ww4Oh/e7O/kudNDVMZyqHWux4oeIRNsRMRKnmA2oojVa7Y5rmI7lNP+m5vdKE
7z+gc30kkqYKPKt/nMwpeyT24uS6zqGEFn8AfEIGS6TroILNoDc8WjcaRks/rsYtjtAgnKp+lw7M
ndrJbMgMmjBR1lvfKuKXxrwS+L7KPW/iaGskpyhyjZX0zdVkaK4SF7+wBLnncew/4tZCg1lA3UhK
LCY0zZ0HndSZfKisjd8j1Y5129lJkpoB1pXFynDqE+pN96Hs/JB6FNDvnECeAu6pYapkTFXVYyAT
J157DCxXY9RbG47B1hovccLfh6BTnNvwyVN/p8f9t5bRGMh4c6dFWbqXCj7c2c13l9gPGqhgFTsG
s5tRevkZQGcKw6/RPmUwfrcJGXcrEIZgDRyDnMyZ1GLcOueFkcpmmeJhE1veh+2H18Yi0AijJcxn
zbF35edZ6zEJe6AJZB2GPO/pkT8trsc5v9TF95yzyqemN+7KySaGhsJTt2W/scHzE5C0mrxx1UVy
uG8IUycnknimkRHLehgyYEFsArHXkQkxfw+rItm1tTthQoqXbdfWn6UwUgLgGmet8zV+Ubwi64Vk
jvEC5tz0qXAhI0JgckkECB9iJcEnt+598eqgx3S2Bo77nhukO5opk91GDht3jiXzRmJ1VLhLnhk7
ev9kWVpoVBLwCqHREQcbzVCVkfKnyLco16m5rBQZ1pLinkQhvOWp7yc/vmdO7j7An5iYVsRYQJf7
qXH0oFdAFaCs3cZqaIlP0ZizzE82nN0cjJn22U6iTzNG8I2ofOt+9jG2zuNXMUGqZ0xFe8Bp83tr
qb+Y0ULPPAufmgYBuj1c0JowrRRPHv7Pc5QYuAa6oUWXLcV6LvklWjt5gkHLEjdzazb46Nf9om2K
FCd3OIm7oXB9IOaREtXTordSP8iMDsOh7VPnZESF6/rRG8Ty2JEOsIqqQt97Bbk9i4jWI+35u8Xe
aAr7SGI2qrJ6DqJWFCfAl7XCJC1MbJVjFGsvYtQe0XQhxQaLOeLSpd6Erj2j77LT1WI1ny0KmL3Z
JQbSBRC3cize5rjDJIoHYlnIycVyC61OTFwlXGBZTZ8RgACu1ersODL6NOXaHl6GErwt+Cvsb6B+
4uMiY4uwOMHi033MuWe8FO1eL/NXwx0r+lfRZ9XUKCzodkSom+AFk7UoRfsIvzzTrHuZ7Bjba4HR
N188J633dRaNa78aaeIIyhC3dZ2d7y75s2F292motRTmeLRrEWJH4BewUGg9+Y6zkYWWvM7pPfbq
cI+lNt2YdOO3BH+GgXCi7nM62M9eMj21hRG/DibuZFGbAFt78QKW5hPLEj2+uPvsGtG32B7alZOm
zOET5m0+J5hV1JX6PsVrs067PnvGFFyuvayhutFZ8/TaIpssbsNXZOm/m3PXnQxmlWtfPjgAYIhg
ZYYHRjrEmWicvBqRXxwDtcGQ5r6J2HsNq/At1ilMdTu3X4qe2IsyytyHuFnsl8FtUDvo3C9GNKBD
rqOLYHh418TYjheCVXC+avaK3iRNTTFd7HwYjtbQFGtz0aq9o8D1Yfy91mo41k4jnwGn9UizDOM+
7C3xKEf+HsImzMSnHU0FGt9XpHh8gA9gacweRnP+TjPmwY3d6r6eECejbd1Cdol2Y5zOqzQxwl0z
g8eCj8md33cPTnFJc8DIdQxaCc/Ei6/8oIL2zPtUOqvKqZEpEldVh3p7X83hBhv/M38qZlxtUt33
eKu2TrjkD1bWRAcPuRtUOIeAOK/nRRHI0QyyZ6YkfnHkWZ2zBsK+zQy/I7hNQidzYqo8bwv+FcpD
DZupB+7YV+3ZHO/J4QKvT4wa593Ff0ZvYW3QURTHRHWQ4og4j4xoLNrH3002/5Xdldq6KqxlTT4J
k4rGkxvy8iBPuMrhW1gfsh3FmvxOZ58X+tkjhWppP9ujaL5Zvf8lNKvkVYcxsRrmig1O2ut0EXDv
aS85UXmdsJ7QQKnMla6JZNPmskTWtsRfwnNhJccQeN73qCoPsR0vX+bWetZc8bX1i/JSWAMRJP2R
9YgVxLOyXWbXNA695NHgsoQgN3Y7Z3wVTDpxdnIqLUG+Y5wymu+hEpm7beI8eoN9APCjoTX6gEwf
H2qEZWupE5mq4cTDdkz30HBTeztrNupcmuyEnobJ2bHXeZRoV6+3A85x8ZoRpv5YhhrBJmP6rfLS
dN2Oxrwvw+lzjQ6krjSMQvPif0mH5hjWPH3puvpeYIifEvsael5HUoD5gUBoAojgdcS1631gJWmx
pUz4ZhHkmzpmf6CPgyioIgXANJPrzYVH6QHvowQ8IdT33L5xtJs+iO0ccU7O13JCf65GrUWCTC4r
NZZEV4Dz6lropbuyh+mbJ5J+Q0Y7uYVIfe6IIb46uqaTz4mDoY+i8ccb1me8TdUTJk99TQ4D7baE
4FSuOBMRMnHJKvCxOQKKYPRSLfLO7qcRDilvENJOAbF6X4wSe7edGECHgOZzb9gA2JrN4JRjkEZE
NGSDma+WiHZZMUOI192OYLImdusgHCVCzorM4bqSnw3iDLZ9V5+0Fg+RIaZiFaeRvUrMCndB2x8i
F+64iG1g56LGEaf3c2B6pIKMnC1hdSnipu587epJY9SLdcHPloSo0e6lJlp33XoJNd0SbSMzA6QA
S3rdzfFTLVwHiV7voZC6LLV7KYd+48ZfnXRIH7pvMYJE6gf5mIterLpkxCNvtAeS9iJArsJ+mIaA
Ho2+S4mjuI8qOz4aWgiRIZX7RXjyEV0IyjIQkVEu3TvmnP5xWLJrGSOanlI7uaRjtjNIWRt6HOXM
FeXFwN5cifq7r8e0YuV/s3cmy40za5J9IlwDAvOWBGeKg6h5A1NKSsxjIDA9fR3qv1ZVXW1tbb3v
TVpqSCklAoEI/9yPhzQtp1q2ykvkuwyEWpDM/bs2aMUSyJWO6Oq9lQLnbPVL0mFCMHBLylTejcQI
foPZ3eYU/LYWee/pWG2nto+3epm/YZt/t1KmALVxdIf4T2z7AEUL61VrH2ILy1fncxBtqKgTKQ8t
OorOChp+l/lrMB4Lfcgjjh+aGURUQnv3lS3WJywD/Y6DySErU8abaGj2IiwqGpZEQJoA2xyn4hbN
blvCSdkqTWzk5OFk45lFNw/xbsUZkEAWORnV1Ms8drR1NOoApEcXV/GxLwZrb6rms09ntYTk9ahJ
cuC+TjgGom2GRfklG7xPZzQv3LuXUmWvoVk7e7/DgzDqJ4u2zYCN/e8XIphjbJs62zYhiVFJwa5Z
mwb0OFgK7vwqokIcwor7OG49joV9Fy6HqiZPcL/8VFYMnIKQD0ApQEv3xS5sde5SBp5TgaOxyZ19
O/j5hhnCGSfxsrNhuQOOaFYg8O9YNX4m2bszXhfRB4nvyUCf1I2F55ookz1OwSayCEUS9Fjlx5U5
zCFolXNC4p3cVrWYzjUNWDugDNoe13R0IBkX7rTuWwP0u2x9FxyyUhqHwPbkjZO3TjJojFMxdovf
n7/QDMWph8px5dl7y2zsfcrmDcMG3EWbr1fXlP1auNSXuqEBhbivab4abtZcvOdOdxaK3nI1UBpa
aeyj2MvgQyfeWfrugGuHETDogC92Q6DSogiMX2xv8M88078GQqPXHstwmWLegV2VgQRkdtO7BZCO
/KTPHR1JM+hCHq8vugO1THPih8jNvwsPBhPjegu42wa+m8WWPSdacK95YehJBpOJo9VDFoCc/OwO
SRzATPoZyncJ7eEmxI8z+y/FmGCvzrzF0DcQIMnlgi/wxCaPz8U0kL103CGgHmWncmqb49E4pG73
x6BvkXln0MzC3XQwR9PI+FBGIEtl7yylv3dogPuKAhd7msHAKJVuK5KfoaTBJUX8NY1PH0ViYTfd
ppOTvYoyzjbt1IzLSPzUWuM/nNTk+x8CpYwG3uZuyx5QxiIvOjiSdiBfTiBiRQdOe9IxVlKrEDFD
Vpk5nLuR4nRKYMXaxo44JkV6FGz1l4BEI/R5rKy9JLNmrWzIptZELexkG9/DmMdIaPczAMoI16Vz
CLWIWt6UAunKNJrzwGeldvWs1x2VUQ41wIU9B3IE5jhklLvnBr50zYrisysLgU4DZrpXQgVhhlEm
qyqTCdoksZeBHeWy3rb5uKrn/JKVDb696qfhrLsY42ibuL231PLxXD/HbrcZRvz6UPx97LQkZPKL
9HO5ksmHuLfJ6nZOnHTONnbhPscdC1qFFDKLE/f1GtD3vhiLn7rjchBmc7DCZlra7fAQaz2cvTCj
rgKUVj8BXa/LTx3fctM4twb68jJmUJSFpr4Qlj4ChFGfUzlue5OnnG9K4sx3ACXHONexQYsT9HFt
ngsVexZKWyvOH4n17aXxN7qhH6e3MaL9NzNNXqD2LXOyd2K6P7LbWS2vnNFQCuCqjR3a1zjiB24Z
5VWxgV2COUgJoCQPh4B2gx0u6G2kl99e2+zGaqRtobP3MBngcmC5oHgXNpQOMrnv9J11d0xzqDro
qXapK1z2tTxHbfqU9PXNi+vkvsKvU/Y3bI4euUe6qL5ivfpxBB1Y0nDAkoynihJcIOTLNq0fEZj2
idD+JOGdLJpbcJEJWnhgfi2W+aiLtqG+kkZTrFnUtAWDrEvbOZRIgykXvUVApnqd/RbfofUDeeG5
oIdojkbyDMOLDEFBluNXEmYNOfEJI735RxsbppLFsk+T7143Ht15CHQfIkxWvve5USxwuWHDyspA
qfxz1Bgf+cP4zUSX4FLH7cPrwEHlZAlkU44JFCnT8ogl/9l07N1UZ7uIuiJfFgsmLO9VYz8NnAKG
Kl3nLOaYVLayx+IQwYOJtU1RuIC/QfUjyhGV1GCYmtAastpIqQE2v73YJ+JhzAuomy6yTf5ik3Qn
HSBpu0g3et/wIWZrASylYPLqP8jAl3hnFYyiTXDm7YPZDjxYdVjK80C5DpNTMi7Nn04AgAJxVQ02
sspYvpDerzhI+ZJQEPZqHd2zyn8ma1dqIVc4EHQ4x9R8WJvR8L7bcHi3epoFUoP9Y1V6K6cuz80M
4cy8QIkn8/pS8rNX0Gh8rilo4iRAAyr9SKENvLAZLH0boE8k+AFMdFzR03ghKXJ2XJeGIAsae9NK
eUd+Mxe1tVsZcwoKU+slM5+zzNv7pKOo7oN0hQbdQa9GDB3/1hZwsjrznxke0lLkze+xR4LNDs15
RxMZgDXUFn+I/8rSPHU2VIoGVVt5CjaDAo4UlxgGqh+Iv6v7KCzB8oqT1NO2jnps5sLa6QWlmFZC
HDqbVtZwf0XUo7z7iXKPzqbOjx/CTMacyvN1PoflivTGmTZGNqaIOWWT1OtEY+nFcesszBK7RU9n
gxH3LQWh4x8oIR/lnZSbxGCjsdpyCs+XBrA1b2r3GuIp3im2MFurbpgR6yFQWwItaSGTjdYiS1k1
d52mBB3HqYI5xBPPk5wx6deqFsmkkKrCajpq3FYib6iHh1Wf5mDCpFtbO2yhYjEWio1ngeunTD+d
OBp2o95ky4Kgrsalzxw302HLEbcQie0csbWZo7eYhaYhmBcI/O6+SDz2QBBNVW8/Rwa/5eHk2MZn
mX/R+mY+ezETglaqhQj19EBHGFEj14YyUEUlnfFQW7SciaiiyYygMnsMKlo001rFJTutsk/NtRTJ
45yqCrnc6nb0UiXLBo+n30baKg7B3rR2DaqlVSf7PKsvvTat5TBX3r0+i20j/TJCm6pg6PunSeh3
AMXjXJsNvwYkCd31Y7zekBQhdzHYYfYN3W+R1BnhsY44nhgVPtEuI/ZoA44yw/JlQoVro+ipJoOw
iOENZl2L+jRY555Fyzcayhcd/6I31pMRY3UVcHUfnDYWd7eFuex6+7GWaUtnusWxJev/tHH01DlQ
mCwZse7gaRgq0a50KW9eDslZdb4buAHdkSC4p103lZQwoQDRusQTokaoJ+DN3en5MO2kReuQacb+
xcJHYRvs1qaIFiOugyOeQ4pyOrHNiD/x//L+lqlfLEvWKmc2ShwJ1JI01bRK0lca2OqLFTkLo+Uy
7EglqjzBo11gqIFpTe3eCxtces9qF1semgg7kPxLVRqMAvEcZW6zy3wOYbZfmGc9mgEZFw7XtVmd
+hhibd48FyEGFdPGW21POYe8oQ60IvysFZUag4Fdpqd8ElUq34icL4t1zQqa/gW1XwUDDR9y2o9m
8T10fSAF9sRZc94tpzzPED2dqt40vQmRpp/fSpkBxvHL2+jyn9KvdHKz8qDqt/bAfvhDuMONGgc7
oPFKX9U2gkJEaBZed7PmVNHkDWDd0QksBuvrNnLgG0x6vdCTdWqV+dYY5ZaZPjc+RVdWNwEOC8Gr
3EIknWRk4XZTDnC66ICShFctdG/SDKFLcu+Os79CxoRAmZqByz3uSzFw1kwZhmUICswhHidY/YRu
0dKlnn/GfDLMzb/F9G3jqXf1UND7yNgPmsOjSAi8pGy+rQ2Fc6e6aD/aoeOKzd9ttrvOONJqBFFm
RHfXIDbajku3h0m9zv1sYOK3IvnYFa/OyOQQSih7Lr35AfXHMaXglILcZW4yXV3FOLwyXSTJY+JI
cDHaqL8zv5LevqPy8zbQa77KAG6eay8xP03s/QDxv8GXjZF/hdkIg1hA1/SHo9Adpq8hpfK9c20J
+c0yg6WcrVwnwvgpP6SbrdpKvrDLs9aJ8jBDuQ+akwZRC/91oWP66FVH22u4v3+t1sYzVlkHdqwb
krKN3xJjuI+cxr3BszWxhg38pkNUnBu3fPPFdBl055HoA7S8DYTNNyHcI68kcI9A0Hv+D7ffZZ/C
6mOSazI2giVyMbIzaSt7lbNItVT5oSHMeENmjjo1XQM1S2VSGDdvmp8SWb6NCB0d/LvR7Y+FUx/M
oXrOrSd+a+Qtx12i49tgHtKO/tke1Pn+eikNQbdIz3zLE6gfvXKuYSc/hhpVa06hPDuKs/aIjaqy
5oUWbsNh2MJzpXM3p0a2xUgOrblcAjajeGVqrk6uXhsPGkgreQKIR+F4C62zF6kzX5y0XbVmtWac
/Z7S5gMGsblK/1oa91hOvGs9ikvjfFOyLV4Mjf2SKLEmUwKAq3wgbmgu6kx7GssWHw+kiRSlir5p
hjVxm27yPH0ZtfGbqeIyL2S3rLvoYqrsEcAasJS8344dsSf6CBdSoyIlo/up7q1zI3Btqfibtkmy
WE3tIZO9oD3fywjAfZPOIK+ui7NzCq0PhK1DPvWYHMliwW3a6n60KQexrTglF1QMsjxa6hI546rj
GqHp5SGxDCp64p1K4yeRsvHWzPXcTZtM1tsw1NbEzGHaMnWpAY3VI1MlIyAhgKXJVrcQEbiDM8iy
uxktUMAsikdRJasiKW/3C58q3c8qR/XgmVb1pwHWYG82Af1Db1CFD63mn/BSrWTnPTNofyOdFdBx
eeCEzXLV6K8GSYWFPv0t74ULYyGvE7f8wnBAtVb9oC0pZDiw9Tg2vbUTersppIE7MnwSqA81+5eq
EKcxSU5lWn8yvn6nsWdrYH1axKLYuMNXaZVBydiTOt6gZeOCYXvvddqf2ZDfqqC5R3jPMkZ3R4z4
LjvnaQLKqmli53TNC3PMD7qobRV+6HZ4tWb5N2vg75XZOrOzKzPn3VDMy2xi0Iq/wi/Ts95vSAIQ
6KZ5aORW9vM/QmcO7Ji3kgwuXMUvZJjtDOxUZZ+tpj+2uXwvuOu1sj6qOH0T9fA+dBoVqQBU+8zd
UvVxmRnB0siAvCnadZPxAKL5xCt84t6QnF24OGDxhWlcqKYOqJb95v+6aIZ4GcsWLuuzziTN4fnZ
GMUlHZ+YL/2Ek3dqInGSefaRU9wduek2j6NjMo8nz8FzopUPs2kd8I79JCQm26w/2Jp6M7mpHCB7
Dl1xQcLMNNOvuUzey0LsaZFGz+OAq6D+coO92pp9tJMk0BEbaxc3WlKfYirazZ5hit4NZ3Ouz4No
9x297FpBFhnwAZcCSIPsqIzhCXHp1vJMWcxMRCpaUKJpXnUVlzarp23QPAqXNCzEBTzgLnzEgKct
umVUIEU6qjs41f301barHAyle7YnQUWjjfnFL6eYfmRvG4riEkZQBNp1XEOUTdCvWGdAxbiypVen
RLQCHkPF1oR7oqalCit+dLb6fOt35RNskFVvAqaubBNLHsQ4vT7nkCaVezPTYWcT3cUm8xBG4s2e
ShM+AxKQO92oF+VbDIAb7fY899ZDOomLrzV/zDHeRpCy42I+hkxR5TyfqNT4KFTyWBVPfhzDkXRd
zPAf1HbsRkgClVYzSTHEqZPZY7j07jgdo/kciFm08jhI+RZb07urjFWR+S+xxy1HH1tuye5rgmdq
oYIzFtnUwEVJErCdMttqN3YiSLRoS11EwWiMyQa+mASjxOCjxRUMo7PqIY3nTZixR2LFWDkmL9MA
Lscl2b3AcyNWyijxYms1PIKboU2k1V3jmenWg18KyvncPWecbWLlL1bPbT/MEV99PujID9QEbqno
4/JDeLKtC3ven4mPh2Rgqcxdj8bZaYon6jk2kXkd5+QVStjNsW0A52zVdYVcHi+rGuBeWq81LUag
tv2VY1h/7983m5yrbvqHuIkfYiAui1Zg1bl/w8Iybm5hJ0ES+8cxUo9+DJFRcqXEybMoBC3R1Yu7
hKb6YBtxtAhHi3MIWJ+cfnctZv58/6SxaF6VG3HcS36EjIksFORLRH2l0dGNl+ZA3K+8eVhKLDUH
WUFDtATJRMzzUZ8JCFNoQ9Uh4WuKzjGc31tr5hdzVkSu6HHT5EYm3tKxEEW0FpGbzQ5QFIHALDMN
3gelFHD5AIoO29btz0BCkQmtXTjI86S5D1Nk7iKqM1K8oNZbrxCxp6d+ToIxmbaep85W8h7dpcyh
+kkH7w9q684pmYHG+sKJoD37z4xotlGY/4SW9xDGIf0aNCN6uvycQ+cR4P1qUDHFYSg4yiTryShH
kzkdDCyRdZFtkPCWmL0/IDPpAY0u55weQSMb+FWC9lzNPLWWbulqgctYdZl2NF332AaYQJVLy0QB
GAvxfl8yIzm+OUVTLpn+OEtNnh2vIxqe6s2eJLAvWB5xTTzYQJXBzvf7Uvsn+fX/7Z//N/snJk6c
mv9n7NLTz/gp/xfX5z//4t+uT9/8l60DNtL/8Wia98juv22fhu78yzHZg+o4Pn+Nn/9l+3T+ZfkO
7Q/4RX3sTjYR438Tl4T9L8+0bYtKKJ053B3g9P9AXbIt+3+Enkii2Dg4fVdgTsVW/msL/W8BOx1A
AyXvFVJh2vZbR/a3ppd3Rwv0OKA3D47PgidCXBBRCBFpnpATfeZPNmcMPkXkEBnCueJ86K1tr31E
UPhEZ4ZhorvbuprXsd4/+RYbGtOPr7Xt3YbOOLLfDtp4tpdhj6O7nK3nTKPuN9OFPNpm+1kiZ2l4
NBusgGPCvtBwORgZ8BcYmqk63LZevmYa+DqXmD6suDxmNUCUsLGvDcosc1gQ6uUQLun2pr2rQeNS
DH9LOW8GL1vbMAqEgmESzcBdtS9mY9HayQQU/9ZF0qXc2aX3ZqgSqrMMZhHuDn0HXzruzpWXzRtl
qJeChoqZu5kfrNxoNDFKn86IwQV8zzaUZzmJpiEZgVdBlaxVsfZC+dHQMaVa66h+RTMR7xgwUPVi
gm6nChqSLk2CSd4UByqx+A+IKFrWfSQemCfpBzf1/nkLEr94+H2/0TomnAocOK5lgCrn94y7Hq8N
ZkN+Ckse8RePB6mZDr6n2QhoENHOpV1RLo58fakabVNWw3yciRes2rwDtmyDRolmGx2qQK75fVNV
YXOZKCvXE39tiilmk5dYT24vxb5ye2thF3380FfhaxSW2pkNO+z6KIEMrXnh+fcPzh3auRbVrTf/
FP7obsPZ7ZgS5A6P/qhiFF6ITW0VvE9vG3bovMopfdporwVTnDmTVWDalclBQhg4GUuX2DeX97LT
Mu84lK57bCeEHG2sD3Y/urTeV22Q83WCJO/jy9i6ySkZcsw7KveIBCm1bHV8+hRCXXyG4w9OxtyN
MGO8mSLYwcq1u1vZ2tbV0E+9Dw3PaJ91reIP/SMy6XX6fUPYnMOGqr/A61gYQ+o894W3+PXx6LDF
D6bes3t2ZPo215wRJ9Idq1Sab2Ml6ZEwu5ceuuOfdCiYBs+Wde3Z5OyJro+oYvqwBBumDhPXtKtF
VEA4AMO9sT6BvbfutR7VStcjyL1Mnp6EY5IGhr7u6AOuvVbcmFxN314DPWioKXKjTGhhMEB7rwZu
8dyHFUXRLB1FzmMM6f7DCA08aUbl3abUJlagu/FaDg4tRmUPDSVF3KeZO76ikvbLhMaND2+OdnWf
hX96Qaewhs9v7IZn6VbzNiYXufakKd+ymWB16IizHY5ksQeszqNmYw+fhugFZZgZAgfflTf6EbRk
k72mHenr34/6g9gYCvNXSi6ZIjI1vbrSeJ0yrbpIy+Q01cps54U2YoiU/XfxqcGnfsxmyvpGrznk
Re+f5MicKzIcf5OPiYfrTyRLRLX6KXbYWqR861wa2goCVI+HqpV7pxfPvrAITObRZ6ExWG8ja75U
hj49xBl2LVGMwOO42Q5NbQJJ9RAM8twfbxVlcbeSJgRlYwUeZEld3v39UGTY0cNPXP1+BrtuH60T
VRmr75Jp53TNWnplbasbSL4n+/96F69lton05JAQLKBypKxfkUaLzexVGuNg3pwmwU4yvueZKN/F
p5+/4oI8A7uSV3tW2fOEi9rJhg+nIXvD+bF8ooPnlFAVcv59C7shNKeYEqiMe2Kc2LyzAuFNLabo
OCWZ/lroUeC1tv0Eek5dWtt/wTjFrsXJOa6I/NpVJQd0idfIYZh5Ly59sNoR+Bb4BfhP6dpjnEgX
3Ggmh1A8WYCA91XiuevKDe1bbTktLJGw+Yn9jWrS/tg35OMdraaNLSf4WDayPfP6kfLv+3jjTsA3
aMV7iSxN3rTSKIjb0jACe6deu3WdbGvHPEcUJXx7nnH2cl37GtfKAFbiRtOrRsHMHigDyaD7m0F1
L8ZpVSN2rbQ40XNVwcHOXi0SpAd3ttk20v79xp6dERuX14K+OfMualVvmFZNt33D7xYe8oRshFF3
f3uN+0k4xplW6f7F0Ugs6IlRULgZsm/3JSaaSAvRY+z72Inkfti5IDj7xrq0kyyJO3MLN6VHVYdf
lExQ23Dr0Gfw4rL7oxahSw5jUp7CqvZxJlN8HUduROmtkT67dk4ZdT69CYrF1oYVJbdCr9TVo4A2
sfT41gwWa3VIUB+bc34UaXfMGq+/MDDXuM1T9dra2poUSAnZUyXPo2yHpeWWeNuahJNB22SrROcn
+v0oySQ309gRFPMuinSyp47bzhfbUVcjmvHr/L7v/iYTABpOiZFiIuoevPsfv38Dk83jkuLGVTdy
9B6pyj38/o15eLTEaW+AcAoxPUQ8fceS5UlvpXPnfxMVEaKmva2g+wmb3CU3hq2byb+Grhsbv1f4
Rix0454pmbCcHJxQ+Fv2nnN8syyuH29rRgXlZzHlPH7zbjrGsMuSaBvnutoVdCtOWsqDfaDnXbRu
eKxDopFll55oM8zaC3VUxVVjlb3Hlo215vwYNGIhHmrVptDBcWdCNoee8sSlk+i3IUzSpZGGxnY2
QydwvZYqbBj6ptm8R36xwREpVmOfDVt7aP+wCM+0b2j+OZqwO3HCf20IZD/01vhpkTe0VK0ARPF8
UJnjLuvplvTMX0SP3mZ2Hd8WJxpGcECu7pc7pU90K7CiZstBi4mstuMVdGLEX5q/IQ03SrU6WGtA
hbIzLlqH4cgU/bc5TjvYwdieUa2RyABDVlbabL3UZSBgybfZp6wa6ykP0lysXWdsiBZDFIzjNKA9
6SuSMN65W18QJ0Hr43m3TbBBETWeif9iNuLLKLSHztVPmh6OS2W9e3W8GQzvqio8Ymk+4FQnnN00
9OklifMcKfkC134jHRySjWKsVU8/GXVjCzvXlqobX+2w/urppVr6nKPZarjmYGCo0QOG7kRi42s0
Vwwu1/qg96uwDz8qrP+L8pveQi7mTgHcquUmUpRT6a2BuwO34ICMYue2pIwh+hIZEDNamq+1v8DI
9pWk7dts2QHqOgn3FgtKUhxDMLjNXSWYbeO16vRb6GaPlfL9NSUglqv/HfDkDdNLSF1KLbKgjkhf
i3vFNd1Ts7ZvIXlyNTEZp4Spv4zSW3ptMXGxao+9qX1mg7zqEe2MxF1SDXq9W20zVmJq1sYn0mQY
JLWaybACbxMrST5npkQLz2FPuwbpX5HMBTXXRhwQKqXdrOYY7DlfUMkpSRPckm26a4QtF/cR7DiQ
8YIoe2wyjF5Wg8hJasbnWU+OpG7OTWT1jCvlkf0TLgzqKeMQujwYOFEOfpBbUN+htsYhwStfD+kN
8t2z9GsUGHqXiEccBN2UODyYrDG3XBUReLmwPOV+/45H6oCl9atEctpIbXrSuR+DjsJefo3mthDz
caDABCcNN6JPEJ6DmLssfdLRE75kM83KZQel4q5N4zlTtykrDoXOpLD0qIac7hirsDXWXOrxQnnk
KuZIf9Er85TpMJxG34Tub6fvc2Nyaifb2kkvWvpQwmdf4FqQ/YsszHdyHvR+GvZ71OYnU4XENjxm
VRNmZYt7xNSar75OhoVUMl06z0TlPlzP+JN63zwBLmGLZcys8U9gbC6l99crpj+WI46iQ2IHGdeS
nVCXTAI9hLmFYoVP2PReJsP66fGQTElztOofycxwWVTFkebgnY2WcncBfMWQbfFUEfm160+jcirs
zxOPr4nBF8+iPqk/aL1katp4G88et1UcP7BhfjOG/jVS9qN0nJNX+9ecAQsWnrv/a3zH8PFQNXJv
NdqBrRFSbRt/x4ZJ1IILkHlFCN5DrnuVthQ4O+c2cw5qhjttLxzqdzBwBZUnL2GZcVO2JRfJDNzC
NHlLGy6akV7S2vqwdSILPH8dDRdjNc7VupcKMYQke2+SzSG0oKdB2haXvg/h1c8uNlN0zLYozpFD
zRS0bUgqmMZUHBHfjYPa+7Ayn8Kfef5R3oBbgfySdFBlU8bHIfDBPmEyPjvZ1hySs8wFvmOjv3ik
KFDhECPVrtLcdG31BgV+ksDTmDyohk7QrjOMjZNEgWE1+nZqmAdoFRAhB4CHS2dXiSn6xHkfC0Xd
st+oBLslzseGx+/AJ1ADDgKwnC/ji9uCJ6rav9kkSZr0mInMfB1alvcVPaY3T5k3hqDJU1aZr2HI
oz2StRZokP96WxYEHU25oz1WX5S+GrczICer6V5JuuOAJ1HGgH5C28cP3QbM1mNwNcODbFL9Ucuf
aJRAYrNrK8jpq16qHht0g7dsYjXBCjQFjZ/srSkmEuLQ7dD0qb3RRi9m7XZe4i6pVrZXnumnTdf9
fRSnh+4h41U7aPykNNnuJrOPVrWenzVtEEFje+dh8CSGpjuyyqebymr9oNa7OfBY+hHoxw+nddWO
c+LORhbGF4irhdnge5JWgoYYTvGl1PH7UPpDGIN4go/hBiU1ZUM8rcmqNG+ShHnXequJg/+NPu8e
L57zKUxKr6OKte/D1oS1pFZy3nYe52aHF3/RmBTYV4l7pe1wzbHWWzat9+gUfChqzRddODwu2xzN
r3UwPnlnUi3XKWSBd3P9QSqtX5Vp6B18jVCVHjDI6PYeM+BFWU/as8SkQ4dEArAZcG2e58w7h4eh
1P/CxgR/2yXANLIiWhmNxcE6AimhaB9o7y32KR44etr/8+3fd1L7+ZqJmcbB+/uHgvSbQxPp//Z5
vx9OdVDvIRXxv/8UZhY/KGLE//iSvx/UQ3aE1qgff7/k77uGpg/GhmHcDMloGZpRedBdjH1pQQU0
Y1lp2ruhrU7phJBUDj9xwWa2m+gSFKwtEGKxDgut21WyO1vw0DxkHzA7/aJUkEWT/k9Wzz9uOv00
Jo4MNdG3TurJHIafmQaMRVXFd+ThoYiXjd/hqC3YK4CO0kkaiZ+JHEfmxUFbGw/VlDCq+57nyl3n
+OcYi9CJWOMASErEVGXqSxcD0FJ6IKALgAPIqfzRT5Dtf/8257gj+6Fxl0K5aqsGPfj94O8fcdcV
a8xRz02G4bwXyWcR4/YlebbtB6vhuOrCelYj4dHOx6ZG0kW3IqL7dwZoI9TI45rs4v737Zoz/r5W
WDrya8XMZwNZBWagxDcaoiZNjET2mZNjc7fZnc2ieM3pcl/PLl1JDaaPRRmnH7OHCN+bkWC6YBr/
/CH+828O+h9bqYibeMQk7fUi201DTbtUesvvXmTJeIqSOuGgwem3TkQv+RAdZFYEJK4efLv9Ihn0
7CbjFsubLcZTQe9UVhwHE2+SVu4tgzROOj+YBhVC5NmPNMeDMNMWQulQtSkFGClBUUFOsCTk2uCQ
gkHg7q7GCSNrsSITli3d5PqbUpiInTruqvO1j4auxsXglqdk9L9BGO0S8LT3LYKNL4gO2MD186sy
7INbMmVrrkw0HuqSIAHuXjpHFoaufUBGDdD+2OJDIWLI26j4w4A2YzYd98gc9Wh0IWpK2yE2EH4p
/SaIH8tMhFtTDScfIB4sbzZS+XqW1oH8kkNoL9Pqo6WnTLxaesQag+e+OIswPWd3D+eYKuDbeMZ6
DtQLLaHxXbpcwWWTP1XYEa0q39ucorz8aZosDoYifDW0fsNkjvPFuPfF2XJbTNR59yf0KAhq09CG
AZNfRLoz9c6AoVP/zep7a42292CTHXDFERRDEfBKDj+jX51qFv7FyK7F9qqdKMd7wWdf7/DxrEav
xriqjk0RPle1owe6lZ1Tai6ZKZ0nq/Q2rfU+heGNPPPd0xLvq/SibEY2naQoO7Zjm32jsZ9VtylK
cDOZTClgLF5DBfPbMO1lnsQorHHyVFsbVbgA77FeIFLVXPq4yeoWbyeZHs/HANA6mCylNT3HNou3
1bdRoDXvMbKDR70wJ6ZF0covq3L3nZU1qzRJv9Kq8AKEW5TJaQjE8AAc/WOkcXdvSi7OMmqx/NVb
UoMxWVaAkrBwvqfJVKfEYvdIOnfMeIzlnv+agjXDH6qeUlxprqNmNKLhrckTBjP5z+DIV8OaNimE
mo5c/QJPR7W2hcvKEA67Yr7lohWBryt6+kb8l7r27LmAU6y42seTorNV/Qdh57Ucq7Jl0S8iIvHw
WlCUU8mX3Ashi/eQmK/vgXb03TdOnI5+UUgllRUkK9eac0zzJBIUFMl9ASk0QnBQ9vOdjGrloPYv
4HT2Sv882MlRj2sGS81B5MZ9WiI2ELZK6DmCubxJOg+v5U+r6Ogewi2AspuKQHEq9HMedrCHYEzR
Q2HgLb+bhQFXeot0+zmvjNovawaaorT0YLRY0UyzD+QYX7kyjF6HuvpUreygd8rVZAwE4D45nIiY
734yB5Vd7YR3qju5PsF1gaV2D00nng0zPeHSeYg0AorykWt0dloaLKWt/VCgjMNw9k4oIqqohMDJ
Sker2mfDa2y48a5ejI8wtZijIqwBBFk9kj/7UCz1T8xCoS3NDzJ4T4T9HdTOi22rVzgibVqYH+Dq
PkIWBVUtfhxXPfdDfcTFSWRO/Tagw2Kd8jujrLy6ovcv1YqEdVzBNux88BIb7bU1pnTvLstj56gP
eeMZobHl7LpUYrzLHeetRq/udQm6nHFA+GLTNYMJsXfny1AQuBvN1bFcS1X8xz+90uNlQGKsh/ql
5RIwROqN4ZIGKZBvqnMZVIsdzAlbwXSJzlz6Arptd7mKqsb81LiE1SFR8Zn2qqvXA9WbNZdQ90f0
8NEdmrd7y6AoW9bEYdoeZgPLPLs1qnHkrSg3E36WztSxvhjnREWjnuj2Q5NaBFjNB5P5Kx1fh+60
+joK9z4mszhyEm1rUxuKVcg7NhqO/py3i/eLTxuXrodUKt/kWyui4Fmq6W79iIeifnRzkjHgfFDK
x4HWx594/kts5xVlDm8hfk0XDLduV2Kqgm3fpe5Fm9TzaPFDiZ2yXVpWT+w9BzMnpSP5lJ05nw0G
0BvTVF7yJH/VGfeytXJ9Z8me2ojsxvEylpXK3ZKb3xOpzzn06x+Kj0uRIMMmGMBPe8EezbltLBTU
4+zSbVc0Dfudyv6jVTazmJ5tizelhdTsCgo5OlJcJrPlrKnsi6zsivEYjyWxAHPEcEVvPI1p1y4e
xEcY176axbfJqH7ktsMi7za3kdpz3sMfmKuas1LjA2xTOtjrdrvCmCGqSL2yakFDMHOv+e8fZFkm
noPNA2wgnPXIoG2U8QYjB/on1w7Psq0Ws/AFY9vbZDZ0d9RLGNPgkOMPNe7TkD+Yg6wC4kP9cMS+
y7GFYkPHpMLYietK4ij+gHmCOnI+hi2SMTZ9P+ZoiS0oElDe831U8/zANIagHnBSjJr2UTgWOCuQ
ArMZns1huIz55BWdaEhycEkVgReCXPEEDhOehcVGe43KKobZpOVKXdrRfBLOJpYqQ7cFpkZTBXGu
MToso5QOnfq6qO/FmD7NjGA2RRauziFWyAbsySTfLZ24SmeMISNI9crJqUNzB2UNh0q7mYgTZB2F
PB5ybZVTSd9dw+yKN2nm+mN7DdwFxl6BNSCGIG4AemSO/IMGd0SnDexE3cfIwuIIKFIMoXMGQ25E
KNH72AnG3F5zVWJABIDZu7ZF++c+L7jT9LH/HBpSTydjIWrQjG7s3L3rNLqkvf7QN9NzrbvXMmKW
kTfKCx1bU5R4VOOq3BcKLUoLD6VWckFLkvkjied9sqDGZpv3swC8AkzHnpU5nzcDFcEnwIVgJLWL
/rp7CJMP2vY2p9Bq3MWeqmuvhFdxyc6Tr8kBWFHY/OPiLAMxBsdfte83VtfLINaqp9gYtlXPC5Cx
QJrS0lVe3GGLTiICO+P4g8shrlbrdFOioGoKfdcY0gwwEXxS3lzIChuohBQ/GhaoIvn8M8X9ZwEW
pk9saleXWOJQtdhAhgHUt+oatO6T6rJ/Grob0Gj8e0+YHIDEV+ONUsW6P0gGwd0A6xM6h41jYxP7
FEsDdFqrmU5SIB3No0q9igk6J8UyjJ8EUFLaIJG7ZcJW0CB/NxYLUbLECRvKczkZiW84KK16KCfE
egcsz8S/rf5gZlBoWFzEf9OjyOqzHbHmuRUbtCyeD7Zbvxsa46Q4OhBpQBNLfmPzRePNvklNtQ2C
kgsC0zlIGkEXPk4D06oPJbEWYEbAFlXdd6k0ZqB0egCWkqiaJ7VnLm0lNs28JPmoT1NXSGhiGNKQ
NpnpjVWgYstm53voHPr/zPXgo6BcX1eAwmAEPUKMmIugaIp2I2VhoV8Xqxw8oSh3ke/yibeRfAeN
nWxQ1roqiPdeJ0mIif226+w7NrSPcTi+42GzN3PvbHXMxjCRwBgX9rwL+yHy5ERkRU5/S01wTMST
kW3VgXyZWUWhCsggFLA5HFY+XUFyVieBnGKDpjrucKYpWy3kkk7JXgOecxnitBYlaO7s64VAQWz6
fiHRs1nW12gIdjA2HP4B1COqSstPLYATsku/GkZm3limjzaOwY1GJ8BrsYBssFS0PLPGRMCXjLkw
23VvJiqkzaRTGKOK3rq2k3hquzxFCvTqYsBVMjpjAvnMmf1BTJ+DzU0m8jgHaaHnTMeIyYtPY4xb
p/veJPHbjpEZxNUJCOa+Rj5PRCUObZVk7bmAVV1rivRoud/PnRv6s7qQcd2U/VZzrMIfE7GKCigm
zefQ1u+MKUIyl9AldFQHQXf5WhFO4g5PQ4p2PIaet89lqJ70dqeWdhNgPKK2fbRrzSZqQczHYsnB
o0JYYayP4DXnTGbypO9TWwHsFBkiCJEOBsPERaa2iNYjOvk7YfPnxUA5Y9cM2gpvNenZY5Efsnm+
isdu3Bf5km9zwzqM0HVYDVtSf2HwDAx70jE+Q+6oD0mOQjlzmdHl4hDlKiIshzLEAhlja4s3wQba
KUPmm5Bog7KjRDDWAAc5kIua9K2XWmzIl055qVpQjGTABnXtd011wuY5eYJsIW9FWWyNGbCOXKHa
YYYDUlbAR+d+/iCeeDkTleUzPct9Udwn0QQdF7VWOGQTQ1pOjEhsqyrNrsoweQiHkcLD4ZXNaNwa
MNEbRrX7JM6ClOnkpm+He/axwSCEu1VTJrXgSnJiH6rdkhw7rbw1SwYLNfvsjeLk96OM3OewP9LD
qWpT+aI7B9HD2mFR99SZywxQk5tQc6SvpDLZ8XzvsaxZNTE79cQGepNRV4Euyw/Mdn7VpZG/xDZr
rKKTTUZHxIjSa7PUjlxC72vbOki7xMffE8eEsnjN1aXeDC0Dn7Q90GyzP9H/ALceipXXmTpb4tmZ
9nTattJChg5rJ4d5ZGSrH6USdaehVm4afL+xbV+cWTBzD3MYgymOxjyoeUuEwUfxgW3JScGcx/yA
dgjSiEPWaB6So8VLRXE7D8uVbie5z3BnI/rutmgzRh3geFUNhpcmAV7ZEljIkLFjau1lC8jmQXdK
3WsiFHJ5UmO+CCNGiYp+adzqXsb9wLYjZssp9UsSNsGyinMNho4HSaaX17rjdqHnH4gOYkwIWj1X
rg2lL3ccd2c9U64RFaD8mNprbZH0JdjDId5JmqO5KO9NnF6cFxr6p1x5Go35oFds98bItDzN5dIj
vvUROWXf5U9ZiZKSXhATh+FdsPmyahRCyBvupISG4Gb8Jxd9onJ1CvjqFgZSptHPUnMYv5V6MC91
g7hl2eMcvZNzpAHScLGErKZnvbIc+kjONbhtEHCCak8r4zMoX/LOMhs3tokIingrMxxeAaskuxm1
LYd5SKPiDGjple4gO5Eek6mlgQofoFn0DmI/+FxMPozrXA7eiKWd4Ku9XRSQZhguK15jkWXTa3Sy
udyeJEM6r+7kh1UZcPaNpvR1+cLaXjOfVL/Uzmm81E4JF9eFsy3c4VzsnFD6YxsDeyZZbMqof7NB
7twcMW9DGTskbKloyjd6qaHHrkufPZ3rwd0JgbKyYpuAeVpJ4xtgC9fnEI6fXq6xR1FxmmpVBtlA
0jJSk71hdz+RmtLmyn5AETsQR6jxpIU/r0mOAAfQRZTIQ42PORlvXFOBSEzm6mzzV4m89EBo05WJ
Ho/pMVzGy8y70WT/NifvvdnXWywIWJeE5seWXQLGKfNtBWV3u8hx/Tel971eWLsC/Y+qDrc48uFX
4Ucz9OIhM5D91gvmB1nZuDgqgupjpjzCqh7DEFy6mr0OjN+RZ7IQuQ06zzTeU0kLe7H3JGgx766q
HwZVT2vwr2B3Z9C1JWh0eAK3f14pBkE4064bZSHwYxXACfJ3C+wzK6d2cjXxFVolFS21P/Wt8wiA
OZY6OYbpeDvPDWFMq0w5icm0jYZtSBMX1oDW7Zys+yLkBJbXTAWcCwiLQ2OcEhu1b9FnQWMrIVgm
7aHH8cpUhUGhSLloh88MptqAZgX/m34FF6MVzbq6hV82+wYdDRLcCF9w7B6aCpclJ55Y991jynWc
/KB0Vxey2ypcMc2J/WQNRAlZfvfNKA5/rY7wCtvTRtKnK2dyLiJVP1qAFrHkMqrSUYSAusflsADc
kGln7NqTZTd0Ogz3QYlz+Dey+0LaxSYqxyyhWXO/m3UdyseaNWhqyq4Cfi5U9WkRylcbTcaxq6tD
K1xiuK8QmU9xeeoi/PtVatHvjB4s/dvK0+62Spe7aGh6D4BZOMXT9bRsOEXYcXV4QfTRzDaztcye
aM7geSQeW0wEjg4vFsKw2DRWj1Gzq57BeIsXqzPvW938qMwMOj72YBIFRcCqJu17kwbrTnez9IQ0
qmGSQ8EJmt88WwULZAY6gTYTRiobt11kOoepfs464qHDNSRWmM1H1cnmWNQIiMPhtq/1Na2RErNa
8XB1q+DmISswisxd3CORnLs62jaNsSmV/DqccRapcp5vVBt4YNS3xzBpxcFaxA2NA3rY6bJrcaM0
LMbg4BpiIlVgdAn2uJ4OvUcgJrp3yALrl6sqScOvuGDENhGWkVruTrHCfBcyX/KFpmyHZhpXM/9u
MsNrBXMCXjMOA0em1/NsPahVqBOaVx3cEUPXFKkPCbOo/bQS7+Y+PFampWI7Ko+Swf4R6t5ZsTUC
4yf1otIhNA25BFkoFC8rR/Wo6c57WtN2xDeXBzO48cjMrA1MGnYtmGRVY8CdX9QlDge62e4ac7V0
Mbae/r3LUfrHrDSlpRT+3NIhg7K1y3TIbGpuoFnLcjzGpdsd0IEIlpK3HEkFSdSlEjB7b706YQzE
dxivEnHbNUXGrhvPKxZzaTbqDU7X7Vh8hMLMnvIwv0ty/cPMrW1fFwrNWEk+dUiAgRsM8Xifcyig
qIVOjr+O3a+Cm8X66tv+WWkGd5sQyhva+F7ySjPh7VAY1e2XFRUUpq7dsQ/EPkIIKuKY41jVuPua
6MA6xW6qjJ8hw7D66kj7CpCB07rj/Eqcvrw2kuS1rrguF7SrE4WorryDys1Bvdcd4yhQJh30htp6
rFYH3NaGGYo2Y3nT2QzjbvOsOs22omKKkfQvodYmW2DSr53Whl5IC8+jQv4e2xq0SVfGABJ7zLUJ
TbumpEAexhnnnx0UCsfrMg54WBGS5KLlxWql60VJQip8mTKGsE81i429et9kI54F1b1vY/MVER60
Zm0TG1VS+0PVPxaJ2wP6s2Z6TqbumzGcGJvFSaZZeJxNZPZAby6lZkLwqwy0s5oORXNRykDErHxo
SSCG6/N7SzpxD4ENoZR9W7XC2FnuYgY5dCQP4cpTllACjkv5NIx8bgbRG35u43gVDT1eDRykU4+P
Qspl3/h4IWf8wA4yhM4EU5eFh9iNJt6oEZ9cXHac5SbZ5+t39FMQa/7/t2ns3snp+M8fzusj/H2Y
mlLIs5q4L09qWjZgwnjs37+pGwuh3e/P9PEduO//ecYwq/nV78/JHPOr3zv817d/H//Pb0wWG805
/J+v4s+L/POMXO+6Zfvft0RGmPp2Ywz5yYIQ+ec1/j77nxfy+2xaDB1h//eJayWjhPh9xiazlvbP
5/fnwX9v/f3y9z0Jm+jpreQgPbjyLcIrcnQKUsAwN2qHHkYuywzZ17/fQeas/nz39zZnWUCO/P05
RWRFV+0/f/n7XbSu1H9v6zA6T3AN9r+3/3mE39/+ufPf5/p7v388jKmssh41Uj3Voo8Op5UEYwZi
N39fSKMpTCB+H+u/vq1IkBHbv49GjOuaDmpeoBCxNZeZmANnEDechSWIV76kawx7vH75x21/f/z9
ruztKxvzPKyD/73r73e/9//97vdB/v4ID7hn70MGzb/93T9u+/0x/01h/7fH+r3t3+4CdBXwQmfG
3hoO9vfJ/7zdv+8NzmC6eP94mD9/9G8P+/tWssU9ut1Q72AD90eSDHtfNRS8uOuPdpgwRlu//ONH
MfV6vvnHr0cRpIsTpO7acRGQ2n7v9PfLP26D7Ya7bTJM7+8z/ONp/t73H0/1b3+nusANUXX+76tF
X9gc2+Pye/PvHYx6ZAb4jwf9r9//40l+f/znrxW3qPcznNZ//Qj+7XX968P8/uHf1/r7N7+3xSjI
tqOtfw/JYHjofJERqozQNuXYM/pQC73tb6N+TII/y8WoPylml4fLOdbqy++6UNHCO8ZpVR1wT9kx
V3C6DwWG9UyhpciWzdKV9SKWYdlTyTWNqh3T3/Y0I0M6wWJqT3TrWoMttlVvpUo8Au/5WstonQmn
eBSQvfaAfHbZJB/hV9ByVGhp2oCGNxPeVdQLUVCH8qZTqzNgNpRlAzVzV8y3cy2/jDAEKYKeQE97
9h7MYekB4hbN59kXkCFp+YlwV6jiy82nR7V2M0DJiCKKqUJc1JqbWQ2TrVZQJZGTU6zUvTYRFe6Z
OibyoS3O0TqHqbB8j3NxXahoARhiQ0OwSgQBlMJM0WsSAHsSdpoBRshsY85cxB3R7xoEa16ZxXZ1
sp8pTdja9JmKhJ1CR3O6KIDxRSXGDFwWbPX5TP2KvQo7vRuyUkGZq7OyDRUwF2s/BlMLQv/lohv5
oazrMypdgnw747UZm2NVzfmKCoFmy7WdCuUqjphIYbOMfHbsFRwtoBrDFV0J9hgpbUBFVB3JEOpG
6EwBwt5IgrHhszN7nejAOH7EMOstNcgFJYSfVrMx75z5BijVT2fzwTjSfWWmznhUulfRnKVekvM4
ZSqOal1PO2ZnV5oUMaKnlH1LGz838icNKSCFoCKY4PjtCO62lbrf9xrjb6V1dokBV2E0aKfX3Whs
qY2fqCWnoGtEBWmj+7KT2yJiaI8ukPtatJJ3ukLgugaLGUSfQmWeL54dZm+dBF/C+L7Y12SZIkSA
rOEsKokQfR4QzUIT1uCNR+ga95lzNyVuu3c6XvS0oPmMsAIcRck/muA9jMceM0h940SOYGzAudRr
7Oxj5acPMc+303k9grTU6s9Ayr8ZYVMmd4wHGuMNR3Z4XWnDZ1NopNVy+nnIACXJ3EjlYqipniGg
foa4axhTjH6LN8TousknKDXQjUzZLRkoGAu0ydqQZYaj9c9hkiHmByGFZk2iHlR5wTyXhZLMJ+Ve
esMk52M7mOjolKCIuvBuVolBbpyPOsfCG4nofZZKADZptcpTl6n6mX5CfIrxqJtu/KWsytdqiulr
T8uL20BEs4jXUb5tFyeklujJQVdFsRom75Yefqk+59DcAMmoDv4092pwqL4rktoDeJ6bRsk+swYo
3tJQGNN4xFrrPMVrBW2m4HLaHHCJIUt6IUp1taxA1LGHOpKo6k000Z0omL4O4t1sDMoeMJPboX3o
suaCmD73XDqVllu/qr0kIcwAGETYVt7Lp0qEumd0xCG2oSho0kj2G9AKN24EuKufGXekdrw3jRXj
2aj3FmglHNyNgW0tz9kjdUUjfBgBR4JLAb2pw17VEVzm+fwcufI9jBrCzJLqK11eFi0bkanFnyKJ
md1rFwfLv8R9cCqTXg3GE4kjwpLuez+BW6ddBRza9tKKgtwKtZ8yR08trNd0JExoWp5lDnxA488K
dTzrAv1dvxjpViJp6evuKkQfQmsKHEMcW1Cxy3g/f1jQkML8MSPlVx1K5kIEuRupAhEGz6BFJxGT
BGu3wSCskSUiqYEGazv6EceE11YD6rj0Hbss+p8aIQw2i0M9YcHCpgVXmj1iLKjZbfw+XXXS66At
oBugRum3Y+im3jpCtqbC18mzwrJGxyHPX8Cp577qArXsWtoRXVc816aqeybZC/mUJX6UjYtvtYKG
DLgOgcp+2yn5k5Vqd3Jam9PP0mLqS9ASVkoEEYn2VSnZV5Fon12j0+VoUbkLCF6DXeCYGSjXQNB5
iYqQxllhpZD8XlRUClOBrhPQxINIm+umm72inK/qgUZnR8NKA5HhxVrgdljvRA9kaFIs+prY8plb
Ye+HsKPbEfvWaDrgd4/5j5SZhbG/ATtj9lYEcPHQMlWHTI15KK9w39PY0u0D8Lv3LoGtOxm3sZMX
viHyfayCNYhCwpyGEUyW5YxEpOPGsUBDN1x1t4OeomsfZeZbCrMbxH0z+oZyIjtH+XQaBnyhnHY6
tDBjHtEogcNm6v1oqMvO7guY8YZG0Nx4zuLyUk4iMNQcIXqMPGRu8tfE5DBTqhd3TcuSXhQ7G7Nu
7tEAPxZm/jQvsN5BoZDmunxWk/WsVehqaA0XVhNY0XReHN/Gyu2pHVJW1bLOVY2MpuqYpFYMZSyj
g/6FQiWxdmOi4C5BqfbK1P6N0IpHqx6uJgu2ihgRuOb7zshfs4ljIu27QBuoDXR5FS+IiGZ8bqKl
qZXV2m2itL7ecn4CjjLzPbtu1Ic5s75ktJDYV8Q9RObb3E9vUcdM0M6RhDogq/qEiW+RfY52ctGb
6RVg3HfKkFZG+m6RyWEwikfmq0zkRHVf4yodEkA1MgOEx+cBkxNBSrUkcpupgCYLDK+GG713TneI
Bmw5dDe3pQN0fezt787oFmA5DM7JWEvAFzB+Ao+AzG3cNCVhE+HqEerLuwzA10ZFGLHFFLWbLPfw
WnQAaRrGmtXEmB6TWuSRYVaBAuDarGjAXgf2yyGCdsPW9quOuqnDEj5GdurNT1FgPBLjy8CLOoj6
GVBXsyE8/sltlRMr30PShvVmGGw++uhaBQFdmdquT8f9VIVBt+9oIXd8LCwSSCUSLFebkTHhWzwz
GBzs+jpxVvUCQcSimy1/cq/ATz7kA5gFhkKYVDh7YSJ/5/l0rLLR9EDNPKMKudLc/nZwcs8exru6
j97MAjHBAB3BS8f81XZd9AeYPb1uoamlG/SGF46NDOwwmGfKhhb0GDiPraOLK07JnTHMy8HFmVwV
13gDUNtgBsIzw+kyPFs9bbklB8jRRdVNDvN9g8uHT9NAz6kX0SPgRciVGFeKPh+RXg8X2Cr5vo2Z
qiDosXEt4DFAd15G8oR0K96gYXzDBuOz5EL1KZrA7kCot+65B/nhNyFa+jzB88VoXYcTyOT+uchQ
p8LuBda4gIiQOh8yvFTPtnEQFKis/EGz3U2Hh50+C5PV4gE9NYyoDDETGuqN2bXJfS+3fWj1j1zg
qCTv3C8xDcMVKV9e15Pm5gBhVoyZ3Zw7vKH53cyzQvzHOLy1nRtE0mGqkcz8Fskc6MJty1QElHpD
xIbCyUMR1qAJbCLGZ8z6EKSCDy0W6RycJX+2KeprruCDrNGBUxvPI6dnRZpbmgDFqXYyGm8mN+Vw
aZJ7leXH7wbOtTDMGBM2VwAgfyCI0x5XGZdn+iXsnGsEJx/qhCplaTtKb0xCYeIEjHvPQ9ScLIrF
iCYbcOhrSpBN2ppnImKeqLWfHIskMjMCArlo0yddKYYtJA5eO8Qqh9bsZ87wHoHeTG3rTolS2uNW
g3QbLFw9elZL79Ykk5BiHK6pAS/asyDnpFHyAy3P6E9mpbYb5u7KhoTfi1mNW1UzJworhWurzT7Y
Gm6xoTLsVbJbnd44M9cPWmLljjHbTQPOkYIWlAe6XL1jvq065QUF0Qc75cYzswbZq8rE3+agUX60
UHtPquwQWkwHk7g/1cZ1UQvDc2PExHlBIbqYEYK7zPFcTDnpYp7bwX0slOGb0Y7uGsTJhFsk7/6M
U3qD1Wjby+g2lYaBiKR5ndr0OJTL/aLTnJH1GwHDqFVdRGOiii+1gWR0qsOLMyKgbURE3YkpH60s
BnAHLYcAIYA4hfHKspfWvElK8z0dCphz4wyz2NICQ58fNYF5KeUMjPmEQW5Hq+Ts20RQ4udkgbBH
jFULJQgkpOnI3OeSE2azKYqx2RZrgoUxGtfRRNIlVuZ1k6RRjnXnLjOfFRgDBjYy5KoAx7oTVEtL
TIwBAGAalRGAEsQ4oSCuNoSDD3R+clbv7hhu6yxjYVP0kx53rzLWP4han4NQkw+CGIG5Byg6Rzkh
Iy0VIVB1UkiU2d1SmEScIRkFFSyeBElflek/OuOKjTUN3wy1f9fNTdKYmjdr4i5BXQ9yi9hel9m9
4nKU2Kb2TuDyd8J8CatgddC1cS9nQmwzTb1vTBfplOoiKtaxzmWVud5hmyRm7yPA2k9OxmBcmz0V
UaStSoc6IK091UXCg7jjJVWbAxi4k4JAsakQ/XV5fUnz8hwL6yhbsp2qFfzXg17DPNxsrHy1/KX+
puqWa1oBL7XxNSNJqosl9RlY4RPrhju7HF/tbvxMip6oCAIHNPUNfafp12CGwfgTODy12PqWkYEA
B09tPMCVuhsYhm7mtDhLHEsKM0pwaO5raqI/Qf/0GPb3gwHOymXrTn4hYGVhky0Wl+ccsruhMvnM
on5rLRNGDWHf1Ow6JGAJP2Yq4BrjRZPKRbhAk6N4vsfhJn3QBndF6DIIT8MDW60Xx7136LUjMils
UoVXw0KfUmCvcDAbXxKUfn8ezSOysQ34y11vx+iHcD3nlwYH6FGk4Z5j0mvrWN9OqcpOTCJ4w28A
q1Sz6DwfuwjTpdrh84uShWAhvKelvR0b8aLk+dFpB20XTqSaTwQJyxzTSwMUPJL9Z9xAoTX1A/UF
nnAKDNg0JlUlu6/xRmQHKmnzoKzKE5m4KGQkHMnO2lLvK/g+3Jey0dHgOSkxKvFL3MfbecaQrEhw
OCQiIbqanysjybchSG0wJJtSEvLT4WqxUkZ7xvCSlUzYQ6adPlh7JGZWixbGBZ7agutx7T1/lq7i
Kyu7TNMKSaoQtNYjJYe0eg9Yer1hCFAiEnKPRvVVhzYY77i+7qM40DMzwfQ6nepM+wAEAdwohXRO
E5xmyGcyzpcMFVugVK4LGW29iCg2e0OIV3gzu+tyDtwct+qcRGg9+4bJV8QotAohRIdbI5f1JsVk
5xNHnflJ8lWF+ZWw0TSxBTPZ1ps1pNtuH09VTwBRZ5Mvr32NOqaO/KIyu94hfHuzUbPYy7RGwRWH
TK+/KmZAgV3lX2mO1XeUY9Bo8fUSIVRt+OJ16/xeLDdt7O7t24mrKafiNU7l90QLA82UPyBZrkMX
nxes7bNKaG4h7SdXnU5zq6DkaNjFVzrs+9ZAV8b0z2Z6lbkkRK2t8Lier3KTICLSDocgQcBoMWze
1PX4xDmKGkStEbmMQJvbaN5xP4B8Q+RnsPfUXFzwoCp+wvTvydDQjoxNeNfHX+4ErVB/Rj/zaBcD
1SbUFROdhdeFYbJB1IEiCS2lzW6BgpdzE81u1eya1gr0V2Fp+D/0p6kYiBJK2vuKD4+moH6n5Nns
94b+IuF+qBFhOwtaLf4zbnSFheAxWiyivCnQQZITPQwEM0Uw4rCHxaSIv2sAz9ZXuB4lULI4uqu/
WXjDCDFfo18RcHWXG+zUrFZDtzM2SAjES9x22mbWqmszHx8ndArBHCe3KShI3UVH5jCTNRjD+mwC
r0Zs3tOsP6jvSKnfbZzLneDAzMwnO7YeNKv08eefYyISsx4LCjEWXcvZEmGddqZ9p4uXoTc/FBtJ
CO/rgKkqwI1LMybl+m8vJKcJTR6a4Zo0n3PHAuAa4IfbXn0N182rQ8b40qLVUKurTLPgSsrus26m
VSvwlA8NWoYYudYIUEcI0MBFyNFCFTOUlbtfBG4qkwlyFfYfpSHv6nhY4AOY7GmGBzs3TogsgIAp
mFgipPYOE0temAJjt0i/KQBUhjIasbtp9RkX8T41ycXFWywy8yt2WvpUbVv7Rq5GASnq2lxfZ1Y2
eW2TH2o54ScR9bapzPdM7Y6txiTWJVCGPOV+k/b6RxyWd21ibnkJpwHaPDSEbhmvSgX6TWYh3UjA
X4w6GYQK7ozwZymVR231rOHYeVSyN4nGwVw04jAEieijhrazqH29Vz/toT9obvIAESc6VGX21Yfr
hx3nb7Mqn7MSq0qp4zTuKt5zMl7P2Xiu0uQBC8U7JcS7WGXOdiUDs57fhho0miNWMnjhZl68VAR6
aTby5uG3UzntJpZMX59pzYpEO6Jap5sQv7lYgtaZ6lWRRydU0PeFMxobWyivSzReiQYgolueNZZw
oCi7vqqQGIwEmSFYTMbkJclbw/tpzPrT1POPsK5DCvjqrlCaDRI2FhcLd0yI+cMC2ViO2xDbq0VH
L8+IrtRzshGYgpQ2GpIS9cs8YmGK1fA5TVHFmgPkl2W0T8kCuFHUiOmVKtpZTTl6wuuXCdyfnWTB
Etkn2G/v5Gy+IR2/kUXobBOOU86QZ9wO5AQMxLNVZzCw0U5ricgaiZixlZIUxOVaCctjmctl15j6
1hwg/XDJU7YkUDgaZxcqSrknBQipHHrqycFit76pWnfvJ5vmDZgmduVUdBzF5VnPnyDI+HFe3bZx
/xJLtK/rIbjMBGeVlEdBZHGg0Mu/xu4HT3N5Ce3+ms7tTfg/7J1Zc6RYmqb/SlldD2Hsy9jUXDiO
75tWl3SDSSEF+77z6+cBZaeiYjKzu6cvpmxsIswwwHEcEBzOeb93qVyRUYLc0TpJjhbm+1hN7mpf
fk56XWWg59Ot7fK1aY2Oj8Og06bBHewF3sPi5PxMcvGG0dhdPSRPhCZ8Z/R735l1vTXQgyhkDy1x
EHjS8kOZu890D5qt79NFcQHqD4KpOiU8KhzktAgrJnmDQzqwXjgodBkK75AMwiEzcuHEWPPaE6S2
HBsD29eAkEiNcAl+GLuBMQcZV8n+S0vcdAUKBOwADyvhO+PexdC09+RDmZt+FE45o/Ktl0SAmJhT
tkHHoBHjPWWoBDsPId3n5LYMVSJh/wyXucCtkkqEwUDN9MV14krrYbCKrSaY0PEHy7RRgCW3wkA8
VoAzBz70LH6uwx005LmkfLM0YuzgyzSXeVfVGsP4JCN+w1x6af9kqsGRwg8RWgaaqgInyMxIMNA1
jRcdHFlCQL0wlEbYcD6rUaKj2qguSJ9E8nSlP45xWa1beuhlxzusLQEgg/ou77NXjPlN4B7ePqPQ
bVWptdaG+8MwBsxeYkpDBbjxWBUtdElYBBXaFKEZaiRMdO31TvpADcxDQw87cd03JVSxzdGB0HFV
Ui0k8r4IBavUaZYIFkQ5MoHnAqRNc2O4xnffkhG/qItwoBF2G5fgvuAgqiBWtSVfrejUQEVAI3ws
pp8LpgqMokvE4vovnWU+miqOGGa6UdHf2O0QHkZRJxfynIfYMMCswYMVhTtCpm1JKnXnGWc0jIvS
IASg17A/9nDy0uKbcCodWEICbNiXe1LZOlQQCk8ErqFOI9a7poX3WHi4c2YDlDWIbjzWyjZtVXKJ
NEZv+KfAEy8iHyRUd5uFZOQVd5ZiLOQB4R0WUmcSFJ8wvKU71IfIGpXkRxeM1bGO6rUHvC1qjJQV
z+IFO2DCgqrKsXzxKRiMo+X9gAUV7sVy0iIw4MwDM6V5DO+S7tFVkKW0JmM034Mei13poq8zWMIZ
zAwrZOyMNz0W8P06DETpGlm01hGZr1oExIIblLaWgj2elDirtOqJMfa9LibXikwZRygRGOAC+qR5
+PgnJibwExUuhJHJH5HoBUPcqCCHgFTwNIE9Ef6OMbUSJM25UOwwLz/1WhStYQbxLXmvUAtbiab+
OiJITMgfWLotxZXW41vV5PFW94zhBGIXzZSkgEjXyR4a23uJ6AnqXQXKYpx+FgqAlZa/R2FxKS1i
UuNhUhfFaEZkdVsnNSmPHoWpagR8MozotQHk422TCYhNQczizN+SqTl1oOVnTUf/Clrprdm6vIgJ
nKVOht42lZ7clwKEBeGSQN+1PiAcQDSIoNKLcdOjM3LjYvOCyRxgZyMK1ro9tcJkQZM0uWOlWkmf
n7KH3hJ/3BQgfsHYdNTLuGEsxYvw4CiXkOfwtiyj5qbAgHtZaRV/mi7DmDw8ehq+Cg24TU8ijtQB
a9KXyrdhOwUa8EbwCxXbgSYQjzVldxSlNGKGbKCxCY6pKp6tXFXWqtiQuTlk27EIEWhEqeNPzqej
x8vB89Rq34G3RyaShjDqH/UUHahYP1A14++fjpjNgci6QRXu4gxYnXFrgvAVm3mlXaWiUtpdkQaH
2qB+WuDYj9lAL+xL7mI8wDALrKF7MoB4wk/aSbWp/5nV2n5st1pESxoH2WOqj8oGzVlIE5YNO7Wa
akKlKCwaKUG3ZUQl/VpSCbIGWE31uS2ETpVJ/gEI5EFjmKVrj0mMbMyQCE8yVTsljGahdSQlEduL
t5k5PZLnuOcnImKFMJAoNVtVVQUWXXFAX3utda6tK9U6LnsRHBoe+2XSP5Y6Z1xo/CR54CAxnk6z
RklGN9urZmkSVPDkYAJK7r3sRgRC4Y6i0M1fxfGjCpdHLBEcYpPPUj6slIImVJp6WQa1Hkc3YYKH
XrtRGbgvRIGoPrlR0zXFYsXX0pUFDdP3SQEg2kvU1fo2kV2nDYcrdgyHvDVaXBMI80sQX2K1Q4lo
xECgD0Y2En6oicAV0Ly3XNGbpWE2O48aKsChJVslBhbA5nr+LtfkO6NOuLSTUtd0zcfYb80NOiUS
FYo8X9RwUJdyUWyadE/INNCLi2qKBwlnlvyoDqS9krkjbw0ZZSfdCo17Ts2l997TXgn8a/vxvUmL
GysPHU0rLmOFKXUVICyv3Fe4e3xblXUE3fcuzlLLPqfJjOnx6ELXnjpqzDr6qZBw3coXnq0S4+VG
KkWb9g5KgSoYTjya3/0I41ifsheBXPR0GOeoi4EeK+PatZzRVib9QFp1JWxDxR12OlKcBcEfCJob
OrNe1q+EXFjHeXBXC7G4Ks2LrAp0DMXhse0xqKpEUOG+fKhbKiI6KYmyR7xQ31nY6/TxyNF7R7+q
n2OdEpnyQ26Di8lon0Ewb8W27a+qzHCgQa+28C2BPvumzDT/7GWoEjKFssFk4l7B583aZ8wj4HS7
x6jB+VZt3jsTQD8PgeBbT7ivAQUyObawBE91wA/lgTQ/0Na4TgjA6F4Fhu6lbww4hwXqNgnDG0HN
MaHRcLcxRpLgMwv8WmoZ8+EaB/ifpx+i0r3VrUiPRe82Em3POkrJFcniNxTlLt9FXCKYjIxloyTc
0w25q9AVlbkWr30FG8+xWEZCuElEvIVKV7kUlRXuMnjJNqbwHhd5QRjznvuIPOcCrY1fd90pR5ql
kkts9lhn+SRJDdmZN2xIL1hZICoJ8ERN4YHkqyHMqgPKMlB/K8wv4pi/hxVckNoP72TRcm2/AHr1
Mw2HvgLgBAFdc051O0iE72Dt3Qt+1lRfobEL6qmtKLONffrdMPAHNVSGRmV1KiZlTiiJ49rD1e4c
TBMN9C0RLGM3r0Kn8r3VQB7ySOdsK/Me44KeWFBy7CMoEABE0coULJwFy3ZY5gXtsJtL92EThNwH
4pUcvW4pyTIW78rG1NGMqaN19QIfU5kSTDurks4pXQYySTfSF1qUfVZsi766b418XMsIkJwWM6We
kAxqx1Tn8AIp1jw8qIhNJEo1+RRoDHoKMgJtrA7LnpFXlDlKWTWnNjdv45QLmo7oVXOpPNVWnS+i
AEtKvg8BXiAq2C668Fy6AyA/MCOKwreukfAkNSjLh430qOiFAbvjJS9Sd+33CKwzrMtK45xQEVsi
YYdODHPezYVVS4lVionkzDAtCxFtuXqLNDwjmLzpV0lSYB7mnjAlO3o6YxWGZfBgc/xihQg8RoIP
beU5nZz+gyYXMzbDvEhKeVM0ETCMjhPHQP1T5b3kxTUjAbSZbnsJXVTjgaYQZJkm3kqIsX8rJPOH
obVoD+vHvoZpppZ0N4wBhm01TJEy47uKJXyp4M4a/jB0btAxIeWnx0lDNCZTdwHWP0md+07JH8oI
MkXNzSVX931U7a0Shg86TQee+YMU4WtgWOp3tS3RySsS1nKWrNguwRuyR/Qo9Ren9fStBeVnl4f9
gzQi4fNygWp7xgUw1Hd8A9aNL9goReJV75rhsgvjexwiqJsaKPmhkUOnG86tQvVAU91n/wIDhVbF
drvRaWQyu9vyiPEYmbFpsx1a95xXFIgNsIhI6qHqGOwTGdQ1SbWPcuyPKvYG9FKXhA7tESSnC+5O
4uDjahWp6LSiqXdGHeWshz6S7qhCsNkqm0KrtxKOSU3S3wnDKB0buEByrvEaCDb4UuC8bikfcqRg
Z4xXhJBhVd6MES8DrptMfl0B6YkAyX1NLQ3M7VVW6/oA/5PWnkQOoa6tZYWPsqX63C3BTZzhy+fR
1mflulKlrd4SAx9hkOzEUv4S6wHSuh65kix8eFrzSkD2W42jMne/vO4K/i6ka9jooKKVPlbY1QJC
hiFx6kJIBU1BzydnWIKoqNhAGKjYalzmFs4yxCda2F1Yhw/8/W+NtxK95NIDLwCmBfSvLBHdIcMq
zfvoq/62ko2PPK6v5lDdUYXAhTQUPC56Td0ZdVnhMhxQpYm9Qx1VQHOtq9gbiT5Rp01CvrchiFSd
DVfZ54X0JrkdNkspPLGpmpXW5CIxUsMsLM23ba/v23I3KMPa4AlKYe8lNNyuLjwpTfCjlFFi42Xd
kzMOrc1FPV9+pEZ1tXIPNDrNzoW6klzenLTpMf51m0Rtjz2GEmhnO4onTmMGUOpENV95dFSL3Igd
bZK50Pi8G/IHBU3T8Ufr2ENJW6aS+j1OvBvEwv4OD6EdScezoPyYYxBGxz05kFCNnrdI1vWgiQ60
OeLJAX6aVF9LXe8dqjovVl5V3KIDc0Qt4/GP1F3JoNSrC3JrGqwHEquoaeERkoUfBMZWiBbqrZIK
nDd2iqoOikP3lkGY7jnC0CGB8K09yIbdV+n0HgwkpzfSez8vL0qjLHtMHTiMYNmho12aoOV2Cean
Y5i7KCiX28GAh56hRIdQL27INkOr2+dUrHqKGH1C3hopTkUtYFCSn+tRlHBtbleoJrBXi+iU5dUm
S7H6aMCEgxTnnZosOdMfjwH+1bbrF6kj5vXOM8Ot6xFwhV3EXsKA0cG/5howWIyJfMEYly4AwTKC
RKcfA4h3j4JeEWKsYHlCsBQG+VWvi7Mq1pvEigenlujvxjXqEPrVgp3GGV7b3aX2lLdc3XsKrWYf
dKQSyz8sOA6ZquFY2VofxlC/An6phflIBWXdpx61kmivMCj1PboRvSefjbA/k3B+DgiakBtiVr04
WUnAA3qiX3oZMRzwVLnOC3GHrwzWZqV8rXr8bgoAUxIp4Q61oW2l+ikdlTtXCW9V2pSVSdRjVI5r
K5dItMWP2AztJqNApmOZFIagkUjgQiQSctErS2iULJkenZ0cXkyFn7FYJ9sgw6q6lVZGXdMrAWy0
0h4KgBAf1L58d8P2PSI71A3Jli1uSaJreGgGpDDZE7z796DXPpo2c8jUWCpinK9FoadeRmKUVDBq
1/03IFkK9gjIAM+Es5KN975mPIZGvxFlZYsos1gKtXwICCLGXhaOTsMLUavQ2h5+wKV2iJTnhVGV
dmupK42QvFrs3qCsX+LoTVUmgwNykaL4BkmYzN+PYEjXWpZYHyB1kh6srISNZD37DdR2Kp0HAZsE
wowxCvSS/qAl5h1aKwDuxHwQy/bQuNl5tvL//6kH/17qAd6SRA78eerBQ/3q/1PowecXfgs9kETr
m6iJX7EH6lfogaR+E3VRZqAokm8gqsbvoQeq/E2UZF03dap8kiWpJBX8FnqgGN9E/imiJhkavpiy
9p8JPZA1U/n73/IsHrws3b7/4+8cGiicIiqwcqbEA13hZPPvr7dB6lX/+Lv037IiC/xsMIejLsGZ
iSPE6NS4zXz306xOElyMPWZT7D5nf91AjddAfcYUzAvL3Cac6hL4EwfQyuo1sYc24wvrsc3AzZpM
hXZcBIxahYtv4FRcNuahLIVuh/mQ6QjS+KPPhOCSDmOJEH0I1lUfheTwCMR94PPG68nDDLGUUUEY
3ilBULVDL/7sC+MTxs8QQN0O22sVtnHUEXSbgH8k9MzoTkjVOi70aJnglruogg6blvlM8CPknTjP
Cli+j3fzrIo5Qbs3x6xbMtICtxRyusnzR0ET/9ul+Gk380c/XaV5q3mliFlQUI3SmjSEVnSM0Z3C
T5AyP82zSPvjlar699r0wbxqnkSejC4STv0frlO7GoHOvGGMwOi3WVVocbaZvzl/NH/9a3Fe9/Uz
6fzFefl/m/3rX/86wHnOC3JtOwRlv627Mt+Js9Rommunybzu64MqEn9b97Wdp+U07PM2X1/5+nj+
yryI36NPjQjP8j/amAARKqrzJz/t8XPt/HWNDifUhun4AtwYxsL/PNhfjunr9+Z9/fJT86I/3RSY
ZQLS/H4+OY4iWOhNy3ChZTvNGXXkwzTeTudpMOmPOsi9GHBNs0jo0x3ktF3sldl6XvW5IQAoQqXf
N/ncx7z150bTx1+LP31MgCu/RpmH8dY8O2/1y+7mxT//eP6Jn47Sq8mH860A5AceQLEIJ2UUgUO/
HWHhCZgXWZ2QL6m54ic4L2eT3G7eaN58XhwFP9x1t/PaecXXnka9ZifzcjzLtX6fzBums6zr6zum
QDGuSWRGyz4v5AlvrqUUWo/2NYstYrlLINbs5s/7FOlqrtFr7ybVGRJ3AtcaQ112gtAuI/Um0TRt
O1tQupMZZRpUB8ogAp0KYdjgtWbnY8oL2AzcZPc5CyUwxbYw5siRMv3b7LzWr429Gnr+el6aJ/MX
5+2+Fn/a5bxy/nje8Ot78zpXnhIEwtRfFR6B8Is2yd7aocCl2S33Y5MptBQxgIBmUEmJ6xdzasTn
iUIuOaKAuWmnNJPvJDiL2OaUNebpfbfrrKDfqQaJ0+koLsFIT6Na3GdaDPrX/i6+1LVDmVTDFm/g
ZIcGCS3dNPc1mddhqZcvSTZuKYZyPcaS0h4DPuw8hFK5qmER856QyGQtC2Xt+V2/cz0mMUWdVTBK
90GCxTYUzIqUt9Zl8KvdABnSBy4xI62DUiFygDDmeTEpiwX8STC5toEh1kfjLpS7mg6YKRGg04a4
yQV5tstlxI9GWVhAPA0GTkW3lZpHoIJXhUTsVVJBYoTiQQetKonptGreEKLirnppvHNBf6E9ixvI
gtXOEjF61gTjt7nKLFWw68ZWpjbaDLCu0PQKTh7YEw80jTfoM0ySefZrZdCKZ6Xzx1U/PUHzxNd4
XL8W5zniajHjTibgigdpnkSQLtZGKm0xqBioremiuBO8cyHWwlovdcJm845HYCA10SZSsbIF/GXS
srnIVtt93ojK9Jf7uv3muXldEZcIiFsVKxRDBJzM4jVWMdVudmPVMC35zaJ1Xp4/+fRtHaySDDEl
XkLP6HcYvU5/YYVQvRQbVieYl304n7u+cPmrdHILu9qoVadyG/yxQKUW2E8LVMBGtd99ztbFBsdk
eeuP48rtSnXnlSas+xxqMePRhemnFoJ+yfycIOBSu4EXchNiaFZWkMCUUV1SJCO7tFZQGPUjpkUG
qBC1bxIUeJB7QDZ6NBtpuMGnc7hDQa5g+nvXv5j+mvQGk8Dp1B4f443wg6GFp+ARZsMe5FaM3kkj
jS4w43PvCWw07+HDbYbmyfmu5KcC6LbayIg4fKftZdsxEHfJlaN5vj0YGwadwXjyxIs0OIX63riv
bTLtOsSIAVYZCfb9sn7EnrsUHNF/TZQDQdQpxLV+35ib2Fv56RJXQD17wscrGT/gSYTU93Kf2upK
87ZUTifXAFwgIrs1GY+qD+h/VI1whX3rXY0PPd8OWOtZTtZQU9+U4THDrRr7s/gAlAWdMxn2Ko5D
/hHzhFzcmBBaMcRobdVfY3w34jSQK+uKyykL0BnVhcphUZoGSrG2Apyx0RZ+9FhkG5jEds1T2S9x
PGSPbn6Gl5ykqIxsoTkM5i0su665JtCJG++S1+/IYMqduTcgZ+OJCis3QLNLuXSZxltf0CDXbRA1
4/PoRbcGsjGVjLuT1+50c1MlJBJulNfOG6nHrcWGXIqtHB2SatsWdiZiU2ND5fO5vgpeQ5TDF3j/
gCXAX7GAJhc1XDFbfCofTWHXU879EULvo792lo5JtRTijas5OlFP0L7Izhnt9jHc95bTnb1gKT3U
x2BJWI+HXwW0QgVYeDvo215ZE1KZAJqXH/hXjTF1oqMZ2VKwgbmvjwdTfgtHutQ0k5Pb3EEkRlhY
ZvraxHBx3JXGJWr2IRE4I8+FsuiBvcLoR+Y9qtXR4z7akwrD9WZQK3rrkHPTF8IPyPgGicPRUuA2
7f1d7gE7O5hTq+16JA/qB17LKtQjaBr9Eg2/We+kH1l5k0Zb+BEKdPrC5joJqDBxh+LupKJYmNtQ
cLBMxf4U0zt2Vr8QU6WBDvarLMXPyoZSo1l2GkJjcfA06HDRMvegElK/FA/5rSbgUoF/1W6kZuwv
qy3cVRdIE9O6bB+PTocPfH2AcILcCGsV/BkW6mGMhoXTv/QPfknhRLKcWLup5W3n4+vXHqDtYK2O
YjGEdQuNOYZfsu3Gvc6o/SN8AcjUMUICn5NF0sNuu+RgUG26h5WnCs+QYQLjHDzBFldG/PJ2EonN
VIueLWVX8Sh4qE8v+RRvQVQ7crMRPQdPLVkQYpAju0EgvVIbKik2uqAOHQ9Rlxo1RFz0d8yTGj/g
YoJTlnAIy7c6WUceyL5035hnyt4lJRNrgeWK/g77xXrAgE1zlBM+LzgiT6REiyQGepBOrq66Z8gp
uoHkG1nFagKgSjt7QuWB10MDIVhfisWSvVTQQ9HYxUuu+YmbGd7ASdkjrdpkUDXrFfJh0Ai8N/Aj
XQAD9obNkQQw3zOnrR8YOEEfyPfNk6Y8Fc0GxK/eNLfyu6s4Ubnh0LD0ygHV8Xwq8zXH5OLFkxxk
ZaHDV7C9h/wK8qsGGMDs472IZQ+2MPIdNdlaBPQh5Lc7tN1BF1f+WxOcRmuJ3kV4jflzFTW5rgIR
lydgLShlBqLUh/SaHIudf1bvBaceb/0Ag28goBdFOfvQuLJmoUPCkmABLdtircRHqT8I6rF0996U
bU7U06owwVT3+GHDROupmd8EFCbUDaJBNBsDopiLdQUQs74T8AmdadNv4BndEbCQq1vvZtxH6mIE
NLyS8WkOa0RAXeTA8QbJwhkyfBIx+BmdAK+u1tpUMe86CPioAZbRxDBcAJr5h1y410hjGe/VEVDs
pmNQWr2SqVxjMkIOSLhQNP7IgLXoKVceKRxQSrO7+8a/H8adaQKT1naALCAmpgJV9Z0X/uiG5xbr
fMaTqBCuSVUt2vooe8jdsJ1jQcSUzRapAZhEi8LW2kTuQe83LS1LsMtxHy9eu/wgCbiZr7lCeM2V
5gJzgQAXZrBDf0EWl4XolHlp0b5j+xYuzv5ToO7Ze7RnQOMrCL2gFy78e90u1t1thoWivBxrXP4x
VSW3Yx0vYfdSbK/fsIXM1n65Jp7lXoQyZOs76IaLcGVAsll+10I7vyKJ0C8kom/VGwXG3Cpcpvvh
opeO8uIS42lnsGYc7jTDQaspvlNRDR893Klt8c44daHDkUs2D4N/xZbZhSOO0OBBvZjv+YYi0/Gj
vEKY1U4hSgEPNxqbcqTAHcuC4Ag2ll631bK33U1ic00Xvi0t/JV2+33xkTvNdwwdl1tfXMgX5ZRu
5MtAo0AH4AFlGE9Meg2vorKAQFBetVvUD4D8iUo123HRyyHYcPz4yKZdtqpaUqaXKJ9BrC+uAVvm
IaYIF64BmzUXlfACTpLX2/6SnBQjW+Jl6nXOFnoWtFEf+6aXap2fA6cnOU5ce9Utw6UJkh9tr1wN
TrBTl62NOE0G0kVukZ7GnWIgW1q+Qeq2sXGTKRKtpOtWRXPwAndbORBDsjFwuz8J38VHCWMqlJ6v
Ho8BLI8bbZPciA/eLjoiEoVQQ5yDG54ol2YP2TrkqNbBjflMiYPPJLRT0FTt8c3gqB0o2kjp/GyL
0ZOHoybdNqIIuLZURG+gRlBCIThHu4o8YcBEjJ4epHsZf847+RG6+TJdtRcN4vGivUR73VaoBy1W
DWFPXDRbOyiH6tReyq27fsG0bjyMh+KkrHBH8zaQ1Q4oyI883kj7IkRlh55Invva5Z2xgLZFmFR6
xxbZAieE03jQVv5zvdXImn0dHHPn7l6q1/6QnPol8T3mmt7HQd6lB7Tt44rKgB3ZghMvIXsvmkV4
dG0A9SU0w2O8slZ4m13qrW7a+X10yu+Fp+C2Xzav4T2ZB/dUQn4Uj52Tb7VFjlP7on72rpCREavf
41sNk1sLl0yTelEupRVvjSstGbcOVxj1cIz6GQIJSPzUhneX8bY8EDaSb6OTsNGWxkG7z5fwxu10
bV1SO1gZzwLfrZf+ESXB+NzYso3Ttk0LhRkoZO5nQdlABuPl8pxwVmtvTadkG++5HR7D+/rQ/YhO
5ro9FK8xvR6Qryfxx1NyCm4Hx/3hP6fvuNVwJWhjtD0eyEd0EJOl71161xxT2V41L+JDcINPF7bK
3FY8VMHiXvxIqVjaYm8PD5RI+8W99da8YBCsOiQI3iQb81V9KJ+ROeATQJ/ltXwOv6t2d8Jesr+L
9tFeftDt9lLckJPqUMhdiGv5yNQelwI/8JajC1gjALdTLFkW2sHY6Da280/TTbcRrtQ4ad4a0Ar8
lF7wTWiOMDRZ2S+SG2mTnnkl7ooP7tXsAcXDdtyHq+ph3Hu0MfU1i5zsyNsp+pjv+/oann1k1rxd
eIqW/T7h7xUua6KRdHjFNokbORRW4gIYk36Q41Jf+YyHKWiWurQ3GaNwafCX5YXFZRIWEND7t/Et
vBNcO4wo6y6wE5RINB/WGrVnmEwPwpt4pF3WbW3Vb6kg87Rc9J236bc9f5Dh1L+Xz8h8iKtacb+n
cGxt5TtE/sHOHoUzyTMrb5PxRgqlDdQ98bFTniDobYn63vYO7+IWv0pH2QlHBcpr4Bi3yQdSRa1a
+tZ7BPHUWyQyr8z+El2x2dWtlX8z3Ipr4zweGqIbjyX+WhjkRTwr4jM1XKfduJeP4KbjUmOnjQUE
hBe6yrvwHNyM135uAOdWAnYJjQp2btVD9uFRMSerYqG9NXwRujZu4rQfvAbfuqNOQ/BYb9Nlv5UY
qr3W52JnvSUw1iDv3cIvN1+ZK5/9J+1A9b+fjno8eKFd3bY1nAvKXIv2zriKD+UZygEhtsnN1D94
kd6KFw6RmhNqquKjHQ7jlRdi+zbyZ4REkk6NMQ0bXQRygmiWBgdTBRScu8F5g8sFG2fR3yonKLsL
qjG2b3tOeaYt5TX5MibHblgjqDvT5MXn7sh1jTaiTcDrvoHYcZZ3Pk8oXSBbehG3CGT1g+WYWx58
FbdOGxnAMt30NDf62jqLa/GUIetdavfetVyRpgpehRyKh9fbvPnL3NHg1PNO62/0Q7vIeOGFZ467
LxyJRpIosxWjsSukDu/NeB+fa3Si79KzdjZ5d4cr65Re872+rfd+ZVu3MvnehtOEDq80+UJ3EByG
m/ah3yg0z+W2szF020t35rpY00Nlz+uLudRu6VN0H+Z09rCo9zjRbpqPlnZik2wox9nSJlyFd8FN
dKPtkSLfrkqU6VeZWyBa9MJSfmh5Mm94Zt1HsEX+gOqHQr05cMTH4XV4zS/lfXSbnOpDSiuIgezZ
vzfupHMZ2+PW3WF9eTJvRAeP8ee3cCncYrPN46xspv96j63mIiht/VF+jS+C5oT5opvU6Yu6tYUn
pP5KsIjoQtmoc59M/8ibRnys3INZr+gX7/Qd+Y9r/IXzLeOFG+KaTnQzuWvlB5ISIHDAb+u2/b23
U7fWiP52JZvOaHyIw+R+fxPpA39FrJ6N+/oeZ05vp3MflTyx2a115SDeoKQumjBsV82EhBJXR49X
NhTGRoyPZthNmIDI2elnnnyuIw5GMWUdrAD8yZwKCvOcNEFU89wnGmVi6pF14Q2jEEAodYKT58mM
RH0tznPe0JkLuaNMOaNQ8/GYYrxrfCtfdoZ0hxVEv/WpuhZuR44jylIJV/otmmZkbsG+El5awBxp
cgqNW6dAr7eB90qJmacaXiuGXNDPDPLbSfA9y2Dy6zL2GABPE4YuJBLrW6/Aegz+Trab52DbobfF
U0juKTBU4YTqI7uirlBWyW+zEXEIvAU6mst4ckLDcUMOTBBM88EzS+ipHixWXO1usxGaJ3IWBrxj
SD1pUKAWq2CDgQ7iIE2renJrd74vYT47RG9wRUFf5Mmphx513nsUqPp+6pQndh/FxyHX6QZNRwyq
RUVADEXK31FATqKbYxo5ZidZUWhwC+EMRrspEcTTcHJMiqdA7smufUueShPBONasybbNmMoj82zT
60AagYpH4wzpzhjvjOvOc8ZcrOuKYp+4XrIOFeDveTJM9Tu5BCj/WpcLTYCGHvFCOrRAKlI3hQZp
5a6dJvPiPBGRGBO/wAhsxkHnSS4IhYz/Jrio7iJua6A/zLjsJ1YrT6R6uQiYdr6OUXVOIKs4ZTT1
EzI8/D6nNR7Y57RunvyyOG83f418IQobmH+8SGYG0F19RGIFFcXEJMCgAYhwiRNE3jO1lO2lWpZ3
VnmK65zz6gEpd4MlljvkczDhM/h97haZTbiUGyxWCxVUPJ+qNn1FZW+ei0zYI6kfLcOxv0BHSOGi
k8GOayTU7z2OEucGi4MVjG+Y7nJe7DCuz8FI9UdDNpvt59L8gYVIYxl4YPY/rZy/97k8z7Y9lHED
1dEI5orZNa8VQOTaK8GPK1iX1Mbm+Xn1PEHjxbM9Tb4Wvz4tKhfEtY3X82Zf6z/3ojRlOdpfH+ld
emM2Ro0rCgqjlpBe5BSidgzg2RGCB1sOlIG0g17Vubw8g7PxnqAS1Iqc8jmLtXKdWbDvf/9snvvV
FhASIR5/80fzpJit/VQo+XiQtzImGzwx85dAr+vR/jIBRMzEn/dXj8LP5S9zwXmnf+g9+Lnl/PnX
Tuefm9d97v7r5z837zUvJTWxvfvlK/MPdkYJ+70E0/7azdd2vx7ZT8vzD/76U1/LhQZ/T7ZwA/0y
ZPyc/fXsfnJodOdt55389Eufs/PazxO0GsaZOg5JP/k6/uk1mU8GLwhuwHkXP13Xr/P85WT++Ai+
fmJ8GWv1gTLdczUVNTC3TXbjZOg5T35Z98viH21CDWC2xfun3Uhz0epr83nu66fm3WazOejXNl8f
/9G6X39m3sUvu/3cxlDG25p626qZzs+cC7BeOGTrAglFPb3IcUFhMn36yyL6DYqLtM+/fWLOVdR5
88/ZefsMrEk2NXzn/mAX8xbz5Gs3n7/ydTR/+r1fDuxPdzNv9/VL8/6+1vVTFez/Le7RbySq5Wv9
6qR1QFJZ81EOtx9Vg7Xd//wf3/v/7n1k06eXLEjr++z/bKO/3tHfPuZf/nfYTDCNxF/ITPMxzQf8
V7uIXzmv5v3jH3/X1W+SqmqSZlkTEUkU5b//Dfmq99vHgqTJ3/DAQWhpQTWCN/XT1fmz8//rU/u8
kH+9zV8d++eVmdhOkiQqHO4/kbn+s+cvm9/Q9miSrFj/fOKm/E01DQXrBuXzwvzfOv3vWZPW0/2H
V0/6MzVNVmGf/UdO/pc9fP3xFeubJiqarhuKNf+Ds/bzH9+C7SZx/rIlfX7+SZ37V7oFYLX+xy7C
K1Z06TKo6jL4XnOavz8BivpNthRZNiUcvqZ/v1wESZK+6bqqwU2g/s4/2Hv/Ws+BwfP5X7wIqvRN
M2gFFEX7vNs5yZ/vBEP+ZjDMnAmK/2Jnr+iy+F89fcX8pqv/i7lz623bhuL4Vwn2AQSJ1IV82IAh
3dZuazdsQ4c9qo5WC3Hswk7a5tvvR5FyRMbp0p4ApdqX1smxeHSu/3ORmhowT8qAKYu20mhJWXn2
fC1jkEjxnS3splbPx1iDhMRCEUxhrWmaslYnZaAqm6Jh74Juszs9UquknqCmf7drFH84XiL7LV3D
tjXBSnqLk5UVbLxRSmKTz4gDsIKGp19qFwm4C5VaMsHiDrWt6JgzXjjyYwJt1EIrqLFymHpFn/ZR
zZdMMG1h6lJrhUf0V26uQNH0LeYCam5Y8NgGV+Ac3pILtiNqcFERfidPLjTIsFQUukI1ddsS+Zw2
hpXFJTB+b+n2n67cRKGqu0oqCthEbWzZqToEgIlVqBh6aBurO3xGbuc3RouNIvEvYF6rdDCKSY7Q
NUXNVEeteaPPdGVnFJWzZ0JVIDZseUecbcIhU9fQETtWxrC2IHDJS11O/rGtjTRRZlKHhfFaMWDj
DUKSKJumUKZDEerWy4Jne05cIKyTygIeEl4qVrMGD5gkS0YXbtVGV5chTMhPFjR5nFAjJtvvDMN8
ysRDEiY5YamZv8pOClQF2CE8P+mSbpl0KuuQDiW64ILFjtKlnk1GfrgBBkGaNNZlUeEYGaktvcYn
ztFYoDU2IjfmznvkBRxwe0YsC7Zw6BBxkGeCi7yW0SIxM7AB3sGGcDI7jQD3MZgxUe7sRjw7Iuau
rk9mDlYTM5dl6xDb6cpOI8gctNRHohE1tk/XtjvJBTDVDhy5MSqEkz5Kz8lHtpUSR40G5JjV/5Zo
YLoS72CxnuzGJNcOdsELX0ZcYIKYQWSZRuiGXJkggQD5tHVsC11rcqw51/aGKCMuVBbsX8qFsrAG
J2lSUMlW4C2VAXYOdjM7s6ga8h7h8TEIxpJEh2Bwws6XzqHrCqONcZpyFJLMXKQF8ZFyoUHUXQlh
ofBLLrS24D1iVY0H8VzITxZKamFCLhA0WpdBNUmA0LU4hQrYyobTZ5cyqLKpxZqgCtAi3TQthnX5
8MmeW1ZKgCoGb+DD0ozsoKoqK82YAJJYLdZZVlwcFX3JBbLnjhIzgGL4PL/4iLUd0li5dj6P/R96
NohpZEAx3pXaqUZOypaREGDA7i1O+dxaO+VmrXSHM7gLfJZCMFVaO3wiu1JyOz9ps2uNECUJrrxA
rbI75oOJJSRhBJtQYKmhAJchFzrjY/YvrzTVrLzB2FUWkGi6MK2RFLBjB1/JwpwMwRNlWvH5gUsV
0DwvmfLnR6yW56fpgojR4Wu5VtpIFLU4PcAWNG2NNQztNYkprKoWZWi0682Zk6i8IkONQxBDSDVV
VSK/Zi6lJXAqRy/gNlwKKH5GHkHReOEDVZEtAC/XpalCaT2xiO784On4w1wBA56OaxgS+YVaF61p
2Aw2N98kFtEVWLAWCojtaDHy0gXFAlQxF4BTabCxDS+sna7ELnaUGnGdqpxFIbssSbPiTawRnBJd
aDQ9CP6KvQMxAkUorKL9ym2JSRvRXScSsiDuyqQbpVa4SF5z4WUh0YiqbIuKHgRGLTxal5Fd1K1V
Yl1QtGJZIu4HunGIDwocI427ZRCT7OJlXkLjH43AO8AFzVZlmv5jJaDuTpgMJkEUOV2e3xkJAc6x
kh4fBJX4R3cNLmY+5TJQ7KgvmaZWlLL8lR8Xarya3DlabeiyQK/8FctCpUpUwVRV6PbISAhchCjF
DrUubAk0Bghz0hLSmWos1XZyZ8+d7HJGjS+TekXXfAFEWLqjTlfiDzr6dy0REmzyn+fnFRAGcc5U
EQxrU/Owj6dcGgQyR01zImh6aM7IDkqk9OeW38qi5Y4io2vGBjCfriRO9AYBPjHT8Xiv+AizcZz9
OV+Pm4sf3IDOOBxODQc99APz0Mv9z8PAi5tqcWMd0Q+6ISD/3T7Icv/+Lgq/pqGcxYfzkM70PeHX
wwHvf3X0XfOp5v98Pg77fr9a304f3IbbfNVfMTr0/aZ/01/1y5EU5BKe393Jt99E97l48v9D+HCZ
0HVFGDHd/cgLeGPC0/yInPBlvz30h/kWp+EkFkHP/z45xnVUgk+x4rzfjGxr247RXfv+Vuldn+82
u31/sZvv0t21HyOQU95uh9X1uLq5johPcypS4s+GTf+h3w9Lyr7XU0w5TAed7f49gzk3V29itjus
av7WL3+kP8L18SJ6nmGQTXr/Pw27/dv4ljGGrudPSvk5HB/Hmc4k3r6NTkr4xUW/jgQwdC2L6W54
i+9ujDXS93yJSW8vxj6xIr6PSkx59yEWC9+YJCX7y33b5LtcxIQhcLO6vI3kwrfaSkn/ursZD/fY
7BsypLRf9uM2sh7U3J7Cvbzs97ebfnuxZAfFHJe8ym/5cOhX65vDwJtKZnJTsOBL02L642o9vu3j
8VJf9pWTxhccdteRZCtfTJXTZjKfv+/eRbYp1OqegvruZp+SdlVgMend9jqxIaqaSmtSyq+GN/s+
iZ5oMnJVKznp933st0IhSE74w9nz/oqXV42xWw/g+lPQ/3nYH4bIUgXM+imIvxw+jqvIjQUQ9CmI
/7PbX84Pb1J5j6yJSbMPfn123u93eMpYOT129TRf8Ky/THXf142k5H9bjzHHff+qmOzlhogkzmrC
UJ2Y9H7gNS3Ro/T4mJTw78N2e7jdvO+TNCF08EnJ/7HeXQxnLw73fJufLZKS/5NXvZ4WxICfPc0X
3BdERx6EREr+L7g/HA5DFFKEDlo57Y9xVqk9jCSl+9Bbjh5eOvKobPX1sL/Cs808ddYqTGZLb/j1
SGaTiHcAFqWk/+7xO9u317FqBqRKTHw4XJ+dvHm/tUBMfzysdlu2/UQ893VIMe3bHSsz3saUp9rW
pymfQpqOe2Pu40/zPphTvxaDa+4nVpuh33/3HwAAAP//</cx:binary>
              </cx:geoCache>
            </cx:geography>
          </cx:layoutPr>
          <cx:valueColors>
            <cx:minColor>
              <a:schemeClr val="bg1">
                <a:lumMod val="95000"/>
              </a:schemeClr>
            </cx:minColor>
            <cx:maxColor>
              <a:srgbClr val="000FAA"/>
            </cx:maxColor>
          </cx:valueColors>
          <cx:valueColorPositions>
            <cx:maxPosition>
              <cx:number val="0.20000000000000001"/>
            </cx:maxPosition>
          </cx:valueColorPositions>
        </cx:series>
      </cx:plotAreaRegion>
    </cx:plotArea>
    <cx:legend pos="r" align="min" overlay="0">
      <cx:txPr>
        <a:bodyPr spcFirstLastPara="1" vertOverflow="ellipsis" horzOverflow="overflow" wrap="square" lIns="0" tIns="0" rIns="0" bIns="0" anchor="ctr" anchorCtr="1"/>
        <a:lstStyle/>
        <a:p>
          <a:pPr algn="ctr" rtl="0">
            <a:defRPr/>
          </a:pPr>
          <a:endParaRPr lang="en-US" sz="900" b="0" i="0" u="none" strike="noStrike" baseline="0">
            <a:solidFill>
              <a:sysClr val="windowText" lastClr="000000">
                <a:lumMod val="65000"/>
                <a:lumOff val="35000"/>
              </a:sysClr>
            </a:solidFill>
            <a:latin typeface="Calibri" panose="020F0502020204030204"/>
          </a:endParaRPr>
        </a:p>
      </cx:txPr>
    </cx:legend>
  </cx:chart>
  <cx:spPr>
    <a:ln>
      <a:noFill/>
    </a:ln>
  </cx:spPr>
  <cx:clrMapOvr bg1="lt1" tx1="dk1" bg2="lt2" tx2="dk2" accent1="accent1" accent2="accent2" accent3="accent3" accent4="accent4" accent5="accent5" accent6="accent6" hlink="hlink" folHlink="folHlink"/>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494">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85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a:ln w="3175">
        <a:solidFill>
          <a:schemeClr val="bg1"/>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13.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0.48873</cdr:x>
      <cdr:y>0.30559</cdr:y>
    </cdr:from>
    <cdr:to>
      <cdr:x>0.60418</cdr:x>
      <cdr:y>0.39024</cdr:y>
    </cdr:to>
    <cdr:sp macro="" textlink="">
      <cdr:nvSpPr>
        <cdr:cNvPr id="2" name="TextBox 1">
          <a:extLst xmlns:a="http://schemas.openxmlformats.org/drawingml/2006/main">
            <a:ext uri="{FF2B5EF4-FFF2-40B4-BE49-F238E27FC236}">
              <a16:creationId xmlns:a16="http://schemas.microsoft.com/office/drawing/2014/main" id="{FE492BC0-1701-E55C-0B2A-878C5398FE0A}"/>
            </a:ext>
          </a:extLst>
        </cdr:cNvPr>
        <cdr:cNvSpPr txBox="1"/>
      </cdr:nvSpPr>
      <cdr:spPr>
        <a:xfrm xmlns:a="http://schemas.openxmlformats.org/drawingml/2006/main">
          <a:off x="2116941" y="1014396"/>
          <a:ext cx="500071" cy="280993"/>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b="1"/>
            <a:t>2026</a:t>
          </a:r>
        </a:p>
      </cdr:txBody>
    </cdr:sp>
  </cdr:relSizeAnchor>
</c:userShapes>
</file>

<file path=ppt/drawings/drawing2.xml><?xml version="1.0" encoding="utf-8"?>
<c:userShapes xmlns:c="http://schemas.openxmlformats.org/drawingml/2006/chart">
  <cdr:relSizeAnchor xmlns:cdr="http://schemas.openxmlformats.org/drawingml/2006/chartDrawing">
    <cdr:from>
      <cdr:x>0.47664</cdr:x>
      <cdr:y>0.37085</cdr:y>
    </cdr:from>
    <cdr:to>
      <cdr:x>0.59209</cdr:x>
      <cdr:y>0.4555</cdr:y>
    </cdr:to>
    <cdr:sp macro="" textlink="">
      <cdr:nvSpPr>
        <cdr:cNvPr id="2" name="TextBox 1">
          <a:extLst xmlns:a="http://schemas.openxmlformats.org/drawingml/2006/main">
            <a:ext uri="{FF2B5EF4-FFF2-40B4-BE49-F238E27FC236}">
              <a16:creationId xmlns:a16="http://schemas.microsoft.com/office/drawing/2014/main" id="{FE492BC0-1701-E55C-0B2A-878C5398FE0A}"/>
            </a:ext>
          </a:extLst>
        </cdr:cNvPr>
        <cdr:cNvSpPr txBox="1"/>
      </cdr:nvSpPr>
      <cdr:spPr>
        <a:xfrm xmlns:a="http://schemas.openxmlformats.org/drawingml/2006/main">
          <a:off x="2064563" y="1079124"/>
          <a:ext cx="500071" cy="24632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b="1"/>
            <a:t>2026</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7CD168A-C781-4C6D-A949-C2D13F8CD8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Myriad for Rabobank" panose="020B0503030403020204" pitchFamily="34" charset="0"/>
            </a:endParaRPr>
          </a:p>
        </p:txBody>
      </p:sp>
      <p:sp>
        <p:nvSpPr>
          <p:cNvPr id="3" name="Date Placeholder 2">
            <a:extLst>
              <a:ext uri="{FF2B5EF4-FFF2-40B4-BE49-F238E27FC236}">
                <a16:creationId xmlns:a16="http://schemas.microsoft.com/office/drawing/2014/main" id="{B99A8A4A-56D9-4F3C-B5A1-C3F58ADDC3E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299FBBC-7A2B-4402-888D-D94593E352F2}" type="datetimeFigureOut">
              <a:rPr lang="en-US" smtClean="0">
                <a:latin typeface="Myriad for Rabobank" panose="020B0503030403020204" pitchFamily="34" charset="0"/>
              </a:rPr>
              <a:t>9/23/2026</a:t>
            </a:fld>
            <a:endParaRPr lang="en-US" dirty="0">
              <a:latin typeface="Myriad for Rabobank" panose="020B0503030403020204" pitchFamily="34" charset="0"/>
            </a:endParaRPr>
          </a:p>
        </p:txBody>
      </p:sp>
      <p:sp>
        <p:nvSpPr>
          <p:cNvPr id="4" name="Footer Placeholder 3">
            <a:extLst>
              <a:ext uri="{FF2B5EF4-FFF2-40B4-BE49-F238E27FC236}">
                <a16:creationId xmlns:a16="http://schemas.microsoft.com/office/drawing/2014/main" id="{A5901F49-8CD1-43A4-BA0A-8CE42E9E230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Myriad for Rabobank" panose="020B0503030403020204" pitchFamily="34" charset="0"/>
            </a:endParaRPr>
          </a:p>
        </p:txBody>
      </p:sp>
      <p:sp>
        <p:nvSpPr>
          <p:cNvPr id="5" name="Slide Number Placeholder 4">
            <a:extLst>
              <a:ext uri="{FF2B5EF4-FFF2-40B4-BE49-F238E27FC236}">
                <a16:creationId xmlns:a16="http://schemas.microsoft.com/office/drawing/2014/main" id="{114580E8-58D4-4241-9610-651662AF82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B7FE92-BCEA-47E7-9617-D4352300F5D1}" type="slidenum">
              <a:rPr lang="en-US" smtClean="0">
                <a:latin typeface="Myriad for Rabobank" panose="020B0503030403020204" pitchFamily="34" charset="0"/>
              </a:rPr>
              <a:t>‹#›</a:t>
            </a:fld>
            <a:endParaRPr lang="en-US" dirty="0">
              <a:latin typeface="Myriad for Rabobank" panose="020B0503030403020204" pitchFamily="34" charset="0"/>
            </a:endParaRPr>
          </a:p>
        </p:txBody>
      </p:sp>
    </p:spTree>
    <p:extLst>
      <p:ext uri="{BB962C8B-B14F-4D97-AF65-F5344CB8AC3E}">
        <p14:creationId xmlns:p14="http://schemas.microsoft.com/office/powerpoint/2010/main" val="36460513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yriad for Rabobank" panose="020B0503030403020204" pitchFamily="34" charset="0"/>
              </a:defRPr>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yriad for Rabobank" panose="020B0503030403020204" pitchFamily="34" charset="0"/>
              </a:defRPr>
            </a:lvl1pPr>
          </a:lstStyle>
          <a:p>
            <a:fld id="{D8F9A3D8-C38A-42A8-8108-56D4525C9E97}" type="datetimeFigureOut">
              <a:rPr lang="en-GB" smtClean="0"/>
              <a:pPr/>
              <a:t>23/09/2026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yriad for Rabobank" panose="020B0503030403020204" pitchFamily="34" charset="0"/>
              </a:defRPr>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yriad for Rabobank" panose="020B0503030403020204" pitchFamily="34" charset="0"/>
              </a:defRPr>
            </a:lvl1pPr>
          </a:lstStyle>
          <a:p>
            <a:fld id="{005444ED-21FE-41E2-990D-ED635B34E95A}" type="slidenum">
              <a:rPr lang="en-GB" smtClean="0"/>
              <a:pPr/>
              <a:t>‹#›</a:t>
            </a:fld>
            <a:endParaRPr lang="en-GB"/>
          </a:p>
        </p:txBody>
      </p:sp>
    </p:spTree>
    <p:extLst>
      <p:ext uri="{BB962C8B-B14F-4D97-AF65-F5344CB8AC3E}">
        <p14:creationId xmlns:p14="http://schemas.microsoft.com/office/powerpoint/2010/main" val="1013614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yriad for Rabobank" panose="020B0503030403020204" pitchFamily="34" charset="0"/>
        <a:ea typeface="+mn-ea"/>
        <a:cs typeface="+mn-cs"/>
      </a:defRPr>
    </a:lvl1pPr>
    <a:lvl2pPr marL="457200" algn="l" defTabSz="914400" rtl="0" eaLnBrk="1" latinLnBrk="0" hangingPunct="1">
      <a:defRPr sz="1200" kern="1200">
        <a:solidFill>
          <a:schemeClr val="tx1"/>
        </a:solidFill>
        <a:latin typeface="Myriad for Rabobank" panose="020B0503030403020204" pitchFamily="34" charset="0"/>
        <a:ea typeface="+mn-ea"/>
        <a:cs typeface="+mn-cs"/>
      </a:defRPr>
    </a:lvl2pPr>
    <a:lvl3pPr marL="914400" algn="l" defTabSz="914400" rtl="0" eaLnBrk="1" latinLnBrk="0" hangingPunct="1">
      <a:defRPr sz="1200" kern="1200">
        <a:solidFill>
          <a:schemeClr val="tx1"/>
        </a:solidFill>
        <a:latin typeface="Myriad for Rabobank" panose="020B0503030403020204" pitchFamily="34" charset="0"/>
        <a:ea typeface="+mn-ea"/>
        <a:cs typeface="+mn-cs"/>
      </a:defRPr>
    </a:lvl3pPr>
    <a:lvl4pPr marL="1371600" algn="l" defTabSz="914400" rtl="0" eaLnBrk="1" latinLnBrk="0" hangingPunct="1">
      <a:defRPr sz="1200" kern="1200">
        <a:solidFill>
          <a:schemeClr val="tx1"/>
        </a:solidFill>
        <a:latin typeface="Myriad for Rabobank" panose="020B0503030403020204" pitchFamily="34" charset="0"/>
        <a:ea typeface="+mn-ea"/>
        <a:cs typeface="+mn-cs"/>
      </a:defRPr>
    </a:lvl4pPr>
    <a:lvl5pPr marL="1828800" algn="l" defTabSz="914400" rtl="0" eaLnBrk="1" latinLnBrk="0" hangingPunct="1">
      <a:defRPr sz="1200" kern="1200">
        <a:solidFill>
          <a:schemeClr val="tx1"/>
        </a:solidFill>
        <a:latin typeface="Myriad for Rabobank" panose="020B0503030403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5444ED-21FE-41E2-990D-ED635B34E95A}" type="slidenum">
              <a:rPr lang="en-GB" smtClean="0"/>
              <a:pPr/>
              <a:t>2</a:t>
            </a:fld>
            <a:endParaRPr lang="en-GB"/>
          </a:p>
        </p:txBody>
      </p:sp>
    </p:spTree>
    <p:extLst>
      <p:ext uri="{BB962C8B-B14F-4D97-AF65-F5344CB8AC3E}">
        <p14:creationId xmlns:p14="http://schemas.microsoft.com/office/powerpoint/2010/main" val="2956765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20E04-FEAE-420E-E109-9A3687B13F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6C38D5-7BA7-1B9C-3F0F-693EAC59C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334CD-2D8E-33CD-D260-882CF0C79B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C7899D-1E66-C90A-A029-5B37FB099FC5}"/>
              </a:ext>
            </a:extLst>
          </p:cNvPr>
          <p:cNvSpPr>
            <a:spLocks noGrp="1"/>
          </p:cNvSpPr>
          <p:nvPr>
            <p:ph type="sldNum" sz="quarter" idx="5"/>
          </p:nvPr>
        </p:nvSpPr>
        <p:spPr/>
        <p:txBody>
          <a:bodyPr/>
          <a:lstStyle/>
          <a:p>
            <a:fld id="{005444ED-21FE-41E2-990D-ED635B34E95A}" type="slidenum">
              <a:rPr lang="en-GB" smtClean="0"/>
              <a:pPr/>
              <a:t>3</a:t>
            </a:fld>
            <a:endParaRPr lang="en-GB"/>
          </a:p>
        </p:txBody>
      </p:sp>
    </p:spTree>
    <p:extLst>
      <p:ext uri="{BB962C8B-B14F-4D97-AF65-F5344CB8AC3E}">
        <p14:creationId xmlns:p14="http://schemas.microsoft.com/office/powerpoint/2010/main" val="1059697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8CCD0-C24F-352C-9667-8F274BFAF3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52133-F223-359E-8FC0-EA005CE1D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93F32-D023-6DA8-36DA-E9F5A84DC6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78C8C6-368C-A70A-A94B-69FAFB4CFF32}"/>
              </a:ext>
            </a:extLst>
          </p:cNvPr>
          <p:cNvSpPr>
            <a:spLocks noGrp="1"/>
          </p:cNvSpPr>
          <p:nvPr>
            <p:ph type="sldNum" sz="quarter" idx="5"/>
          </p:nvPr>
        </p:nvSpPr>
        <p:spPr/>
        <p:txBody>
          <a:bodyPr/>
          <a:lstStyle/>
          <a:p>
            <a:fld id="{005444ED-21FE-41E2-990D-ED635B34E95A}" type="slidenum">
              <a:rPr lang="en-GB" smtClean="0"/>
              <a:pPr/>
              <a:t>4</a:t>
            </a:fld>
            <a:endParaRPr lang="en-GB"/>
          </a:p>
        </p:txBody>
      </p:sp>
    </p:spTree>
    <p:extLst>
      <p:ext uri="{BB962C8B-B14F-4D97-AF65-F5344CB8AC3E}">
        <p14:creationId xmlns:p14="http://schemas.microsoft.com/office/powerpoint/2010/main" val="707648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B01B1-9EF9-16CE-65F0-AEA3473A8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2ACDC-300E-58EC-56FB-FAE255BFE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EA659-1DDF-9E37-6B65-234A160612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CCEE00-C208-A312-18A3-C8D005DCC7E2}"/>
              </a:ext>
            </a:extLst>
          </p:cNvPr>
          <p:cNvSpPr>
            <a:spLocks noGrp="1"/>
          </p:cNvSpPr>
          <p:nvPr>
            <p:ph type="sldNum" sz="quarter" idx="5"/>
          </p:nvPr>
        </p:nvSpPr>
        <p:spPr/>
        <p:txBody>
          <a:bodyPr/>
          <a:lstStyle/>
          <a:p>
            <a:fld id="{005444ED-21FE-41E2-990D-ED635B34E95A}" type="slidenum">
              <a:rPr lang="en-GB" smtClean="0"/>
              <a:pPr/>
              <a:t>5</a:t>
            </a:fld>
            <a:endParaRPr lang="en-GB"/>
          </a:p>
        </p:txBody>
      </p:sp>
    </p:spTree>
    <p:extLst>
      <p:ext uri="{BB962C8B-B14F-4D97-AF65-F5344CB8AC3E}">
        <p14:creationId xmlns:p14="http://schemas.microsoft.com/office/powerpoint/2010/main" val="8475801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317DB-F4B6-2438-BB7E-47AA44A245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926CE-03F2-64A5-C52D-FC6F46C406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3FFF5-0218-0486-4D41-9010F09F0E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B4A2D7-7F7E-9DA9-15CE-DDBA022D8278}"/>
              </a:ext>
            </a:extLst>
          </p:cNvPr>
          <p:cNvSpPr>
            <a:spLocks noGrp="1"/>
          </p:cNvSpPr>
          <p:nvPr>
            <p:ph type="sldNum" sz="quarter" idx="5"/>
          </p:nvPr>
        </p:nvSpPr>
        <p:spPr/>
        <p:txBody>
          <a:bodyPr/>
          <a:lstStyle/>
          <a:p>
            <a:fld id="{005444ED-21FE-41E2-990D-ED635B34E95A}" type="slidenum">
              <a:rPr lang="en-GB" smtClean="0"/>
              <a:pPr/>
              <a:t>6</a:t>
            </a:fld>
            <a:endParaRPr lang="en-GB"/>
          </a:p>
        </p:txBody>
      </p:sp>
    </p:spTree>
    <p:extLst>
      <p:ext uri="{BB962C8B-B14F-4D97-AF65-F5344CB8AC3E}">
        <p14:creationId xmlns:p14="http://schemas.microsoft.com/office/powerpoint/2010/main" val="1067416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BC00F-281F-EF2B-3985-6EE5E4CB44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23156B-E6FC-CAA7-13C8-7D1BBBDE1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11DFD-AE1A-8E73-F224-FDBBFA87B0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4273FC-4795-D368-F08D-385A95C34C60}"/>
              </a:ext>
            </a:extLst>
          </p:cNvPr>
          <p:cNvSpPr>
            <a:spLocks noGrp="1"/>
          </p:cNvSpPr>
          <p:nvPr>
            <p:ph type="sldNum" sz="quarter" idx="5"/>
          </p:nvPr>
        </p:nvSpPr>
        <p:spPr/>
        <p:txBody>
          <a:bodyPr/>
          <a:lstStyle/>
          <a:p>
            <a:fld id="{005444ED-21FE-41E2-990D-ED635B34E95A}" type="slidenum">
              <a:rPr lang="en-GB" smtClean="0"/>
              <a:pPr/>
              <a:t>7</a:t>
            </a:fld>
            <a:endParaRPr lang="en-GB"/>
          </a:p>
        </p:txBody>
      </p:sp>
    </p:spTree>
    <p:extLst>
      <p:ext uri="{BB962C8B-B14F-4D97-AF65-F5344CB8AC3E}">
        <p14:creationId xmlns:p14="http://schemas.microsoft.com/office/powerpoint/2010/main" val="1073026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F80AD-6A5A-2668-DE38-2301285358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9A73E-A7E5-3C85-D90F-CD311820D4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A42F7-D8CE-86BE-7758-B009705F88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F9358D-10DE-1512-E8D9-27A75B82C9A2}"/>
              </a:ext>
            </a:extLst>
          </p:cNvPr>
          <p:cNvSpPr>
            <a:spLocks noGrp="1"/>
          </p:cNvSpPr>
          <p:nvPr>
            <p:ph type="sldNum" sz="quarter" idx="5"/>
          </p:nvPr>
        </p:nvSpPr>
        <p:spPr/>
        <p:txBody>
          <a:bodyPr/>
          <a:lstStyle/>
          <a:p>
            <a:fld id="{005444ED-21FE-41E2-990D-ED635B34E95A}" type="slidenum">
              <a:rPr lang="en-GB" smtClean="0"/>
              <a:pPr/>
              <a:t>8</a:t>
            </a:fld>
            <a:endParaRPr lang="en-GB"/>
          </a:p>
        </p:txBody>
      </p:sp>
    </p:spTree>
    <p:extLst>
      <p:ext uri="{BB962C8B-B14F-4D97-AF65-F5344CB8AC3E}">
        <p14:creationId xmlns:p14="http://schemas.microsoft.com/office/powerpoint/2010/main" val="3001781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8F987-6C94-7391-1AE0-E33ABA0B5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332A8-7F62-D067-496D-674C22B3C0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D8FD77-7F86-C638-5557-F54541B161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D3DDE6-1208-1A57-B023-CBBDDAC44827}"/>
              </a:ext>
            </a:extLst>
          </p:cNvPr>
          <p:cNvSpPr>
            <a:spLocks noGrp="1"/>
          </p:cNvSpPr>
          <p:nvPr>
            <p:ph type="sldNum" sz="quarter" idx="5"/>
          </p:nvPr>
        </p:nvSpPr>
        <p:spPr/>
        <p:txBody>
          <a:bodyPr/>
          <a:lstStyle/>
          <a:p>
            <a:fld id="{005444ED-21FE-41E2-990D-ED635B34E95A}" type="slidenum">
              <a:rPr lang="en-GB" smtClean="0"/>
              <a:pPr/>
              <a:t>9</a:t>
            </a:fld>
            <a:endParaRPr lang="en-GB"/>
          </a:p>
        </p:txBody>
      </p:sp>
    </p:spTree>
    <p:extLst>
      <p:ext uri="{BB962C8B-B14F-4D97-AF65-F5344CB8AC3E}">
        <p14:creationId xmlns:p14="http://schemas.microsoft.com/office/powerpoint/2010/main" val="38093583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37E3C-70CF-7BA2-E679-1EB013ECEA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C86D2C-A93B-9943-E69B-20A3CD3B35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B553C-F0E4-0323-6B4B-7C7C08962D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2480B9-AE9F-596C-96C1-081D84C3F386}"/>
              </a:ext>
            </a:extLst>
          </p:cNvPr>
          <p:cNvSpPr>
            <a:spLocks noGrp="1"/>
          </p:cNvSpPr>
          <p:nvPr>
            <p:ph type="sldNum" sz="quarter" idx="5"/>
          </p:nvPr>
        </p:nvSpPr>
        <p:spPr/>
        <p:txBody>
          <a:bodyPr/>
          <a:lstStyle/>
          <a:p>
            <a:fld id="{005444ED-21FE-41E2-990D-ED635B34E95A}" type="slidenum">
              <a:rPr lang="en-GB" smtClean="0"/>
              <a:pPr/>
              <a:t>10</a:t>
            </a:fld>
            <a:endParaRPr lang="en-GB"/>
          </a:p>
        </p:txBody>
      </p:sp>
    </p:spTree>
    <p:extLst>
      <p:ext uri="{BB962C8B-B14F-4D97-AF65-F5344CB8AC3E}">
        <p14:creationId xmlns:p14="http://schemas.microsoft.com/office/powerpoint/2010/main" val="2448045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861BD-4A54-68EB-69F1-E1005F7C5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A071E-184B-8D1B-39D5-1F733FAD4D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702875-97D3-C9F0-493F-CD48C30F34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46AB2A-7409-A1CD-D822-335B3715C972}"/>
              </a:ext>
            </a:extLst>
          </p:cNvPr>
          <p:cNvSpPr>
            <a:spLocks noGrp="1"/>
          </p:cNvSpPr>
          <p:nvPr>
            <p:ph type="sldNum" sz="quarter" idx="5"/>
          </p:nvPr>
        </p:nvSpPr>
        <p:spPr/>
        <p:txBody>
          <a:bodyPr/>
          <a:lstStyle/>
          <a:p>
            <a:fld id="{005444ED-21FE-41E2-990D-ED635B34E95A}" type="slidenum">
              <a:rPr lang="en-GB" smtClean="0"/>
              <a:pPr/>
              <a:t>11</a:t>
            </a:fld>
            <a:endParaRPr lang="en-GB"/>
          </a:p>
        </p:txBody>
      </p:sp>
    </p:spTree>
    <p:extLst>
      <p:ext uri="{BB962C8B-B14F-4D97-AF65-F5344CB8AC3E}">
        <p14:creationId xmlns:p14="http://schemas.microsoft.com/office/powerpoint/2010/main" val="3697524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CC68E-33EB-A1BB-457C-90B59B5299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B9802-FC3C-BF35-A6F1-E39E6B39F8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E06D0-E353-2F66-93A9-791C0B425D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02A768-AE47-93B5-3853-6E53D258735D}"/>
              </a:ext>
            </a:extLst>
          </p:cNvPr>
          <p:cNvSpPr>
            <a:spLocks noGrp="1"/>
          </p:cNvSpPr>
          <p:nvPr>
            <p:ph type="sldNum" sz="quarter" idx="5"/>
          </p:nvPr>
        </p:nvSpPr>
        <p:spPr/>
        <p:txBody>
          <a:bodyPr/>
          <a:lstStyle/>
          <a:p>
            <a:fld id="{005444ED-21FE-41E2-990D-ED635B34E95A}" type="slidenum">
              <a:rPr lang="en-GB" smtClean="0"/>
              <a:pPr/>
              <a:t>12</a:t>
            </a:fld>
            <a:endParaRPr lang="en-GB"/>
          </a:p>
        </p:txBody>
      </p:sp>
    </p:spTree>
    <p:extLst>
      <p:ext uri="{BB962C8B-B14F-4D97-AF65-F5344CB8AC3E}">
        <p14:creationId xmlns:p14="http://schemas.microsoft.com/office/powerpoint/2010/main" val="7603714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358D6-F4CA-0EF4-CC28-D165D05DDC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A081E-55AA-9A94-9A20-886404D763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7FC161-03E6-5DE3-E730-2CD1D7DF03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45E99A-0841-E3B8-7735-09D9D5F8016D}"/>
              </a:ext>
            </a:extLst>
          </p:cNvPr>
          <p:cNvSpPr>
            <a:spLocks noGrp="1"/>
          </p:cNvSpPr>
          <p:nvPr>
            <p:ph type="sldNum" sz="quarter" idx="5"/>
          </p:nvPr>
        </p:nvSpPr>
        <p:spPr/>
        <p:txBody>
          <a:bodyPr/>
          <a:lstStyle/>
          <a:p>
            <a:fld id="{005444ED-21FE-41E2-990D-ED635B34E95A}" type="slidenum">
              <a:rPr lang="en-GB" smtClean="0"/>
              <a:pPr/>
              <a:t>13</a:t>
            </a:fld>
            <a:endParaRPr lang="en-GB"/>
          </a:p>
        </p:txBody>
      </p:sp>
    </p:spTree>
    <p:extLst>
      <p:ext uri="{BB962C8B-B14F-4D97-AF65-F5344CB8AC3E}">
        <p14:creationId xmlns:p14="http://schemas.microsoft.com/office/powerpoint/2010/main" val="41512776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6E26C-63F4-2681-CBE6-95D9F28F07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E32AF2-31EC-5075-8377-9065B81D55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EFB3C6-691C-5D2B-9DE5-422AC46D74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0ECB1F-F67F-64C0-87F7-7FDCE0876B71}"/>
              </a:ext>
            </a:extLst>
          </p:cNvPr>
          <p:cNvSpPr>
            <a:spLocks noGrp="1"/>
          </p:cNvSpPr>
          <p:nvPr>
            <p:ph type="sldNum" sz="quarter" idx="5"/>
          </p:nvPr>
        </p:nvSpPr>
        <p:spPr/>
        <p:txBody>
          <a:bodyPr/>
          <a:lstStyle/>
          <a:p>
            <a:fld id="{005444ED-21FE-41E2-990D-ED635B34E95A}" type="slidenum">
              <a:rPr lang="en-GB" smtClean="0"/>
              <a:pPr/>
              <a:t>14</a:t>
            </a:fld>
            <a:endParaRPr lang="en-GB"/>
          </a:p>
        </p:txBody>
      </p:sp>
    </p:spTree>
    <p:extLst>
      <p:ext uri="{BB962C8B-B14F-4D97-AF65-F5344CB8AC3E}">
        <p14:creationId xmlns:p14="http://schemas.microsoft.com/office/powerpoint/2010/main" val="1610799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2361E-00DB-7430-B5C3-921ECED433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6CF31-B6A8-A5B0-9150-019FC31B13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36F600-DE05-8CBC-6909-741532C80B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1F2E1D-A1CA-5A8C-D05A-1E618E9FA07B}"/>
              </a:ext>
            </a:extLst>
          </p:cNvPr>
          <p:cNvSpPr>
            <a:spLocks noGrp="1"/>
          </p:cNvSpPr>
          <p:nvPr>
            <p:ph type="sldNum" sz="quarter" idx="5"/>
          </p:nvPr>
        </p:nvSpPr>
        <p:spPr/>
        <p:txBody>
          <a:bodyPr/>
          <a:lstStyle/>
          <a:p>
            <a:fld id="{005444ED-21FE-41E2-990D-ED635B34E95A}" type="slidenum">
              <a:rPr lang="en-GB" smtClean="0"/>
              <a:pPr/>
              <a:t>15</a:t>
            </a:fld>
            <a:endParaRPr lang="en-GB"/>
          </a:p>
        </p:txBody>
      </p:sp>
    </p:spTree>
    <p:extLst>
      <p:ext uri="{BB962C8B-B14F-4D97-AF65-F5344CB8AC3E}">
        <p14:creationId xmlns:p14="http://schemas.microsoft.com/office/powerpoint/2010/main" val="1647251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06732-7C1E-B9F8-614A-A51D2CD585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82F68-9C23-5F03-6C34-B0AFCB99F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B83D8C-BA21-2BA6-56BD-134C4BCC54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499DFD-DCD1-0255-02C9-1CA0889B7170}"/>
              </a:ext>
            </a:extLst>
          </p:cNvPr>
          <p:cNvSpPr>
            <a:spLocks noGrp="1"/>
          </p:cNvSpPr>
          <p:nvPr>
            <p:ph type="sldNum" sz="quarter" idx="5"/>
          </p:nvPr>
        </p:nvSpPr>
        <p:spPr/>
        <p:txBody>
          <a:bodyPr/>
          <a:lstStyle/>
          <a:p>
            <a:fld id="{005444ED-21FE-41E2-990D-ED635B34E95A}" type="slidenum">
              <a:rPr lang="en-GB" smtClean="0"/>
              <a:pPr/>
              <a:t>16</a:t>
            </a:fld>
            <a:endParaRPr lang="en-GB"/>
          </a:p>
        </p:txBody>
      </p:sp>
    </p:spTree>
    <p:extLst>
      <p:ext uri="{BB962C8B-B14F-4D97-AF65-F5344CB8AC3E}">
        <p14:creationId xmlns:p14="http://schemas.microsoft.com/office/powerpoint/2010/main" val="3951728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9B9CC-102E-6D3D-96D8-B2CF799A1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C5BF8-0985-8018-9CC7-B8F3298B8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021605-FB2A-0486-3068-F976F48682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978E29-63CC-9063-FAF4-8518B0C96D0C}"/>
              </a:ext>
            </a:extLst>
          </p:cNvPr>
          <p:cNvSpPr>
            <a:spLocks noGrp="1"/>
          </p:cNvSpPr>
          <p:nvPr>
            <p:ph type="sldNum" sz="quarter" idx="5"/>
          </p:nvPr>
        </p:nvSpPr>
        <p:spPr/>
        <p:txBody>
          <a:bodyPr/>
          <a:lstStyle/>
          <a:p>
            <a:fld id="{005444ED-21FE-41E2-990D-ED635B34E95A}" type="slidenum">
              <a:rPr lang="en-GB" smtClean="0"/>
              <a:pPr/>
              <a:t>17</a:t>
            </a:fld>
            <a:endParaRPr lang="en-GB"/>
          </a:p>
        </p:txBody>
      </p:sp>
    </p:spTree>
    <p:extLst>
      <p:ext uri="{BB962C8B-B14F-4D97-AF65-F5344CB8AC3E}">
        <p14:creationId xmlns:p14="http://schemas.microsoft.com/office/powerpoint/2010/main" val="1050797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85AA2-379A-EC68-F37F-825F1CF3E2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36364-AA27-D9A8-64F9-3ECA946A6E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7C65D-DCF1-E9C3-5C29-8A5C609629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959AF2-2704-1E82-7F97-1FE93D720E7C}"/>
              </a:ext>
            </a:extLst>
          </p:cNvPr>
          <p:cNvSpPr>
            <a:spLocks noGrp="1"/>
          </p:cNvSpPr>
          <p:nvPr>
            <p:ph type="sldNum" sz="quarter" idx="5"/>
          </p:nvPr>
        </p:nvSpPr>
        <p:spPr/>
        <p:txBody>
          <a:bodyPr/>
          <a:lstStyle/>
          <a:p>
            <a:fld id="{005444ED-21FE-41E2-990D-ED635B34E95A}" type="slidenum">
              <a:rPr lang="en-GB" smtClean="0"/>
              <a:pPr/>
              <a:t>18</a:t>
            </a:fld>
            <a:endParaRPr lang="en-GB"/>
          </a:p>
        </p:txBody>
      </p:sp>
    </p:spTree>
    <p:extLst>
      <p:ext uri="{BB962C8B-B14F-4D97-AF65-F5344CB8AC3E}">
        <p14:creationId xmlns:p14="http://schemas.microsoft.com/office/powerpoint/2010/main" val="22918265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747ACC-9F38-4EE9-BBE5-E8CDF2BF505F}"/>
              </a:ext>
            </a:extLst>
          </p:cNvPr>
          <p:cNvSpPr/>
          <p:nvPr userDrawn="1"/>
        </p:nvSpPr>
        <p:spPr>
          <a:xfrm>
            <a:off x="0" y="5811520"/>
            <a:ext cx="12192000" cy="1046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35" name="Picture Placeholder 34">
            <a:extLst>
              <a:ext uri="{FF2B5EF4-FFF2-40B4-BE49-F238E27FC236}">
                <a16:creationId xmlns:a16="http://schemas.microsoft.com/office/drawing/2014/main" id="{F2CB285B-2964-4CCA-9F70-1542304B2A43}"/>
              </a:ext>
            </a:extLst>
          </p:cNvPr>
          <p:cNvSpPr>
            <a:spLocks noGrp="1"/>
          </p:cNvSpPr>
          <p:nvPr>
            <p:ph type="pic" sz="quarter" idx="14" hasCustomPrompt="1"/>
          </p:nvPr>
        </p:nvSpPr>
        <p:spPr>
          <a:xfrm>
            <a:off x="0" y="1"/>
            <a:ext cx="12192000" cy="5811520"/>
          </a:xfrm>
          <a:prstGeom prst="rect">
            <a:avLst/>
          </a:prstGeom>
          <a:solidFill>
            <a:schemeClr val="tx2"/>
          </a:solidFill>
        </p:spPr>
        <p:txBody>
          <a:bodyPr wrap="square" bIns="180000" anchor="b">
            <a:noAutofit/>
          </a:bodyPr>
          <a:lstStyle>
            <a:lvl1pPr algn="ctr">
              <a:spcAft>
                <a:spcPts val="0"/>
              </a:spcAft>
              <a:defRPr>
                <a:solidFill>
                  <a:schemeClr val="bg1"/>
                </a:solidFill>
              </a:defRPr>
            </a:lvl1pPr>
          </a:lstStyle>
          <a:p>
            <a:r>
              <a:rPr lang="en-US" noProof="0"/>
              <a:t>Click here and select an image from the Images Library in Templafy.</a:t>
            </a:r>
            <a:br>
              <a:rPr lang="en-US" noProof="0"/>
            </a:br>
            <a:r>
              <a:rPr lang="en-US" noProof="0"/>
              <a:t>Next, select a line from the Slide Elements Library.</a:t>
            </a:r>
          </a:p>
        </p:txBody>
      </p:sp>
      <p:sp>
        <p:nvSpPr>
          <p:cNvPr id="4" name="Date Placeholder 3">
            <a:extLst>
              <a:ext uri="{FF2B5EF4-FFF2-40B4-BE49-F238E27FC236}">
                <a16:creationId xmlns:a16="http://schemas.microsoft.com/office/drawing/2014/main" id="{D6AFD005-2827-46C1-9709-F5526773BF59}"/>
              </a:ext>
            </a:extLst>
          </p:cNvPr>
          <p:cNvSpPr>
            <a:spLocks noGrp="1"/>
          </p:cNvSpPr>
          <p:nvPr>
            <p:ph type="dt" sz="half" idx="10"/>
          </p:nvPr>
        </p:nvSpPr>
        <p:spPr>
          <a:xfrm>
            <a:off x="626744" y="6283386"/>
            <a:ext cx="7560000" cy="365125"/>
          </a:xfrm>
          <a:prstGeom prst="rect">
            <a:avLst/>
          </a:prstGeom>
        </p:spPr>
        <p:txBody>
          <a:bodyPr lIns="0" tIns="0" rIns="0" bIns="0">
            <a:noAutofit/>
          </a:bodyPr>
          <a:lstStyle>
            <a:lvl1pPr>
              <a:defRPr sz="1300">
                <a:solidFill>
                  <a:srgbClr val="000FAA"/>
                </a:solidFill>
              </a:defRPr>
            </a:lvl1pPr>
          </a:lstStyle>
          <a:p>
            <a:r>
              <a:rPr lang="en-US" noProof="0"/>
              <a:t>7/14/2021  |  Versie  |  Naam </a:t>
            </a:r>
            <a:r>
              <a:rPr lang="en-US" noProof="0" err="1"/>
              <a:t>presentator</a:t>
            </a:r>
            <a:endParaRPr lang="en-US" noProof="0"/>
          </a:p>
        </p:txBody>
      </p:sp>
      <p:sp>
        <p:nvSpPr>
          <p:cNvPr id="8" name="Subtitle 2">
            <a:extLst>
              <a:ext uri="{FF2B5EF4-FFF2-40B4-BE49-F238E27FC236}">
                <a16:creationId xmlns:a16="http://schemas.microsoft.com/office/drawing/2014/main" id="{8A8E11C7-8AC7-4E57-9FF2-B2290BF164B7}"/>
              </a:ext>
            </a:extLst>
          </p:cNvPr>
          <p:cNvSpPr>
            <a:spLocks noGrp="1"/>
          </p:cNvSpPr>
          <p:nvPr>
            <p:ph type="subTitle" idx="13"/>
          </p:nvPr>
        </p:nvSpPr>
        <p:spPr>
          <a:xfrm>
            <a:off x="609600" y="1363532"/>
            <a:ext cx="10945792" cy="462728"/>
          </a:xfrm>
        </p:spPr>
        <p:txBody>
          <a:bodyPr lIns="0" tIns="0" rIns="0" bIns="0">
            <a:noAutofit/>
          </a:bodyPr>
          <a:lstStyle>
            <a:lvl1pPr>
              <a:defRPr lang="en-GB" sz="2400" dirty="0">
                <a:solidFill>
                  <a:schemeClr val="bg1"/>
                </a:solidFill>
              </a:defRPr>
            </a:lvl1pPr>
          </a:lstStyle>
          <a:p>
            <a:pPr marL="0" lvl="0" indent="0">
              <a:buNone/>
            </a:pPr>
            <a:endParaRPr lang="en-US" noProof="0"/>
          </a:p>
        </p:txBody>
      </p:sp>
      <p:sp>
        <p:nvSpPr>
          <p:cNvPr id="11" name="Title 1">
            <a:extLst>
              <a:ext uri="{FF2B5EF4-FFF2-40B4-BE49-F238E27FC236}">
                <a16:creationId xmlns:a16="http://schemas.microsoft.com/office/drawing/2014/main" id="{FC5F9583-417F-4FD2-8504-D6CCC8BDEA49}"/>
              </a:ext>
            </a:extLst>
          </p:cNvPr>
          <p:cNvSpPr>
            <a:spLocks noGrp="1"/>
          </p:cNvSpPr>
          <p:nvPr>
            <p:ph type="title"/>
          </p:nvPr>
        </p:nvSpPr>
        <p:spPr>
          <a:xfrm>
            <a:off x="609600" y="555307"/>
            <a:ext cx="10945792" cy="640585"/>
          </a:xfrm>
        </p:spPr>
        <p:txBody>
          <a:bodyPr>
            <a:noAutofit/>
          </a:bodyPr>
          <a:lstStyle>
            <a:lvl1pPr>
              <a:defRPr sz="5800">
                <a:solidFill>
                  <a:schemeClr val="bg1"/>
                </a:solidFill>
              </a:defRPr>
            </a:lvl1pPr>
          </a:lstStyle>
          <a:p>
            <a:endParaRPr lang="en-US" noProof="0"/>
          </a:p>
        </p:txBody>
      </p:sp>
      <p:sp>
        <p:nvSpPr>
          <p:cNvPr id="38" name="Slide Number Placeholder 5">
            <a:extLst>
              <a:ext uri="{FF2B5EF4-FFF2-40B4-BE49-F238E27FC236}">
                <a16:creationId xmlns:a16="http://schemas.microsoft.com/office/drawing/2014/main" id="{3BF99B16-D53B-4578-85E0-77BFFA779E5A}"/>
              </a:ext>
            </a:extLst>
          </p:cNvPr>
          <p:cNvSpPr>
            <a:spLocks noGrp="1"/>
          </p:cNvSpPr>
          <p:nvPr>
            <p:ph type="sldNum" sz="quarter" idx="4"/>
          </p:nvPr>
        </p:nvSpPr>
        <p:spPr>
          <a:xfrm>
            <a:off x="609600" y="7120376"/>
            <a:ext cx="495300" cy="365125"/>
          </a:xfrm>
          <a:prstGeom prst="rect">
            <a:avLst/>
          </a:prstGeom>
        </p:spPr>
        <p:txBody>
          <a:bodyPr vert="horz" lIns="0" tIns="0" rIns="0" bIns="0" rtlCol="0" anchor="ctr">
            <a:noAutofit/>
          </a:bodyPr>
          <a:lstStyle>
            <a:lvl1pPr algn="l">
              <a:defRPr sz="1200">
                <a:solidFill>
                  <a:srgbClr val="D8D9DA"/>
                </a:solidFill>
              </a:defRPr>
            </a:lvl1pPr>
          </a:lstStyle>
          <a:p>
            <a:fld id="{555B1587-59F1-4FB5-A363-0505DAC627C3}" type="slidenum">
              <a:rPr lang="en-US" noProof="0" smtClean="0"/>
              <a:pPr/>
              <a:t>‹#›</a:t>
            </a:fld>
            <a:endParaRPr lang="en-US" noProof="0"/>
          </a:p>
        </p:txBody>
      </p:sp>
      <p:pic>
        <p:nvPicPr>
          <p:cNvPr id="23" name="Graphic 22">
            <a:extLst>
              <a:ext uri="{FF2B5EF4-FFF2-40B4-BE49-F238E27FC236}">
                <a16:creationId xmlns:a16="http://schemas.microsoft.com/office/drawing/2014/main" id="{D928D51D-9B86-4B1C-82E0-D5417B3B1A2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869805" y="5878386"/>
            <a:ext cx="1901611" cy="810000"/>
          </a:xfrm>
          <a:prstGeom prst="rect">
            <a:avLst/>
          </a:prstGeom>
        </p:spPr>
      </p:pic>
    </p:spTree>
    <p:extLst>
      <p:ext uri="{BB962C8B-B14F-4D97-AF65-F5344CB8AC3E}">
        <p14:creationId xmlns:p14="http://schemas.microsoft.com/office/powerpoint/2010/main" val="3621622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Sign Off">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747ACC-9F38-4EE9-BBE5-E8CDF2BF505F}"/>
              </a:ext>
            </a:extLst>
          </p:cNvPr>
          <p:cNvSpPr/>
          <p:nvPr userDrawn="1"/>
        </p:nvSpPr>
        <p:spPr>
          <a:xfrm>
            <a:off x="0" y="5811520"/>
            <a:ext cx="12192000" cy="1046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35" name="Picture Placeholder 34">
            <a:extLst>
              <a:ext uri="{FF2B5EF4-FFF2-40B4-BE49-F238E27FC236}">
                <a16:creationId xmlns:a16="http://schemas.microsoft.com/office/drawing/2014/main" id="{F2CB285B-2964-4CCA-9F70-1542304B2A43}"/>
              </a:ext>
            </a:extLst>
          </p:cNvPr>
          <p:cNvSpPr>
            <a:spLocks noGrp="1"/>
          </p:cNvSpPr>
          <p:nvPr>
            <p:ph type="pic" sz="quarter" idx="14" hasCustomPrompt="1"/>
          </p:nvPr>
        </p:nvSpPr>
        <p:spPr>
          <a:xfrm>
            <a:off x="0" y="1"/>
            <a:ext cx="12192000" cy="5811520"/>
          </a:xfrm>
          <a:prstGeom prst="rect">
            <a:avLst/>
          </a:prstGeom>
          <a:solidFill>
            <a:schemeClr val="tx2"/>
          </a:solidFill>
        </p:spPr>
        <p:txBody>
          <a:bodyPr wrap="square" bIns="180000" anchor="b">
            <a:noAutofit/>
          </a:bodyPr>
          <a:lstStyle>
            <a:lvl1pPr algn="ctr">
              <a:spcAft>
                <a:spcPts val="0"/>
              </a:spcAft>
              <a:defRPr>
                <a:solidFill>
                  <a:schemeClr val="bg1"/>
                </a:solidFill>
              </a:defRPr>
            </a:lvl1pPr>
          </a:lstStyle>
          <a:p>
            <a:r>
              <a:rPr lang="en-US" noProof="0"/>
              <a:t>Click here and select an image from the Images Library in Templafy.</a:t>
            </a:r>
            <a:br>
              <a:rPr lang="en-US" noProof="0"/>
            </a:br>
            <a:r>
              <a:rPr lang="en-US" noProof="0"/>
              <a:t>Next, select a line from the Slide Elements Library.</a:t>
            </a:r>
          </a:p>
        </p:txBody>
      </p:sp>
      <p:sp>
        <p:nvSpPr>
          <p:cNvPr id="4" name="Date Placeholder 3">
            <a:extLst>
              <a:ext uri="{FF2B5EF4-FFF2-40B4-BE49-F238E27FC236}">
                <a16:creationId xmlns:a16="http://schemas.microsoft.com/office/drawing/2014/main" id="{D6AFD005-2827-46C1-9709-F5526773BF59}"/>
              </a:ext>
            </a:extLst>
          </p:cNvPr>
          <p:cNvSpPr>
            <a:spLocks noGrp="1"/>
          </p:cNvSpPr>
          <p:nvPr>
            <p:ph type="dt" sz="half" idx="10"/>
          </p:nvPr>
        </p:nvSpPr>
        <p:spPr>
          <a:xfrm>
            <a:off x="626744" y="6283386"/>
            <a:ext cx="7560000" cy="365125"/>
          </a:xfrm>
          <a:prstGeom prst="rect">
            <a:avLst/>
          </a:prstGeom>
        </p:spPr>
        <p:txBody>
          <a:bodyPr lIns="0" tIns="0" rIns="0" bIns="0">
            <a:noAutofit/>
          </a:bodyPr>
          <a:lstStyle>
            <a:lvl1pPr>
              <a:defRPr sz="1300">
                <a:solidFill>
                  <a:srgbClr val="000FAA"/>
                </a:solidFill>
              </a:defRPr>
            </a:lvl1pPr>
          </a:lstStyle>
          <a:p>
            <a:r>
              <a:rPr lang="en-US" noProof="0"/>
              <a:t>7/14/2021  |  Versie  |  Naam </a:t>
            </a:r>
            <a:r>
              <a:rPr lang="en-US" noProof="0" err="1"/>
              <a:t>presentator</a:t>
            </a:r>
            <a:endParaRPr lang="en-US" noProof="0"/>
          </a:p>
        </p:txBody>
      </p:sp>
      <p:sp>
        <p:nvSpPr>
          <p:cNvPr id="8" name="Subtitle 2">
            <a:extLst>
              <a:ext uri="{FF2B5EF4-FFF2-40B4-BE49-F238E27FC236}">
                <a16:creationId xmlns:a16="http://schemas.microsoft.com/office/drawing/2014/main" id="{8A8E11C7-8AC7-4E57-9FF2-B2290BF164B7}"/>
              </a:ext>
            </a:extLst>
          </p:cNvPr>
          <p:cNvSpPr>
            <a:spLocks noGrp="1"/>
          </p:cNvSpPr>
          <p:nvPr>
            <p:ph type="subTitle" idx="13"/>
          </p:nvPr>
        </p:nvSpPr>
        <p:spPr>
          <a:xfrm>
            <a:off x="609600" y="1363532"/>
            <a:ext cx="10945792" cy="462728"/>
          </a:xfrm>
        </p:spPr>
        <p:txBody>
          <a:bodyPr lIns="0" tIns="0" rIns="0" bIns="0">
            <a:noAutofit/>
          </a:bodyPr>
          <a:lstStyle>
            <a:lvl1pPr>
              <a:defRPr lang="en-GB" sz="2400" dirty="0">
                <a:solidFill>
                  <a:schemeClr val="bg1"/>
                </a:solidFill>
              </a:defRPr>
            </a:lvl1pPr>
          </a:lstStyle>
          <a:p>
            <a:pPr marL="0" lvl="0" indent="0">
              <a:buNone/>
            </a:pPr>
            <a:endParaRPr lang="en-US" noProof="0"/>
          </a:p>
        </p:txBody>
      </p:sp>
      <p:sp>
        <p:nvSpPr>
          <p:cNvPr id="11" name="Title 1">
            <a:extLst>
              <a:ext uri="{FF2B5EF4-FFF2-40B4-BE49-F238E27FC236}">
                <a16:creationId xmlns:a16="http://schemas.microsoft.com/office/drawing/2014/main" id="{FC5F9583-417F-4FD2-8504-D6CCC8BDEA49}"/>
              </a:ext>
            </a:extLst>
          </p:cNvPr>
          <p:cNvSpPr>
            <a:spLocks noGrp="1"/>
          </p:cNvSpPr>
          <p:nvPr>
            <p:ph type="title"/>
          </p:nvPr>
        </p:nvSpPr>
        <p:spPr>
          <a:xfrm>
            <a:off x="609600" y="555307"/>
            <a:ext cx="10945792" cy="640585"/>
          </a:xfrm>
        </p:spPr>
        <p:txBody>
          <a:bodyPr>
            <a:noAutofit/>
          </a:bodyPr>
          <a:lstStyle>
            <a:lvl1pPr>
              <a:defRPr sz="5800">
                <a:solidFill>
                  <a:schemeClr val="bg1"/>
                </a:solidFill>
              </a:defRPr>
            </a:lvl1pPr>
          </a:lstStyle>
          <a:p>
            <a:endParaRPr lang="en-US" noProof="0"/>
          </a:p>
        </p:txBody>
      </p:sp>
      <p:sp>
        <p:nvSpPr>
          <p:cNvPr id="38" name="Slide Number Placeholder 5">
            <a:extLst>
              <a:ext uri="{FF2B5EF4-FFF2-40B4-BE49-F238E27FC236}">
                <a16:creationId xmlns:a16="http://schemas.microsoft.com/office/drawing/2014/main" id="{3BF99B16-D53B-4578-85E0-77BFFA779E5A}"/>
              </a:ext>
            </a:extLst>
          </p:cNvPr>
          <p:cNvSpPr>
            <a:spLocks noGrp="1"/>
          </p:cNvSpPr>
          <p:nvPr>
            <p:ph type="sldNum" sz="quarter" idx="4"/>
          </p:nvPr>
        </p:nvSpPr>
        <p:spPr>
          <a:xfrm>
            <a:off x="609600" y="7120376"/>
            <a:ext cx="495300" cy="365125"/>
          </a:xfrm>
          <a:prstGeom prst="rect">
            <a:avLst/>
          </a:prstGeom>
        </p:spPr>
        <p:txBody>
          <a:bodyPr vert="horz" lIns="0" tIns="0" rIns="0" bIns="0" rtlCol="0" anchor="ctr">
            <a:noAutofit/>
          </a:bodyPr>
          <a:lstStyle>
            <a:lvl1pPr algn="l">
              <a:defRPr sz="1200">
                <a:solidFill>
                  <a:srgbClr val="D8D9DA"/>
                </a:solidFill>
              </a:defRPr>
            </a:lvl1pPr>
          </a:lstStyle>
          <a:p>
            <a:fld id="{555B1587-59F1-4FB5-A363-0505DAC627C3}" type="slidenum">
              <a:rPr lang="en-US" noProof="0" smtClean="0"/>
              <a:pPr/>
              <a:t>‹#›</a:t>
            </a:fld>
            <a:endParaRPr lang="en-US" noProof="0"/>
          </a:p>
        </p:txBody>
      </p:sp>
      <p:pic>
        <p:nvPicPr>
          <p:cNvPr id="9" name="Graphic 8">
            <a:extLst>
              <a:ext uri="{FF2B5EF4-FFF2-40B4-BE49-F238E27FC236}">
                <a16:creationId xmlns:a16="http://schemas.microsoft.com/office/drawing/2014/main" id="{0DE39196-8121-4E1D-9D8A-F9B53D6A166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55301" y="5880324"/>
            <a:ext cx="3615059" cy="808822"/>
          </a:xfrm>
          <a:prstGeom prst="rect">
            <a:avLst/>
          </a:prstGeom>
        </p:spPr>
      </p:pic>
    </p:spTree>
    <p:extLst>
      <p:ext uri="{BB962C8B-B14F-4D97-AF65-F5344CB8AC3E}">
        <p14:creationId xmlns:p14="http://schemas.microsoft.com/office/powerpoint/2010/main" val="1176505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Full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3C6EA05A-07E0-4FA6-AA24-DD6C66FE6818}"/>
              </a:ext>
            </a:extLst>
          </p:cNvPr>
          <p:cNvSpPr>
            <a:spLocks noGrp="1"/>
          </p:cNvSpPr>
          <p:nvPr>
            <p:ph type="pic" sz="quarter" idx="14" hasCustomPrompt="1"/>
          </p:nvPr>
        </p:nvSpPr>
        <p:spPr>
          <a:xfrm>
            <a:off x="0" y="0"/>
            <a:ext cx="12192000" cy="6858000"/>
          </a:xfrm>
          <a:prstGeom prst="rect">
            <a:avLst/>
          </a:prstGeom>
          <a:solidFill>
            <a:schemeClr val="tx2"/>
          </a:solidFill>
        </p:spPr>
        <p:txBody>
          <a:bodyPr wrap="square" bIns="720000" anchor="b">
            <a:noAutofit/>
          </a:bodyPr>
          <a:lstStyle>
            <a:lvl1pPr algn="ctr">
              <a:defRPr>
                <a:solidFill>
                  <a:schemeClr val="bg1"/>
                </a:solidFill>
              </a:defRPr>
            </a:lvl1pPr>
          </a:lstStyle>
          <a:p>
            <a:r>
              <a:rPr lang="en-US" noProof="0"/>
              <a:t>Click here and select an image from the Images Library in Templafy.</a:t>
            </a:r>
            <a:br>
              <a:rPr lang="en-US" noProof="0"/>
            </a:br>
            <a:r>
              <a:rPr lang="en-US" noProof="0"/>
              <a:t>Next, select a line from the Slide Elements Library.</a:t>
            </a:r>
          </a:p>
        </p:txBody>
      </p:sp>
      <p:sp>
        <p:nvSpPr>
          <p:cNvPr id="17" name="Date Placeholder 3">
            <a:extLst>
              <a:ext uri="{FF2B5EF4-FFF2-40B4-BE49-F238E27FC236}">
                <a16:creationId xmlns:a16="http://schemas.microsoft.com/office/drawing/2014/main" id="{CE595C92-5A6A-4643-A2A5-4F22D9F6E1CB}"/>
              </a:ext>
            </a:extLst>
          </p:cNvPr>
          <p:cNvSpPr>
            <a:spLocks noGrp="1"/>
          </p:cNvSpPr>
          <p:nvPr>
            <p:ph type="dt" sz="half" idx="10"/>
          </p:nvPr>
        </p:nvSpPr>
        <p:spPr>
          <a:xfrm>
            <a:off x="626744" y="6283386"/>
            <a:ext cx="7560000" cy="365125"/>
          </a:xfrm>
          <a:prstGeom prst="rect">
            <a:avLst/>
          </a:prstGeom>
        </p:spPr>
        <p:txBody>
          <a:bodyPr lIns="0" tIns="0" rIns="0" bIns="0">
            <a:noAutofit/>
          </a:bodyPr>
          <a:lstStyle>
            <a:lvl1pPr>
              <a:defRPr sz="1300">
                <a:solidFill>
                  <a:schemeClr val="bg1"/>
                </a:solidFill>
              </a:defRPr>
            </a:lvl1pPr>
          </a:lstStyle>
          <a:p>
            <a:fld id="{027728F5-7FA0-4B9B-B37C-CAB2C63F358B}" type="datetime1">
              <a:rPr lang="en-US" noProof="0" smtClean="0"/>
              <a:t>9/23/2026</a:t>
            </a:fld>
            <a:r>
              <a:rPr lang="en-US" noProof="0"/>
              <a:t>  |  Versie  |  Naam presentator</a:t>
            </a:r>
          </a:p>
        </p:txBody>
      </p:sp>
      <p:sp>
        <p:nvSpPr>
          <p:cNvPr id="19" name="Slide Number Placeholder 5">
            <a:extLst>
              <a:ext uri="{FF2B5EF4-FFF2-40B4-BE49-F238E27FC236}">
                <a16:creationId xmlns:a16="http://schemas.microsoft.com/office/drawing/2014/main" id="{29FD9BF4-5868-4140-BF95-4FB64E6133CB}"/>
              </a:ext>
            </a:extLst>
          </p:cNvPr>
          <p:cNvSpPr>
            <a:spLocks noGrp="1"/>
          </p:cNvSpPr>
          <p:nvPr>
            <p:ph type="sldNum" sz="quarter" idx="4"/>
          </p:nvPr>
        </p:nvSpPr>
        <p:spPr>
          <a:xfrm>
            <a:off x="609600" y="7120376"/>
            <a:ext cx="495300" cy="365125"/>
          </a:xfrm>
          <a:prstGeom prst="rect">
            <a:avLst/>
          </a:prstGeom>
        </p:spPr>
        <p:txBody>
          <a:bodyPr vert="horz" lIns="0" tIns="0" rIns="0" bIns="0" rtlCol="0" anchor="ctr">
            <a:noAutofit/>
          </a:bodyPr>
          <a:lstStyle>
            <a:lvl1pPr algn="l">
              <a:defRPr sz="1200">
                <a:solidFill>
                  <a:srgbClr val="D8D9DA"/>
                </a:solidFill>
              </a:defRPr>
            </a:lvl1pPr>
          </a:lstStyle>
          <a:p>
            <a:fld id="{555B1587-59F1-4FB5-A363-0505DAC627C3}" type="slidenum">
              <a:rPr lang="en-US" noProof="0" smtClean="0"/>
              <a:pPr/>
              <a:t>‹#›</a:t>
            </a:fld>
            <a:endParaRPr lang="en-US" noProof="0"/>
          </a:p>
        </p:txBody>
      </p:sp>
      <p:sp>
        <p:nvSpPr>
          <p:cNvPr id="32" name="Subtitle 2">
            <a:extLst>
              <a:ext uri="{FF2B5EF4-FFF2-40B4-BE49-F238E27FC236}">
                <a16:creationId xmlns:a16="http://schemas.microsoft.com/office/drawing/2014/main" id="{B600B913-FD5D-4243-931A-446BD4F5BFA7}"/>
              </a:ext>
            </a:extLst>
          </p:cNvPr>
          <p:cNvSpPr>
            <a:spLocks noGrp="1"/>
          </p:cNvSpPr>
          <p:nvPr>
            <p:ph type="subTitle" idx="13"/>
          </p:nvPr>
        </p:nvSpPr>
        <p:spPr>
          <a:xfrm>
            <a:off x="609600" y="1363532"/>
            <a:ext cx="10945792" cy="462728"/>
          </a:xfrm>
        </p:spPr>
        <p:txBody>
          <a:bodyPr lIns="0" tIns="0" rIns="0" bIns="0">
            <a:noAutofit/>
          </a:bodyPr>
          <a:lstStyle>
            <a:lvl1pPr>
              <a:defRPr lang="en-GB" sz="2400" dirty="0">
                <a:solidFill>
                  <a:schemeClr val="bg1"/>
                </a:solidFill>
              </a:defRPr>
            </a:lvl1pPr>
          </a:lstStyle>
          <a:p>
            <a:pPr marL="0" lvl="0" indent="0">
              <a:buNone/>
            </a:pPr>
            <a:endParaRPr lang="en-US" noProof="0"/>
          </a:p>
        </p:txBody>
      </p:sp>
      <p:sp>
        <p:nvSpPr>
          <p:cNvPr id="33" name="Title 1">
            <a:extLst>
              <a:ext uri="{FF2B5EF4-FFF2-40B4-BE49-F238E27FC236}">
                <a16:creationId xmlns:a16="http://schemas.microsoft.com/office/drawing/2014/main" id="{4144B496-ED8D-4DA4-9F4A-453558B0CE84}"/>
              </a:ext>
            </a:extLst>
          </p:cNvPr>
          <p:cNvSpPr>
            <a:spLocks noGrp="1"/>
          </p:cNvSpPr>
          <p:nvPr>
            <p:ph type="title"/>
          </p:nvPr>
        </p:nvSpPr>
        <p:spPr>
          <a:xfrm>
            <a:off x="609600" y="555307"/>
            <a:ext cx="10945792" cy="640585"/>
          </a:xfrm>
        </p:spPr>
        <p:txBody>
          <a:bodyPr>
            <a:noAutofit/>
          </a:bodyPr>
          <a:lstStyle>
            <a:lvl1pPr>
              <a:defRPr sz="5800">
                <a:solidFill>
                  <a:schemeClr val="bg1"/>
                </a:solidFill>
              </a:defRPr>
            </a:lvl1pPr>
          </a:lstStyle>
          <a:p>
            <a:endParaRPr lang="en-US" noProof="0"/>
          </a:p>
        </p:txBody>
      </p:sp>
      <p:sp>
        <p:nvSpPr>
          <p:cNvPr id="28" name="Text Placeholder 21">
            <a:extLst>
              <a:ext uri="{FF2B5EF4-FFF2-40B4-BE49-F238E27FC236}">
                <a16:creationId xmlns:a16="http://schemas.microsoft.com/office/drawing/2014/main" id="{B4D113F3-7164-4271-8BFB-5972DCBC5066}"/>
              </a:ext>
            </a:extLst>
          </p:cNvPr>
          <p:cNvSpPr>
            <a:spLocks noGrp="1" noChangeAspect="1"/>
          </p:cNvSpPr>
          <p:nvPr>
            <p:ph type="body" sz="quarter" idx="18" hasCustomPrompt="1"/>
          </p:nvPr>
        </p:nvSpPr>
        <p:spPr>
          <a:xfrm>
            <a:off x="10433491" y="6241256"/>
            <a:ext cx="1136527" cy="206779"/>
          </a:xfrm>
          <a:blipFill>
            <a:blip r:embed="rId2"/>
            <a:stretch>
              <a:fillRect/>
            </a:stretch>
          </a:blipFill>
        </p:spPr>
        <p:txBody>
          <a:bodyPr/>
          <a:lstStyle>
            <a:lvl1pPr>
              <a:defRPr/>
            </a:lvl1pPr>
            <a:lvl5pPr>
              <a:defRPr/>
            </a:lvl5pPr>
          </a:lstStyle>
          <a:p>
            <a:pPr lvl="0"/>
            <a:r>
              <a:rPr lang="en-US" dirty="0"/>
              <a:t>  </a:t>
            </a:r>
            <a:endParaRPr lang="de-DE" dirty="0"/>
          </a:p>
        </p:txBody>
      </p:sp>
      <p:sp>
        <p:nvSpPr>
          <p:cNvPr id="29" name="Text Placeholder 21">
            <a:extLst>
              <a:ext uri="{FF2B5EF4-FFF2-40B4-BE49-F238E27FC236}">
                <a16:creationId xmlns:a16="http://schemas.microsoft.com/office/drawing/2014/main" id="{6D3EE1A2-E404-42AA-A379-76552C95D5CD}"/>
              </a:ext>
            </a:extLst>
          </p:cNvPr>
          <p:cNvSpPr>
            <a:spLocks noGrp="1" noChangeAspect="1"/>
          </p:cNvSpPr>
          <p:nvPr>
            <p:ph type="body" sz="quarter" idx="17" hasCustomPrompt="1"/>
          </p:nvPr>
        </p:nvSpPr>
        <p:spPr>
          <a:xfrm>
            <a:off x="10433491" y="6241256"/>
            <a:ext cx="1136527" cy="206779"/>
          </a:xfrm>
          <a:blipFill>
            <a:blip r:embed="rId3"/>
            <a:stretch>
              <a:fillRect/>
            </a:stretch>
          </a:blipFill>
        </p:spPr>
        <p:txBody>
          <a:bodyPr/>
          <a:lstStyle>
            <a:lvl1pPr>
              <a:defRPr/>
            </a:lvl1pPr>
            <a:lvl5pPr>
              <a:defRPr/>
            </a:lvl5pPr>
          </a:lstStyle>
          <a:p>
            <a:pPr lvl="0"/>
            <a:r>
              <a:rPr lang="en-US" dirty="0"/>
              <a:t>  </a:t>
            </a:r>
            <a:endParaRPr lang="de-DE" dirty="0"/>
          </a:p>
        </p:txBody>
      </p:sp>
    </p:spTree>
    <p:extLst>
      <p:ext uri="{BB962C8B-B14F-4D97-AF65-F5344CB8AC3E}">
        <p14:creationId xmlns:p14="http://schemas.microsoft.com/office/powerpoint/2010/main" val="3178624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Sign Off Full Image">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3C6EA05A-07E0-4FA6-AA24-DD6C66FE6818}"/>
              </a:ext>
            </a:extLst>
          </p:cNvPr>
          <p:cNvSpPr>
            <a:spLocks noGrp="1"/>
          </p:cNvSpPr>
          <p:nvPr>
            <p:ph type="pic" sz="quarter" idx="14" hasCustomPrompt="1"/>
          </p:nvPr>
        </p:nvSpPr>
        <p:spPr>
          <a:xfrm>
            <a:off x="0" y="0"/>
            <a:ext cx="12192000" cy="6858000"/>
          </a:xfrm>
          <a:prstGeom prst="rect">
            <a:avLst/>
          </a:prstGeom>
          <a:solidFill>
            <a:schemeClr val="tx2"/>
          </a:solidFill>
        </p:spPr>
        <p:txBody>
          <a:bodyPr wrap="square" bIns="720000" anchor="b">
            <a:noAutofit/>
          </a:bodyPr>
          <a:lstStyle>
            <a:lvl1pPr algn="ctr">
              <a:defRPr>
                <a:solidFill>
                  <a:schemeClr val="bg1"/>
                </a:solidFill>
              </a:defRPr>
            </a:lvl1pPr>
          </a:lstStyle>
          <a:p>
            <a:r>
              <a:rPr lang="en-US" noProof="0"/>
              <a:t>Click here and select an image from the Images Library in Templafy.</a:t>
            </a:r>
            <a:br>
              <a:rPr lang="en-US" noProof="0"/>
            </a:br>
            <a:r>
              <a:rPr lang="en-US" noProof="0"/>
              <a:t>Next, select a line from the Slide Elements Library.</a:t>
            </a:r>
          </a:p>
        </p:txBody>
      </p:sp>
      <p:sp>
        <p:nvSpPr>
          <p:cNvPr id="17" name="Date Placeholder 3">
            <a:extLst>
              <a:ext uri="{FF2B5EF4-FFF2-40B4-BE49-F238E27FC236}">
                <a16:creationId xmlns:a16="http://schemas.microsoft.com/office/drawing/2014/main" id="{CE595C92-5A6A-4643-A2A5-4F22D9F6E1CB}"/>
              </a:ext>
            </a:extLst>
          </p:cNvPr>
          <p:cNvSpPr>
            <a:spLocks noGrp="1"/>
          </p:cNvSpPr>
          <p:nvPr>
            <p:ph type="dt" sz="half" idx="10"/>
          </p:nvPr>
        </p:nvSpPr>
        <p:spPr>
          <a:xfrm>
            <a:off x="626744" y="6283386"/>
            <a:ext cx="7560000" cy="365125"/>
          </a:xfrm>
          <a:prstGeom prst="rect">
            <a:avLst/>
          </a:prstGeom>
        </p:spPr>
        <p:txBody>
          <a:bodyPr lIns="0" tIns="0" rIns="0" bIns="0">
            <a:noAutofit/>
          </a:bodyPr>
          <a:lstStyle>
            <a:lvl1pPr>
              <a:defRPr sz="1300">
                <a:solidFill>
                  <a:schemeClr val="bg1"/>
                </a:solidFill>
              </a:defRPr>
            </a:lvl1pPr>
          </a:lstStyle>
          <a:p>
            <a:fld id="{027728F5-7FA0-4B9B-B37C-CAB2C63F358B}" type="datetime1">
              <a:rPr lang="en-US" noProof="0" smtClean="0"/>
              <a:t>9/23/2026</a:t>
            </a:fld>
            <a:r>
              <a:rPr lang="en-US" noProof="0"/>
              <a:t>  |  Versie  |  Naam presentator</a:t>
            </a:r>
          </a:p>
        </p:txBody>
      </p:sp>
      <p:sp>
        <p:nvSpPr>
          <p:cNvPr id="19" name="Slide Number Placeholder 5">
            <a:extLst>
              <a:ext uri="{FF2B5EF4-FFF2-40B4-BE49-F238E27FC236}">
                <a16:creationId xmlns:a16="http://schemas.microsoft.com/office/drawing/2014/main" id="{29FD9BF4-5868-4140-BF95-4FB64E6133CB}"/>
              </a:ext>
            </a:extLst>
          </p:cNvPr>
          <p:cNvSpPr>
            <a:spLocks noGrp="1"/>
          </p:cNvSpPr>
          <p:nvPr>
            <p:ph type="sldNum" sz="quarter" idx="4"/>
          </p:nvPr>
        </p:nvSpPr>
        <p:spPr>
          <a:xfrm>
            <a:off x="609600" y="7120376"/>
            <a:ext cx="495300" cy="365125"/>
          </a:xfrm>
          <a:prstGeom prst="rect">
            <a:avLst/>
          </a:prstGeom>
        </p:spPr>
        <p:txBody>
          <a:bodyPr vert="horz" lIns="0" tIns="0" rIns="0" bIns="0" rtlCol="0" anchor="ctr">
            <a:noAutofit/>
          </a:bodyPr>
          <a:lstStyle>
            <a:lvl1pPr algn="l">
              <a:defRPr sz="1200">
                <a:solidFill>
                  <a:srgbClr val="D8D9DA"/>
                </a:solidFill>
              </a:defRPr>
            </a:lvl1pPr>
          </a:lstStyle>
          <a:p>
            <a:fld id="{555B1587-59F1-4FB5-A363-0505DAC627C3}" type="slidenum">
              <a:rPr lang="en-US" noProof="0" smtClean="0"/>
              <a:pPr/>
              <a:t>‹#›</a:t>
            </a:fld>
            <a:endParaRPr lang="en-US" noProof="0"/>
          </a:p>
        </p:txBody>
      </p:sp>
      <p:sp>
        <p:nvSpPr>
          <p:cNvPr id="32" name="Subtitle 2">
            <a:extLst>
              <a:ext uri="{FF2B5EF4-FFF2-40B4-BE49-F238E27FC236}">
                <a16:creationId xmlns:a16="http://schemas.microsoft.com/office/drawing/2014/main" id="{B600B913-FD5D-4243-931A-446BD4F5BFA7}"/>
              </a:ext>
            </a:extLst>
          </p:cNvPr>
          <p:cNvSpPr>
            <a:spLocks noGrp="1"/>
          </p:cNvSpPr>
          <p:nvPr>
            <p:ph type="subTitle" idx="13"/>
          </p:nvPr>
        </p:nvSpPr>
        <p:spPr>
          <a:xfrm>
            <a:off x="609600" y="1363532"/>
            <a:ext cx="10945792" cy="462728"/>
          </a:xfrm>
        </p:spPr>
        <p:txBody>
          <a:bodyPr lIns="0" tIns="0" rIns="0" bIns="0">
            <a:noAutofit/>
          </a:bodyPr>
          <a:lstStyle>
            <a:lvl1pPr>
              <a:defRPr lang="en-GB" sz="2400" dirty="0">
                <a:solidFill>
                  <a:schemeClr val="bg1"/>
                </a:solidFill>
              </a:defRPr>
            </a:lvl1pPr>
          </a:lstStyle>
          <a:p>
            <a:pPr marL="0" lvl="0" indent="0">
              <a:buNone/>
            </a:pPr>
            <a:endParaRPr lang="en-US" noProof="0"/>
          </a:p>
        </p:txBody>
      </p:sp>
      <p:sp>
        <p:nvSpPr>
          <p:cNvPr id="33" name="Title 1">
            <a:extLst>
              <a:ext uri="{FF2B5EF4-FFF2-40B4-BE49-F238E27FC236}">
                <a16:creationId xmlns:a16="http://schemas.microsoft.com/office/drawing/2014/main" id="{4144B496-ED8D-4DA4-9F4A-453558B0CE84}"/>
              </a:ext>
            </a:extLst>
          </p:cNvPr>
          <p:cNvSpPr>
            <a:spLocks noGrp="1"/>
          </p:cNvSpPr>
          <p:nvPr>
            <p:ph type="title"/>
          </p:nvPr>
        </p:nvSpPr>
        <p:spPr>
          <a:xfrm>
            <a:off x="609600" y="555307"/>
            <a:ext cx="10945792" cy="640585"/>
          </a:xfrm>
        </p:spPr>
        <p:txBody>
          <a:bodyPr>
            <a:noAutofit/>
          </a:bodyPr>
          <a:lstStyle>
            <a:lvl1pPr>
              <a:defRPr sz="5800">
                <a:solidFill>
                  <a:schemeClr val="bg1"/>
                </a:solidFill>
              </a:defRPr>
            </a:lvl1pPr>
          </a:lstStyle>
          <a:p>
            <a:endParaRPr lang="en-US" noProof="0"/>
          </a:p>
        </p:txBody>
      </p:sp>
      <p:sp>
        <p:nvSpPr>
          <p:cNvPr id="14" name="Text Placeholder 3">
            <a:extLst>
              <a:ext uri="{FF2B5EF4-FFF2-40B4-BE49-F238E27FC236}">
                <a16:creationId xmlns:a16="http://schemas.microsoft.com/office/drawing/2014/main" id="{EF4F9A0F-F97D-4A60-8C34-8607C56FB0B2}"/>
              </a:ext>
            </a:extLst>
          </p:cNvPr>
          <p:cNvSpPr>
            <a:spLocks noGrp="1" noChangeAspect="1"/>
          </p:cNvSpPr>
          <p:nvPr>
            <p:ph type="body" sz="quarter" idx="17" hasCustomPrompt="1"/>
          </p:nvPr>
        </p:nvSpPr>
        <p:spPr>
          <a:xfrm>
            <a:off x="8702675" y="6240876"/>
            <a:ext cx="2862582" cy="267013"/>
          </a:xfrm>
          <a:blipFill dpi="0" rotWithShape="1">
            <a:blip>
              <a:extLst>
                <a:ext uri="{96DAC541-7B7A-43D3-8B79-37D633B846F1}">
                  <asvg:svgBlip xmlns:asvg="http://schemas.microsoft.com/office/drawing/2016/SVG/main" r:embed="rId2"/>
                </a:ext>
              </a:extLst>
            </a:blip>
            <a:srcRect/>
            <a:stretch>
              <a:fillRect/>
            </a:stretch>
          </a:blipFill>
        </p:spPr>
        <p:txBody>
          <a:bodyPr>
            <a:noAutofit/>
          </a:bodyPr>
          <a:lstStyle>
            <a:lvl1pPr>
              <a:defRPr/>
            </a:lvl1pPr>
          </a:lstStyle>
          <a:p>
            <a:pPr lvl="0"/>
            <a:r>
              <a:rPr lang="en-US"/>
              <a:t> </a:t>
            </a:r>
          </a:p>
        </p:txBody>
      </p:sp>
      <p:sp>
        <p:nvSpPr>
          <p:cNvPr id="13" name="Text Placeholder 3">
            <a:extLst>
              <a:ext uri="{FF2B5EF4-FFF2-40B4-BE49-F238E27FC236}">
                <a16:creationId xmlns:a16="http://schemas.microsoft.com/office/drawing/2014/main" id="{00F0199D-5391-457E-BFDA-B97075797129}"/>
              </a:ext>
            </a:extLst>
          </p:cNvPr>
          <p:cNvSpPr>
            <a:spLocks noGrp="1" noChangeAspect="1"/>
          </p:cNvSpPr>
          <p:nvPr>
            <p:ph type="body" sz="quarter" idx="16" hasCustomPrompt="1"/>
          </p:nvPr>
        </p:nvSpPr>
        <p:spPr>
          <a:xfrm>
            <a:off x="8702675" y="6243384"/>
            <a:ext cx="2862582" cy="267013"/>
          </a:xfrm>
          <a:blipFill dpi="0"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p:spPr>
        <p:txBody>
          <a:bodyPr>
            <a:noAutofit/>
          </a:bodyPr>
          <a:lstStyle>
            <a:lvl1pPr>
              <a:defRPr/>
            </a:lvl1pPr>
          </a:lstStyle>
          <a:p>
            <a:pPr lvl="0"/>
            <a:r>
              <a:rPr lang="en-US"/>
              <a:t> </a:t>
            </a:r>
          </a:p>
        </p:txBody>
      </p:sp>
    </p:spTree>
    <p:extLst>
      <p:ext uri="{BB962C8B-B14F-4D97-AF65-F5344CB8AC3E}">
        <p14:creationId xmlns:p14="http://schemas.microsoft.com/office/powerpoint/2010/main" val="3230710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1825625"/>
            <a:ext cx="10945792" cy="4258800"/>
          </a:xfrm>
        </p:spPr>
        <p:txBody>
          <a:bodyPr/>
          <a:lstStyle>
            <a:lvl4pPr>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lstStyle>
            <a:lvl1pPr>
              <a:defRPr lang="en-GB" sz="2400" dirty="0">
                <a:solidFill>
                  <a:srgbClr val="000060"/>
                </a:solidFill>
              </a:defRPr>
            </a:lvl1pPr>
          </a:lstStyle>
          <a:p>
            <a:pPr marL="0" lvl="0" indent="0">
              <a:buNone/>
            </a:pPr>
            <a:endParaRPr lang="en-US" noProof="0"/>
          </a:p>
        </p:txBody>
      </p:sp>
    </p:spTree>
    <p:extLst>
      <p:ext uri="{BB962C8B-B14F-4D97-AF65-F5344CB8AC3E}">
        <p14:creationId xmlns:p14="http://schemas.microsoft.com/office/powerpoint/2010/main" val="1676257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1825625"/>
            <a:ext cx="5292000" cy="4258800"/>
          </a:xfrm>
        </p:spPr>
        <p:txBody>
          <a:bodyPr>
            <a:noAutofit/>
          </a:bodyPr>
          <a:lstStyle>
            <a:lvl1pPr>
              <a:defRPr sz="1800">
                <a:solidFill>
                  <a:schemeClr val="accent1"/>
                </a:solidFill>
                <a:latin typeface="+mj-lt"/>
              </a:defRPr>
            </a:lvl1pPr>
            <a:lvl2pPr marL="1800" indent="0">
              <a:buNone/>
              <a:defRPr sz="1800"/>
            </a:lvl2pPr>
            <a:lvl3pPr marL="517950" indent="-285750">
              <a:buFont typeface="Arial" panose="020B0604020202020204" pitchFamily="34" charset="0"/>
              <a:buChar char="•"/>
              <a:defRPr sz="1800"/>
            </a:lvl3pPr>
            <a:lvl4pPr marL="748350" indent="-285750">
              <a:buFont typeface="Arial" panose="020B0604020202020204" pitchFamily="34" charset="0"/>
              <a:buChar char="•"/>
              <a:defRPr sz="1800"/>
            </a:lvl4pPr>
            <a:lvl5pPr marL="1033200" indent="-284400">
              <a:buFont typeface="Arial" panose="020B0604020202020204" pitchFamily="34" charset="0"/>
              <a:buChar char="•"/>
              <a:defRPr sz="18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2" name="Content Placeholder 2">
            <a:extLst>
              <a:ext uri="{FF2B5EF4-FFF2-40B4-BE49-F238E27FC236}">
                <a16:creationId xmlns:a16="http://schemas.microsoft.com/office/drawing/2014/main" id="{E496C731-8EBE-47E2-B58E-D73599707E2C}"/>
              </a:ext>
            </a:extLst>
          </p:cNvPr>
          <p:cNvSpPr>
            <a:spLocks noGrp="1"/>
          </p:cNvSpPr>
          <p:nvPr>
            <p:ph idx="15"/>
          </p:nvPr>
        </p:nvSpPr>
        <p:spPr>
          <a:xfrm>
            <a:off x="6263392" y="1825625"/>
            <a:ext cx="5292000" cy="4258800"/>
          </a:xfrm>
        </p:spPr>
        <p:txBody>
          <a:bodyPr>
            <a:noAutofit/>
          </a:bodyPr>
          <a:lstStyle>
            <a:lvl1pPr>
              <a:defRPr sz="1800">
                <a:solidFill>
                  <a:schemeClr val="accent1"/>
                </a:solidFill>
                <a:latin typeface="+mj-lt"/>
              </a:defRPr>
            </a:lvl1pPr>
            <a:lvl2pPr marL="1800" indent="0">
              <a:buNone/>
              <a:defRPr sz="1800"/>
            </a:lvl2pPr>
            <a:lvl3pPr marL="517950" indent="-285750">
              <a:buFont typeface="Arial" panose="020B0604020202020204" pitchFamily="34" charset="0"/>
              <a:buChar char="•"/>
              <a:defRPr sz="1800"/>
            </a:lvl3pPr>
            <a:lvl4pPr marL="748350" indent="-285750">
              <a:buFont typeface="Arial" panose="020B0604020202020204" pitchFamily="34" charset="0"/>
              <a:buChar char="•"/>
              <a:defRPr sz="1800"/>
            </a:lvl4pPr>
            <a:lvl5pPr marL="1033200" indent="-284400">
              <a:buFont typeface="Arial" panose="020B0604020202020204" pitchFamily="34" charset="0"/>
              <a:buChar char="•"/>
              <a:defRPr sz="18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5" name="Straight Connector 14">
            <a:extLst>
              <a:ext uri="{FF2B5EF4-FFF2-40B4-BE49-F238E27FC236}">
                <a16:creationId xmlns:a16="http://schemas.microsoft.com/office/drawing/2014/main" id="{2A7478E0-A7DC-4249-ADC2-92831075D6A5}"/>
              </a:ext>
            </a:extLst>
          </p:cNvPr>
          <p:cNvCxnSpPr/>
          <p:nvPr userDrawn="1"/>
        </p:nvCxnSpPr>
        <p:spPr>
          <a:xfrm>
            <a:off x="6085840" y="1825625"/>
            <a:ext cx="0" cy="3908201"/>
          </a:xfrm>
          <a:prstGeom prst="line">
            <a:avLst/>
          </a:prstGeom>
          <a:ln w="28575" cap="rnd">
            <a:solidFill>
              <a:srgbClr val="D8D9DA"/>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3629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and Box">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C2EEA33-2E5B-4611-AD95-68E5FEAB1D15}"/>
              </a:ext>
            </a:extLst>
          </p:cNvPr>
          <p:cNvSpPr/>
          <p:nvPr userDrawn="1"/>
        </p:nvSpPr>
        <p:spPr>
          <a:xfrm>
            <a:off x="6096000" y="1825625"/>
            <a:ext cx="6096000" cy="5032376"/>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2182368"/>
            <a:ext cx="5125133" cy="390027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0" name="Content Placeholder 2">
            <a:extLst>
              <a:ext uri="{FF2B5EF4-FFF2-40B4-BE49-F238E27FC236}">
                <a16:creationId xmlns:a16="http://schemas.microsoft.com/office/drawing/2014/main" id="{096D86E7-811D-41F1-9731-6D9A7A06012F}"/>
              </a:ext>
            </a:extLst>
          </p:cNvPr>
          <p:cNvSpPr>
            <a:spLocks noGrp="1"/>
          </p:cNvSpPr>
          <p:nvPr>
            <p:ph idx="14"/>
          </p:nvPr>
        </p:nvSpPr>
        <p:spPr>
          <a:xfrm>
            <a:off x="6457950" y="2182367"/>
            <a:ext cx="5097442" cy="390027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09600" y="1825624"/>
            <a:ext cx="5125133" cy="375320"/>
          </a:xfrm>
        </p:spPr>
        <p:txBody>
          <a:bodyPr>
            <a:noAutofit/>
          </a:bodyPr>
          <a:lstStyle>
            <a:lvl1pPr>
              <a:defRPr sz="1800">
                <a:solidFill>
                  <a:schemeClr val="accent1"/>
                </a:solidFill>
                <a:latin typeface="+mj-lt"/>
              </a:defRPr>
            </a:lvl1pPr>
          </a:lstStyle>
          <a:p>
            <a:pPr lvl="0"/>
            <a:r>
              <a:rPr lang="en-US"/>
              <a:t>Click to edit Master text styles</a:t>
            </a:r>
          </a:p>
        </p:txBody>
      </p:sp>
      <p:sp>
        <p:nvSpPr>
          <p:cNvPr id="14" name="Graphic 31">
            <a:extLst>
              <a:ext uri="{FF2B5EF4-FFF2-40B4-BE49-F238E27FC236}">
                <a16:creationId xmlns:a16="http://schemas.microsoft.com/office/drawing/2014/main" id="{5C9BFC90-101B-4019-A0EB-58591AF39E44}"/>
              </a:ext>
            </a:extLst>
          </p:cNvPr>
          <p:cNvSpPr/>
          <p:nvPr userDrawn="1"/>
        </p:nvSpPr>
        <p:spPr>
          <a:xfrm>
            <a:off x="10652186" y="6388681"/>
            <a:ext cx="903206" cy="163280"/>
          </a:xfrm>
          <a:custGeom>
            <a:avLst/>
            <a:gdLst>
              <a:gd name="connsiteX0" fmla="*/ 1634337 w 2761964"/>
              <a:gd name="connsiteY0" fmla="*/ 322905 h 500729"/>
              <a:gd name="connsiteX1" fmla="*/ 1537468 w 2761964"/>
              <a:gd name="connsiteY1" fmla="*/ 437205 h 500729"/>
              <a:gd name="connsiteX2" fmla="*/ 1496034 w 2761964"/>
              <a:gd name="connsiteY2" fmla="*/ 384531 h 500729"/>
              <a:gd name="connsiteX3" fmla="*/ 1512417 w 2761964"/>
              <a:gd name="connsiteY3" fmla="*/ 282900 h 500729"/>
              <a:gd name="connsiteX4" fmla="*/ 1581378 w 2761964"/>
              <a:gd name="connsiteY4" fmla="*/ 215748 h 500729"/>
              <a:gd name="connsiteX5" fmla="*/ 1634337 w 2761964"/>
              <a:gd name="connsiteY5" fmla="*/ 322905 h 500729"/>
              <a:gd name="connsiteX6" fmla="*/ 1475365 w 2761964"/>
              <a:gd name="connsiteY6" fmla="*/ 472257 h 500729"/>
              <a:gd name="connsiteX7" fmla="*/ 1545660 w 2761964"/>
              <a:gd name="connsiteY7" fmla="*/ 498641 h 500729"/>
              <a:gd name="connsiteX8" fmla="*/ 1725682 w 2761964"/>
              <a:gd name="connsiteY8" fmla="*/ 326048 h 500729"/>
              <a:gd name="connsiteX9" fmla="*/ 1614716 w 2761964"/>
              <a:gd name="connsiteY9" fmla="*/ 151645 h 500729"/>
              <a:gd name="connsiteX10" fmla="*/ 1535468 w 2761964"/>
              <a:gd name="connsiteY10" fmla="*/ 164885 h 500729"/>
              <a:gd name="connsiteX11" fmla="*/ 1564043 w 2761964"/>
              <a:gd name="connsiteY11" fmla="*/ -183 h 500729"/>
              <a:gd name="connsiteX12" fmla="*/ 1477556 w 2761964"/>
              <a:gd name="connsiteY12" fmla="*/ -183 h 500729"/>
              <a:gd name="connsiteX13" fmla="*/ 1391831 w 2761964"/>
              <a:gd name="connsiteY13" fmla="*/ 492640 h 500729"/>
              <a:gd name="connsiteX14" fmla="*/ 1457077 w 2761964"/>
              <a:gd name="connsiteY14" fmla="*/ 492640 h 500729"/>
              <a:gd name="connsiteX15" fmla="*/ 1476127 w 2761964"/>
              <a:gd name="connsiteY15" fmla="*/ 472257 h 500729"/>
              <a:gd name="connsiteX16" fmla="*/ 2395957 w 2761964"/>
              <a:gd name="connsiteY16" fmla="*/ 261945 h 500729"/>
              <a:gd name="connsiteX17" fmla="*/ 2300707 w 2761964"/>
              <a:gd name="connsiteY17" fmla="*/ 150978 h 500729"/>
              <a:gd name="connsiteX18" fmla="*/ 2194217 w 2761964"/>
              <a:gd name="connsiteY18" fmla="*/ 200127 h 500729"/>
              <a:gd name="connsiteX19" fmla="*/ 2196408 w 2761964"/>
              <a:gd name="connsiteY19" fmla="*/ 158503 h 500729"/>
              <a:gd name="connsiteX20" fmla="*/ 2116302 w 2761964"/>
              <a:gd name="connsiteY20" fmla="*/ 158503 h 500729"/>
              <a:gd name="connsiteX21" fmla="*/ 2110111 w 2761964"/>
              <a:gd name="connsiteY21" fmla="*/ 220130 h 500729"/>
              <a:gd name="connsiteX22" fmla="*/ 2063629 w 2761964"/>
              <a:gd name="connsiteY22" fmla="*/ 492069 h 500729"/>
              <a:gd name="connsiteX23" fmla="*/ 2151450 w 2761964"/>
              <a:gd name="connsiteY23" fmla="*/ 492069 h 500729"/>
              <a:gd name="connsiteX24" fmla="*/ 2180025 w 2761964"/>
              <a:gd name="connsiteY24" fmla="*/ 315475 h 500729"/>
              <a:gd name="connsiteX25" fmla="*/ 2271560 w 2761964"/>
              <a:gd name="connsiteY25" fmla="*/ 208128 h 500729"/>
              <a:gd name="connsiteX26" fmla="*/ 2308136 w 2761964"/>
              <a:gd name="connsiteY26" fmla="*/ 271565 h 500729"/>
              <a:gd name="connsiteX27" fmla="*/ 2270036 w 2761964"/>
              <a:gd name="connsiteY27" fmla="*/ 492069 h 500729"/>
              <a:gd name="connsiteX28" fmla="*/ 2357094 w 2761964"/>
              <a:gd name="connsiteY28" fmla="*/ 492069 h 500729"/>
              <a:gd name="connsiteX29" fmla="*/ 2761812 w 2761964"/>
              <a:gd name="connsiteY29" fmla="*/ 151550 h 500729"/>
              <a:gd name="connsiteX30" fmla="*/ 2659513 w 2761964"/>
              <a:gd name="connsiteY30" fmla="*/ 151550 h 500729"/>
              <a:gd name="connsiteX31" fmla="*/ 2541975 w 2761964"/>
              <a:gd name="connsiteY31" fmla="*/ 276232 h 500729"/>
              <a:gd name="connsiteX32" fmla="*/ 2540260 w 2761964"/>
              <a:gd name="connsiteY32" fmla="*/ 276232 h 500729"/>
              <a:gd name="connsiteX33" fmla="*/ 2587409 w 2761964"/>
              <a:gd name="connsiteY33" fmla="*/ 7 h 500729"/>
              <a:gd name="connsiteX34" fmla="*/ 2501684 w 2761964"/>
              <a:gd name="connsiteY34" fmla="*/ 7 h 500729"/>
              <a:gd name="connsiteX35" fmla="*/ 2415959 w 2761964"/>
              <a:gd name="connsiteY35" fmla="*/ 492545 h 500729"/>
              <a:gd name="connsiteX36" fmla="*/ 2502541 w 2761964"/>
              <a:gd name="connsiteY36" fmla="*/ 492545 h 500729"/>
              <a:gd name="connsiteX37" fmla="*/ 2511304 w 2761964"/>
              <a:gd name="connsiteY37" fmla="*/ 443301 h 500729"/>
              <a:gd name="connsiteX38" fmla="*/ 2528830 w 2761964"/>
              <a:gd name="connsiteY38" fmla="*/ 335382 h 500729"/>
              <a:gd name="connsiteX39" fmla="*/ 2620461 w 2761964"/>
              <a:gd name="connsiteY39" fmla="*/ 431394 h 500729"/>
              <a:gd name="connsiteX40" fmla="*/ 2634272 w 2761964"/>
              <a:gd name="connsiteY40" fmla="*/ 492545 h 500729"/>
              <a:gd name="connsiteX41" fmla="*/ 2722759 w 2761964"/>
              <a:gd name="connsiteY41" fmla="*/ 492545 h 500729"/>
              <a:gd name="connsiteX42" fmla="*/ 2686278 w 2761964"/>
              <a:gd name="connsiteY42" fmla="*/ 363005 h 500729"/>
              <a:gd name="connsiteX43" fmla="*/ 2619603 w 2761964"/>
              <a:gd name="connsiteY43" fmla="*/ 292520 h 500729"/>
              <a:gd name="connsiteX44" fmla="*/ 247212 w 2761964"/>
              <a:gd name="connsiteY44" fmla="*/ 272517 h 500729"/>
              <a:gd name="connsiteX45" fmla="*/ 351987 w 2761964"/>
              <a:gd name="connsiteY45" fmla="*/ 174124 h 500729"/>
              <a:gd name="connsiteX46" fmla="*/ 217113 w 2761964"/>
              <a:gd name="connsiteY46" fmla="*/ 12199 h 500729"/>
              <a:gd name="connsiteX47" fmla="*/ 83763 w 2761964"/>
              <a:gd name="connsiteY47" fmla="*/ 12199 h 500729"/>
              <a:gd name="connsiteX48" fmla="*/ -153 w 2761964"/>
              <a:gd name="connsiteY48" fmla="*/ 492545 h 500729"/>
              <a:gd name="connsiteX49" fmla="*/ 87001 w 2761964"/>
              <a:gd name="connsiteY49" fmla="*/ 492545 h 500729"/>
              <a:gd name="connsiteX50" fmla="*/ 121767 w 2761964"/>
              <a:gd name="connsiteY50" fmla="*/ 300045 h 500729"/>
              <a:gd name="connsiteX51" fmla="*/ 227114 w 2761964"/>
              <a:gd name="connsiteY51" fmla="*/ 411011 h 500729"/>
              <a:gd name="connsiteX52" fmla="*/ 240925 w 2761964"/>
              <a:gd name="connsiteY52" fmla="*/ 492926 h 500729"/>
              <a:gd name="connsiteX53" fmla="*/ 331317 w 2761964"/>
              <a:gd name="connsiteY53" fmla="*/ 492926 h 500729"/>
              <a:gd name="connsiteX54" fmla="*/ 305028 w 2761964"/>
              <a:gd name="connsiteY54" fmla="*/ 359004 h 500729"/>
              <a:gd name="connsiteX55" fmla="*/ 243306 w 2761964"/>
              <a:gd name="connsiteY55" fmla="*/ 273851 h 500729"/>
              <a:gd name="connsiteX56" fmla="*/ 264833 w 2761964"/>
              <a:gd name="connsiteY56" fmla="*/ 158217 h 500729"/>
              <a:gd name="connsiteX57" fmla="*/ 183394 w 2761964"/>
              <a:gd name="connsiteY57" fmla="*/ 230798 h 500729"/>
              <a:gd name="connsiteX58" fmla="*/ 131959 w 2761964"/>
              <a:gd name="connsiteY58" fmla="*/ 230798 h 500729"/>
              <a:gd name="connsiteX59" fmla="*/ 158629 w 2761964"/>
              <a:gd name="connsiteY59" fmla="*/ 79160 h 500729"/>
              <a:gd name="connsiteX60" fmla="*/ 205397 w 2761964"/>
              <a:gd name="connsiteY60" fmla="*/ 79160 h 500729"/>
              <a:gd name="connsiteX61" fmla="*/ 265309 w 2761964"/>
              <a:gd name="connsiteY61" fmla="*/ 158122 h 500729"/>
              <a:gd name="connsiteX62" fmla="*/ 659073 w 2761964"/>
              <a:gd name="connsiteY62" fmla="*/ 248991 h 500729"/>
              <a:gd name="connsiteX63" fmla="*/ 554298 w 2761964"/>
              <a:gd name="connsiteY63" fmla="*/ 151169 h 500729"/>
              <a:gd name="connsiteX64" fmla="*/ 413804 w 2761964"/>
              <a:gd name="connsiteY64" fmla="*/ 197556 h 500729"/>
              <a:gd name="connsiteX65" fmla="*/ 443903 w 2761964"/>
              <a:gd name="connsiteY65" fmla="*/ 248419 h 500729"/>
              <a:gd name="connsiteX66" fmla="*/ 538677 w 2761964"/>
              <a:gd name="connsiteY66" fmla="*/ 211367 h 500729"/>
              <a:gd name="connsiteX67" fmla="*/ 571252 w 2761964"/>
              <a:gd name="connsiteY67" fmla="*/ 248419 h 500729"/>
              <a:gd name="connsiteX68" fmla="*/ 564394 w 2761964"/>
              <a:gd name="connsiteY68" fmla="*/ 291663 h 500729"/>
              <a:gd name="connsiteX69" fmla="*/ 359226 w 2761964"/>
              <a:gd name="connsiteY69" fmla="*/ 398343 h 500729"/>
              <a:gd name="connsiteX70" fmla="*/ 455142 w 2761964"/>
              <a:gd name="connsiteY70" fmla="*/ 498736 h 500729"/>
              <a:gd name="connsiteX71" fmla="*/ 537343 w 2761964"/>
              <a:gd name="connsiteY71" fmla="*/ 469209 h 500729"/>
              <a:gd name="connsiteX72" fmla="*/ 564394 w 2761964"/>
              <a:gd name="connsiteY72" fmla="*/ 496069 h 500729"/>
              <a:gd name="connsiteX73" fmla="*/ 623354 w 2761964"/>
              <a:gd name="connsiteY73" fmla="*/ 488640 h 500729"/>
              <a:gd name="connsiteX74" fmla="*/ 634022 w 2761964"/>
              <a:gd name="connsiteY74" fmla="*/ 392723 h 500729"/>
              <a:gd name="connsiteX75" fmla="*/ 555726 w 2761964"/>
              <a:gd name="connsiteY75" fmla="*/ 337383 h 500729"/>
              <a:gd name="connsiteX76" fmla="*/ 480765 w 2761964"/>
              <a:gd name="connsiteY76" fmla="*/ 446444 h 500729"/>
              <a:gd name="connsiteX77" fmla="*/ 441617 w 2761964"/>
              <a:gd name="connsiteY77" fmla="*/ 394723 h 500729"/>
              <a:gd name="connsiteX78" fmla="*/ 555726 w 2761964"/>
              <a:gd name="connsiteY78" fmla="*/ 337383 h 500729"/>
              <a:gd name="connsiteX79" fmla="*/ 2042769 w 2761964"/>
              <a:gd name="connsiteY79" fmla="*/ 248895 h 500729"/>
              <a:gd name="connsiteX80" fmla="*/ 1937994 w 2761964"/>
              <a:gd name="connsiteY80" fmla="*/ 151074 h 500729"/>
              <a:gd name="connsiteX81" fmla="*/ 1797501 w 2761964"/>
              <a:gd name="connsiteY81" fmla="*/ 197460 h 500729"/>
              <a:gd name="connsiteX82" fmla="*/ 1827600 w 2761964"/>
              <a:gd name="connsiteY82" fmla="*/ 248324 h 500729"/>
              <a:gd name="connsiteX83" fmla="*/ 1922374 w 2761964"/>
              <a:gd name="connsiteY83" fmla="*/ 211271 h 500729"/>
              <a:gd name="connsiteX84" fmla="*/ 1954949 w 2761964"/>
              <a:gd name="connsiteY84" fmla="*/ 248324 h 500729"/>
              <a:gd name="connsiteX85" fmla="*/ 1948091 w 2761964"/>
              <a:gd name="connsiteY85" fmla="*/ 291567 h 500729"/>
              <a:gd name="connsiteX86" fmla="*/ 1742923 w 2761964"/>
              <a:gd name="connsiteY86" fmla="*/ 398247 h 500729"/>
              <a:gd name="connsiteX87" fmla="*/ 1838839 w 2761964"/>
              <a:gd name="connsiteY87" fmla="*/ 498641 h 500729"/>
              <a:gd name="connsiteX88" fmla="*/ 1921040 w 2761964"/>
              <a:gd name="connsiteY88" fmla="*/ 469113 h 500729"/>
              <a:gd name="connsiteX89" fmla="*/ 1948091 w 2761964"/>
              <a:gd name="connsiteY89" fmla="*/ 495974 h 500729"/>
              <a:gd name="connsiteX90" fmla="*/ 2007051 w 2761964"/>
              <a:gd name="connsiteY90" fmla="*/ 488544 h 500729"/>
              <a:gd name="connsiteX91" fmla="*/ 2017719 w 2761964"/>
              <a:gd name="connsiteY91" fmla="*/ 392628 h 500729"/>
              <a:gd name="connsiteX92" fmla="*/ 1939233 w 2761964"/>
              <a:gd name="connsiteY92" fmla="*/ 337383 h 500729"/>
              <a:gd name="connsiteX93" fmla="*/ 1864271 w 2761964"/>
              <a:gd name="connsiteY93" fmla="*/ 446444 h 500729"/>
              <a:gd name="connsiteX94" fmla="*/ 1825123 w 2761964"/>
              <a:gd name="connsiteY94" fmla="*/ 394723 h 500729"/>
              <a:gd name="connsiteX95" fmla="*/ 1939518 w 2761964"/>
              <a:gd name="connsiteY95" fmla="*/ 337383 h 500729"/>
              <a:gd name="connsiteX96" fmla="*/ 834333 w 2761964"/>
              <a:gd name="connsiteY96" fmla="*/ 498641 h 500729"/>
              <a:gd name="connsiteX97" fmla="*/ 1014450 w 2761964"/>
              <a:gd name="connsiteY97" fmla="*/ 326048 h 500729"/>
              <a:gd name="connsiteX98" fmla="*/ 903389 w 2761964"/>
              <a:gd name="connsiteY98" fmla="*/ 151645 h 500729"/>
              <a:gd name="connsiteX99" fmla="*/ 824522 w 2761964"/>
              <a:gd name="connsiteY99" fmla="*/ 164885 h 500729"/>
              <a:gd name="connsiteX100" fmla="*/ 853097 w 2761964"/>
              <a:gd name="connsiteY100" fmla="*/ -183 h 500729"/>
              <a:gd name="connsiteX101" fmla="*/ 766324 w 2761964"/>
              <a:gd name="connsiteY101" fmla="*/ -183 h 500729"/>
              <a:gd name="connsiteX102" fmla="*/ 680599 w 2761964"/>
              <a:gd name="connsiteY102" fmla="*/ 492640 h 500729"/>
              <a:gd name="connsiteX103" fmla="*/ 745845 w 2761964"/>
              <a:gd name="connsiteY103" fmla="*/ 492640 h 500729"/>
              <a:gd name="connsiteX104" fmla="*/ 764895 w 2761964"/>
              <a:gd name="connsiteY104" fmla="*/ 472257 h 500729"/>
              <a:gd name="connsiteX105" fmla="*/ 834523 w 2761964"/>
              <a:gd name="connsiteY105" fmla="*/ 498641 h 500729"/>
              <a:gd name="connsiteX106" fmla="*/ 870718 w 2761964"/>
              <a:gd name="connsiteY106" fmla="*/ 215653 h 500729"/>
              <a:gd name="connsiteX107" fmla="*/ 923677 w 2761964"/>
              <a:gd name="connsiteY107" fmla="*/ 322905 h 500729"/>
              <a:gd name="connsiteX108" fmla="*/ 826236 w 2761964"/>
              <a:gd name="connsiteY108" fmla="*/ 437205 h 500729"/>
              <a:gd name="connsiteX109" fmla="*/ 785469 w 2761964"/>
              <a:gd name="connsiteY109" fmla="*/ 384531 h 500729"/>
              <a:gd name="connsiteX110" fmla="*/ 801757 w 2761964"/>
              <a:gd name="connsiteY110" fmla="*/ 282900 h 500729"/>
              <a:gd name="connsiteX111" fmla="*/ 870147 w 2761964"/>
              <a:gd name="connsiteY111" fmla="*/ 215748 h 500729"/>
              <a:gd name="connsiteX112" fmla="*/ 1051026 w 2761964"/>
              <a:gd name="connsiteY112" fmla="*/ 352813 h 500729"/>
              <a:gd name="connsiteX113" fmla="*/ 1255528 w 2761964"/>
              <a:gd name="connsiteY113" fmla="*/ 149740 h 500729"/>
              <a:gd name="connsiteX114" fmla="*/ 1374972 w 2761964"/>
              <a:gd name="connsiteY114" fmla="*/ 307855 h 500729"/>
              <a:gd name="connsiteX115" fmla="*/ 1174947 w 2761964"/>
              <a:gd name="connsiteY115" fmla="*/ 500546 h 500729"/>
              <a:gd name="connsiteX116" fmla="*/ 1051026 w 2761964"/>
              <a:gd name="connsiteY116" fmla="*/ 352813 h 500729"/>
              <a:gd name="connsiteX117" fmla="*/ 1283913 w 2761964"/>
              <a:gd name="connsiteY117" fmla="*/ 313951 h 500729"/>
              <a:gd name="connsiteX118" fmla="*/ 1237431 w 2761964"/>
              <a:gd name="connsiteY118" fmla="*/ 211938 h 500729"/>
              <a:gd name="connsiteX119" fmla="*/ 1143038 w 2761964"/>
              <a:gd name="connsiteY119" fmla="*/ 334525 h 500729"/>
              <a:gd name="connsiteX120" fmla="*/ 1190663 w 2761964"/>
              <a:gd name="connsiteY120" fmla="*/ 439300 h 500729"/>
              <a:gd name="connsiteX121" fmla="*/ 1284008 w 2761964"/>
              <a:gd name="connsiteY121" fmla="*/ 313951 h 50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761964" h="500729">
                <a:moveTo>
                  <a:pt x="1634337" y="322905"/>
                </a:moveTo>
                <a:cubicBezTo>
                  <a:pt x="1622622" y="397866"/>
                  <a:pt x="1583950" y="437205"/>
                  <a:pt x="1537468" y="437205"/>
                </a:cubicBezTo>
                <a:cubicBezTo>
                  <a:pt x="1508036" y="437205"/>
                  <a:pt x="1491082" y="416535"/>
                  <a:pt x="1496034" y="384531"/>
                </a:cubicBezTo>
                <a:lnTo>
                  <a:pt x="1512417" y="282900"/>
                </a:lnTo>
                <a:cubicBezTo>
                  <a:pt x="1518704" y="245276"/>
                  <a:pt x="1540992" y="215748"/>
                  <a:pt x="1581378" y="215748"/>
                </a:cubicBezTo>
                <a:cubicBezTo>
                  <a:pt x="1625955" y="215653"/>
                  <a:pt x="1646339" y="245943"/>
                  <a:pt x="1634337" y="322905"/>
                </a:cubicBezTo>
                <a:close/>
                <a:moveTo>
                  <a:pt x="1475365" y="472257"/>
                </a:moveTo>
                <a:cubicBezTo>
                  <a:pt x="1481652" y="472257"/>
                  <a:pt x="1496701" y="498641"/>
                  <a:pt x="1545660" y="498641"/>
                </a:cubicBezTo>
                <a:cubicBezTo>
                  <a:pt x="1649768" y="498641"/>
                  <a:pt x="1709394" y="423298"/>
                  <a:pt x="1725682" y="326048"/>
                </a:cubicBezTo>
                <a:cubicBezTo>
                  <a:pt x="1746447" y="206319"/>
                  <a:pt x="1688058" y="151645"/>
                  <a:pt x="1614716" y="151645"/>
                </a:cubicBezTo>
                <a:cubicBezTo>
                  <a:pt x="1580140" y="151645"/>
                  <a:pt x="1554327" y="154788"/>
                  <a:pt x="1535468" y="164885"/>
                </a:cubicBezTo>
                <a:lnTo>
                  <a:pt x="1564043" y="-183"/>
                </a:lnTo>
                <a:lnTo>
                  <a:pt x="1477556" y="-183"/>
                </a:lnTo>
                <a:lnTo>
                  <a:pt x="1391831" y="492640"/>
                </a:lnTo>
                <a:lnTo>
                  <a:pt x="1457077" y="492640"/>
                </a:lnTo>
                <a:cubicBezTo>
                  <a:pt x="1457077" y="492640"/>
                  <a:pt x="1466602" y="472257"/>
                  <a:pt x="1476127" y="472257"/>
                </a:cubicBezTo>
                <a:close/>
                <a:moveTo>
                  <a:pt x="2395957" y="261945"/>
                </a:moveTo>
                <a:cubicBezTo>
                  <a:pt x="2409196" y="187364"/>
                  <a:pt x="2381574" y="150978"/>
                  <a:pt x="2300707" y="150978"/>
                </a:cubicBezTo>
                <a:cubicBezTo>
                  <a:pt x="2240509" y="150978"/>
                  <a:pt x="2216791" y="177458"/>
                  <a:pt x="2194217" y="200127"/>
                </a:cubicBezTo>
                <a:lnTo>
                  <a:pt x="2196408" y="158503"/>
                </a:lnTo>
                <a:lnTo>
                  <a:pt x="2116302" y="158503"/>
                </a:lnTo>
                <a:lnTo>
                  <a:pt x="2110111" y="220130"/>
                </a:lnTo>
                <a:lnTo>
                  <a:pt x="2063629" y="492069"/>
                </a:lnTo>
                <a:lnTo>
                  <a:pt x="2151450" y="492069"/>
                </a:lnTo>
                <a:lnTo>
                  <a:pt x="2180025" y="315475"/>
                </a:lnTo>
                <a:cubicBezTo>
                  <a:pt x="2189550" y="254610"/>
                  <a:pt x="2232126" y="208128"/>
                  <a:pt x="2271560" y="208128"/>
                </a:cubicBezTo>
                <a:cubicBezTo>
                  <a:pt x="2315566" y="208128"/>
                  <a:pt x="2314994" y="233274"/>
                  <a:pt x="2308136" y="271565"/>
                </a:cubicBezTo>
                <a:lnTo>
                  <a:pt x="2270036" y="492069"/>
                </a:lnTo>
                <a:lnTo>
                  <a:pt x="2357094" y="492069"/>
                </a:lnTo>
                <a:close/>
                <a:moveTo>
                  <a:pt x="2761812" y="151550"/>
                </a:moveTo>
                <a:lnTo>
                  <a:pt x="2659513" y="151550"/>
                </a:lnTo>
                <a:lnTo>
                  <a:pt x="2541975" y="276232"/>
                </a:lnTo>
                <a:lnTo>
                  <a:pt x="2540260" y="276232"/>
                </a:lnTo>
                <a:lnTo>
                  <a:pt x="2587409" y="7"/>
                </a:lnTo>
                <a:lnTo>
                  <a:pt x="2501684" y="7"/>
                </a:lnTo>
                <a:lnTo>
                  <a:pt x="2415959" y="492545"/>
                </a:lnTo>
                <a:lnTo>
                  <a:pt x="2502541" y="492545"/>
                </a:lnTo>
                <a:lnTo>
                  <a:pt x="2511304" y="443301"/>
                </a:lnTo>
                <a:lnTo>
                  <a:pt x="2528830" y="335382"/>
                </a:lnTo>
                <a:cubicBezTo>
                  <a:pt x="2574645" y="335382"/>
                  <a:pt x="2600363" y="340431"/>
                  <a:pt x="2620461" y="431394"/>
                </a:cubicBezTo>
                <a:lnTo>
                  <a:pt x="2634272" y="492545"/>
                </a:lnTo>
                <a:lnTo>
                  <a:pt x="2722759" y="492545"/>
                </a:lnTo>
                <a:cubicBezTo>
                  <a:pt x="2722759" y="492545"/>
                  <a:pt x="2700757" y="399390"/>
                  <a:pt x="2686278" y="363005"/>
                </a:cubicBezTo>
                <a:cubicBezTo>
                  <a:pt x="2671229" y="324905"/>
                  <a:pt x="2654751" y="299473"/>
                  <a:pt x="2619603" y="292520"/>
                </a:cubicBezTo>
                <a:close/>
                <a:moveTo>
                  <a:pt x="247212" y="272517"/>
                </a:moveTo>
                <a:cubicBezTo>
                  <a:pt x="297437" y="261230"/>
                  <a:pt x="337566" y="223549"/>
                  <a:pt x="351987" y="174124"/>
                </a:cubicBezTo>
                <a:cubicBezTo>
                  <a:pt x="374561" y="82494"/>
                  <a:pt x="333794" y="11056"/>
                  <a:pt x="217113" y="12199"/>
                </a:cubicBezTo>
                <a:lnTo>
                  <a:pt x="83763" y="12199"/>
                </a:lnTo>
                <a:lnTo>
                  <a:pt x="-153" y="492545"/>
                </a:lnTo>
                <a:lnTo>
                  <a:pt x="87001" y="492545"/>
                </a:lnTo>
                <a:lnTo>
                  <a:pt x="121767" y="300045"/>
                </a:lnTo>
                <a:cubicBezTo>
                  <a:pt x="202158" y="297854"/>
                  <a:pt x="211969" y="317380"/>
                  <a:pt x="227114" y="411011"/>
                </a:cubicBezTo>
                <a:lnTo>
                  <a:pt x="240925" y="492926"/>
                </a:lnTo>
                <a:lnTo>
                  <a:pt x="331317" y="492926"/>
                </a:lnTo>
                <a:cubicBezTo>
                  <a:pt x="320745" y="443396"/>
                  <a:pt x="313791" y="396628"/>
                  <a:pt x="305028" y="359004"/>
                </a:cubicBezTo>
                <a:cubicBezTo>
                  <a:pt x="295503" y="319476"/>
                  <a:pt x="280930" y="288519"/>
                  <a:pt x="243306" y="273851"/>
                </a:cubicBezTo>
                <a:close/>
                <a:moveTo>
                  <a:pt x="264833" y="158217"/>
                </a:moveTo>
                <a:cubicBezTo>
                  <a:pt x="257308" y="200889"/>
                  <a:pt x="224256" y="230798"/>
                  <a:pt x="183394" y="230798"/>
                </a:cubicBezTo>
                <a:lnTo>
                  <a:pt x="131959" y="230798"/>
                </a:lnTo>
                <a:lnTo>
                  <a:pt x="158629" y="79160"/>
                </a:lnTo>
                <a:lnTo>
                  <a:pt x="205397" y="79160"/>
                </a:lnTo>
                <a:cubicBezTo>
                  <a:pt x="261404" y="78874"/>
                  <a:pt x="272167" y="115450"/>
                  <a:pt x="265309" y="158122"/>
                </a:cubicBezTo>
                <a:close/>
                <a:moveTo>
                  <a:pt x="659073" y="248991"/>
                </a:moveTo>
                <a:cubicBezTo>
                  <a:pt x="671550" y="176220"/>
                  <a:pt x="632688" y="151169"/>
                  <a:pt x="554298" y="151169"/>
                </a:cubicBezTo>
                <a:cubicBezTo>
                  <a:pt x="456476" y="151169"/>
                  <a:pt x="413804" y="197556"/>
                  <a:pt x="413804" y="197556"/>
                </a:cubicBezTo>
                <a:lnTo>
                  <a:pt x="443903" y="248419"/>
                </a:lnTo>
                <a:cubicBezTo>
                  <a:pt x="469020" y="223511"/>
                  <a:pt x="503329" y="210100"/>
                  <a:pt x="538677" y="211367"/>
                </a:cubicBezTo>
                <a:cubicBezTo>
                  <a:pt x="573919" y="211367"/>
                  <a:pt x="574681" y="229274"/>
                  <a:pt x="571252" y="248419"/>
                </a:cubicBezTo>
                <a:lnTo>
                  <a:pt x="564394" y="291663"/>
                </a:lnTo>
                <a:cubicBezTo>
                  <a:pt x="438283" y="288519"/>
                  <a:pt x="373894" y="315475"/>
                  <a:pt x="359226" y="398343"/>
                </a:cubicBezTo>
                <a:cubicBezTo>
                  <a:pt x="347319" y="466065"/>
                  <a:pt x="398088" y="498736"/>
                  <a:pt x="455142" y="498736"/>
                </a:cubicBezTo>
                <a:cubicBezTo>
                  <a:pt x="485441" y="500622"/>
                  <a:pt x="515169" y="489944"/>
                  <a:pt x="537343" y="469209"/>
                </a:cubicBezTo>
                <a:cubicBezTo>
                  <a:pt x="540553" y="482563"/>
                  <a:pt x="551021" y="492954"/>
                  <a:pt x="564394" y="496069"/>
                </a:cubicBezTo>
                <a:cubicBezTo>
                  <a:pt x="582587" y="499784"/>
                  <a:pt x="613924" y="496069"/>
                  <a:pt x="623354" y="488640"/>
                </a:cubicBezTo>
                <a:cubicBezTo>
                  <a:pt x="622687" y="479115"/>
                  <a:pt x="623354" y="452921"/>
                  <a:pt x="634022" y="392723"/>
                </a:cubicBezTo>
                <a:close/>
                <a:moveTo>
                  <a:pt x="555726" y="337383"/>
                </a:moveTo>
                <a:cubicBezTo>
                  <a:pt x="541725" y="436538"/>
                  <a:pt x="528485" y="446444"/>
                  <a:pt x="480765" y="446444"/>
                </a:cubicBezTo>
                <a:cubicBezTo>
                  <a:pt x="448189" y="446444"/>
                  <a:pt x="435997" y="424060"/>
                  <a:pt x="441617" y="394723"/>
                </a:cubicBezTo>
                <a:cubicBezTo>
                  <a:pt x="449427" y="354813"/>
                  <a:pt x="479526" y="337383"/>
                  <a:pt x="555726" y="337383"/>
                </a:cubicBezTo>
                <a:close/>
                <a:moveTo>
                  <a:pt x="2042769" y="248895"/>
                </a:moveTo>
                <a:cubicBezTo>
                  <a:pt x="2055247" y="176124"/>
                  <a:pt x="2016385" y="151074"/>
                  <a:pt x="1937994" y="151074"/>
                </a:cubicBezTo>
                <a:cubicBezTo>
                  <a:pt x="1840173" y="151074"/>
                  <a:pt x="1797501" y="197460"/>
                  <a:pt x="1797501" y="197460"/>
                </a:cubicBezTo>
                <a:lnTo>
                  <a:pt x="1827600" y="248324"/>
                </a:lnTo>
                <a:cubicBezTo>
                  <a:pt x="1852717" y="223416"/>
                  <a:pt x="1887026" y="210005"/>
                  <a:pt x="1922374" y="211271"/>
                </a:cubicBezTo>
                <a:cubicBezTo>
                  <a:pt x="1957616" y="211271"/>
                  <a:pt x="1958378" y="229179"/>
                  <a:pt x="1954949" y="248324"/>
                </a:cubicBezTo>
                <a:lnTo>
                  <a:pt x="1948091" y="291567"/>
                </a:lnTo>
                <a:cubicBezTo>
                  <a:pt x="1821980" y="288424"/>
                  <a:pt x="1757591" y="315380"/>
                  <a:pt x="1742923" y="398247"/>
                </a:cubicBezTo>
                <a:cubicBezTo>
                  <a:pt x="1731016" y="465970"/>
                  <a:pt x="1781784" y="498641"/>
                  <a:pt x="1838839" y="498641"/>
                </a:cubicBezTo>
                <a:cubicBezTo>
                  <a:pt x="1869138" y="500527"/>
                  <a:pt x="1898866" y="489849"/>
                  <a:pt x="1921040" y="469113"/>
                </a:cubicBezTo>
                <a:cubicBezTo>
                  <a:pt x="1924250" y="482467"/>
                  <a:pt x="1934718" y="492859"/>
                  <a:pt x="1948091" y="495974"/>
                </a:cubicBezTo>
                <a:cubicBezTo>
                  <a:pt x="1966284" y="499689"/>
                  <a:pt x="1997621" y="495974"/>
                  <a:pt x="2007051" y="488544"/>
                </a:cubicBezTo>
                <a:cubicBezTo>
                  <a:pt x="2006384" y="479019"/>
                  <a:pt x="2007051" y="452826"/>
                  <a:pt x="2017719" y="392628"/>
                </a:cubicBezTo>
                <a:close/>
                <a:moveTo>
                  <a:pt x="1939233" y="337383"/>
                </a:moveTo>
                <a:cubicBezTo>
                  <a:pt x="1925231" y="436538"/>
                  <a:pt x="1911991" y="446444"/>
                  <a:pt x="1864271" y="446444"/>
                </a:cubicBezTo>
                <a:cubicBezTo>
                  <a:pt x="1831695" y="446444"/>
                  <a:pt x="1819503" y="424060"/>
                  <a:pt x="1825123" y="394723"/>
                </a:cubicBezTo>
                <a:cubicBezTo>
                  <a:pt x="1832934" y="354813"/>
                  <a:pt x="1863128" y="337383"/>
                  <a:pt x="1939518" y="337383"/>
                </a:cubicBezTo>
                <a:close/>
                <a:moveTo>
                  <a:pt x="834333" y="498641"/>
                </a:moveTo>
                <a:cubicBezTo>
                  <a:pt x="938536" y="498641"/>
                  <a:pt x="998163" y="423298"/>
                  <a:pt x="1014450" y="326048"/>
                </a:cubicBezTo>
                <a:cubicBezTo>
                  <a:pt x="1035119" y="206319"/>
                  <a:pt x="976350" y="151645"/>
                  <a:pt x="903389" y="151645"/>
                </a:cubicBezTo>
                <a:cubicBezTo>
                  <a:pt x="868908" y="151645"/>
                  <a:pt x="843953" y="154788"/>
                  <a:pt x="824522" y="164885"/>
                </a:cubicBezTo>
                <a:lnTo>
                  <a:pt x="853097" y="-183"/>
                </a:lnTo>
                <a:lnTo>
                  <a:pt x="766324" y="-183"/>
                </a:lnTo>
                <a:lnTo>
                  <a:pt x="680599" y="492640"/>
                </a:lnTo>
                <a:lnTo>
                  <a:pt x="745845" y="492640"/>
                </a:lnTo>
                <a:cubicBezTo>
                  <a:pt x="745845" y="492640"/>
                  <a:pt x="755370" y="472257"/>
                  <a:pt x="764895" y="472257"/>
                </a:cubicBezTo>
                <a:cubicBezTo>
                  <a:pt x="770515" y="472257"/>
                  <a:pt x="785660" y="498641"/>
                  <a:pt x="834523" y="498641"/>
                </a:cubicBezTo>
                <a:close/>
                <a:moveTo>
                  <a:pt x="870718" y="215653"/>
                </a:moveTo>
                <a:cubicBezTo>
                  <a:pt x="915295" y="215653"/>
                  <a:pt x="934250" y="245752"/>
                  <a:pt x="923677" y="322905"/>
                </a:cubicBezTo>
                <a:cubicBezTo>
                  <a:pt x="912914" y="401772"/>
                  <a:pt x="873290" y="437205"/>
                  <a:pt x="826236" y="437205"/>
                </a:cubicBezTo>
                <a:cubicBezTo>
                  <a:pt x="796709" y="437205"/>
                  <a:pt x="779754" y="416535"/>
                  <a:pt x="785469" y="384531"/>
                </a:cubicBezTo>
                <a:lnTo>
                  <a:pt x="801757" y="282900"/>
                </a:lnTo>
                <a:cubicBezTo>
                  <a:pt x="808044" y="245276"/>
                  <a:pt x="830332" y="215748"/>
                  <a:pt x="870147" y="215748"/>
                </a:cubicBezTo>
                <a:close/>
                <a:moveTo>
                  <a:pt x="1051026" y="352813"/>
                </a:moveTo>
                <a:cubicBezTo>
                  <a:pt x="1064457" y="227369"/>
                  <a:pt x="1121035" y="149740"/>
                  <a:pt x="1255528" y="149740"/>
                </a:cubicBezTo>
                <a:cubicBezTo>
                  <a:pt x="1355350" y="149740"/>
                  <a:pt x="1388307" y="225940"/>
                  <a:pt x="1374972" y="307855"/>
                </a:cubicBezTo>
                <a:cubicBezTo>
                  <a:pt x="1353445" y="438824"/>
                  <a:pt x="1302486" y="500546"/>
                  <a:pt x="1174947" y="500546"/>
                </a:cubicBezTo>
                <a:cubicBezTo>
                  <a:pt x="1091698" y="500546"/>
                  <a:pt x="1042644" y="433395"/>
                  <a:pt x="1051026" y="352813"/>
                </a:cubicBezTo>
                <a:close/>
                <a:moveTo>
                  <a:pt x="1283913" y="313951"/>
                </a:moveTo>
                <a:cubicBezTo>
                  <a:pt x="1290294" y="279280"/>
                  <a:pt x="1297152" y="211938"/>
                  <a:pt x="1237431" y="211938"/>
                </a:cubicBezTo>
                <a:cubicBezTo>
                  <a:pt x="1197330" y="211938"/>
                  <a:pt x="1159802" y="239085"/>
                  <a:pt x="1143038" y="334525"/>
                </a:cubicBezTo>
                <a:cubicBezTo>
                  <a:pt x="1132751" y="392723"/>
                  <a:pt x="1143990" y="439300"/>
                  <a:pt x="1190663" y="439300"/>
                </a:cubicBezTo>
                <a:cubicBezTo>
                  <a:pt x="1224572" y="439491"/>
                  <a:pt x="1266006" y="411392"/>
                  <a:pt x="1284008" y="313951"/>
                </a:cubicBezTo>
                <a:close/>
              </a:path>
            </a:pathLst>
          </a:custGeom>
          <a:solidFill>
            <a:srgbClr val="000099"/>
          </a:solidFill>
          <a:ln w="9525" cap="flat">
            <a:noFill/>
            <a:prstDash val="solid"/>
            <a:miter/>
          </a:ln>
        </p:spPr>
        <p:txBody>
          <a:bodyPr rtlCol="0" anchor="ctr">
            <a:noAutofit/>
          </a:bodyPr>
          <a:lstStyle/>
          <a:p>
            <a:endParaRPr lang="en-GB" noProof="0"/>
          </a:p>
        </p:txBody>
      </p:sp>
    </p:spTree>
    <p:extLst>
      <p:ext uri="{BB962C8B-B14F-4D97-AF65-F5344CB8AC3E}">
        <p14:creationId xmlns:p14="http://schemas.microsoft.com/office/powerpoint/2010/main" val="3546318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and Box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2182368"/>
            <a:ext cx="5125133" cy="3898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09600" y="1825624"/>
            <a:ext cx="5125133" cy="375320"/>
          </a:xfrm>
        </p:spPr>
        <p:txBody>
          <a:bodyPr>
            <a:noAutofit/>
          </a:bodyPr>
          <a:lstStyle>
            <a:lvl1pPr>
              <a:defRPr sz="1800">
                <a:solidFill>
                  <a:schemeClr val="accent1"/>
                </a:solidFill>
                <a:latin typeface="+mj-lt"/>
              </a:defRPr>
            </a:lvl1pPr>
          </a:lstStyle>
          <a:p>
            <a:pPr lvl="0"/>
            <a:r>
              <a:rPr lang="en-US"/>
              <a:t>Click to edit Master text styles</a:t>
            </a:r>
          </a:p>
        </p:txBody>
      </p:sp>
      <p:sp>
        <p:nvSpPr>
          <p:cNvPr id="14" name="Graphic 31">
            <a:extLst>
              <a:ext uri="{FF2B5EF4-FFF2-40B4-BE49-F238E27FC236}">
                <a16:creationId xmlns:a16="http://schemas.microsoft.com/office/drawing/2014/main" id="{5C9BFC90-101B-4019-A0EB-58591AF39E44}"/>
              </a:ext>
            </a:extLst>
          </p:cNvPr>
          <p:cNvSpPr/>
          <p:nvPr userDrawn="1"/>
        </p:nvSpPr>
        <p:spPr>
          <a:xfrm>
            <a:off x="10652186" y="6388681"/>
            <a:ext cx="903206" cy="163280"/>
          </a:xfrm>
          <a:custGeom>
            <a:avLst/>
            <a:gdLst>
              <a:gd name="connsiteX0" fmla="*/ 1634337 w 2761964"/>
              <a:gd name="connsiteY0" fmla="*/ 322905 h 500729"/>
              <a:gd name="connsiteX1" fmla="*/ 1537468 w 2761964"/>
              <a:gd name="connsiteY1" fmla="*/ 437205 h 500729"/>
              <a:gd name="connsiteX2" fmla="*/ 1496034 w 2761964"/>
              <a:gd name="connsiteY2" fmla="*/ 384531 h 500729"/>
              <a:gd name="connsiteX3" fmla="*/ 1512417 w 2761964"/>
              <a:gd name="connsiteY3" fmla="*/ 282900 h 500729"/>
              <a:gd name="connsiteX4" fmla="*/ 1581378 w 2761964"/>
              <a:gd name="connsiteY4" fmla="*/ 215748 h 500729"/>
              <a:gd name="connsiteX5" fmla="*/ 1634337 w 2761964"/>
              <a:gd name="connsiteY5" fmla="*/ 322905 h 500729"/>
              <a:gd name="connsiteX6" fmla="*/ 1475365 w 2761964"/>
              <a:gd name="connsiteY6" fmla="*/ 472257 h 500729"/>
              <a:gd name="connsiteX7" fmla="*/ 1545660 w 2761964"/>
              <a:gd name="connsiteY7" fmla="*/ 498641 h 500729"/>
              <a:gd name="connsiteX8" fmla="*/ 1725682 w 2761964"/>
              <a:gd name="connsiteY8" fmla="*/ 326048 h 500729"/>
              <a:gd name="connsiteX9" fmla="*/ 1614716 w 2761964"/>
              <a:gd name="connsiteY9" fmla="*/ 151645 h 500729"/>
              <a:gd name="connsiteX10" fmla="*/ 1535468 w 2761964"/>
              <a:gd name="connsiteY10" fmla="*/ 164885 h 500729"/>
              <a:gd name="connsiteX11" fmla="*/ 1564043 w 2761964"/>
              <a:gd name="connsiteY11" fmla="*/ -183 h 500729"/>
              <a:gd name="connsiteX12" fmla="*/ 1477556 w 2761964"/>
              <a:gd name="connsiteY12" fmla="*/ -183 h 500729"/>
              <a:gd name="connsiteX13" fmla="*/ 1391831 w 2761964"/>
              <a:gd name="connsiteY13" fmla="*/ 492640 h 500729"/>
              <a:gd name="connsiteX14" fmla="*/ 1457077 w 2761964"/>
              <a:gd name="connsiteY14" fmla="*/ 492640 h 500729"/>
              <a:gd name="connsiteX15" fmla="*/ 1476127 w 2761964"/>
              <a:gd name="connsiteY15" fmla="*/ 472257 h 500729"/>
              <a:gd name="connsiteX16" fmla="*/ 2395957 w 2761964"/>
              <a:gd name="connsiteY16" fmla="*/ 261945 h 500729"/>
              <a:gd name="connsiteX17" fmla="*/ 2300707 w 2761964"/>
              <a:gd name="connsiteY17" fmla="*/ 150978 h 500729"/>
              <a:gd name="connsiteX18" fmla="*/ 2194217 w 2761964"/>
              <a:gd name="connsiteY18" fmla="*/ 200127 h 500729"/>
              <a:gd name="connsiteX19" fmla="*/ 2196408 w 2761964"/>
              <a:gd name="connsiteY19" fmla="*/ 158503 h 500729"/>
              <a:gd name="connsiteX20" fmla="*/ 2116302 w 2761964"/>
              <a:gd name="connsiteY20" fmla="*/ 158503 h 500729"/>
              <a:gd name="connsiteX21" fmla="*/ 2110111 w 2761964"/>
              <a:gd name="connsiteY21" fmla="*/ 220130 h 500729"/>
              <a:gd name="connsiteX22" fmla="*/ 2063629 w 2761964"/>
              <a:gd name="connsiteY22" fmla="*/ 492069 h 500729"/>
              <a:gd name="connsiteX23" fmla="*/ 2151450 w 2761964"/>
              <a:gd name="connsiteY23" fmla="*/ 492069 h 500729"/>
              <a:gd name="connsiteX24" fmla="*/ 2180025 w 2761964"/>
              <a:gd name="connsiteY24" fmla="*/ 315475 h 500729"/>
              <a:gd name="connsiteX25" fmla="*/ 2271560 w 2761964"/>
              <a:gd name="connsiteY25" fmla="*/ 208128 h 500729"/>
              <a:gd name="connsiteX26" fmla="*/ 2308136 w 2761964"/>
              <a:gd name="connsiteY26" fmla="*/ 271565 h 500729"/>
              <a:gd name="connsiteX27" fmla="*/ 2270036 w 2761964"/>
              <a:gd name="connsiteY27" fmla="*/ 492069 h 500729"/>
              <a:gd name="connsiteX28" fmla="*/ 2357094 w 2761964"/>
              <a:gd name="connsiteY28" fmla="*/ 492069 h 500729"/>
              <a:gd name="connsiteX29" fmla="*/ 2761812 w 2761964"/>
              <a:gd name="connsiteY29" fmla="*/ 151550 h 500729"/>
              <a:gd name="connsiteX30" fmla="*/ 2659513 w 2761964"/>
              <a:gd name="connsiteY30" fmla="*/ 151550 h 500729"/>
              <a:gd name="connsiteX31" fmla="*/ 2541975 w 2761964"/>
              <a:gd name="connsiteY31" fmla="*/ 276232 h 500729"/>
              <a:gd name="connsiteX32" fmla="*/ 2540260 w 2761964"/>
              <a:gd name="connsiteY32" fmla="*/ 276232 h 500729"/>
              <a:gd name="connsiteX33" fmla="*/ 2587409 w 2761964"/>
              <a:gd name="connsiteY33" fmla="*/ 7 h 500729"/>
              <a:gd name="connsiteX34" fmla="*/ 2501684 w 2761964"/>
              <a:gd name="connsiteY34" fmla="*/ 7 h 500729"/>
              <a:gd name="connsiteX35" fmla="*/ 2415959 w 2761964"/>
              <a:gd name="connsiteY35" fmla="*/ 492545 h 500729"/>
              <a:gd name="connsiteX36" fmla="*/ 2502541 w 2761964"/>
              <a:gd name="connsiteY36" fmla="*/ 492545 h 500729"/>
              <a:gd name="connsiteX37" fmla="*/ 2511304 w 2761964"/>
              <a:gd name="connsiteY37" fmla="*/ 443301 h 500729"/>
              <a:gd name="connsiteX38" fmla="*/ 2528830 w 2761964"/>
              <a:gd name="connsiteY38" fmla="*/ 335382 h 500729"/>
              <a:gd name="connsiteX39" fmla="*/ 2620461 w 2761964"/>
              <a:gd name="connsiteY39" fmla="*/ 431394 h 500729"/>
              <a:gd name="connsiteX40" fmla="*/ 2634272 w 2761964"/>
              <a:gd name="connsiteY40" fmla="*/ 492545 h 500729"/>
              <a:gd name="connsiteX41" fmla="*/ 2722759 w 2761964"/>
              <a:gd name="connsiteY41" fmla="*/ 492545 h 500729"/>
              <a:gd name="connsiteX42" fmla="*/ 2686278 w 2761964"/>
              <a:gd name="connsiteY42" fmla="*/ 363005 h 500729"/>
              <a:gd name="connsiteX43" fmla="*/ 2619603 w 2761964"/>
              <a:gd name="connsiteY43" fmla="*/ 292520 h 500729"/>
              <a:gd name="connsiteX44" fmla="*/ 247212 w 2761964"/>
              <a:gd name="connsiteY44" fmla="*/ 272517 h 500729"/>
              <a:gd name="connsiteX45" fmla="*/ 351987 w 2761964"/>
              <a:gd name="connsiteY45" fmla="*/ 174124 h 500729"/>
              <a:gd name="connsiteX46" fmla="*/ 217113 w 2761964"/>
              <a:gd name="connsiteY46" fmla="*/ 12199 h 500729"/>
              <a:gd name="connsiteX47" fmla="*/ 83763 w 2761964"/>
              <a:gd name="connsiteY47" fmla="*/ 12199 h 500729"/>
              <a:gd name="connsiteX48" fmla="*/ -153 w 2761964"/>
              <a:gd name="connsiteY48" fmla="*/ 492545 h 500729"/>
              <a:gd name="connsiteX49" fmla="*/ 87001 w 2761964"/>
              <a:gd name="connsiteY49" fmla="*/ 492545 h 500729"/>
              <a:gd name="connsiteX50" fmla="*/ 121767 w 2761964"/>
              <a:gd name="connsiteY50" fmla="*/ 300045 h 500729"/>
              <a:gd name="connsiteX51" fmla="*/ 227114 w 2761964"/>
              <a:gd name="connsiteY51" fmla="*/ 411011 h 500729"/>
              <a:gd name="connsiteX52" fmla="*/ 240925 w 2761964"/>
              <a:gd name="connsiteY52" fmla="*/ 492926 h 500729"/>
              <a:gd name="connsiteX53" fmla="*/ 331317 w 2761964"/>
              <a:gd name="connsiteY53" fmla="*/ 492926 h 500729"/>
              <a:gd name="connsiteX54" fmla="*/ 305028 w 2761964"/>
              <a:gd name="connsiteY54" fmla="*/ 359004 h 500729"/>
              <a:gd name="connsiteX55" fmla="*/ 243306 w 2761964"/>
              <a:gd name="connsiteY55" fmla="*/ 273851 h 500729"/>
              <a:gd name="connsiteX56" fmla="*/ 264833 w 2761964"/>
              <a:gd name="connsiteY56" fmla="*/ 158217 h 500729"/>
              <a:gd name="connsiteX57" fmla="*/ 183394 w 2761964"/>
              <a:gd name="connsiteY57" fmla="*/ 230798 h 500729"/>
              <a:gd name="connsiteX58" fmla="*/ 131959 w 2761964"/>
              <a:gd name="connsiteY58" fmla="*/ 230798 h 500729"/>
              <a:gd name="connsiteX59" fmla="*/ 158629 w 2761964"/>
              <a:gd name="connsiteY59" fmla="*/ 79160 h 500729"/>
              <a:gd name="connsiteX60" fmla="*/ 205397 w 2761964"/>
              <a:gd name="connsiteY60" fmla="*/ 79160 h 500729"/>
              <a:gd name="connsiteX61" fmla="*/ 265309 w 2761964"/>
              <a:gd name="connsiteY61" fmla="*/ 158122 h 500729"/>
              <a:gd name="connsiteX62" fmla="*/ 659073 w 2761964"/>
              <a:gd name="connsiteY62" fmla="*/ 248991 h 500729"/>
              <a:gd name="connsiteX63" fmla="*/ 554298 w 2761964"/>
              <a:gd name="connsiteY63" fmla="*/ 151169 h 500729"/>
              <a:gd name="connsiteX64" fmla="*/ 413804 w 2761964"/>
              <a:gd name="connsiteY64" fmla="*/ 197556 h 500729"/>
              <a:gd name="connsiteX65" fmla="*/ 443903 w 2761964"/>
              <a:gd name="connsiteY65" fmla="*/ 248419 h 500729"/>
              <a:gd name="connsiteX66" fmla="*/ 538677 w 2761964"/>
              <a:gd name="connsiteY66" fmla="*/ 211367 h 500729"/>
              <a:gd name="connsiteX67" fmla="*/ 571252 w 2761964"/>
              <a:gd name="connsiteY67" fmla="*/ 248419 h 500729"/>
              <a:gd name="connsiteX68" fmla="*/ 564394 w 2761964"/>
              <a:gd name="connsiteY68" fmla="*/ 291663 h 500729"/>
              <a:gd name="connsiteX69" fmla="*/ 359226 w 2761964"/>
              <a:gd name="connsiteY69" fmla="*/ 398343 h 500729"/>
              <a:gd name="connsiteX70" fmla="*/ 455142 w 2761964"/>
              <a:gd name="connsiteY70" fmla="*/ 498736 h 500729"/>
              <a:gd name="connsiteX71" fmla="*/ 537343 w 2761964"/>
              <a:gd name="connsiteY71" fmla="*/ 469209 h 500729"/>
              <a:gd name="connsiteX72" fmla="*/ 564394 w 2761964"/>
              <a:gd name="connsiteY72" fmla="*/ 496069 h 500729"/>
              <a:gd name="connsiteX73" fmla="*/ 623354 w 2761964"/>
              <a:gd name="connsiteY73" fmla="*/ 488640 h 500729"/>
              <a:gd name="connsiteX74" fmla="*/ 634022 w 2761964"/>
              <a:gd name="connsiteY74" fmla="*/ 392723 h 500729"/>
              <a:gd name="connsiteX75" fmla="*/ 555726 w 2761964"/>
              <a:gd name="connsiteY75" fmla="*/ 337383 h 500729"/>
              <a:gd name="connsiteX76" fmla="*/ 480765 w 2761964"/>
              <a:gd name="connsiteY76" fmla="*/ 446444 h 500729"/>
              <a:gd name="connsiteX77" fmla="*/ 441617 w 2761964"/>
              <a:gd name="connsiteY77" fmla="*/ 394723 h 500729"/>
              <a:gd name="connsiteX78" fmla="*/ 555726 w 2761964"/>
              <a:gd name="connsiteY78" fmla="*/ 337383 h 500729"/>
              <a:gd name="connsiteX79" fmla="*/ 2042769 w 2761964"/>
              <a:gd name="connsiteY79" fmla="*/ 248895 h 500729"/>
              <a:gd name="connsiteX80" fmla="*/ 1937994 w 2761964"/>
              <a:gd name="connsiteY80" fmla="*/ 151074 h 500729"/>
              <a:gd name="connsiteX81" fmla="*/ 1797501 w 2761964"/>
              <a:gd name="connsiteY81" fmla="*/ 197460 h 500729"/>
              <a:gd name="connsiteX82" fmla="*/ 1827600 w 2761964"/>
              <a:gd name="connsiteY82" fmla="*/ 248324 h 500729"/>
              <a:gd name="connsiteX83" fmla="*/ 1922374 w 2761964"/>
              <a:gd name="connsiteY83" fmla="*/ 211271 h 500729"/>
              <a:gd name="connsiteX84" fmla="*/ 1954949 w 2761964"/>
              <a:gd name="connsiteY84" fmla="*/ 248324 h 500729"/>
              <a:gd name="connsiteX85" fmla="*/ 1948091 w 2761964"/>
              <a:gd name="connsiteY85" fmla="*/ 291567 h 500729"/>
              <a:gd name="connsiteX86" fmla="*/ 1742923 w 2761964"/>
              <a:gd name="connsiteY86" fmla="*/ 398247 h 500729"/>
              <a:gd name="connsiteX87" fmla="*/ 1838839 w 2761964"/>
              <a:gd name="connsiteY87" fmla="*/ 498641 h 500729"/>
              <a:gd name="connsiteX88" fmla="*/ 1921040 w 2761964"/>
              <a:gd name="connsiteY88" fmla="*/ 469113 h 500729"/>
              <a:gd name="connsiteX89" fmla="*/ 1948091 w 2761964"/>
              <a:gd name="connsiteY89" fmla="*/ 495974 h 500729"/>
              <a:gd name="connsiteX90" fmla="*/ 2007051 w 2761964"/>
              <a:gd name="connsiteY90" fmla="*/ 488544 h 500729"/>
              <a:gd name="connsiteX91" fmla="*/ 2017719 w 2761964"/>
              <a:gd name="connsiteY91" fmla="*/ 392628 h 500729"/>
              <a:gd name="connsiteX92" fmla="*/ 1939233 w 2761964"/>
              <a:gd name="connsiteY92" fmla="*/ 337383 h 500729"/>
              <a:gd name="connsiteX93" fmla="*/ 1864271 w 2761964"/>
              <a:gd name="connsiteY93" fmla="*/ 446444 h 500729"/>
              <a:gd name="connsiteX94" fmla="*/ 1825123 w 2761964"/>
              <a:gd name="connsiteY94" fmla="*/ 394723 h 500729"/>
              <a:gd name="connsiteX95" fmla="*/ 1939518 w 2761964"/>
              <a:gd name="connsiteY95" fmla="*/ 337383 h 500729"/>
              <a:gd name="connsiteX96" fmla="*/ 834333 w 2761964"/>
              <a:gd name="connsiteY96" fmla="*/ 498641 h 500729"/>
              <a:gd name="connsiteX97" fmla="*/ 1014450 w 2761964"/>
              <a:gd name="connsiteY97" fmla="*/ 326048 h 500729"/>
              <a:gd name="connsiteX98" fmla="*/ 903389 w 2761964"/>
              <a:gd name="connsiteY98" fmla="*/ 151645 h 500729"/>
              <a:gd name="connsiteX99" fmla="*/ 824522 w 2761964"/>
              <a:gd name="connsiteY99" fmla="*/ 164885 h 500729"/>
              <a:gd name="connsiteX100" fmla="*/ 853097 w 2761964"/>
              <a:gd name="connsiteY100" fmla="*/ -183 h 500729"/>
              <a:gd name="connsiteX101" fmla="*/ 766324 w 2761964"/>
              <a:gd name="connsiteY101" fmla="*/ -183 h 500729"/>
              <a:gd name="connsiteX102" fmla="*/ 680599 w 2761964"/>
              <a:gd name="connsiteY102" fmla="*/ 492640 h 500729"/>
              <a:gd name="connsiteX103" fmla="*/ 745845 w 2761964"/>
              <a:gd name="connsiteY103" fmla="*/ 492640 h 500729"/>
              <a:gd name="connsiteX104" fmla="*/ 764895 w 2761964"/>
              <a:gd name="connsiteY104" fmla="*/ 472257 h 500729"/>
              <a:gd name="connsiteX105" fmla="*/ 834523 w 2761964"/>
              <a:gd name="connsiteY105" fmla="*/ 498641 h 500729"/>
              <a:gd name="connsiteX106" fmla="*/ 870718 w 2761964"/>
              <a:gd name="connsiteY106" fmla="*/ 215653 h 500729"/>
              <a:gd name="connsiteX107" fmla="*/ 923677 w 2761964"/>
              <a:gd name="connsiteY107" fmla="*/ 322905 h 500729"/>
              <a:gd name="connsiteX108" fmla="*/ 826236 w 2761964"/>
              <a:gd name="connsiteY108" fmla="*/ 437205 h 500729"/>
              <a:gd name="connsiteX109" fmla="*/ 785469 w 2761964"/>
              <a:gd name="connsiteY109" fmla="*/ 384531 h 500729"/>
              <a:gd name="connsiteX110" fmla="*/ 801757 w 2761964"/>
              <a:gd name="connsiteY110" fmla="*/ 282900 h 500729"/>
              <a:gd name="connsiteX111" fmla="*/ 870147 w 2761964"/>
              <a:gd name="connsiteY111" fmla="*/ 215748 h 500729"/>
              <a:gd name="connsiteX112" fmla="*/ 1051026 w 2761964"/>
              <a:gd name="connsiteY112" fmla="*/ 352813 h 500729"/>
              <a:gd name="connsiteX113" fmla="*/ 1255528 w 2761964"/>
              <a:gd name="connsiteY113" fmla="*/ 149740 h 500729"/>
              <a:gd name="connsiteX114" fmla="*/ 1374972 w 2761964"/>
              <a:gd name="connsiteY114" fmla="*/ 307855 h 500729"/>
              <a:gd name="connsiteX115" fmla="*/ 1174947 w 2761964"/>
              <a:gd name="connsiteY115" fmla="*/ 500546 h 500729"/>
              <a:gd name="connsiteX116" fmla="*/ 1051026 w 2761964"/>
              <a:gd name="connsiteY116" fmla="*/ 352813 h 500729"/>
              <a:gd name="connsiteX117" fmla="*/ 1283913 w 2761964"/>
              <a:gd name="connsiteY117" fmla="*/ 313951 h 500729"/>
              <a:gd name="connsiteX118" fmla="*/ 1237431 w 2761964"/>
              <a:gd name="connsiteY118" fmla="*/ 211938 h 500729"/>
              <a:gd name="connsiteX119" fmla="*/ 1143038 w 2761964"/>
              <a:gd name="connsiteY119" fmla="*/ 334525 h 500729"/>
              <a:gd name="connsiteX120" fmla="*/ 1190663 w 2761964"/>
              <a:gd name="connsiteY120" fmla="*/ 439300 h 500729"/>
              <a:gd name="connsiteX121" fmla="*/ 1284008 w 2761964"/>
              <a:gd name="connsiteY121" fmla="*/ 313951 h 50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761964" h="500729">
                <a:moveTo>
                  <a:pt x="1634337" y="322905"/>
                </a:moveTo>
                <a:cubicBezTo>
                  <a:pt x="1622622" y="397866"/>
                  <a:pt x="1583950" y="437205"/>
                  <a:pt x="1537468" y="437205"/>
                </a:cubicBezTo>
                <a:cubicBezTo>
                  <a:pt x="1508036" y="437205"/>
                  <a:pt x="1491082" y="416535"/>
                  <a:pt x="1496034" y="384531"/>
                </a:cubicBezTo>
                <a:lnTo>
                  <a:pt x="1512417" y="282900"/>
                </a:lnTo>
                <a:cubicBezTo>
                  <a:pt x="1518704" y="245276"/>
                  <a:pt x="1540992" y="215748"/>
                  <a:pt x="1581378" y="215748"/>
                </a:cubicBezTo>
                <a:cubicBezTo>
                  <a:pt x="1625955" y="215653"/>
                  <a:pt x="1646339" y="245943"/>
                  <a:pt x="1634337" y="322905"/>
                </a:cubicBezTo>
                <a:close/>
                <a:moveTo>
                  <a:pt x="1475365" y="472257"/>
                </a:moveTo>
                <a:cubicBezTo>
                  <a:pt x="1481652" y="472257"/>
                  <a:pt x="1496701" y="498641"/>
                  <a:pt x="1545660" y="498641"/>
                </a:cubicBezTo>
                <a:cubicBezTo>
                  <a:pt x="1649768" y="498641"/>
                  <a:pt x="1709394" y="423298"/>
                  <a:pt x="1725682" y="326048"/>
                </a:cubicBezTo>
                <a:cubicBezTo>
                  <a:pt x="1746447" y="206319"/>
                  <a:pt x="1688058" y="151645"/>
                  <a:pt x="1614716" y="151645"/>
                </a:cubicBezTo>
                <a:cubicBezTo>
                  <a:pt x="1580140" y="151645"/>
                  <a:pt x="1554327" y="154788"/>
                  <a:pt x="1535468" y="164885"/>
                </a:cubicBezTo>
                <a:lnTo>
                  <a:pt x="1564043" y="-183"/>
                </a:lnTo>
                <a:lnTo>
                  <a:pt x="1477556" y="-183"/>
                </a:lnTo>
                <a:lnTo>
                  <a:pt x="1391831" y="492640"/>
                </a:lnTo>
                <a:lnTo>
                  <a:pt x="1457077" y="492640"/>
                </a:lnTo>
                <a:cubicBezTo>
                  <a:pt x="1457077" y="492640"/>
                  <a:pt x="1466602" y="472257"/>
                  <a:pt x="1476127" y="472257"/>
                </a:cubicBezTo>
                <a:close/>
                <a:moveTo>
                  <a:pt x="2395957" y="261945"/>
                </a:moveTo>
                <a:cubicBezTo>
                  <a:pt x="2409196" y="187364"/>
                  <a:pt x="2381574" y="150978"/>
                  <a:pt x="2300707" y="150978"/>
                </a:cubicBezTo>
                <a:cubicBezTo>
                  <a:pt x="2240509" y="150978"/>
                  <a:pt x="2216791" y="177458"/>
                  <a:pt x="2194217" y="200127"/>
                </a:cubicBezTo>
                <a:lnTo>
                  <a:pt x="2196408" y="158503"/>
                </a:lnTo>
                <a:lnTo>
                  <a:pt x="2116302" y="158503"/>
                </a:lnTo>
                <a:lnTo>
                  <a:pt x="2110111" y="220130"/>
                </a:lnTo>
                <a:lnTo>
                  <a:pt x="2063629" y="492069"/>
                </a:lnTo>
                <a:lnTo>
                  <a:pt x="2151450" y="492069"/>
                </a:lnTo>
                <a:lnTo>
                  <a:pt x="2180025" y="315475"/>
                </a:lnTo>
                <a:cubicBezTo>
                  <a:pt x="2189550" y="254610"/>
                  <a:pt x="2232126" y="208128"/>
                  <a:pt x="2271560" y="208128"/>
                </a:cubicBezTo>
                <a:cubicBezTo>
                  <a:pt x="2315566" y="208128"/>
                  <a:pt x="2314994" y="233274"/>
                  <a:pt x="2308136" y="271565"/>
                </a:cubicBezTo>
                <a:lnTo>
                  <a:pt x="2270036" y="492069"/>
                </a:lnTo>
                <a:lnTo>
                  <a:pt x="2357094" y="492069"/>
                </a:lnTo>
                <a:close/>
                <a:moveTo>
                  <a:pt x="2761812" y="151550"/>
                </a:moveTo>
                <a:lnTo>
                  <a:pt x="2659513" y="151550"/>
                </a:lnTo>
                <a:lnTo>
                  <a:pt x="2541975" y="276232"/>
                </a:lnTo>
                <a:lnTo>
                  <a:pt x="2540260" y="276232"/>
                </a:lnTo>
                <a:lnTo>
                  <a:pt x="2587409" y="7"/>
                </a:lnTo>
                <a:lnTo>
                  <a:pt x="2501684" y="7"/>
                </a:lnTo>
                <a:lnTo>
                  <a:pt x="2415959" y="492545"/>
                </a:lnTo>
                <a:lnTo>
                  <a:pt x="2502541" y="492545"/>
                </a:lnTo>
                <a:lnTo>
                  <a:pt x="2511304" y="443301"/>
                </a:lnTo>
                <a:lnTo>
                  <a:pt x="2528830" y="335382"/>
                </a:lnTo>
                <a:cubicBezTo>
                  <a:pt x="2574645" y="335382"/>
                  <a:pt x="2600363" y="340431"/>
                  <a:pt x="2620461" y="431394"/>
                </a:cubicBezTo>
                <a:lnTo>
                  <a:pt x="2634272" y="492545"/>
                </a:lnTo>
                <a:lnTo>
                  <a:pt x="2722759" y="492545"/>
                </a:lnTo>
                <a:cubicBezTo>
                  <a:pt x="2722759" y="492545"/>
                  <a:pt x="2700757" y="399390"/>
                  <a:pt x="2686278" y="363005"/>
                </a:cubicBezTo>
                <a:cubicBezTo>
                  <a:pt x="2671229" y="324905"/>
                  <a:pt x="2654751" y="299473"/>
                  <a:pt x="2619603" y="292520"/>
                </a:cubicBezTo>
                <a:close/>
                <a:moveTo>
                  <a:pt x="247212" y="272517"/>
                </a:moveTo>
                <a:cubicBezTo>
                  <a:pt x="297437" y="261230"/>
                  <a:pt x="337566" y="223549"/>
                  <a:pt x="351987" y="174124"/>
                </a:cubicBezTo>
                <a:cubicBezTo>
                  <a:pt x="374561" y="82494"/>
                  <a:pt x="333794" y="11056"/>
                  <a:pt x="217113" y="12199"/>
                </a:cubicBezTo>
                <a:lnTo>
                  <a:pt x="83763" y="12199"/>
                </a:lnTo>
                <a:lnTo>
                  <a:pt x="-153" y="492545"/>
                </a:lnTo>
                <a:lnTo>
                  <a:pt x="87001" y="492545"/>
                </a:lnTo>
                <a:lnTo>
                  <a:pt x="121767" y="300045"/>
                </a:lnTo>
                <a:cubicBezTo>
                  <a:pt x="202158" y="297854"/>
                  <a:pt x="211969" y="317380"/>
                  <a:pt x="227114" y="411011"/>
                </a:cubicBezTo>
                <a:lnTo>
                  <a:pt x="240925" y="492926"/>
                </a:lnTo>
                <a:lnTo>
                  <a:pt x="331317" y="492926"/>
                </a:lnTo>
                <a:cubicBezTo>
                  <a:pt x="320745" y="443396"/>
                  <a:pt x="313791" y="396628"/>
                  <a:pt x="305028" y="359004"/>
                </a:cubicBezTo>
                <a:cubicBezTo>
                  <a:pt x="295503" y="319476"/>
                  <a:pt x="280930" y="288519"/>
                  <a:pt x="243306" y="273851"/>
                </a:cubicBezTo>
                <a:close/>
                <a:moveTo>
                  <a:pt x="264833" y="158217"/>
                </a:moveTo>
                <a:cubicBezTo>
                  <a:pt x="257308" y="200889"/>
                  <a:pt x="224256" y="230798"/>
                  <a:pt x="183394" y="230798"/>
                </a:cubicBezTo>
                <a:lnTo>
                  <a:pt x="131959" y="230798"/>
                </a:lnTo>
                <a:lnTo>
                  <a:pt x="158629" y="79160"/>
                </a:lnTo>
                <a:lnTo>
                  <a:pt x="205397" y="79160"/>
                </a:lnTo>
                <a:cubicBezTo>
                  <a:pt x="261404" y="78874"/>
                  <a:pt x="272167" y="115450"/>
                  <a:pt x="265309" y="158122"/>
                </a:cubicBezTo>
                <a:close/>
                <a:moveTo>
                  <a:pt x="659073" y="248991"/>
                </a:moveTo>
                <a:cubicBezTo>
                  <a:pt x="671550" y="176220"/>
                  <a:pt x="632688" y="151169"/>
                  <a:pt x="554298" y="151169"/>
                </a:cubicBezTo>
                <a:cubicBezTo>
                  <a:pt x="456476" y="151169"/>
                  <a:pt x="413804" y="197556"/>
                  <a:pt x="413804" y="197556"/>
                </a:cubicBezTo>
                <a:lnTo>
                  <a:pt x="443903" y="248419"/>
                </a:lnTo>
                <a:cubicBezTo>
                  <a:pt x="469020" y="223511"/>
                  <a:pt x="503329" y="210100"/>
                  <a:pt x="538677" y="211367"/>
                </a:cubicBezTo>
                <a:cubicBezTo>
                  <a:pt x="573919" y="211367"/>
                  <a:pt x="574681" y="229274"/>
                  <a:pt x="571252" y="248419"/>
                </a:cubicBezTo>
                <a:lnTo>
                  <a:pt x="564394" y="291663"/>
                </a:lnTo>
                <a:cubicBezTo>
                  <a:pt x="438283" y="288519"/>
                  <a:pt x="373894" y="315475"/>
                  <a:pt x="359226" y="398343"/>
                </a:cubicBezTo>
                <a:cubicBezTo>
                  <a:pt x="347319" y="466065"/>
                  <a:pt x="398088" y="498736"/>
                  <a:pt x="455142" y="498736"/>
                </a:cubicBezTo>
                <a:cubicBezTo>
                  <a:pt x="485441" y="500622"/>
                  <a:pt x="515169" y="489944"/>
                  <a:pt x="537343" y="469209"/>
                </a:cubicBezTo>
                <a:cubicBezTo>
                  <a:pt x="540553" y="482563"/>
                  <a:pt x="551021" y="492954"/>
                  <a:pt x="564394" y="496069"/>
                </a:cubicBezTo>
                <a:cubicBezTo>
                  <a:pt x="582587" y="499784"/>
                  <a:pt x="613924" y="496069"/>
                  <a:pt x="623354" y="488640"/>
                </a:cubicBezTo>
                <a:cubicBezTo>
                  <a:pt x="622687" y="479115"/>
                  <a:pt x="623354" y="452921"/>
                  <a:pt x="634022" y="392723"/>
                </a:cubicBezTo>
                <a:close/>
                <a:moveTo>
                  <a:pt x="555726" y="337383"/>
                </a:moveTo>
                <a:cubicBezTo>
                  <a:pt x="541725" y="436538"/>
                  <a:pt x="528485" y="446444"/>
                  <a:pt x="480765" y="446444"/>
                </a:cubicBezTo>
                <a:cubicBezTo>
                  <a:pt x="448189" y="446444"/>
                  <a:pt x="435997" y="424060"/>
                  <a:pt x="441617" y="394723"/>
                </a:cubicBezTo>
                <a:cubicBezTo>
                  <a:pt x="449427" y="354813"/>
                  <a:pt x="479526" y="337383"/>
                  <a:pt x="555726" y="337383"/>
                </a:cubicBezTo>
                <a:close/>
                <a:moveTo>
                  <a:pt x="2042769" y="248895"/>
                </a:moveTo>
                <a:cubicBezTo>
                  <a:pt x="2055247" y="176124"/>
                  <a:pt x="2016385" y="151074"/>
                  <a:pt x="1937994" y="151074"/>
                </a:cubicBezTo>
                <a:cubicBezTo>
                  <a:pt x="1840173" y="151074"/>
                  <a:pt x="1797501" y="197460"/>
                  <a:pt x="1797501" y="197460"/>
                </a:cubicBezTo>
                <a:lnTo>
                  <a:pt x="1827600" y="248324"/>
                </a:lnTo>
                <a:cubicBezTo>
                  <a:pt x="1852717" y="223416"/>
                  <a:pt x="1887026" y="210005"/>
                  <a:pt x="1922374" y="211271"/>
                </a:cubicBezTo>
                <a:cubicBezTo>
                  <a:pt x="1957616" y="211271"/>
                  <a:pt x="1958378" y="229179"/>
                  <a:pt x="1954949" y="248324"/>
                </a:cubicBezTo>
                <a:lnTo>
                  <a:pt x="1948091" y="291567"/>
                </a:lnTo>
                <a:cubicBezTo>
                  <a:pt x="1821980" y="288424"/>
                  <a:pt x="1757591" y="315380"/>
                  <a:pt x="1742923" y="398247"/>
                </a:cubicBezTo>
                <a:cubicBezTo>
                  <a:pt x="1731016" y="465970"/>
                  <a:pt x="1781784" y="498641"/>
                  <a:pt x="1838839" y="498641"/>
                </a:cubicBezTo>
                <a:cubicBezTo>
                  <a:pt x="1869138" y="500527"/>
                  <a:pt x="1898866" y="489849"/>
                  <a:pt x="1921040" y="469113"/>
                </a:cubicBezTo>
                <a:cubicBezTo>
                  <a:pt x="1924250" y="482467"/>
                  <a:pt x="1934718" y="492859"/>
                  <a:pt x="1948091" y="495974"/>
                </a:cubicBezTo>
                <a:cubicBezTo>
                  <a:pt x="1966284" y="499689"/>
                  <a:pt x="1997621" y="495974"/>
                  <a:pt x="2007051" y="488544"/>
                </a:cubicBezTo>
                <a:cubicBezTo>
                  <a:pt x="2006384" y="479019"/>
                  <a:pt x="2007051" y="452826"/>
                  <a:pt x="2017719" y="392628"/>
                </a:cubicBezTo>
                <a:close/>
                <a:moveTo>
                  <a:pt x="1939233" y="337383"/>
                </a:moveTo>
                <a:cubicBezTo>
                  <a:pt x="1925231" y="436538"/>
                  <a:pt x="1911991" y="446444"/>
                  <a:pt x="1864271" y="446444"/>
                </a:cubicBezTo>
                <a:cubicBezTo>
                  <a:pt x="1831695" y="446444"/>
                  <a:pt x="1819503" y="424060"/>
                  <a:pt x="1825123" y="394723"/>
                </a:cubicBezTo>
                <a:cubicBezTo>
                  <a:pt x="1832934" y="354813"/>
                  <a:pt x="1863128" y="337383"/>
                  <a:pt x="1939518" y="337383"/>
                </a:cubicBezTo>
                <a:close/>
                <a:moveTo>
                  <a:pt x="834333" y="498641"/>
                </a:moveTo>
                <a:cubicBezTo>
                  <a:pt x="938536" y="498641"/>
                  <a:pt x="998163" y="423298"/>
                  <a:pt x="1014450" y="326048"/>
                </a:cubicBezTo>
                <a:cubicBezTo>
                  <a:pt x="1035119" y="206319"/>
                  <a:pt x="976350" y="151645"/>
                  <a:pt x="903389" y="151645"/>
                </a:cubicBezTo>
                <a:cubicBezTo>
                  <a:pt x="868908" y="151645"/>
                  <a:pt x="843953" y="154788"/>
                  <a:pt x="824522" y="164885"/>
                </a:cubicBezTo>
                <a:lnTo>
                  <a:pt x="853097" y="-183"/>
                </a:lnTo>
                <a:lnTo>
                  <a:pt x="766324" y="-183"/>
                </a:lnTo>
                <a:lnTo>
                  <a:pt x="680599" y="492640"/>
                </a:lnTo>
                <a:lnTo>
                  <a:pt x="745845" y="492640"/>
                </a:lnTo>
                <a:cubicBezTo>
                  <a:pt x="745845" y="492640"/>
                  <a:pt x="755370" y="472257"/>
                  <a:pt x="764895" y="472257"/>
                </a:cubicBezTo>
                <a:cubicBezTo>
                  <a:pt x="770515" y="472257"/>
                  <a:pt x="785660" y="498641"/>
                  <a:pt x="834523" y="498641"/>
                </a:cubicBezTo>
                <a:close/>
                <a:moveTo>
                  <a:pt x="870718" y="215653"/>
                </a:moveTo>
                <a:cubicBezTo>
                  <a:pt x="915295" y="215653"/>
                  <a:pt x="934250" y="245752"/>
                  <a:pt x="923677" y="322905"/>
                </a:cubicBezTo>
                <a:cubicBezTo>
                  <a:pt x="912914" y="401772"/>
                  <a:pt x="873290" y="437205"/>
                  <a:pt x="826236" y="437205"/>
                </a:cubicBezTo>
                <a:cubicBezTo>
                  <a:pt x="796709" y="437205"/>
                  <a:pt x="779754" y="416535"/>
                  <a:pt x="785469" y="384531"/>
                </a:cubicBezTo>
                <a:lnTo>
                  <a:pt x="801757" y="282900"/>
                </a:lnTo>
                <a:cubicBezTo>
                  <a:pt x="808044" y="245276"/>
                  <a:pt x="830332" y="215748"/>
                  <a:pt x="870147" y="215748"/>
                </a:cubicBezTo>
                <a:close/>
                <a:moveTo>
                  <a:pt x="1051026" y="352813"/>
                </a:moveTo>
                <a:cubicBezTo>
                  <a:pt x="1064457" y="227369"/>
                  <a:pt x="1121035" y="149740"/>
                  <a:pt x="1255528" y="149740"/>
                </a:cubicBezTo>
                <a:cubicBezTo>
                  <a:pt x="1355350" y="149740"/>
                  <a:pt x="1388307" y="225940"/>
                  <a:pt x="1374972" y="307855"/>
                </a:cubicBezTo>
                <a:cubicBezTo>
                  <a:pt x="1353445" y="438824"/>
                  <a:pt x="1302486" y="500546"/>
                  <a:pt x="1174947" y="500546"/>
                </a:cubicBezTo>
                <a:cubicBezTo>
                  <a:pt x="1091698" y="500546"/>
                  <a:pt x="1042644" y="433395"/>
                  <a:pt x="1051026" y="352813"/>
                </a:cubicBezTo>
                <a:close/>
                <a:moveTo>
                  <a:pt x="1283913" y="313951"/>
                </a:moveTo>
                <a:cubicBezTo>
                  <a:pt x="1290294" y="279280"/>
                  <a:pt x="1297152" y="211938"/>
                  <a:pt x="1237431" y="211938"/>
                </a:cubicBezTo>
                <a:cubicBezTo>
                  <a:pt x="1197330" y="211938"/>
                  <a:pt x="1159802" y="239085"/>
                  <a:pt x="1143038" y="334525"/>
                </a:cubicBezTo>
                <a:cubicBezTo>
                  <a:pt x="1132751" y="392723"/>
                  <a:pt x="1143990" y="439300"/>
                  <a:pt x="1190663" y="439300"/>
                </a:cubicBezTo>
                <a:cubicBezTo>
                  <a:pt x="1224572" y="439491"/>
                  <a:pt x="1266006" y="411392"/>
                  <a:pt x="1284008" y="313951"/>
                </a:cubicBezTo>
                <a:close/>
              </a:path>
            </a:pathLst>
          </a:custGeom>
          <a:solidFill>
            <a:srgbClr val="000099"/>
          </a:solidFill>
          <a:ln w="9525" cap="flat">
            <a:noFill/>
            <a:prstDash val="solid"/>
            <a:miter/>
          </a:ln>
        </p:spPr>
        <p:txBody>
          <a:bodyPr rtlCol="0" anchor="ctr">
            <a:noAutofit/>
          </a:bodyPr>
          <a:lstStyle/>
          <a:p>
            <a:endParaRPr lang="en-GB" noProof="0"/>
          </a:p>
        </p:txBody>
      </p:sp>
      <p:sp>
        <p:nvSpPr>
          <p:cNvPr id="12" name="Rectangle 11">
            <a:extLst>
              <a:ext uri="{FF2B5EF4-FFF2-40B4-BE49-F238E27FC236}">
                <a16:creationId xmlns:a16="http://schemas.microsoft.com/office/drawing/2014/main" id="{73784A61-04A1-45E4-AFDD-0EAFA5C37A32}"/>
              </a:ext>
            </a:extLst>
          </p:cNvPr>
          <p:cNvSpPr/>
          <p:nvPr userDrawn="1"/>
        </p:nvSpPr>
        <p:spPr>
          <a:xfrm>
            <a:off x="6096001" y="1825624"/>
            <a:ext cx="6096000" cy="425880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5" name="Content Placeholder 2">
            <a:extLst>
              <a:ext uri="{FF2B5EF4-FFF2-40B4-BE49-F238E27FC236}">
                <a16:creationId xmlns:a16="http://schemas.microsoft.com/office/drawing/2014/main" id="{161E53BC-0849-422F-89AB-01A0B1905C15}"/>
              </a:ext>
            </a:extLst>
          </p:cNvPr>
          <p:cNvSpPr>
            <a:spLocks noGrp="1"/>
          </p:cNvSpPr>
          <p:nvPr>
            <p:ph idx="16"/>
          </p:nvPr>
        </p:nvSpPr>
        <p:spPr>
          <a:xfrm>
            <a:off x="6457949" y="2182367"/>
            <a:ext cx="5097443" cy="356217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473302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and Narrow Box">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C2EEA33-2E5B-4611-AD95-68E5FEAB1D15}"/>
              </a:ext>
            </a:extLst>
          </p:cNvPr>
          <p:cNvSpPr/>
          <p:nvPr userDrawn="1"/>
        </p:nvSpPr>
        <p:spPr>
          <a:xfrm>
            <a:off x="8300085" y="1847687"/>
            <a:ext cx="3891915" cy="5010313"/>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2182368"/>
            <a:ext cx="7498080" cy="3898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0" name="Content Placeholder 2">
            <a:extLst>
              <a:ext uri="{FF2B5EF4-FFF2-40B4-BE49-F238E27FC236}">
                <a16:creationId xmlns:a16="http://schemas.microsoft.com/office/drawing/2014/main" id="{096D86E7-811D-41F1-9731-6D9A7A06012F}"/>
              </a:ext>
            </a:extLst>
          </p:cNvPr>
          <p:cNvSpPr>
            <a:spLocks noGrp="1"/>
          </p:cNvSpPr>
          <p:nvPr>
            <p:ph idx="14"/>
          </p:nvPr>
        </p:nvSpPr>
        <p:spPr>
          <a:xfrm>
            <a:off x="8633460" y="2182366"/>
            <a:ext cx="2921932" cy="3898801"/>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Graphic 31">
            <a:extLst>
              <a:ext uri="{FF2B5EF4-FFF2-40B4-BE49-F238E27FC236}">
                <a16:creationId xmlns:a16="http://schemas.microsoft.com/office/drawing/2014/main" id="{266B5BA1-BDB8-48E4-A4DB-43D66F6F0C83}"/>
              </a:ext>
            </a:extLst>
          </p:cNvPr>
          <p:cNvSpPr/>
          <p:nvPr userDrawn="1"/>
        </p:nvSpPr>
        <p:spPr>
          <a:xfrm>
            <a:off x="10652186" y="6388681"/>
            <a:ext cx="903206" cy="163280"/>
          </a:xfrm>
          <a:custGeom>
            <a:avLst/>
            <a:gdLst>
              <a:gd name="connsiteX0" fmla="*/ 1634337 w 2761964"/>
              <a:gd name="connsiteY0" fmla="*/ 322905 h 500729"/>
              <a:gd name="connsiteX1" fmla="*/ 1537468 w 2761964"/>
              <a:gd name="connsiteY1" fmla="*/ 437205 h 500729"/>
              <a:gd name="connsiteX2" fmla="*/ 1496034 w 2761964"/>
              <a:gd name="connsiteY2" fmla="*/ 384531 h 500729"/>
              <a:gd name="connsiteX3" fmla="*/ 1512417 w 2761964"/>
              <a:gd name="connsiteY3" fmla="*/ 282900 h 500729"/>
              <a:gd name="connsiteX4" fmla="*/ 1581378 w 2761964"/>
              <a:gd name="connsiteY4" fmla="*/ 215748 h 500729"/>
              <a:gd name="connsiteX5" fmla="*/ 1634337 w 2761964"/>
              <a:gd name="connsiteY5" fmla="*/ 322905 h 500729"/>
              <a:gd name="connsiteX6" fmla="*/ 1475365 w 2761964"/>
              <a:gd name="connsiteY6" fmla="*/ 472257 h 500729"/>
              <a:gd name="connsiteX7" fmla="*/ 1545660 w 2761964"/>
              <a:gd name="connsiteY7" fmla="*/ 498641 h 500729"/>
              <a:gd name="connsiteX8" fmla="*/ 1725682 w 2761964"/>
              <a:gd name="connsiteY8" fmla="*/ 326048 h 500729"/>
              <a:gd name="connsiteX9" fmla="*/ 1614716 w 2761964"/>
              <a:gd name="connsiteY9" fmla="*/ 151645 h 500729"/>
              <a:gd name="connsiteX10" fmla="*/ 1535468 w 2761964"/>
              <a:gd name="connsiteY10" fmla="*/ 164885 h 500729"/>
              <a:gd name="connsiteX11" fmla="*/ 1564043 w 2761964"/>
              <a:gd name="connsiteY11" fmla="*/ -183 h 500729"/>
              <a:gd name="connsiteX12" fmla="*/ 1477556 w 2761964"/>
              <a:gd name="connsiteY12" fmla="*/ -183 h 500729"/>
              <a:gd name="connsiteX13" fmla="*/ 1391831 w 2761964"/>
              <a:gd name="connsiteY13" fmla="*/ 492640 h 500729"/>
              <a:gd name="connsiteX14" fmla="*/ 1457077 w 2761964"/>
              <a:gd name="connsiteY14" fmla="*/ 492640 h 500729"/>
              <a:gd name="connsiteX15" fmla="*/ 1476127 w 2761964"/>
              <a:gd name="connsiteY15" fmla="*/ 472257 h 500729"/>
              <a:gd name="connsiteX16" fmla="*/ 2395957 w 2761964"/>
              <a:gd name="connsiteY16" fmla="*/ 261945 h 500729"/>
              <a:gd name="connsiteX17" fmla="*/ 2300707 w 2761964"/>
              <a:gd name="connsiteY17" fmla="*/ 150978 h 500729"/>
              <a:gd name="connsiteX18" fmla="*/ 2194217 w 2761964"/>
              <a:gd name="connsiteY18" fmla="*/ 200127 h 500729"/>
              <a:gd name="connsiteX19" fmla="*/ 2196408 w 2761964"/>
              <a:gd name="connsiteY19" fmla="*/ 158503 h 500729"/>
              <a:gd name="connsiteX20" fmla="*/ 2116302 w 2761964"/>
              <a:gd name="connsiteY20" fmla="*/ 158503 h 500729"/>
              <a:gd name="connsiteX21" fmla="*/ 2110111 w 2761964"/>
              <a:gd name="connsiteY21" fmla="*/ 220130 h 500729"/>
              <a:gd name="connsiteX22" fmla="*/ 2063629 w 2761964"/>
              <a:gd name="connsiteY22" fmla="*/ 492069 h 500729"/>
              <a:gd name="connsiteX23" fmla="*/ 2151450 w 2761964"/>
              <a:gd name="connsiteY23" fmla="*/ 492069 h 500729"/>
              <a:gd name="connsiteX24" fmla="*/ 2180025 w 2761964"/>
              <a:gd name="connsiteY24" fmla="*/ 315475 h 500729"/>
              <a:gd name="connsiteX25" fmla="*/ 2271560 w 2761964"/>
              <a:gd name="connsiteY25" fmla="*/ 208128 h 500729"/>
              <a:gd name="connsiteX26" fmla="*/ 2308136 w 2761964"/>
              <a:gd name="connsiteY26" fmla="*/ 271565 h 500729"/>
              <a:gd name="connsiteX27" fmla="*/ 2270036 w 2761964"/>
              <a:gd name="connsiteY27" fmla="*/ 492069 h 500729"/>
              <a:gd name="connsiteX28" fmla="*/ 2357094 w 2761964"/>
              <a:gd name="connsiteY28" fmla="*/ 492069 h 500729"/>
              <a:gd name="connsiteX29" fmla="*/ 2761812 w 2761964"/>
              <a:gd name="connsiteY29" fmla="*/ 151550 h 500729"/>
              <a:gd name="connsiteX30" fmla="*/ 2659513 w 2761964"/>
              <a:gd name="connsiteY30" fmla="*/ 151550 h 500729"/>
              <a:gd name="connsiteX31" fmla="*/ 2541975 w 2761964"/>
              <a:gd name="connsiteY31" fmla="*/ 276232 h 500729"/>
              <a:gd name="connsiteX32" fmla="*/ 2540260 w 2761964"/>
              <a:gd name="connsiteY32" fmla="*/ 276232 h 500729"/>
              <a:gd name="connsiteX33" fmla="*/ 2587409 w 2761964"/>
              <a:gd name="connsiteY33" fmla="*/ 7 h 500729"/>
              <a:gd name="connsiteX34" fmla="*/ 2501684 w 2761964"/>
              <a:gd name="connsiteY34" fmla="*/ 7 h 500729"/>
              <a:gd name="connsiteX35" fmla="*/ 2415959 w 2761964"/>
              <a:gd name="connsiteY35" fmla="*/ 492545 h 500729"/>
              <a:gd name="connsiteX36" fmla="*/ 2502541 w 2761964"/>
              <a:gd name="connsiteY36" fmla="*/ 492545 h 500729"/>
              <a:gd name="connsiteX37" fmla="*/ 2511304 w 2761964"/>
              <a:gd name="connsiteY37" fmla="*/ 443301 h 500729"/>
              <a:gd name="connsiteX38" fmla="*/ 2528830 w 2761964"/>
              <a:gd name="connsiteY38" fmla="*/ 335382 h 500729"/>
              <a:gd name="connsiteX39" fmla="*/ 2620461 w 2761964"/>
              <a:gd name="connsiteY39" fmla="*/ 431394 h 500729"/>
              <a:gd name="connsiteX40" fmla="*/ 2634272 w 2761964"/>
              <a:gd name="connsiteY40" fmla="*/ 492545 h 500729"/>
              <a:gd name="connsiteX41" fmla="*/ 2722759 w 2761964"/>
              <a:gd name="connsiteY41" fmla="*/ 492545 h 500729"/>
              <a:gd name="connsiteX42" fmla="*/ 2686278 w 2761964"/>
              <a:gd name="connsiteY42" fmla="*/ 363005 h 500729"/>
              <a:gd name="connsiteX43" fmla="*/ 2619603 w 2761964"/>
              <a:gd name="connsiteY43" fmla="*/ 292520 h 500729"/>
              <a:gd name="connsiteX44" fmla="*/ 247212 w 2761964"/>
              <a:gd name="connsiteY44" fmla="*/ 272517 h 500729"/>
              <a:gd name="connsiteX45" fmla="*/ 351987 w 2761964"/>
              <a:gd name="connsiteY45" fmla="*/ 174124 h 500729"/>
              <a:gd name="connsiteX46" fmla="*/ 217113 w 2761964"/>
              <a:gd name="connsiteY46" fmla="*/ 12199 h 500729"/>
              <a:gd name="connsiteX47" fmla="*/ 83763 w 2761964"/>
              <a:gd name="connsiteY47" fmla="*/ 12199 h 500729"/>
              <a:gd name="connsiteX48" fmla="*/ -153 w 2761964"/>
              <a:gd name="connsiteY48" fmla="*/ 492545 h 500729"/>
              <a:gd name="connsiteX49" fmla="*/ 87001 w 2761964"/>
              <a:gd name="connsiteY49" fmla="*/ 492545 h 500729"/>
              <a:gd name="connsiteX50" fmla="*/ 121767 w 2761964"/>
              <a:gd name="connsiteY50" fmla="*/ 300045 h 500729"/>
              <a:gd name="connsiteX51" fmla="*/ 227114 w 2761964"/>
              <a:gd name="connsiteY51" fmla="*/ 411011 h 500729"/>
              <a:gd name="connsiteX52" fmla="*/ 240925 w 2761964"/>
              <a:gd name="connsiteY52" fmla="*/ 492926 h 500729"/>
              <a:gd name="connsiteX53" fmla="*/ 331317 w 2761964"/>
              <a:gd name="connsiteY53" fmla="*/ 492926 h 500729"/>
              <a:gd name="connsiteX54" fmla="*/ 305028 w 2761964"/>
              <a:gd name="connsiteY54" fmla="*/ 359004 h 500729"/>
              <a:gd name="connsiteX55" fmla="*/ 243306 w 2761964"/>
              <a:gd name="connsiteY55" fmla="*/ 273851 h 500729"/>
              <a:gd name="connsiteX56" fmla="*/ 264833 w 2761964"/>
              <a:gd name="connsiteY56" fmla="*/ 158217 h 500729"/>
              <a:gd name="connsiteX57" fmla="*/ 183394 w 2761964"/>
              <a:gd name="connsiteY57" fmla="*/ 230798 h 500729"/>
              <a:gd name="connsiteX58" fmla="*/ 131959 w 2761964"/>
              <a:gd name="connsiteY58" fmla="*/ 230798 h 500729"/>
              <a:gd name="connsiteX59" fmla="*/ 158629 w 2761964"/>
              <a:gd name="connsiteY59" fmla="*/ 79160 h 500729"/>
              <a:gd name="connsiteX60" fmla="*/ 205397 w 2761964"/>
              <a:gd name="connsiteY60" fmla="*/ 79160 h 500729"/>
              <a:gd name="connsiteX61" fmla="*/ 265309 w 2761964"/>
              <a:gd name="connsiteY61" fmla="*/ 158122 h 500729"/>
              <a:gd name="connsiteX62" fmla="*/ 659073 w 2761964"/>
              <a:gd name="connsiteY62" fmla="*/ 248991 h 500729"/>
              <a:gd name="connsiteX63" fmla="*/ 554298 w 2761964"/>
              <a:gd name="connsiteY63" fmla="*/ 151169 h 500729"/>
              <a:gd name="connsiteX64" fmla="*/ 413804 w 2761964"/>
              <a:gd name="connsiteY64" fmla="*/ 197556 h 500729"/>
              <a:gd name="connsiteX65" fmla="*/ 443903 w 2761964"/>
              <a:gd name="connsiteY65" fmla="*/ 248419 h 500729"/>
              <a:gd name="connsiteX66" fmla="*/ 538677 w 2761964"/>
              <a:gd name="connsiteY66" fmla="*/ 211367 h 500729"/>
              <a:gd name="connsiteX67" fmla="*/ 571252 w 2761964"/>
              <a:gd name="connsiteY67" fmla="*/ 248419 h 500729"/>
              <a:gd name="connsiteX68" fmla="*/ 564394 w 2761964"/>
              <a:gd name="connsiteY68" fmla="*/ 291663 h 500729"/>
              <a:gd name="connsiteX69" fmla="*/ 359226 w 2761964"/>
              <a:gd name="connsiteY69" fmla="*/ 398343 h 500729"/>
              <a:gd name="connsiteX70" fmla="*/ 455142 w 2761964"/>
              <a:gd name="connsiteY70" fmla="*/ 498736 h 500729"/>
              <a:gd name="connsiteX71" fmla="*/ 537343 w 2761964"/>
              <a:gd name="connsiteY71" fmla="*/ 469209 h 500729"/>
              <a:gd name="connsiteX72" fmla="*/ 564394 w 2761964"/>
              <a:gd name="connsiteY72" fmla="*/ 496069 h 500729"/>
              <a:gd name="connsiteX73" fmla="*/ 623354 w 2761964"/>
              <a:gd name="connsiteY73" fmla="*/ 488640 h 500729"/>
              <a:gd name="connsiteX74" fmla="*/ 634022 w 2761964"/>
              <a:gd name="connsiteY74" fmla="*/ 392723 h 500729"/>
              <a:gd name="connsiteX75" fmla="*/ 555726 w 2761964"/>
              <a:gd name="connsiteY75" fmla="*/ 337383 h 500729"/>
              <a:gd name="connsiteX76" fmla="*/ 480765 w 2761964"/>
              <a:gd name="connsiteY76" fmla="*/ 446444 h 500729"/>
              <a:gd name="connsiteX77" fmla="*/ 441617 w 2761964"/>
              <a:gd name="connsiteY77" fmla="*/ 394723 h 500729"/>
              <a:gd name="connsiteX78" fmla="*/ 555726 w 2761964"/>
              <a:gd name="connsiteY78" fmla="*/ 337383 h 500729"/>
              <a:gd name="connsiteX79" fmla="*/ 2042769 w 2761964"/>
              <a:gd name="connsiteY79" fmla="*/ 248895 h 500729"/>
              <a:gd name="connsiteX80" fmla="*/ 1937994 w 2761964"/>
              <a:gd name="connsiteY80" fmla="*/ 151074 h 500729"/>
              <a:gd name="connsiteX81" fmla="*/ 1797501 w 2761964"/>
              <a:gd name="connsiteY81" fmla="*/ 197460 h 500729"/>
              <a:gd name="connsiteX82" fmla="*/ 1827600 w 2761964"/>
              <a:gd name="connsiteY82" fmla="*/ 248324 h 500729"/>
              <a:gd name="connsiteX83" fmla="*/ 1922374 w 2761964"/>
              <a:gd name="connsiteY83" fmla="*/ 211271 h 500729"/>
              <a:gd name="connsiteX84" fmla="*/ 1954949 w 2761964"/>
              <a:gd name="connsiteY84" fmla="*/ 248324 h 500729"/>
              <a:gd name="connsiteX85" fmla="*/ 1948091 w 2761964"/>
              <a:gd name="connsiteY85" fmla="*/ 291567 h 500729"/>
              <a:gd name="connsiteX86" fmla="*/ 1742923 w 2761964"/>
              <a:gd name="connsiteY86" fmla="*/ 398247 h 500729"/>
              <a:gd name="connsiteX87" fmla="*/ 1838839 w 2761964"/>
              <a:gd name="connsiteY87" fmla="*/ 498641 h 500729"/>
              <a:gd name="connsiteX88" fmla="*/ 1921040 w 2761964"/>
              <a:gd name="connsiteY88" fmla="*/ 469113 h 500729"/>
              <a:gd name="connsiteX89" fmla="*/ 1948091 w 2761964"/>
              <a:gd name="connsiteY89" fmla="*/ 495974 h 500729"/>
              <a:gd name="connsiteX90" fmla="*/ 2007051 w 2761964"/>
              <a:gd name="connsiteY90" fmla="*/ 488544 h 500729"/>
              <a:gd name="connsiteX91" fmla="*/ 2017719 w 2761964"/>
              <a:gd name="connsiteY91" fmla="*/ 392628 h 500729"/>
              <a:gd name="connsiteX92" fmla="*/ 1939233 w 2761964"/>
              <a:gd name="connsiteY92" fmla="*/ 337383 h 500729"/>
              <a:gd name="connsiteX93" fmla="*/ 1864271 w 2761964"/>
              <a:gd name="connsiteY93" fmla="*/ 446444 h 500729"/>
              <a:gd name="connsiteX94" fmla="*/ 1825123 w 2761964"/>
              <a:gd name="connsiteY94" fmla="*/ 394723 h 500729"/>
              <a:gd name="connsiteX95" fmla="*/ 1939518 w 2761964"/>
              <a:gd name="connsiteY95" fmla="*/ 337383 h 500729"/>
              <a:gd name="connsiteX96" fmla="*/ 834333 w 2761964"/>
              <a:gd name="connsiteY96" fmla="*/ 498641 h 500729"/>
              <a:gd name="connsiteX97" fmla="*/ 1014450 w 2761964"/>
              <a:gd name="connsiteY97" fmla="*/ 326048 h 500729"/>
              <a:gd name="connsiteX98" fmla="*/ 903389 w 2761964"/>
              <a:gd name="connsiteY98" fmla="*/ 151645 h 500729"/>
              <a:gd name="connsiteX99" fmla="*/ 824522 w 2761964"/>
              <a:gd name="connsiteY99" fmla="*/ 164885 h 500729"/>
              <a:gd name="connsiteX100" fmla="*/ 853097 w 2761964"/>
              <a:gd name="connsiteY100" fmla="*/ -183 h 500729"/>
              <a:gd name="connsiteX101" fmla="*/ 766324 w 2761964"/>
              <a:gd name="connsiteY101" fmla="*/ -183 h 500729"/>
              <a:gd name="connsiteX102" fmla="*/ 680599 w 2761964"/>
              <a:gd name="connsiteY102" fmla="*/ 492640 h 500729"/>
              <a:gd name="connsiteX103" fmla="*/ 745845 w 2761964"/>
              <a:gd name="connsiteY103" fmla="*/ 492640 h 500729"/>
              <a:gd name="connsiteX104" fmla="*/ 764895 w 2761964"/>
              <a:gd name="connsiteY104" fmla="*/ 472257 h 500729"/>
              <a:gd name="connsiteX105" fmla="*/ 834523 w 2761964"/>
              <a:gd name="connsiteY105" fmla="*/ 498641 h 500729"/>
              <a:gd name="connsiteX106" fmla="*/ 870718 w 2761964"/>
              <a:gd name="connsiteY106" fmla="*/ 215653 h 500729"/>
              <a:gd name="connsiteX107" fmla="*/ 923677 w 2761964"/>
              <a:gd name="connsiteY107" fmla="*/ 322905 h 500729"/>
              <a:gd name="connsiteX108" fmla="*/ 826236 w 2761964"/>
              <a:gd name="connsiteY108" fmla="*/ 437205 h 500729"/>
              <a:gd name="connsiteX109" fmla="*/ 785469 w 2761964"/>
              <a:gd name="connsiteY109" fmla="*/ 384531 h 500729"/>
              <a:gd name="connsiteX110" fmla="*/ 801757 w 2761964"/>
              <a:gd name="connsiteY110" fmla="*/ 282900 h 500729"/>
              <a:gd name="connsiteX111" fmla="*/ 870147 w 2761964"/>
              <a:gd name="connsiteY111" fmla="*/ 215748 h 500729"/>
              <a:gd name="connsiteX112" fmla="*/ 1051026 w 2761964"/>
              <a:gd name="connsiteY112" fmla="*/ 352813 h 500729"/>
              <a:gd name="connsiteX113" fmla="*/ 1255528 w 2761964"/>
              <a:gd name="connsiteY113" fmla="*/ 149740 h 500729"/>
              <a:gd name="connsiteX114" fmla="*/ 1374972 w 2761964"/>
              <a:gd name="connsiteY114" fmla="*/ 307855 h 500729"/>
              <a:gd name="connsiteX115" fmla="*/ 1174947 w 2761964"/>
              <a:gd name="connsiteY115" fmla="*/ 500546 h 500729"/>
              <a:gd name="connsiteX116" fmla="*/ 1051026 w 2761964"/>
              <a:gd name="connsiteY116" fmla="*/ 352813 h 500729"/>
              <a:gd name="connsiteX117" fmla="*/ 1283913 w 2761964"/>
              <a:gd name="connsiteY117" fmla="*/ 313951 h 500729"/>
              <a:gd name="connsiteX118" fmla="*/ 1237431 w 2761964"/>
              <a:gd name="connsiteY118" fmla="*/ 211938 h 500729"/>
              <a:gd name="connsiteX119" fmla="*/ 1143038 w 2761964"/>
              <a:gd name="connsiteY119" fmla="*/ 334525 h 500729"/>
              <a:gd name="connsiteX120" fmla="*/ 1190663 w 2761964"/>
              <a:gd name="connsiteY120" fmla="*/ 439300 h 500729"/>
              <a:gd name="connsiteX121" fmla="*/ 1284008 w 2761964"/>
              <a:gd name="connsiteY121" fmla="*/ 313951 h 50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761964" h="500729">
                <a:moveTo>
                  <a:pt x="1634337" y="322905"/>
                </a:moveTo>
                <a:cubicBezTo>
                  <a:pt x="1622622" y="397866"/>
                  <a:pt x="1583950" y="437205"/>
                  <a:pt x="1537468" y="437205"/>
                </a:cubicBezTo>
                <a:cubicBezTo>
                  <a:pt x="1508036" y="437205"/>
                  <a:pt x="1491082" y="416535"/>
                  <a:pt x="1496034" y="384531"/>
                </a:cubicBezTo>
                <a:lnTo>
                  <a:pt x="1512417" y="282900"/>
                </a:lnTo>
                <a:cubicBezTo>
                  <a:pt x="1518704" y="245276"/>
                  <a:pt x="1540992" y="215748"/>
                  <a:pt x="1581378" y="215748"/>
                </a:cubicBezTo>
                <a:cubicBezTo>
                  <a:pt x="1625955" y="215653"/>
                  <a:pt x="1646339" y="245943"/>
                  <a:pt x="1634337" y="322905"/>
                </a:cubicBezTo>
                <a:close/>
                <a:moveTo>
                  <a:pt x="1475365" y="472257"/>
                </a:moveTo>
                <a:cubicBezTo>
                  <a:pt x="1481652" y="472257"/>
                  <a:pt x="1496701" y="498641"/>
                  <a:pt x="1545660" y="498641"/>
                </a:cubicBezTo>
                <a:cubicBezTo>
                  <a:pt x="1649768" y="498641"/>
                  <a:pt x="1709394" y="423298"/>
                  <a:pt x="1725682" y="326048"/>
                </a:cubicBezTo>
                <a:cubicBezTo>
                  <a:pt x="1746447" y="206319"/>
                  <a:pt x="1688058" y="151645"/>
                  <a:pt x="1614716" y="151645"/>
                </a:cubicBezTo>
                <a:cubicBezTo>
                  <a:pt x="1580140" y="151645"/>
                  <a:pt x="1554327" y="154788"/>
                  <a:pt x="1535468" y="164885"/>
                </a:cubicBezTo>
                <a:lnTo>
                  <a:pt x="1564043" y="-183"/>
                </a:lnTo>
                <a:lnTo>
                  <a:pt x="1477556" y="-183"/>
                </a:lnTo>
                <a:lnTo>
                  <a:pt x="1391831" y="492640"/>
                </a:lnTo>
                <a:lnTo>
                  <a:pt x="1457077" y="492640"/>
                </a:lnTo>
                <a:cubicBezTo>
                  <a:pt x="1457077" y="492640"/>
                  <a:pt x="1466602" y="472257"/>
                  <a:pt x="1476127" y="472257"/>
                </a:cubicBezTo>
                <a:close/>
                <a:moveTo>
                  <a:pt x="2395957" y="261945"/>
                </a:moveTo>
                <a:cubicBezTo>
                  <a:pt x="2409196" y="187364"/>
                  <a:pt x="2381574" y="150978"/>
                  <a:pt x="2300707" y="150978"/>
                </a:cubicBezTo>
                <a:cubicBezTo>
                  <a:pt x="2240509" y="150978"/>
                  <a:pt x="2216791" y="177458"/>
                  <a:pt x="2194217" y="200127"/>
                </a:cubicBezTo>
                <a:lnTo>
                  <a:pt x="2196408" y="158503"/>
                </a:lnTo>
                <a:lnTo>
                  <a:pt x="2116302" y="158503"/>
                </a:lnTo>
                <a:lnTo>
                  <a:pt x="2110111" y="220130"/>
                </a:lnTo>
                <a:lnTo>
                  <a:pt x="2063629" y="492069"/>
                </a:lnTo>
                <a:lnTo>
                  <a:pt x="2151450" y="492069"/>
                </a:lnTo>
                <a:lnTo>
                  <a:pt x="2180025" y="315475"/>
                </a:lnTo>
                <a:cubicBezTo>
                  <a:pt x="2189550" y="254610"/>
                  <a:pt x="2232126" y="208128"/>
                  <a:pt x="2271560" y="208128"/>
                </a:cubicBezTo>
                <a:cubicBezTo>
                  <a:pt x="2315566" y="208128"/>
                  <a:pt x="2314994" y="233274"/>
                  <a:pt x="2308136" y="271565"/>
                </a:cubicBezTo>
                <a:lnTo>
                  <a:pt x="2270036" y="492069"/>
                </a:lnTo>
                <a:lnTo>
                  <a:pt x="2357094" y="492069"/>
                </a:lnTo>
                <a:close/>
                <a:moveTo>
                  <a:pt x="2761812" y="151550"/>
                </a:moveTo>
                <a:lnTo>
                  <a:pt x="2659513" y="151550"/>
                </a:lnTo>
                <a:lnTo>
                  <a:pt x="2541975" y="276232"/>
                </a:lnTo>
                <a:lnTo>
                  <a:pt x="2540260" y="276232"/>
                </a:lnTo>
                <a:lnTo>
                  <a:pt x="2587409" y="7"/>
                </a:lnTo>
                <a:lnTo>
                  <a:pt x="2501684" y="7"/>
                </a:lnTo>
                <a:lnTo>
                  <a:pt x="2415959" y="492545"/>
                </a:lnTo>
                <a:lnTo>
                  <a:pt x="2502541" y="492545"/>
                </a:lnTo>
                <a:lnTo>
                  <a:pt x="2511304" y="443301"/>
                </a:lnTo>
                <a:lnTo>
                  <a:pt x="2528830" y="335382"/>
                </a:lnTo>
                <a:cubicBezTo>
                  <a:pt x="2574645" y="335382"/>
                  <a:pt x="2600363" y="340431"/>
                  <a:pt x="2620461" y="431394"/>
                </a:cubicBezTo>
                <a:lnTo>
                  <a:pt x="2634272" y="492545"/>
                </a:lnTo>
                <a:lnTo>
                  <a:pt x="2722759" y="492545"/>
                </a:lnTo>
                <a:cubicBezTo>
                  <a:pt x="2722759" y="492545"/>
                  <a:pt x="2700757" y="399390"/>
                  <a:pt x="2686278" y="363005"/>
                </a:cubicBezTo>
                <a:cubicBezTo>
                  <a:pt x="2671229" y="324905"/>
                  <a:pt x="2654751" y="299473"/>
                  <a:pt x="2619603" y="292520"/>
                </a:cubicBezTo>
                <a:close/>
                <a:moveTo>
                  <a:pt x="247212" y="272517"/>
                </a:moveTo>
                <a:cubicBezTo>
                  <a:pt x="297437" y="261230"/>
                  <a:pt x="337566" y="223549"/>
                  <a:pt x="351987" y="174124"/>
                </a:cubicBezTo>
                <a:cubicBezTo>
                  <a:pt x="374561" y="82494"/>
                  <a:pt x="333794" y="11056"/>
                  <a:pt x="217113" y="12199"/>
                </a:cubicBezTo>
                <a:lnTo>
                  <a:pt x="83763" y="12199"/>
                </a:lnTo>
                <a:lnTo>
                  <a:pt x="-153" y="492545"/>
                </a:lnTo>
                <a:lnTo>
                  <a:pt x="87001" y="492545"/>
                </a:lnTo>
                <a:lnTo>
                  <a:pt x="121767" y="300045"/>
                </a:lnTo>
                <a:cubicBezTo>
                  <a:pt x="202158" y="297854"/>
                  <a:pt x="211969" y="317380"/>
                  <a:pt x="227114" y="411011"/>
                </a:cubicBezTo>
                <a:lnTo>
                  <a:pt x="240925" y="492926"/>
                </a:lnTo>
                <a:lnTo>
                  <a:pt x="331317" y="492926"/>
                </a:lnTo>
                <a:cubicBezTo>
                  <a:pt x="320745" y="443396"/>
                  <a:pt x="313791" y="396628"/>
                  <a:pt x="305028" y="359004"/>
                </a:cubicBezTo>
                <a:cubicBezTo>
                  <a:pt x="295503" y="319476"/>
                  <a:pt x="280930" y="288519"/>
                  <a:pt x="243306" y="273851"/>
                </a:cubicBezTo>
                <a:close/>
                <a:moveTo>
                  <a:pt x="264833" y="158217"/>
                </a:moveTo>
                <a:cubicBezTo>
                  <a:pt x="257308" y="200889"/>
                  <a:pt x="224256" y="230798"/>
                  <a:pt x="183394" y="230798"/>
                </a:cubicBezTo>
                <a:lnTo>
                  <a:pt x="131959" y="230798"/>
                </a:lnTo>
                <a:lnTo>
                  <a:pt x="158629" y="79160"/>
                </a:lnTo>
                <a:lnTo>
                  <a:pt x="205397" y="79160"/>
                </a:lnTo>
                <a:cubicBezTo>
                  <a:pt x="261404" y="78874"/>
                  <a:pt x="272167" y="115450"/>
                  <a:pt x="265309" y="158122"/>
                </a:cubicBezTo>
                <a:close/>
                <a:moveTo>
                  <a:pt x="659073" y="248991"/>
                </a:moveTo>
                <a:cubicBezTo>
                  <a:pt x="671550" y="176220"/>
                  <a:pt x="632688" y="151169"/>
                  <a:pt x="554298" y="151169"/>
                </a:cubicBezTo>
                <a:cubicBezTo>
                  <a:pt x="456476" y="151169"/>
                  <a:pt x="413804" y="197556"/>
                  <a:pt x="413804" y="197556"/>
                </a:cubicBezTo>
                <a:lnTo>
                  <a:pt x="443903" y="248419"/>
                </a:lnTo>
                <a:cubicBezTo>
                  <a:pt x="469020" y="223511"/>
                  <a:pt x="503329" y="210100"/>
                  <a:pt x="538677" y="211367"/>
                </a:cubicBezTo>
                <a:cubicBezTo>
                  <a:pt x="573919" y="211367"/>
                  <a:pt x="574681" y="229274"/>
                  <a:pt x="571252" y="248419"/>
                </a:cubicBezTo>
                <a:lnTo>
                  <a:pt x="564394" y="291663"/>
                </a:lnTo>
                <a:cubicBezTo>
                  <a:pt x="438283" y="288519"/>
                  <a:pt x="373894" y="315475"/>
                  <a:pt x="359226" y="398343"/>
                </a:cubicBezTo>
                <a:cubicBezTo>
                  <a:pt x="347319" y="466065"/>
                  <a:pt x="398088" y="498736"/>
                  <a:pt x="455142" y="498736"/>
                </a:cubicBezTo>
                <a:cubicBezTo>
                  <a:pt x="485441" y="500622"/>
                  <a:pt x="515169" y="489944"/>
                  <a:pt x="537343" y="469209"/>
                </a:cubicBezTo>
                <a:cubicBezTo>
                  <a:pt x="540553" y="482563"/>
                  <a:pt x="551021" y="492954"/>
                  <a:pt x="564394" y="496069"/>
                </a:cubicBezTo>
                <a:cubicBezTo>
                  <a:pt x="582587" y="499784"/>
                  <a:pt x="613924" y="496069"/>
                  <a:pt x="623354" y="488640"/>
                </a:cubicBezTo>
                <a:cubicBezTo>
                  <a:pt x="622687" y="479115"/>
                  <a:pt x="623354" y="452921"/>
                  <a:pt x="634022" y="392723"/>
                </a:cubicBezTo>
                <a:close/>
                <a:moveTo>
                  <a:pt x="555726" y="337383"/>
                </a:moveTo>
                <a:cubicBezTo>
                  <a:pt x="541725" y="436538"/>
                  <a:pt x="528485" y="446444"/>
                  <a:pt x="480765" y="446444"/>
                </a:cubicBezTo>
                <a:cubicBezTo>
                  <a:pt x="448189" y="446444"/>
                  <a:pt x="435997" y="424060"/>
                  <a:pt x="441617" y="394723"/>
                </a:cubicBezTo>
                <a:cubicBezTo>
                  <a:pt x="449427" y="354813"/>
                  <a:pt x="479526" y="337383"/>
                  <a:pt x="555726" y="337383"/>
                </a:cubicBezTo>
                <a:close/>
                <a:moveTo>
                  <a:pt x="2042769" y="248895"/>
                </a:moveTo>
                <a:cubicBezTo>
                  <a:pt x="2055247" y="176124"/>
                  <a:pt x="2016385" y="151074"/>
                  <a:pt x="1937994" y="151074"/>
                </a:cubicBezTo>
                <a:cubicBezTo>
                  <a:pt x="1840173" y="151074"/>
                  <a:pt x="1797501" y="197460"/>
                  <a:pt x="1797501" y="197460"/>
                </a:cubicBezTo>
                <a:lnTo>
                  <a:pt x="1827600" y="248324"/>
                </a:lnTo>
                <a:cubicBezTo>
                  <a:pt x="1852717" y="223416"/>
                  <a:pt x="1887026" y="210005"/>
                  <a:pt x="1922374" y="211271"/>
                </a:cubicBezTo>
                <a:cubicBezTo>
                  <a:pt x="1957616" y="211271"/>
                  <a:pt x="1958378" y="229179"/>
                  <a:pt x="1954949" y="248324"/>
                </a:cubicBezTo>
                <a:lnTo>
                  <a:pt x="1948091" y="291567"/>
                </a:lnTo>
                <a:cubicBezTo>
                  <a:pt x="1821980" y="288424"/>
                  <a:pt x="1757591" y="315380"/>
                  <a:pt x="1742923" y="398247"/>
                </a:cubicBezTo>
                <a:cubicBezTo>
                  <a:pt x="1731016" y="465970"/>
                  <a:pt x="1781784" y="498641"/>
                  <a:pt x="1838839" y="498641"/>
                </a:cubicBezTo>
                <a:cubicBezTo>
                  <a:pt x="1869138" y="500527"/>
                  <a:pt x="1898866" y="489849"/>
                  <a:pt x="1921040" y="469113"/>
                </a:cubicBezTo>
                <a:cubicBezTo>
                  <a:pt x="1924250" y="482467"/>
                  <a:pt x="1934718" y="492859"/>
                  <a:pt x="1948091" y="495974"/>
                </a:cubicBezTo>
                <a:cubicBezTo>
                  <a:pt x="1966284" y="499689"/>
                  <a:pt x="1997621" y="495974"/>
                  <a:pt x="2007051" y="488544"/>
                </a:cubicBezTo>
                <a:cubicBezTo>
                  <a:pt x="2006384" y="479019"/>
                  <a:pt x="2007051" y="452826"/>
                  <a:pt x="2017719" y="392628"/>
                </a:cubicBezTo>
                <a:close/>
                <a:moveTo>
                  <a:pt x="1939233" y="337383"/>
                </a:moveTo>
                <a:cubicBezTo>
                  <a:pt x="1925231" y="436538"/>
                  <a:pt x="1911991" y="446444"/>
                  <a:pt x="1864271" y="446444"/>
                </a:cubicBezTo>
                <a:cubicBezTo>
                  <a:pt x="1831695" y="446444"/>
                  <a:pt x="1819503" y="424060"/>
                  <a:pt x="1825123" y="394723"/>
                </a:cubicBezTo>
                <a:cubicBezTo>
                  <a:pt x="1832934" y="354813"/>
                  <a:pt x="1863128" y="337383"/>
                  <a:pt x="1939518" y="337383"/>
                </a:cubicBezTo>
                <a:close/>
                <a:moveTo>
                  <a:pt x="834333" y="498641"/>
                </a:moveTo>
                <a:cubicBezTo>
                  <a:pt x="938536" y="498641"/>
                  <a:pt x="998163" y="423298"/>
                  <a:pt x="1014450" y="326048"/>
                </a:cubicBezTo>
                <a:cubicBezTo>
                  <a:pt x="1035119" y="206319"/>
                  <a:pt x="976350" y="151645"/>
                  <a:pt x="903389" y="151645"/>
                </a:cubicBezTo>
                <a:cubicBezTo>
                  <a:pt x="868908" y="151645"/>
                  <a:pt x="843953" y="154788"/>
                  <a:pt x="824522" y="164885"/>
                </a:cubicBezTo>
                <a:lnTo>
                  <a:pt x="853097" y="-183"/>
                </a:lnTo>
                <a:lnTo>
                  <a:pt x="766324" y="-183"/>
                </a:lnTo>
                <a:lnTo>
                  <a:pt x="680599" y="492640"/>
                </a:lnTo>
                <a:lnTo>
                  <a:pt x="745845" y="492640"/>
                </a:lnTo>
                <a:cubicBezTo>
                  <a:pt x="745845" y="492640"/>
                  <a:pt x="755370" y="472257"/>
                  <a:pt x="764895" y="472257"/>
                </a:cubicBezTo>
                <a:cubicBezTo>
                  <a:pt x="770515" y="472257"/>
                  <a:pt x="785660" y="498641"/>
                  <a:pt x="834523" y="498641"/>
                </a:cubicBezTo>
                <a:close/>
                <a:moveTo>
                  <a:pt x="870718" y="215653"/>
                </a:moveTo>
                <a:cubicBezTo>
                  <a:pt x="915295" y="215653"/>
                  <a:pt x="934250" y="245752"/>
                  <a:pt x="923677" y="322905"/>
                </a:cubicBezTo>
                <a:cubicBezTo>
                  <a:pt x="912914" y="401772"/>
                  <a:pt x="873290" y="437205"/>
                  <a:pt x="826236" y="437205"/>
                </a:cubicBezTo>
                <a:cubicBezTo>
                  <a:pt x="796709" y="437205"/>
                  <a:pt x="779754" y="416535"/>
                  <a:pt x="785469" y="384531"/>
                </a:cubicBezTo>
                <a:lnTo>
                  <a:pt x="801757" y="282900"/>
                </a:lnTo>
                <a:cubicBezTo>
                  <a:pt x="808044" y="245276"/>
                  <a:pt x="830332" y="215748"/>
                  <a:pt x="870147" y="215748"/>
                </a:cubicBezTo>
                <a:close/>
                <a:moveTo>
                  <a:pt x="1051026" y="352813"/>
                </a:moveTo>
                <a:cubicBezTo>
                  <a:pt x="1064457" y="227369"/>
                  <a:pt x="1121035" y="149740"/>
                  <a:pt x="1255528" y="149740"/>
                </a:cubicBezTo>
                <a:cubicBezTo>
                  <a:pt x="1355350" y="149740"/>
                  <a:pt x="1388307" y="225940"/>
                  <a:pt x="1374972" y="307855"/>
                </a:cubicBezTo>
                <a:cubicBezTo>
                  <a:pt x="1353445" y="438824"/>
                  <a:pt x="1302486" y="500546"/>
                  <a:pt x="1174947" y="500546"/>
                </a:cubicBezTo>
                <a:cubicBezTo>
                  <a:pt x="1091698" y="500546"/>
                  <a:pt x="1042644" y="433395"/>
                  <a:pt x="1051026" y="352813"/>
                </a:cubicBezTo>
                <a:close/>
                <a:moveTo>
                  <a:pt x="1283913" y="313951"/>
                </a:moveTo>
                <a:cubicBezTo>
                  <a:pt x="1290294" y="279280"/>
                  <a:pt x="1297152" y="211938"/>
                  <a:pt x="1237431" y="211938"/>
                </a:cubicBezTo>
                <a:cubicBezTo>
                  <a:pt x="1197330" y="211938"/>
                  <a:pt x="1159802" y="239085"/>
                  <a:pt x="1143038" y="334525"/>
                </a:cubicBezTo>
                <a:cubicBezTo>
                  <a:pt x="1132751" y="392723"/>
                  <a:pt x="1143990" y="439300"/>
                  <a:pt x="1190663" y="439300"/>
                </a:cubicBezTo>
                <a:cubicBezTo>
                  <a:pt x="1224572" y="439491"/>
                  <a:pt x="1266006" y="411392"/>
                  <a:pt x="1284008" y="313951"/>
                </a:cubicBezTo>
                <a:close/>
              </a:path>
            </a:pathLst>
          </a:custGeom>
          <a:solidFill>
            <a:srgbClr val="000099"/>
          </a:solidFill>
          <a:ln w="9525" cap="flat">
            <a:noFill/>
            <a:prstDash val="solid"/>
            <a:miter/>
          </a:ln>
        </p:spPr>
        <p:txBody>
          <a:bodyPr rtlCol="0" anchor="ctr">
            <a:noAutofit/>
          </a:bodyPr>
          <a:lstStyle/>
          <a:p>
            <a:endParaRPr lang="en-GB" noProof="0"/>
          </a:p>
        </p:txBody>
      </p:sp>
      <p:sp>
        <p:nvSpPr>
          <p:cNvPr id="16" name="Content Placeholder 2">
            <a:extLst>
              <a:ext uri="{FF2B5EF4-FFF2-40B4-BE49-F238E27FC236}">
                <a16:creationId xmlns:a16="http://schemas.microsoft.com/office/drawing/2014/main" id="{9669E386-A6C5-4FD8-8774-6CA0D3F1AA16}"/>
              </a:ext>
            </a:extLst>
          </p:cNvPr>
          <p:cNvSpPr>
            <a:spLocks noGrp="1"/>
          </p:cNvSpPr>
          <p:nvPr>
            <p:ph idx="15"/>
          </p:nvPr>
        </p:nvSpPr>
        <p:spPr>
          <a:xfrm>
            <a:off x="609599" y="1825624"/>
            <a:ext cx="7498079" cy="375320"/>
          </a:xfrm>
        </p:spPr>
        <p:txBody>
          <a:bodyPr>
            <a:noAutofit/>
          </a:bodyPr>
          <a:lstStyle>
            <a:lvl1pPr>
              <a:defRPr sz="1800">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1056268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and Narrow Box (Alternativ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C2EEA33-2E5B-4611-AD95-68E5FEAB1D15}"/>
              </a:ext>
            </a:extLst>
          </p:cNvPr>
          <p:cNvSpPr/>
          <p:nvPr userDrawn="1"/>
        </p:nvSpPr>
        <p:spPr>
          <a:xfrm>
            <a:off x="8300085" y="1825624"/>
            <a:ext cx="3891915" cy="425880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2182368"/>
            <a:ext cx="7498080" cy="3898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0" name="Content Placeholder 2">
            <a:extLst>
              <a:ext uri="{FF2B5EF4-FFF2-40B4-BE49-F238E27FC236}">
                <a16:creationId xmlns:a16="http://schemas.microsoft.com/office/drawing/2014/main" id="{096D86E7-811D-41F1-9731-6D9A7A06012F}"/>
              </a:ext>
            </a:extLst>
          </p:cNvPr>
          <p:cNvSpPr>
            <a:spLocks noGrp="1"/>
          </p:cNvSpPr>
          <p:nvPr>
            <p:ph idx="14"/>
          </p:nvPr>
        </p:nvSpPr>
        <p:spPr>
          <a:xfrm>
            <a:off x="8633460" y="2182367"/>
            <a:ext cx="2921932" cy="35640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Content Placeholder 2">
            <a:extLst>
              <a:ext uri="{FF2B5EF4-FFF2-40B4-BE49-F238E27FC236}">
                <a16:creationId xmlns:a16="http://schemas.microsoft.com/office/drawing/2014/main" id="{9669E386-A6C5-4FD8-8774-6CA0D3F1AA16}"/>
              </a:ext>
            </a:extLst>
          </p:cNvPr>
          <p:cNvSpPr>
            <a:spLocks noGrp="1"/>
          </p:cNvSpPr>
          <p:nvPr>
            <p:ph idx="15"/>
          </p:nvPr>
        </p:nvSpPr>
        <p:spPr>
          <a:xfrm>
            <a:off x="609599" y="1825624"/>
            <a:ext cx="7498079" cy="375320"/>
          </a:xfrm>
        </p:spPr>
        <p:txBody>
          <a:bodyPr>
            <a:noAutofit/>
          </a:bodyPr>
          <a:lstStyle>
            <a:lvl1pPr>
              <a:defRPr sz="1800">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32996497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ext and Colored Box">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C2EEA33-2E5B-4611-AD95-68E5FEAB1D15}"/>
              </a:ext>
            </a:extLst>
          </p:cNvPr>
          <p:cNvSpPr/>
          <p:nvPr userDrawn="1"/>
        </p:nvSpPr>
        <p:spPr>
          <a:xfrm>
            <a:off x="0" y="1"/>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09600" y="585787"/>
            <a:ext cx="5125133" cy="640585"/>
          </a:xfrm>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2182368"/>
            <a:ext cx="5125133" cy="3898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5125133"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09600" y="1825624"/>
            <a:ext cx="5125133" cy="375320"/>
          </a:xfrm>
        </p:spPr>
        <p:txBody>
          <a:bodyPr>
            <a:noAutofit/>
          </a:bodyPr>
          <a:lstStyle>
            <a:lvl1pPr>
              <a:defRPr sz="1800">
                <a:solidFill>
                  <a:schemeClr val="accent1"/>
                </a:solidFill>
                <a:latin typeface="+mj-lt"/>
              </a:defRPr>
            </a:lvl1pPr>
          </a:lstStyle>
          <a:p>
            <a:pPr lvl="0"/>
            <a:r>
              <a:rPr lang="en-US"/>
              <a:t>Click to edit Master text styles</a:t>
            </a:r>
          </a:p>
        </p:txBody>
      </p:sp>
      <p:sp>
        <p:nvSpPr>
          <p:cNvPr id="12" name="Content Placeholder 2">
            <a:extLst>
              <a:ext uri="{FF2B5EF4-FFF2-40B4-BE49-F238E27FC236}">
                <a16:creationId xmlns:a16="http://schemas.microsoft.com/office/drawing/2014/main" id="{85A972DD-04C8-4185-AB1C-656E5DFFB344}"/>
              </a:ext>
            </a:extLst>
          </p:cNvPr>
          <p:cNvSpPr>
            <a:spLocks noGrp="1"/>
          </p:cNvSpPr>
          <p:nvPr>
            <p:ph idx="16"/>
          </p:nvPr>
        </p:nvSpPr>
        <p:spPr>
          <a:xfrm>
            <a:off x="6454140" y="2182368"/>
            <a:ext cx="5101123" cy="3898800"/>
          </a:xfrm>
        </p:spPr>
        <p:txBody>
          <a:bodyPr>
            <a:noAutofit/>
          </a:bodyPr>
          <a:lstStyle>
            <a:lvl1pP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2" name="Text Placeholder 21">
            <a:extLst>
              <a:ext uri="{FF2B5EF4-FFF2-40B4-BE49-F238E27FC236}">
                <a16:creationId xmlns:a16="http://schemas.microsoft.com/office/drawing/2014/main" id="{5CFCD660-1620-4442-A26C-73FA68AA94D4}"/>
              </a:ext>
            </a:extLst>
          </p:cNvPr>
          <p:cNvSpPr>
            <a:spLocks noGrp="1" noChangeAspect="1"/>
          </p:cNvSpPr>
          <p:nvPr>
            <p:ph type="body" sz="quarter" idx="18" hasCustomPrompt="1"/>
          </p:nvPr>
        </p:nvSpPr>
        <p:spPr>
          <a:xfrm>
            <a:off x="10664855" y="6392069"/>
            <a:ext cx="890406" cy="162000"/>
          </a:xfrm>
          <a:blipFill>
            <a:blip r:embed="rId2"/>
            <a:stretch>
              <a:fillRect/>
            </a:stretch>
          </a:blipFill>
        </p:spPr>
        <p:txBody>
          <a:bodyPr/>
          <a:lstStyle>
            <a:lvl1pPr>
              <a:defRPr/>
            </a:lvl1pPr>
            <a:lvl5pPr>
              <a:defRPr/>
            </a:lvl5pPr>
          </a:lstStyle>
          <a:p>
            <a:pPr lvl="0"/>
            <a:r>
              <a:rPr lang="en-US" dirty="0"/>
              <a:t>  </a:t>
            </a:r>
            <a:endParaRPr lang="de-DE" dirty="0"/>
          </a:p>
        </p:txBody>
      </p:sp>
      <p:sp>
        <p:nvSpPr>
          <p:cNvPr id="33" name="Text Placeholder 21">
            <a:extLst>
              <a:ext uri="{FF2B5EF4-FFF2-40B4-BE49-F238E27FC236}">
                <a16:creationId xmlns:a16="http://schemas.microsoft.com/office/drawing/2014/main" id="{CDF8DE94-B253-4726-8471-04FD17FB8541}"/>
              </a:ext>
            </a:extLst>
          </p:cNvPr>
          <p:cNvSpPr>
            <a:spLocks noGrp="1" noChangeAspect="1"/>
          </p:cNvSpPr>
          <p:nvPr>
            <p:ph type="body" sz="quarter" idx="17" hasCustomPrompt="1"/>
          </p:nvPr>
        </p:nvSpPr>
        <p:spPr>
          <a:xfrm>
            <a:off x="10664855" y="6392069"/>
            <a:ext cx="890406" cy="162000"/>
          </a:xfrm>
          <a:blipFill>
            <a:blip r:embed="rId3"/>
            <a:stretch>
              <a:fillRect/>
            </a:stretch>
          </a:blipFill>
        </p:spPr>
        <p:txBody>
          <a:bodyPr/>
          <a:lstStyle>
            <a:lvl1pPr>
              <a:defRPr/>
            </a:lvl1pPr>
            <a:lvl5pPr>
              <a:defRPr/>
            </a:lvl5pPr>
          </a:lstStyle>
          <a:p>
            <a:pPr lvl="0"/>
            <a:r>
              <a:rPr lang="en-US" dirty="0"/>
              <a:t>  </a:t>
            </a:r>
            <a:endParaRPr lang="de-DE" dirty="0"/>
          </a:p>
        </p:txBody>
      </p:sp>
    </p:spTree>
    <p:extLst>
      <p:ext uri="{BB962C8B-B14F-4D97-AF65-F5344CB8AC3E}">
        <p14:creationId xmlns:p14="http://schemas.microsoft.com/office/powerpoint/2010/main" val="827535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Grey Box">
    <p:bg>
      <p:bgPr>
        <a:solidFill>
          <a:srgbClr val="EFEFE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C2EEA33-2E5B-4611-AD95-68E5FEAB1D15}"/>
              </a:ext>
            </a:extLst>
          </p:cNvPr>
          <p:cNvSpPr/>
          <p:nvPr userDrawn="1"/>
        </p:nvSpPr>
        <p:spPr>
          <a:xfrm>
            <a:off x="0" y="1"/>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09600" y="585787"/>
            <a:ext cx="5125133" cy="640585"/>
          </a:xfrm>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2182368"/>
            <a:ext cx="5125133" cy="3898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5125133"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09600" y="1825624"/>
            <a:ext cx="5125133" cy="375320"/>
          </a:xfrm>
        </p:spPr>
        <p:txBody>
          <a:bodyPr>
            <a:noAutofit/>
          </a:bodyPr>
          <a:lstStyle>
            <a:lvl1pPr>
              <a:defRPr sz="1800">
                <a:solidFill>
                  <a:schemeClr val="accent1"/>
                </a:solidFill>
                <a:latin typeface="+mj-lt"/>
              </a:defRPr>
            </a:lvl1pPr>
          </a:lstStyle>
          <a:p>
            <a:pPr lvl="0"/>
            <a:r>
              <a:rPr lang="en-US"/>
              <a:t>Click to edit Master text styles</a:t>
            </a:r>
          </a:p>
        </p:txBody>
      </p:sp>
      <p:sp>
        <p:nvSpPr>
          <p:cNvPr id="23" name="Content Placeholder 2">
            <a:extLst>
              <a:ext uri="{FF2B5EF4-FFF2-40B4-BE49-F238E27FC236}">
                <a16:creationId xmlns:a16="http://schemas.microsoft.com/office/drawing/2014/main" id="{74A976B8-CE61-4FB8-8C5C-BC4EB029D43E}"/>
              </a:ext>
            </a:extLst>
          </p:cNvPr>
          <p:cNvSpPr>
            <a:spLocks noGrp="1"/>
          </p:cNvSpPr>
          <p:nvPr>
            <p:ph idx="14"/>
          </p:nvPr>
        </p:nvSpPr>
        <p:spPr>
          <a:xfrm>
            <a:off x="6457950" y="2182367"/>
            <a:ext cx="5097442" cy="38988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Graphic 31">
            <a:extLst>
              <a:ext uri="{FF2B5EF4-FFF2-40B4-BE49-F238E27FC236}">
                <a16:creationId xmlns:a16="http://schemas.microsoft.com/office/drawing/2014/main" id="{5E3F27FA-ACB7-4406-B3FD-7077391C97ED}"/>
              </a:ext>
            </a:extLst>
          </p:cNvPr>
          <p:cNvSpPr/>
          <p:nvPr userDrawn="1"/>
        </p:nvSpPr>
        <p:spPr>
          <a:xfrm>
            <a:off x="10652186" y="6388681"/>
            <a:ext cx="903206" cy="163280"/>
          </a:xfrm>
          <a:custGeom>
            <a:avLst/>
            <a:gdLst>
              <a:gd name="connsiteX0" fmla="*/ 1634337 w 2761964"/>
              <a:gd name="connsiteY0" fmla="*/ 322905 h 500729"/>
              <a:gd name="connsiteX1" fmla="*/ 1537468 w 2761964"/>
              <a:gd name="connsiteY1" fmla="*/ 437205 h 500729"/>
              <a:gd name="connsiteX2" fmla="*/ 1496034 w 2761964"/>
              <a:gd name="connsiteY2" fmla="*/ 384531 h 500729"/>
              <a:gd name="connsiteX3" fmla="*/ 1512417 w 2761964"/>
              <a:gd name="connsiteY3" fmla="*/ 282900 h 500729"/>
              <a:gd name="connsiteX4" fmla="*/ 1581378 w 2761964"/>
              <a:gd name="connsiteY4" fmla="*/ 215748 h 500729"/>
              <a:gd name="connsiteX5" fmla="*/ 1634337 w 2761964"/>
              <a:gd name="connsiteY5" fmla="*/ 322905 h 500729"/>
              <a:gd name="connsiteX6" fmla="*/ 1475365 w 2761964"/>
              <a:gd name="connsiteY6" fmla="*/ 472257 h 500729"/>
              <a:gd name="connsiteX7" fmla="*/ 1545660 w 2761964"/>
              <a:gd name="connsiteY7" fmla="*/ 498641 h 500729"/>
              <a:gd name="connsiteX8" fmla="*/ 1725682 w 2761964"/>
              <a:gd name="connsiteY8" fmla="*/ 326048 h 500729"/>
              <a:gd name="connsiteX9" fmla="*/ 1614716 w 2761964"/>
              <a:gd name="connsiteY9" fmla="*/ 151645 h 500729"/>
              <a:gd name="connsiteX10" fmla="*/ 1535468 w 2761964"/>
              <a:gd name="connsiteY10" fmla="*/ 164885 h 500729"/>
              <a:gd name="connsiteX11" fmla="*/ 1564043 w 2761964"/>
              <a:gd name="connsiteY11" fmla="*/ -183 h 500729"/>
              <a:gd name="connsiteX12" fmla="*/ 1477556 w 2761964"/>
              <a:gd name="connsiteY12" fmla="*/ -183 h 500729"/>
              <a:gd name="connsiteX13" fmla="*/ 1391831 w 2761964"/>
              <a:gd name="connsiteY13" fmla="*/ 492640 h 500729"/>
              <a:gd name="connsiteX14" fmla="*/ 1457077 w 2761964"/>
              <a:gd name="connsiteY14" fmla="*/ 492640 h 500729"/>
              <a:gd name="connsiteX15" fmla="*/ 1476127 w 2761964"/>
              <a:gd name="connsiteY15" fmla="*/ 472257 h 500729"/>
              <a:gd name="connsiteX16" fmla="*/ 2395957 w 2761964"/>
              <a:gd name="connsiteY16" fmla="*/ 261945 h 500729"/>
              <a:gd name="connsiteX17" fmla="*/ 2300707 w 2761964"/>
              <a:gd name="connsiteY17" fmla="*/ 150978 h 500729"/>
              <a:gd name="connsiteX18" fmla="*/ 2194217 w 2761964"/>
              <a:gd name="connsiteY18" fmla="*/ 200127 h 500729"/>
              <a:gd name="connsiteX19" fmla="*/ 2196408 w 2761964"/>
              <a:gd name="connsiteY19" fmla="*/ 158503 h 500729"/>
              <a:gd name="connsiteX20" fmla="*/ 2116302 w 2761964"/>
              <a:gd name="connsiteY20" fmla="*/ 158503 h 500729"/>
              <a:gd name="connsiteX21" fmla="*/ 2110111 w 2761964"/>
              <a:gd name="connsiteY21" fmla="*/ 220130 h 500729"/>
              <a:gd name="connsiteX22" fmla="*/ 2063629 w 2761964"/>
              <a:gd name="connsiteY22" fmla="*/ 492069 h 500729"/>
              <a:gd name="connsiteX23" fmla="*/ 2151450 w 2761964"/>
              <a:gd name="connsiteY23" fmla="*/ 492069 h 500729"/>
              <a:gd name="connsiteX24" fmla="*/ 2180025 w 2761964"/>
              <a:gd name="connsiteY24" fmla="*/ 315475 h 500729"/>
              <a:gd name="connsiteX25" fmla="*/ 2271560 w 2761964"/>
              <a:gd name="connsiteY25" fmla="*/ 208128 h 500729"/>
              <a:gd name="connsiteX26" fmla="*/ 2308136 w 2761964"/>
              <a:gd name="connsiteY26" fmla="*/ 271565 h 500729"/>
              <a:gd name="connsiteX27" fmla="*/ 2270036 w 2761964"/>
              <a:gd name="connsiteY27" fmla="*/ 492069 h 500729"/>
              <a:gd name="connsiteX28" fmla="*/ 2357094 w 2761964"/>
              <a:gd name="connsiteY28" fmla="*/ 492069 h 500729"/>
              <a:gd name="connsiteX29" fmla="*/ 2761812 w 2761964"/>
              <a:gd name="connsiteY29" fmla="*/ 151550 h 500729"/>
              <a:gd name="connsiteX30" fmla="*/ 2659513 w 2761964"/>
              <a:gd name="connsiteY30" fmla="*/ 151550 h 500729"/>
              <a:gd name="connsiteX31" fmla="*/ 2541975 w 2761964"/>
              <a:gd name="connsiteY31" fmla="*/ 276232 h 500729"/>
              <a:gd name="connsiteX32" fmla="*/ 2540260 w 2761964"/>
              <a:gd name="connsiteY32" fmla="*/ 276232 h 500729"/>
              <a:gd name="connsiteX33" fmla="*/ 2587409 w 2761964"/>
              <a:gd name="connsiteY33" fmla="*/ 7 h 500729"/>
              <a:gd name="connsiteX34" fmla="*/ 2501684 w 2761964"/>
              <a:gd name="connsiteY34" fmla="*/ 7 h 500729"/>
              <a:gd name="connsiteX35" fmla="*/ 2415959 w 2761964"/>
              <a:gd name="connsiteY35" fmla="*/ 492545 h 500729"/>
              <a:gd name="connsiteX36" fmla="*/ 2502541 w 2761964"/>
              <a:gd name="connsiteY36" fmla="*/ 492545 h 500729"/>
              <a:gd name="connsiteX37" fmla="*/ 2511304 w 2761964"/>
              <a:gd name="connsiteY37" fmla="*/ 443301 h 500729"/>
              <a:gd name="connsiteX38" fmla="*/ 2528830 w 2761964"/>
              <a:gd name="connsiteY38" fmla="*/ 335382 h 500729"/>
              <a:gd name="connsiteX39" fmla="*/ 2620461 w 2761964"/>
              <a:gd name="connsiteY39" fmla="*/ 431394 h 500729"/>
              <a:gd name="connsiteX40" fmla="*/ 2634272 w 2761964"/>
              <a:gd name="connsiteY40" fmla="*/ 492545 h 500729"/>
              <a:gd name="connsiteX41" fmla="*/ 2722759 w 2761964"/>
              <a:gd name="connsiteY41" fmla="*/ 492545 h 500729"/>
              <a:gd name="connsiteX42" fmla="*/ 2686278 w 2761964"/>
              <a:gd name="connsiteY42" fmla="*/ 363005 h 500729"/>
              <a:gd name="connsiteX43" fmla="*/ 2619603 w 2761964"/>
              <a:gd name="connsiteY43" fmla="*/ 292520 h 500729"/>
              <a:gd name="connsiteX44" fmla="*/ 247212 w 2761964"/>
              <a:gd name="connsiteY44" fmla="*/ 272517 h 500729"/>
              <a:gd name="connsiteX45" fmla="*/ 351987 w 2761964"/>
              <a:gd name="connsiteY45" fmla="*/ 174124 h 500729"/>
              <a:gd name="connsiteX46" fmla="*/ 217113 w 2761964"/>
              <a:gd name="connsiteY46" fmla="*/ 12199 h 500729"/>
              <a:gd name="connsiteX47" fmla="*/ 83763 w 2761964"/>
              <a:gd name="connsiteY47" fmla="*/ 12199 h 500729"/>
              <a:gd name="connsiteX48" fmla="*/ -153 w 2761964"/>
              <a:gd name="connsiteY48" fmla="*/ 492545 h 500729"/>
              <a:gd name="connsiteX49" fmla="*/ 87001 w 2761964"/>
              <a:gd name="connsiteY49" fmla="*/ 492545 h 500729"/>
              <a:gd name="connsiteX50" fmla="*/ 121767 w 2761964"/>
              <a:gd name="connsiteY50" fmla="*/ 300045 h 500729"/>
              <a:gd name="connsiteX51" fmla="*/ 227114 w 2761964"/>
              <a:gd name="connsiteY51" fmla="*/ 411011 h 500729"/>
              <a:gd name="connsiteX52" fmla="*/ 240925 w 2761964"/>
              <a:gd name="connsiteY52" fmla="*/ 492926 h 500729"/>
              <a:gd name="connsiteX53" fmla="*/ 331317 w 2761964"/>
              <a:gd name="connsiteY53" fmla="*/ 492926 h 500729"/>
              <a:gd name="connsiteX54" fmla="*/ 305028 w 2761964"/>
              <a:gd name="connsiteY54" fmla="*/ 359004 h 500729"/>
              <a:gd name="connsiteX55" fmla="*/ 243306 w 2761964"/>
              <a:gd name="connsiteY55" fmla="*/ 273851 h 500729"/>
              <a:gd name="connsiteX56" fmla="*/ 264833 w 2761964"/>
              <a:gd name="connsiteY56" fmla="*/ 158217 h 500729"/>
              <a:gd name="connsiteX57" fmla="*/ 183394 w 2761964"/>
              <a:gd name="connsiteY57" fmla="*/ 230798 h 500729"/>
              <a:gd name="connsiteX58" fmla="*/ 131959 w 2761964"/>
              <a:gd name="connsiteY58" fmla="*/ 230798 h 500729"/>
              <a:gd name="connsiteX59" fmla="*/ 158629 w 2761964"/>
              <a:gd name="connsiteY59" fmla="*/ 79160 h 500729"/>
              <a:gd name="connsiteX60" fmla="*/ 205397 w 2761964"/>
              <a:gd name="connsiteY60" fmla="*/ 79160 h 500729"/>
              <a:gd name="connsiteX61" fmla="*/ 265309 w 2761964"/>
              <a:gd name="connsiteY61" fmla="*/ 158122 h 500729"/>
              <a:gd name="connsiteX62" fmla="*/ 659073 w 2761964"/>
              <a:gd name="connsiteY62" fmla="*/ 248991 h 500729"/>
              <a:gd name="connsiteX63" fmla="*/ 554298 w 2761964"/>
              <a:gd name="connsiteY63" fmla="*/ 151169 h 500729"/>
              <a:gd name="connsiteX64" fmla="*/ 413804 w 2761964"/>
              <a:gd name="connsiteY64" fmla="*/ 197556 h 500729"/>
              <a:gd name="connsiteX65" fmla="*/ 443903 w 2761964"/>
              <a:gd name="connsiteY65" fmla="*/ 248419 h 500729"/>
              <a:gd name="connsiteX66" fmla="*/ 538677 w 2761964"/>
              <a:gd name="connsiteY66" fmla="*/ 211367 h 500729"/>
              <a:gd name="connsiteX67" fmla="*/ 571252 w 2761964"/>
              <a:gd name="connsiteY67" fmla="*/ 248419 h 500729"/>
              <a:gd name="connsiteX68" fmla="*/ 564394 w 2761964"/>
              <a:gd name="connsiteY68" fmla="*/ 291663 h 500729"/>
              <a:gd name="connsiteX69" fmla="*/ 359226 w 2761964"/>
              <a:gd name="connsiteY69" fmla="*/ 398343 h 500729"/>
              <a:gd name="connsiteX70" fmla="*/ 455142 w 2761964"/>
              <a:gd name="connsiteY70" fmla="*/ 498736 h 500729"/>
              <a:gd name="connsiteX71" fmla="*/ 537343 w 2761964"/>
              <a:gd name="connsiteY71" fmla="*/ 469209 h 500729"/>
              <a:gd name="connsiteX72" fmla="*/ 564394 w 2761964"/>
              <a:gd name="connsiteY72" fmla="*/ 496069 h 500729"/>
              <a:gd name="connsiteX73" fmla="*/ 623354 w 2761964"/>
              <a:gd name="connsiteY73" fmla="*/ 488640 h 500729"/>
              <a:gd name="connsiteX74" fmla="*/ 634022 w 2761964"/>
              <a:gd name="connsiteY74" fmla="*/ 392723 h 500729"/>
              <a:gd name="connsiteX75" fmla="*/ 555726 w 2761964"/>
              <a:gd name="connsiteY75" fmla="*/ 337383 h 500729"/>
              <a:gd name="connsiteX76" fmla="*/ 480765 w 2761964"/>
              <a:gd name="connsiteY76" fmla="*/ 446444 h 500729"/>
              <a:gd name="connsiteX77" fmla="*/ 441617 w 2761964"/>
              <a:gd name="connsiteY77" fmla="*/ 394723 h 500729"/>
              <a:gd name="connsiteX78" fmla="*/ 555726 w 2761964"/>
              <a:gd name="connsiteY78" fmla="*/ 337383 h 500729"/>
              <a:gd name="connsiteX79" fmla="*/ 2042769 w 2761964"/>
              <a:gd name="connsiteY79" fmla="*/ 248895 h 500729"/>
              <a:gd name="connsiteX80" fmla="*/ 1937994 w 2761964"/>
              <a:gd name="connsiteY80" fmla="*/ 151074 h 500729"/>
              <a:gd name="connsiteX81" fmla="*/ 1797501 w 2761964"/>
              <a:gd name="connsiteY81" fmla="*/ 197460 h 500729"/>
              <a:gd name="connsiteX82" fmla="*/ 1827600 w 2761964"/>
              <a:gd name="connsiteY82" fmla="*/ 248324 h 500729"/>
              <a:gd name="connsiteX83" fmla="*/ 1922374 w 2761964"/>
              <a:gd name="connsiteY83" fmla="*/ 211271 h 500729"/>
              <a:gd name="connsiteX84" fmla="*/ 1954949 w 2761964"/>
              <a:gd name="connsiteY84" fmla="*/ 248324 h 500729"/>
              <a:gd name="connsiteX85" fmla="*/ 1948091 w 2761964"/>
              <a:gd name="connsiteY85" fmla="*/ 291567 h 500729"/>
              <a:gd name="connsiteX86" fmla="*/ 1742923 w 2761964"/>
              <a:gd name="connsiteY86" fmla="*/ 398247 h 500729"/>
              <a:gd name="connsiteX87" fmla="*/ 1838839 w 2761964"/>
              <a:gd name="connsiteY87" fmla="*/ 498641 h 500729"/>
              <a:gd name="connsiteX88" fmla="*/ 1921040 w 2761964"/>
              <a:gd name="connsiteY88" fmla="*/ 469113 h 500729"/>
              <a:gd name="connsiteX89" fmla="*/ 1948091 w 2761964"/>
              <a:gd name="connsiteY89" fmla="*/ 495974 h 500729"/>
              <a:gd name="connsiteX90" fmla="*/ 2007051 w 2761964"/>
              <a:gd name="connsiteY90" fmla="*/ 488544 h 500729"/>
              <a:gd name="connsiteX91" fmla="*/ 2017719 w 2761964"/>
              <a:gd name="connsiteY91" fmla="*/ 392628 h 500729"/>
              <a:gd name="connsiteX92" fmla="*/ 1939233 w 2761964"/>
              <a:gd name="connsiteY92" fmla="*/ 337383 h 500729"/>
              <a:gd name="connsiteX93" fmla="*/ 1864271 w 2761964"/>
              <a:gd name="connsiteY93" fmla="*/ 446444 h 500729"/>
              <a:gd name="connsiteX94" fmla="*/ 1825123 w 2761964"/>
              <a:gd name="connsiteY94" fmla="*/ 394723 h 500729"/>
              <a:gd name="connsiteX95" fmla="*/ 1939518 w 2761964"/>
              <a:gd name="connsiteY95" fmla="*/ 337383 h 500729"/>
              <a:gd name="connsiteX96" fmla="*/ 834333 w 2761964"/>
              <a:gd name="connsiteY96" fmla="*/ 498641 h 500729"/>
              <a:gd name="connsiteX97" fmla="*/ 1014450 w 2761964"/>
              <a:gd name="connsiteY97" fmla="*/ 326048 h 500729"/>
              <a:gd name="connsiteX98" fmla="*/ 903389 w 2761964"/>
              <a:gd name="connsiteY98" fmla="*/ 151645 h 500729"/>
              <a:gd name="connsiteX99" fmla="*/ 824522 w 2761964"/>
              <a:gd name="connsiteY99" fmla="*/ 164885 h 500729"/>
              <a:gd name="connsiteX100" fmla="*/ 853097 w 2761964"/>
              <a:gd name="connsiteY100" fmla="*/ -183 h 500729"/>
              <a:gd name="connsiteX101" fmla="*/ 766324 w 2761964"/>
              <a:gd name="connsiteY101" fmla="*/ -183 h 500729"/>
              <a:gd name="connsiteX102" fmla="*/ 680599 w 2761964"/>
              <a:gd name="connsiteY102" fmla="*/ 492640 h 500729"/>
              <a:gd name="connsiteX103" fmla="*/ 745845 w 2761964"/>
              <a:gd name="connsiteY103" fmla="*/ 492640 h 500729"/>
              <a:gd name="connsiteX104" fmla="*/ 764895 w 2761964"/>
              <a:gd name="connsiteY104" fmla="*/ 472257 h 500729"/>
              <a:gd name="connsiteX105" fmla="*/ 834523 w 2761964"/>
              <a:gd name="connsiteY105" fmla="*/ 498641 h 500729"/>
              <a:gd name="connsiteX106" fmla="*/ 870718 w 2761964"/>
              <a:gd name="connsiteY106" fmla="*/ 215653 h 500729"/>
              <a:gd name="connsiteX107" fmla="*/ 923677 w 2761964"/>
              <a:gd name="connsiteY107" fmla="*/ 322905 h 500729"/>
              <a:gd name="connsiteX108" fmla="*/ 826236 w 2761964"/>
              <a:gd name="connsiteY108" fmla="*/ 437205 h 500729"/>
              <a:gd name="connsiteX109" fmla="*/ 785469 w 2761964"/>
              <a:gd name="connsiteY109" fmla="*/ 384531 h 500729"/>
              <a:gd name="connsiteX110" fmla="*/ 801757 w 2761964"/>
              <a:gd name="connsiteY110" fmla="*/ 282900 h 500729"/>
              <a:gd name="connsiteX111" fmla="*/ 870147 w 2761964"/>
              <a:gd name="connsiteY111" fmla="*/ 215748 h 500729"/>
              <a:gd name="connsiteX112" fmla="*/ 1051026 w 2761964"/>
              <a:gd name="connsiteY112" fmla="*/ 352813 h 500729"/>
              <a:gd name="connsiteX113" fmla="*/ 1255528 w 2761964"/>
              <a:gd name="connsiteY113" fmla="*/ 149740 h 500729"/>
              <a:gd name="connsiteX114" fmla="*/ 1374972 w 2761964"/>
              <a:gd name="connsiteY114" fmla="*/ 307855 h 500729"/>
              <a:gd name="connsiteX115" fmla="*/ 1174947 w 2761964"/>
              <a:gd name="connsiteY115" fmla="*/ 500546 h 500729"/>
              <a:gd name="connsiteX116" fmla="*/ 1051026 w 2761964"/>
              <a:gd name="connsiteY116" fmla="*/ 352813 h 500729"/>
              <a:gd name="connsiteX117" fmla="*/ 1283913 w 2761964"/>
              <a:gd name="connsiteY117" fmla="*/ 313951 h 500729"/>
              <a:gd name="connsiteX118" fmla="*/ 1237431 w 2761964"/>
              <a:gd name="connsiteY118" fmla="*/ 211938 h 500729"/>
              <a:gd name="connsiteX119" fmla="*/ 1143038 w 2761964"/>
              <a:gd name="connsiteY119" fmla="*/ 334525 h 500729"/>
              <a:gd name="connsiteX120" fmla="*/ 1190663 w 2761964"/>
              <a:gd name="connsiteY120" fmla="*/ 439300 h 500729"/>
              <a:gd name="connsiteX121" fmla="*/ 1284008 w 2761964"/>
              <a:gd name="connsiteY121" fmla="*/ 313951 h 50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761964" h="500729">
                <a:moveTo>
                  <a:pt x="1634337" y="322905"/>
                </a:moveTo>
                <a:cubicBezTo>
                  <a:pt x="1622622" y="397866"/>
                  <a:pt x="1583950" y="437205"/>
                  <a:pt x="1537468" y="437205"/>
                </a:cubicBezTo>
                <a:cubicBezTo>
                  <a:pt x="1508036" y="437205"/>
                  <a:pt x="1491082" y="416535"/>
                  <a:pt x="1496034" y="384531"/>
                </a:cubicBezTo>
                <a:lnTo>
                  <a:pt x="1512417" y="282900"/>
                </a:lnTo>
                <a:cubicBezTo>
                  <a:pt x="1518704" y="245276"/>
                  <a:pt x="1540992" y="215748"/>
                  <a:pt x="1581378" y="215748"/>
                </a:cubicBezTo>
                <a:cubicBezTo>
                  <a:pt x="1625955" y="215653"/>
                  <a:pt x="1646339" y="245943"/>
                  <a:pt x="1634337" y="322905"/>
                </a:cubicBezTo>
                <a:close/>
                <a:moveTo>
                  <a:pt x="1475365" y="472257"/>
                </a:moveTo>
                <a:cubicBezTo>
                  <a:pt x="1481652" y="472257"/>
                  <a:pt x="1496701" y="498641"/>
                  <a:pt x="1545660" y="498641"/>
                </a:cubicBezTo>
                <a:cubicBezTo>
                  <a:pt x="1649768" y="498641"/>
                  <a:pt x="1709394" y="423298"/>
                  <a:pt x="1725682" y="326048"/>
                </a:cubicBezTo>
                <a:cubicBezTo>
                  <a:pt x="1746447" y="206319"/>
                  <a:pt x="1688058" y="151645"/>
                  <a:pt x="1614716" y="151645"/>
                </a:cubicBezTo>
                <a:cubicBezTo>
                  <a:pt x="1580140" y="151645"/>
                  <a:pt x="1554327" y="154788"/>
                  <a:pt x="1535468" y="164885"/>
                </a:cubicBezTo>
                <a:lnTo>
                  <a:pt x="1564043" y="-183"/>
                </a:lnTo>
                <a:lnTo>
                  <a:pt x="1477556" y="-183"/>
                </a:lnTo>
                <a:lnTo>
                  <a:pt x="1391831" y="492640"/>
                </a:lnTo>
                <a:lnTo>
                  <a:pt x="1457077" y="492640"/>
                </a:lnTo>
                <a:cubicBezTo>
                  <a:pt x="1457077" y="492640"/>
                  <a:pt x="1466602" y="472257"/>
                  <a:pt x="1476127" y="472257"/>
                </a:cubicBezTo>
                <a:close/>
                <a:moveTo>
                  <a:pt x="2395957" y="261945"/>
                </a:moveTo>
                <a:cubicBezTo>
                  <a:pt x="2409196" y="187364"/>
                  <a:pt x="2381574" y="150978"/>
                  <a:pt x="2300707" y="150978"/>
                </a:cubicBezTo>
                <a:cubicBezTo>
                  <a:pt x="2240509" y="150978"/>
                  <a:pt x="2216791" y="177458"/>
                  <a:pt x="2194217" y="200127"/>
                </a:cubicBezTo>
                <a:lnTo>
                  <a:pt x="2196408" y="158503"/>
                </a:lnTo>
                <a:lnTo>
                  <a:pt x="2116302" y="158503"/>
                </a:lnTo>
                <a:lnTo>
                  <a:pt x="2110111" y="220130"/>
                </a:lnTo>
                <a:lnTo>
                  <a:pt x="2063629" y="492069"/>
                </a:lnTo>
                <a:lnTo>
                  <a:pt x="2151450" y="492069"/>
                </a:lnTo>
                <a:lnTo>
                  <a:pt x="2180025" y="315475"/>
                </a:lnTo>
                <a:cubicBezTo>
                  <a:pt x="2189550" y="254610"/>
                  <a:pt x="2232126" y="208128"/>
                  <a:pt x="2271560" y="208128"/>
                </a:cubicBezTo>
                <a:cubicBezTo>
                  <a:pt x="2315566" y="208128"/>
                  <a:pt x="2314994" y="233274"/>
                  <a:pt x="2308136" y="271565"/>
                </a:cubicBezTo>
                <a:lnTo>
                  <a:pt x="2270036" y="492069"/>
                </a:lnTo>
                <a:lnTo>
                  <a:pt x="2357094" y="492069"/>
                </a:lnTo>
                <a:close/>
                <a:moveTo>
                  <a:pt x="2761812" y="151550"/>
                </a:moveTo>
                <a:lnTo>
                  <a:pt x="2659513" y="151550"/>
                </a:lnTo>
                <a:lnTo>
                  <a:pt x="2541975" y="276232"/>
                </a:lnTo>
                <a:lnTo>
                  <a:pt x="2540260" y="276232"/>
                </a:lnTo>
                <a:lnTo>
                  <a:pt x="2587409" y="7"/>
                </a:lnTo>
                <a:lnTo>
                  <a:pt x="2501684" y="7"/>
                </a:lnTo>
                <a:lnTo>
                  <a:pt x="2415959" y="492545"/>
                </a:lnTo>
                <a:lnTo>
                  <a:pt x="2502541" y="492545"/>
                </a:lnTo>
                <a:lnTo>
                  <a:pt x="2511304" y="443301"/>
                </a:lnTo>
                <a:lnTo>
                  <a:pt x="2528830" y="335382"/>
                </a:lnTo>
                <a:cubicBezTo>
                  <a:pt x="2574645" y="335382"/>
                  <a:pt x="2600363" y="340431"/>
                  <a:pt x="2620461" y="431394"/>
                </a:cubicBezTo>
                <a:lnTo>
                  <a:pt x="2634272" y="492545"/>
                </a:lnTo>
                <a:lnTo>
                  <a:pt x="2722759" y="492545"/>
                </a:lnTo>
                <a:cubicBezTo>
                  <a:pt x="2722759" y="492545"/>
                  <a:pt x="2700757" y="399390"/>
                  <a:pt x="2686278" y="363005"/>
                </a:cubicBezTo>
                <a:cubicBezTo>
                  <a:pt x="2671229" y="324905"/>
                  <a:pt x="2654751" y="299473"/>
                  <a:pt x="2619603" y="292520"/>
                </a:cubicBezTo>
                <a:close/>
                <a:moveTo>
                  <a:pt x="247212" y="272517"/>
                </a:moveTo>
                <a:cubicBezTo>
                  <a:pt x="297437" y="261230"/>
                  <a:pt x="337566" y="223549"/>
                  <a:pt x="351987" y="174124"/>
                </a:cubicBezTo>
                <a:cubicBezTo>
                  <a:pt x="374561" y="82494"/>
                  <a:pt x="333794" y="11056"/>
                  <a:pt x="217113" y="12199"/>
                </a:cubicBezTo>
                <a:lnTo>
                  <a:pt x="83763" y="12199"/>
                </a:lnTo>
                <a:lnTo>
                  <a:pt x="-153" y="492545"/>
                </a:lnTo>
                <a:lnTo>
                  <a:pt x="87001" y="492545"/>
                </a:lnTo>
                <a:lnTo>
                  <a:pt x="121767" y="300045"/>
                </a:lnTo>
                <a:cubicBezTo>
                  <a:pt x="202158" y="297854"/>
                  <a:pt x="211969" y="317380"/>
                  <a:pt x="227114" y="411011"/>
                </a:cubicBezTo>
                <a:lnTo>
                  <a:pt x="240925" y="492926"/>
                </a:lnTo>
                <a:lnTo>
                  <a:pt x="331317" y="492926"/>
                </a:lnTo>
                <a:cubicBezTo>
                  <a:pt x="320745" y="443396"/>
                  <a:pt x="313791" y="396628"/>
                  <a:pt x="305028" y="359004"/>
                </a:cubicBezTo>
                <a:cubicBezTo>
                  <a:pt x="295503" y="319476"/>
                  <a:pt x="280930" y="288519"/>
                  <a:pt x="243306" y="273851"/>
                </a:cubicBezTo>
                <a:close/>
                <a:moveTo>
                  <a:pt x="264833" y="158217"/>
                </a:moveTo>
                <a:cubicBezTo>
                  <a:pt x="257308" y="200889"/>
                  <a:pt x="224256" y="230798"/>
                  <a:pt x="183394" y="230798"/>
                </a:cubicBezTo>
                <a:lnTo>
                  <a:pt x="131959" y="230798"/>
                </a:lnTo>
                <a:lnTo>
                  <a:pt x="158629" y="79160"/>
                </a:lnTo>
                <a:lnTo>
                  <a:pt x="205397" y="79160"/>
                </a:lnTo>
                <a:cubicBezTo>
                  <a:pt x="261404" y="78874"/>
                  <a:pt x="272167" y="115450"/>
                  <a:pt x="265309" y="158122"/>
                </a:cubicBezTo>
                <a:close/>
                <a:moveTo>
                  <a:pt x="659073" y="248991"/>
                </a:moveTo>
                <a:cubicBezTo>
                  <a:pt x="671550" y="176220"/>
                  <a:pt x="632688" y="151169"/>
                  <a:pt x="554298" y="151169"/>
                </a:cubicBezTo>
                <a:cubicBezTo>
                  <a:pt x="456476" y="151169"/>
                  <a:pt x="413804" y="197556"/>
                  <a:pt x="413804" y="197556"/>
                </a:cubicBezTo>
                <a:lnTo>
                  <a:pt x="443903" y="248419"/>
                </a:lnTo>
                <a:cubicBezTo>
                  <a:pt x="469020" y="223511"/>
                  <a:pt x="503329" y="210100"/>
                  <a:pt x="538677" y="211367"/>
                </a:cubicBezTo>
                <a:cubicBezTo>
                  <a:pt x="573919" y="211367"/>
                  <a:pt x="574681" y="229274"/>
                  <a:pt x="571252" y="248419"/>
                </a:cubicBezTo>
                <a:lnTo>
                  <a:pt x="564394" y="291663"/>
                </a:lnTo>
                <a:cubicBezTo>
                  <a:pt x="438283" y="288519"/>
                  <a:pt x="373894" y="315475"/>
                  <a:pt x="359226" y="398343"/>
                </a:cubicBezTo>
                <a:cubicBezTo>
                  <a:pt x="347319" y="466065"/>
                  <a:pt x="398088" y="498736"/>
                  <a:pt x="455142" y="498736"/>
                </a:cubicBezTo>
                <a:cubicBezTo>
                  <a:pt x="485441" y="500622"/>
                  <a:pt x="515169" y="489944"/>
                  <a:pt x="537343" y="469209"/>
                </a:cubicBezTo>
                <a:cubicBezTo>
                  <a:pt x="540553" y="482563"/>
                  <a:pt x="551021" y="492954"/>
                  <a:pt x="564394" y="496069"/>
                </a:cubicBezTo>
                <a:cubicBezTo>
                  <a:pt x="582587" y="499784"/>
                  <a:pt x="613924" y="496069"/>
                  <a:pt x="623354" y="488640"/>
                </a:cubicBezTo>
                <a:cubicBezTo>
                  <a:pt x="622687" y="479115"/>
                  <a:pt x="623354" y="452921"/>
                  <a:pt x="634022" y="392723"/>
                </a:cubicBezTo>
                <a:close/>
                <a:moveTo>
                  <a:pt x="555726" y="337383"/>
                </a:moveTo>
                <a:cubicBezTo>
                  <a:pt x="541725" y="436538"/>
                  <a:pt x="528485" y="446444"/>
                  <a:pt x="480765" y="446444"/>
                </a:cubicBezTo>
                <a:cubicBezTo>
                  <a:pt x="448189" y="446444"/>
                  <a:pt x="435997" y="424060"/>
                  <a:pt x="441617" y="394723"/>
                </a:cubicBezTo>
                <a:cubicBezTo>
                  <a:pt x="449427" y="354813"/>
                  <a:pt x="479526" y="337383"/>
                  <a:pt x="555726" y="337383"/>
                </a:cubicBezTo>
                <a:close/>
                <a:moveTo>
                  <a:pt x="2042769" y="248895"/>
                </a:moveTo>
                <a:cubicBezTo>
                  <a:pt x="2055247" y="176124"/>
                  <a:pt x="2016385" y="151074"/>
                  <a:pt x="1937994" y="151074"/>
                </a:cubicBezTo>
                <a:cubicBezTo>
                  <a:pt x="1840173" y="151074"/>
                  <a:pt x="1797501" y="197460"/>
                  <a:pt x="1797501" y="197460"/>
                </a:cubicBezTo>
                <a:lnTo>
                  <a:pt x="1827600" y="248324"/>
                </a:lnTo>
                <a:cubicBezTo>
                  <a:pt x="1852717" y="223416"/>
                  <a:pt x="1887026" y="210005"/>
                  <a:pt x="1922374" y="211271"/>
                </a:cubicBezTo>
                <a:cubicBezTo>
                  <a:pt x="1957616" y="211271"/>
                  <a:pt x="1958378" y="229179"/>
                  <a:pt x="1954949" y="248324"/>
                </a:cubicBezTo>
                <a:lnTo>
                  <a:pt x="1948091" y="291567"/>
                </a:lnTo>
                <a:cubicBezTo>
                  <a:pt x="1821980" y="288424"/>
                  <a:pt x="1757591" y="315380"/>
                  <a:pt x="1742923" y="398247"/>
                </a:cubicBezTo>
                <a:cubicBezTo>
                  <a:pt x="1731016" y="465970"/>
                  <a:pt x="1781784" y="498641"/>
                  <a:pt x="1838839" y="498641"/>
                </a:cubicBezTo>
                <a:cubicBezTo>
                  <a:pt x="1869138" y="500527"/>
                  <a:pt x="1898866" y="489849"/>
                  <a:pt x="1921040" y="469113"/>
                </a:cubicBezTo>
                <a:cubicBezTo>
                  <a:pt x="1924250" y="482467"/>
                  <a:pt x="1934718" y="492859"/>
                  <a:pt x="1948091" y="495974"/>
                </a:cubicBezTo>
                <a:cubicBezTo>
                  <a:pt x="1966284" y="499689"/>
                  <a:pt x="1997621" y="495974"/>
                  <a:pt x="2007051" y="488544"/>
                </a:cubicBezTo>
                <a:cubicBezTo>
                  <a:pt x="2006384" y="479019"/>
                  <a:pt x="2007051" y="452826"/>
                  <a:pt x="2017719" y="392628"/>
                </a:cubicBezTo>
                <a:close/>
                <a:moveTo>
                  <a:pt x="1939233" y="337383"/>
                </a:moveTo>
                <a:cubicBezTo>
                  <a:pt x="1925231" y="436538"/>
                  <a:pt x="1911991" y="446444"/>
                  <a:pt x="1864271" y="446444"/>
                </a:cubicBezTo>
                <a:cubicBezTo>
                  <a:pt x="1831695" y="446444"/>
                  <a:pt x="1819503" y="424060"/>
                  <a:pt x="1825123" y="394723"/>
                </a:cubicBezTo>
                <a:cubicBezTo>
                  <a:pt x="1832934" y="354813"/>
                  <a:pt x="1863128" y="337383"/>
                  <a:pt x="1939518" y="337383"/>
                </a:cubicBezTo>
                <a:close/>
                <a:moveTo>
                  <a:pt x="834333" y="498641"/>
                </a:moveTo>
                <a:cubicBezTo>
                  <a:pt x="938536" y="498641"/>
                  <a:pt x="998163" y="423298"/>
                  <a:pt x="1014450" y="326048"/>
                </a:cubicBezTo>
                <a:cubicBezTo>
                  <a:pt x="1035119" y="206319"/>
                  <a:pt x="976350" y="151645"/>
                  <a:pt x="903389" y="151645"/>
                </a:cubicBezTo>
                <a:cubicBezTo>
                  <a:pt x="868908" y="151645"/>
                  <a:pt x="843953" y="154788"/>
                  <a:pt x="824522" y="164885"/>
                </a:cubicBezTo>
                <a:lnTo>
                  <a:pt x="853097" y="-183"/>
                </a:lnTo>
                <a:lnTo>
                  <a:pt x="766324" y="-183"/>
                </a:lnTo>
                <a:lnTo>
                  <a:pt x="680599" y="492640"/>
                </a:lnTo>
                <a:lnTo>
                  <a:pt x="745845" y="492640"/>
                </a:lnTo>
                <a:cubicBezTo>
                  <a:pt x="745845" y="492640"/>
                  <a:pt x="755370" y="472257"/>
                  <a:pt x="764895" y="472257"/>
                </a:cubicBezTo>
                <a:cubicBezTo>
                  <a:pt x="770515" y="472257"/>
                  <a:pt x="785660" y="498641"/>
                  <a:pt x="834523" y="498641"/>
                </a:cubicBezTo>
                <a:close/>
                <a:moveTo>
                  <a:pt x="870718" y="215653"/>
                </a:moveTo>
                <a:cubicBezTo>
                  <a:pt x="915295" y="215653"/>
                  <a:pt x="934250" y="245752"/>
                  <a:pt x="923677" y="322905"/>
                </a:cubicBezTo>
                <a:cubicBezTo>
                  <a:pt x="912914" y="401772"/>
                  <a:pt x="873290" y="437205"/>
                  <a:pt x="826236" y="437205"/>
                </a:cubicBezTo>
                <a:cubicBezTo>
                  <a:pt x="796709" y="437205"/>
                  <a:pt x="779754" y="416535"/>
                  <a:pt x="785469" y="384531"/>
                </a:cubicBezTo>
                <a:lnTo>
                  <a:pt x="801757" y="282900"/>
                </a:lnTo>
                <a:cubicBezTo>
                  <a:pt x="808044" y="245276"/>
                  <a:pt x="830332" y="215748"/>
                  <a:pt x="870147" y="215748"/>
                </a:cubicBezTo>
                <a:close/>
                <a:moveTo>
                  <a:pt x="1051026" y="352813"/>
                </a:moveTo>
                <a:cubicBezTo>
                  <a:pt x="1064457" y="227369"/>
                  <a:pt x="1121035" y="149740"/>
                  <a:pt x="1255528" y="149740"/>
                </a:cubicBezTo>
                <a:cubicBezTo>
                  <a:pt x="1355350" y="149740"/>
                  <a:pt x="1388307" y="225940"/>
                  <a:pt x="1374972" y="307855"/>
                </a:cubicBezTo>
                <a:cubicBezTo>
                  <a:pt x="1353445" y="438824"/>
                  <a:pt x="1302486" y="500546"/>
                  <a:pt x="1174947" y="500546"/>
                </a:cubicBezTo>
                <a:cubicBezTo>
                  <a:pt x="1091698" y="500546"/>
                  <a:pt x="1042644" y="433395"/>
                  <a:pt x="1051026" y="352813"/>
                </a:cubicBezTo>
                <a:close/>
                <a:moveTo>
                  <a:pt x="1283913" y="313951"/>
                </a:moveTo>
                <a:cubicBezTo>
                  <a:pt x="1290294" y="279280"/>
                  <a:pt x="1297152" y="211938"/>
                  <a:pt x="1237431" y="211938"/>
                </a:cubicBezTo>
                <a:cubicBezTo>
                  <a:pt x="1197330" y="211938"/>
                  <a:pt x="1159802" y="239085"/>
                  <a:pt x="1143038" y="334525"/>
                </a:cubicBezTo>
                <a:cubicBezTo>
                  <a:pt x="1132751" y="392723"/>
                  <a:pt x="1143990" y="439300"/>
                  <a:pt x="1190663" y="439300"/>
                </a:cubicBezTo>
                <a:cubicBezTo>
                  <a:pt x="1224572" y="439491"/>
                  <a:pt x="1266006" y="411392"/>
                  <a:pt x="1284008" y="313951"/>
                </a:cubicBezTo>
                <a:close/>
              </a:path>
            </a:pathLst>
          </a:custGeom>
          <a:solidFill>
            <a:srgbClr val="000099"/>
          </a:solidFill>
          <a:ln w="9525" cap="flat">
            <a:noFill/>
            <a:prstDash val="solid"/>
            <a:miter/>
          </a:ln>
        </p:spPr>
        <p:txBody>
          <a:bodyPr rtlCol="0" anchor="ctr">
            <a:noAutofit/>
          </a:bodyPr>
          <a:lstStyle/>
          <a:p>
            <a:endParaRPr lang="en-GB" noProof="0"/>
          </a:p>
        </p:txBody>
      </p:sp>
    </p:spTree>
    <p:extLst>
      <p:ext uri="{BB962C8B-B14F-4D97-AF65-F5344CB8AC3E}">
        <p14:creationId xmlns:p14="http://schemas.microsoft.com/office/powerpoint/2010/main" val="2810512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1825625"/>
            <a:ext cx="5125133" cy="425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lstStyle>
            <a:lvl1pPr>
              <a:defRPr lang="en-GB" sz="2400" dirty="0">
                <a:solidFill>
                  <a:srgbClr val="000060"/>
                </a:solidFill>
              </a:defRPr>
            </a:lvl1pPr>
          </a:lstStyle>
          <a:p>
            <a:pPr marL="0" lvl="0" indent="0">
              <a:buNone/>
            </a:pPr>
            <a:endParaRPr lang="en-US" noProof="0"/>
          </a:p>
        </p:txBody>
      </p:sp>
      <p:sp>
        <p:nvSpPr>
          <p:cNvPr id="10" name="Content Placeholder 2">
            <a:extLst>
              <a:ext uri="{FF2B5EF4-FFF2-40B4-BE49-F238E27FC236}">
                <a16:creationId xmlns:a16="http://schemas.microsoft.com/office/drawing/2014/main" id="{096D86E7-811D-41F1-9731-6D9A7A06012F}"/>
              </a:ext>
            </a:extLst>
          </p:cNvPr>
          <p:cNvSpPr>
            <a:spLocks noGrp="1"/>
          </p:cNvSpPr>
          <p:nvPr>
            <p:ph idx="14"/>
          </p:nvPr>
        </p:nvSpPr>
        <p:spPr>
          <a:xfrm>
            <a:off x="6457950" y="1825625"/>
            <a:ext cx="5097442" cy="425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02903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Columns with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lstStyle/>
          <a:p>
            <a:r>
              <a:rPr lang="en-US" dirty="0"/>
              <a:t>Click to edit Master title style</a:t>
            </a:r>
            <a:endParaRPr lang="en-GB" dirty="0"/>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lstStyle>
            <a:lvl1pPr>
              <a:defRPr lang="en-GB" sz="2400" dirty="0">
                <a:solidFill>
                  <a:srgbClr val="000060"/>
                </a:solidFill>
              </a:defRPr>
            </a:lvl1pPr>
          </a:lstStyle>
          <a:p>
            <a:pPr marL="0" lvl="0" indent="0">
              <a:buNone/>
            </a:pPr>
            <a:endParaRPr lang="en-US" noProof="0" dirty="0"/>
          </a:p>
        </p:txBody>
      </p:sp>
      <p:sp>
        <p:nvSpPr>
          <p:cNvPr id="8" name="Content Placeholder 2">
            <a:extLst>
              <a:ext uri="{FF2B5EF4-FFF2-40B4-BE49-F238E27FC236}">
                <a16:creationId xmlns:a16="http://schemas.microsoft.com/office/drawing/2014/main" id="{08939D58-C1C0-4B9D-A773-F0B720E58C4D}"/>
              </a:ext>
            </a:extLst>
          </p:cNvPr>
          <p:cNvSpPr>
            <a:spLocks noGrp="1"/>
          </p:cNvSpPr>
          <p:nvPr>
            <p:ph idx="15"/>
          </p:nvPr>
        </p:nvSpPr>
        <p:spPr>
          <a:xfrm>
            <a:off x="6457268" y="1825624"/>
            <a:ext cx="5098123" cy="375320"/>
          </a:xfrm>
        </p:spPr>
        <p:txBody>
          <a:bodyPr/>
          <a:lstStyle>
            <a:lvl1pPr>
              <a:defRPr sz="1800">
                <a:solidFill>
                  <a:schemeClr val="accent1"/>
                </a:solidFill>
                <a:latin typeface="+mj-lt"/>
              </a:defRPr>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94A1DAE0-8692-45F3-9DEA-569FA656A87F}"/>
              </a:ext>
            </a:extLst>
          </p:cNvPr>
          <p:cNvSpPr>
            <a:spLocks noGrp="1"/>
          </p:cNvSpPr>
          <p:nvPr>
            <p:ph idx="16"/>
          </p:nvPr>
        </p:nvSpPr>
        <p:spPr>
          <a:xfrm>
            <a:off x="609600" y="2182368"/>
            <a:ext cx="5125133" cy="39020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Content Placeholder 2">
            <a:extLst>
              <a:ext uri="{FF2B5EF4-FFF2-40B4-BE49-F238E27FC236}">
                <a16:creationId xmlns:a16="http://schemas.microsoft.com/office/drawing/2014/main" id="{3EEABFBE-4C78-4351-96C2-D3FF80754D72}"/>
              </a:ext>
            </a:extLst>
          </p:cNvPr>
          <p:cNvSpPr>
            <a:spLocks noGrp="1"/>
          </p:cNvSpPr>
          <p:nvPr>
            <p:ph idx="17"/>
          </p:nvPr>
        </p:nvSpPr>
        <p:spPr>
          <a:xfrm>
            <a:off x="609600" y="1825624"/>
            <a:ext cx="5125133" cy="375320"/>
          </a:xfrm>
        </p:spPr>
        <p:txBody>
          <a:bodyPr/>
          <a:lstStyle>
            <a:lvl1pPr>
              <a:defRPr sz="1800">
                <a:solidFill>
                  <a:schemeClr val="accent1"/>
                </a:solidFill>
                <a:latin typeface="+mj-lt"/>
              </a:defRPr>
            </a:lvl1pPr>
          </a:lstStyle>
          <a:p>
            <a:pPr lvl="0"/>
            <a:r>
              <a:rPr lang="en-US"/>
              <a:t>Click to edit Master text styles</a:t>
            </a:r>
          </a:p>
        </p:txBody>
      </p:sp>
      <p:sp>
        <p:nvSpPr>
          <p:cNvPr id="13" name="Content Placeholder 2">
            <a:extLst>
              <a:ext uri="{FF2B5EF4-FFF2-40B4-BE49-F238E27FC236}">
                <a16:creationId xmlns:a16="http://schemas.microsoft.com/office/drawing/2014/main" id="{3E3567DA-7FDE-4F80-9417-1509A0DF8406}"/>
              </a:ext>
            </a:extLst>
          </p:cNvPr>
          <p:cNvSpPr>
            <a:spLocks noGrp="1"/>
          </p:cNvSpPr>
          <p:nvPr>
            <p:ph idx="18"/>
          </p:nvPr>
        </p:nvSpPr>
        <p:spPr>
          <a:xfrm>
            <a:off x="6455658" y="2182368"/>
            <a:ext cx="5125133" cy="39020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5103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s with Grey Backgroun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A42A63B-AA5F-4310-89F4-A68488FAEAAE}"/>
              </a:ext>
            </a:extLst>
          </p:cNvPr>
          <p:cNvSpPr/>
          <p:nvPr userDrawn="1"/>
        </p:nvSpPr>
        <p:spPr>
          <a:xfrm>
            <a:off x="6346613" y="1825625"/>
            <a:ext cx="5240317" cy="4250054"/>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2" name="Rectangle 11">
            <a:extLst>
              <a:ext uri="{FF2B5EF4-FFF2-40B4-BE49-F238E27FC236}">
                <a16:creationId xmlns:a16="http://schemas.microsoft.com/office/drawing/2014/main" id="{D9875C34-4138-44AF-BA99-33CE682EC2D0}"/>
              </a:ext>
            </a:extLst>
          </p:cNvPr>
          <p:cNvSpPr/>
          <p:nvPr userDrawn="1"/>
        </p:nvSpPr>
        <p:spPr>
          <a:xfrm>
            <a:off x="605072" y="1825625"/>
            <a:ext cx="5240317" cy="4250054"/>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987109" y="2127504"/>
            <a:ext cx="4471715" cy="3564000"/>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B597999A-2D18-4A28-9241-389A5943B0E9}"/>
              </a:ext>
            </a:extLst>
          </p:cNvPr>
          <p:cNvSpPr>
            <a:spLocks noGrp="1"/>
          </p:cNvSpPr>
          <p:nvPr>
            <p:ph idx="14"/>
          </p:nvPr>
        </p:nvSpPr>
        <p:spPr>
          <a:xfrm>
            <a:off x="6724122" y="2127504"/>
            <a:ext cx="4485296" cy="356400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78830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s with Blu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noAutofit/>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4" name="Content Placeholder 2">
            <a:extLst>
              <a:ext uri="{FF2B5EF4-FFF2-40B4-BE49-F238E27FC236}">
                <a16:creationId xmlns:a16="http://schemas.microsoft.com/office/drawing/2014/main" id="{E8756158-AD71-4657-B016-462F5BB6E563}"/>
              </a:ext>
            </a:extLst>
          </p:cNvPr>
          <p:cNvSpPr>
            <a:spLocks noGrp="1"/>
          </p:cNvSpPr>
          <p:nvPr>
            <p:ph idx="1"/>
          </p:nvPr>
        </p:nvSpPr>
        <p:spPr>
          <a:xfrm>
            <a:off x="636607" y="1825625"/>
            <a:ext cx="5240317" cy="4258800"/>
          </a:xfrm>
          <a:solidFill>
            <a:schemeClr val="tx2"/>
          </a:solidFill>
        </p:spPr>
        <p:txBody>
          <a:bodyPr lIns="360000" tIns="360000" rIns="360000" bIns="360000">
            <a:noAutofit/>
          </a:bodyPr>
          <a:lstStyle>
            <a:lvl1pP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Content Placeholder 2">
            <a:extLst>
              <a:ext uri="{FF2B5EF4-FFF2-40B4-BE49-F238E27FC236}">
                <a16:creationId xmlns:a16="http://schemas.microsoft.com/office/drawing/2014/main" id="{C2C4C67A-D1A2-432E-A3BA-95A33938C23A}"/>
              </a:ext>
            </a:extLst>
          </p:cNvPr>
          <p:cNvSpPr>
            <a:spLocks noGrp="1"/>
          </p:cNvSpPr>
          <p:nvPr>
            <p:ph idx="14"/>
          </p:nvPr>
        </p:nvSpPr>
        <p:spPr>
          <a:xfrm>
            <a:off x="6315078" y="1825625"/>
            <a:ext cx="5240317" cy="4258800"/>
          </a:xfrm>
          <a:solidFill>
            <a:schemeClr val="tx2"/>
          </a:solidFill>
        </p:spPr>
        <p:txBody>
          <a:bodyPr lIns="360000" tIns="360000" rIns="360000" bIns="360000">
            <a:noAutofit/>
          </a:bodyPr>
          <a:lstStyle>
            <a:lvl1pP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059883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1825625"/>
            <a:ext cx="3348942" cy="4258800"/>
          </a:xfrm>
        </p:spPr>
        <p:txBody>
          <a:bodyPr/>
          <a:lstStyle>
            <a:lvl4pP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lstStyle>
            <a:lvl1pPr>
              <a:defRPr lang="en-GB" sz="2400" dirty="0">
                <a:solidFill>
                  <a:srgbClr val="000060"/>
                </a:solidFill>
              </a:defRPr>
            </a:lvl1pPr>
          </a:lstStyle>
          <a:p>
            <a:pPr marL="0" lvl="0" indent="0">
              <a:buNone/>
            </a:pPr>
            <a:endParaRPr lang="en-US" noProof="0"/>
          </a:p>
        </p:txBody>
      </p:sp>
      <p:sp>
        <p:nvSpPr>
          <p:cNvPr id="8" name="Content Placeholder 2">
            <a:extLst>
              <a:ext uri="{FF2B5EF4-FFF2-40B4-BE49-F238E27FC236}">
                <a16:creationId xmlns:a16="http://schemas.microsoft.com/office/drawing/2014/main" id="{3783E246-0A6D-435E-AB64-DE73CC473C73}"/>
              </a:ext>
            </a:extLst>
          </p:cNvPr>
          <p:cNvSpPr>
            <a:spLocks noGrp="1"/>
          </p:cNvSpPr>
          <p:nvPr>
            <p:ph idx="14"/>
          </p:nvPr>
        </p:nvSpPr>
        <p:spPr>
          <a:xfrm>
            <a:off x="4421529" y="1825625"/>
            <a:ext cx="3348942" cy="4258800"/>
          </a:xfrm>
        </p:spPr>
        <p:txBody>
          <a:bodyPr/>
          <a:lstStyle>
            <a:lvl4pP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Content Placeholder 2">
            <a:extLst>
              <a:ext uri="{FF2B5EF4-FFF2-40B4-BE49-F238E27FC236}">
                <a16:creationId xmlns:a16="http://schemas.microsoft.com/office/drawing/2014/main" id="{6C8E1D9C-8333-47AB-B804-C0ADB8A33E24}"/>
              </a:ext>
            </a:extLst>
          </p:cNvPr>
          <p:cNvSpPr>
            <a:spLocks noGrp="1"/>
          </p:cNvSpPr>
          <p:nvPr>
            <p:ph idx="15"/>
          </p:nvPr>
        </p:nvSpPr>
        <p:spPr>
          <a:xfrm>
            <a:off x="8206450" y="1825625"/>
            <a:ext cx="3348942" cy="4258800"/>
          </a:xfrm>
        </p:spPr>
        <p:txBody>
          <a:bodyPr/>
          <a:lstStyle>
            <a:lvl4pP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21242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s with heading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lstStyle>
            <a:lvl1pPr>
              <a:defRPr lang="en-GB" sz="2400" dirty="0">
                <a:solidFill>
                  <a:srgbClr val="000060"/>
                </a:solidFill>
              </a:defRPr>
            </a:lvl1pPr>
          </a:lstStyle>
          <a:p>
            <a:pPr marL="0" lvl="0" indent="0">
              <a:buNone/>
            </a:pPr>
            <a:endParaRPr lang="en-US" noProof="0"/>
          </a:p>
        </p:txBody>
      </p:sp>
      <p:sp>
        <p:nvSpPr>
          <p:cNvPr id="12" name="Content Placeholder 2">
            <a:extLst>
              <a:ext uri="{FF2B5EF4-FFF2-40B4-BE49-F238E27FC236}">
                <a16:creationId xmlns:a16="http://schemas.microsoft.com/office/drawing/2014/main" id="{B9A0A47F-AD57-4033-8D82-347C1FB4D71F}"/>
              </a:ext>
            </a:extLst>
          </p:cNvPr>
          <p:cNvSpPr>
            <a:spLocks noGrp="1"/>
          </p:cNvSpPr>
          <p:nvPr>
            <p:ph idx="17"/>
          </p:nvPr>
        </p:nvSpPr>
        <p:spPr>
          <a:xfrm>
            <a:off x="4421529" y="1825624"/>
            <a:ext cx="3348943" cy="375320"/>
          </a:xfrm>
        </p:spPr>
        <p:txBody>
          <a:bodyPr/>
          <a:lstStyle>
            <a:lvl1pPr>
              <a:defRPr sz="1800">
                <a:solidFill>
                  <a:schemeClr val="accent1"/>
                </a:solidFill>
                <a:latin typeface="+mj-lt"/>
              </a:defRPr>
            </a:lvl1pPr>
          </a:lstStyle>
          <a:p>
            <a:pPr lvl="0"/>
            <a:r>
              <a:rPr lang="en-US" dirty="0"/>
              <a:t>Click to edit Master text styles</a:t>
            </a:r>
          </a:p>
        </p:txBody>
      </p:sp>
      <p:sp>
        <p:nvSpPr>
          <p:cNvPr id="14" name="Content Placeholder 2">
            <a:extLst>
              <a:ext uri="{FF2B5EF4-FFF2-40B4-BE49-F238E27FC236}">
                <a16:creationId xmlns:a16="http://schemas.microsoft.com/office/drawing/2014/main" id="{BD8CF2BB-201D-4025-8DDF-AA1705822F3F}"/>
              </a:ext>
            </a:extLst>
          </p:cNvPr>
          <p:cNvSpPr>
            <a:spLocks noGrp="1"/>
          </p:cNvSpPr>
          <p:nvPr>
            <p:ph idx="19"/>
          </p:nvPr>
        </p:nvSpPr>
        <p:spPr>
          <a:xfrm>
            <a:off x="609599" y="1825624"/>
            <a:ext cx="3348943" cy="375320"/>
          </a:xfrm>
        </p:spPr>
        <p:txBody>
          <a:bodyPr/>
          <a:lstStyle>
            <a:lvl1pPr>
              <a:defRPr sz="1800">
                <a:solidFill>
                  <a:schemeClr val="accent1"/>
                </a:solidFill>
                <a:latin typeface="+mj-lt"/>
              </a:defRPr>
            </a:lvl1pPr>
          </a:lstStyle>
          <a:p>
            <a:pPr lvl="0"/>
            <a:r>
              <a:rPr lang="en-US"/>
              <a:t>Click to edit Master text styles</a:t>
            </a:r>
          </a:p>
        </p:txBody>
      </p:sp>
      <p:sp>
        <p:nvSpPr>
          <p:cNvPr id="15" name="Content Placeholder 2">
            <a:extLst>
              <a:ext uri="{FF2B5EF4-FFF2-40B4-BE49-F238E27FC236}">
                <a16:creationId xmlns:a16="http://schemas.microsoft.com/office/drawing/2014/main" id="{DC7F1298-04B9-4212-9456-F9BBB830EFA5}"/>
              </a:ext>
            </a:extLst>
          </p:cNvPr>
          <p:cNvSpPr>
            <a:spLocks noGrp="1"/>
          </p:cNvSpPr>
          <p:nvPr>
            <p:ph idx="20"/>
          </p:nvPr>
        </p:nvSpPr>
        <p:spPr>
          <a:xfrm>
            <a:off x="8206450" y="1825624"/>
            <a:ext cx="3345180" cy="375320"/>
          </a:xfrm>
        </p:spPr>
        <p:txBody>
          <a:bodyPr/>
          <a:lstStyle>
            <a:lvl1pPr>
              <a:defRPr sz="1800">
                <a:solidFill>
                  <a:schemeClr val="accent1"/>
                </a:solidFill>
                <a:latin typeface="+mj-lt"/>
              </a:defRPr>
            </a:lvl1pPr>
          </a:lstStyle>
          <a:p>
            <a:pPr lvl="0"/>
            <a:r>
              <a:rPr lang="en-US" dirty="0"/>
              <a:t>Click to edit Master text styles</a:t>
            </a:r>
          </a:p>
        </p:txBody>
      </p:sp>
      <p:sp>
        <p:nvSpPr>
          <p:cNvPr id="17" name="Content Placeholder 2">
            <a:extLst>
              <a:ext uri="{FF2B5EF4-FFF2-40B4-BE49-F238E27FC236}">
                <a16:creationId xmlns:a16="http://schemas.microsoft.com/office/drawing/2014/main" id="{B81F54A8-411B-454E-87AD-0DFEE36CE113}"/>
              </a:ext>
            </a:extLst>
          </p:cNvPr>
          <p:cNvSpPr>
            <a:spLocks noGrp="1"/>
          </p:cNvSpPr>
          <p:nvPr>
            <p:ph idx="16"/>
          </p:nvPr>
        </p:nvSpPr>
        <p:spPr>
          <a:xfrm>
            <a:off x="609601" y="2182367"/>
            <a:ext cx="3348941" cy="39020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Content Placeholder 2">
            <a:extLst>
              <a:ext uri="{FF2B5EF4-FFF2-40B4-BE49-F238E27FC236}">
                <a16:creationId xmlns:a16="http://schemas.microsoft.com/office/drawing/2014/main" id="{61200BA5-1CE1-435B-8EFF-1665476A973B}"/>
              </a:ext>
            </a:extLst>
          </p:cNvPr>
          <p:cNvSpPr>
            <a:spLocks noGrp="1"/>
          </p:cNvSpPr>
          <p:nvPr>
            <p:ph idx="21"/>
          </p:nvPr>
        </p:nvSpPr>
        <p:spPr>
          <a:xfrm>
            <a:off x="4425292" y="2182367"/>
            <a:ext cx="3345179" cy="3902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Content Placeholder 2">
            <a:extLst>
              <a:ext uri="{FF2B5EF4-FFF2-40B4-BE49-F238E27FC236}">
                <a16:creationId xmlns:a16="http://schemas.microsoft.com/office/drawing/2014/main" id="{3EFF0397-128F-4901-B941-AE13693CD01C}"/>
              </a:ext>
            </a:extLst>
          </p:cNvPr>
          <p:cNvSpPr>
            <a:spLocks noGrp="1"/>
          </p:cNvSpPr>
          <p:nvPr>
            <p:ph idx="22"/>
          </p:nvPr>
        </p:nvSpPr>
        <p:spPr>
          <a:xfrm>
            <a:off x="8202688" y="2182367"/>
            <a:ext cx="3348941" cy="390205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469899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with Grey Backgroun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CFA20301-7BF6-45FC-B9CD-8A1BE1F02F4F}"/>
              </a:ext>
            </a:extLst>
          </p:cNvPr>
          <p:cNvSpPr/>
          <p:nvPr userDrawn="1"/>
        </p:nvSpPr>
        <p:spPr>
          <a:xfrm>
            <a:off x="4367063" y="1825625"/>
            <a:ext cx="3348942" cy="425880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4" name="Rectangle 13">
            <a:extLst>
              <a:ext uri="{FF2B5EF4-FFF2-40B4-BE49-F238E27FC236}">
                <a16:creationId xmlns:a16="http://schemas.microsoft.com/office/drawing/2014/main" id="{C821B77C-2931-4152-AACB-E2B2E85FB18F}"/>
              </a:ext>
            </a:extLst>
          </p:cNvPr>
          <p:cNvSpPr/>
          <p:nvPr userDrawn="1"/>
        </p:nvSpPr>
        <p:spPr>
          <a:xfrm>
            <a:off x="8206450" y="1825625"/>
            <a:ext cx="3348942" cy="425880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7" name="Rectangle 6">
            <a:extLst>
              <a:ext uri="{FF2B5EF4-FFF2-40B4-BE49-F238E27FC236}">
                <a16:creationId xmlns:a16="http://schemas.microsoft.com/office/drawing/2014/main" id="{7554ABDE-2DDB-4540-9685-AC7E89D5D478}"/>
              </a:ext>
            </a:extLst>
          </p:cNvPr>
          <p:cNvSpPr/>
          <p:nvPr userDrawn="1"/>
        </p:nvSpPr>
        <p:spPr>
          <a:xfrm>
            <a:off x="609600" y="1825625"/>
            <a:ext cx="3348942" cy="4258800"/>
          </a:xfrm>
          <a:prstGeom prst="rect">
            <a:avLst/>
          </a:prstGeom>
          <a:solidFill>
            <a:srgbClr val="EF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noAutofit/>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929321" y="2133600"/>
            <a:ext cx="2718784" cy="3643644"/>
          </a:xfrm>
        </p:spPr>
        <p:txBody>
          <a:bodyPr>
            <a:noAutofit/>
          </a:bodyPr>
          <a:lstStyle>
            <a:lvl4pP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DE225212-B380-442C-9723-F285DE7F0C43}"/>
              </a:ext>
            </a:extLst>
          </p:cNvPr>
          <p:cNvSpPr>
            <a:spLocks noGrp="1"/>
          </p:cNvSpPr>
          <p:nvPr>
            <p:ph idx="16"/>
          </p:nvPr>
        </p:nvSpPr>
        <p:spPr>
          <a:xfrm>
            <a:off x="4667974" y="2133600"/>
            <a:ext cx="2718786" cy="3643644"/>
          </a:xfrm>
        </p:spPr>
        <p:txBody>
          <a:bodyPr>
            <a:noAutofit/>
          </a:bodyPr>
          <a:lstStyle>
            <a:lvl4pPr>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Content Placeholder 2">
            <a:extLst>
              <a:ext uri="{FF2B5EF4-FFF2-40B4-BE49-F238E27FC236}">
                <a16:creationId xmlns:a16="http://schemas.microsoft.com/office/drawing/2014/main" id="{32BC0A4C-EFCC-4DCE-95E4-FE5B17BA5D36}"/>
              </a:ext>
            </a:extLst>
          </p:cNvPr>
          <p:cNvSpPr>
            <a:spLocks noGrp="1"/>
          </p:cNvSpPr>
          <p:nvPr>
            <p:ph idx="17"/>
          </p:nvPr>
        </p:nvSpPr>
        <p:spPr>
          <a:xfrm>
            <a:off x="8512123" y="2133600"/>
            <a:ext cx="2723548" cy="3643644"/>
          </a:xfrm>
        </p:spPr>
        <p:txBody>
          <a:bodyPr>
            <a:noAutofit/>
          </a:bodyPr>
          <a:lstStyle>
            <a:lvl4pPr>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048229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Columns with Blue Backg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noAutofit/>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7" name="Content Placeholder 2">
            <a:extLst>
              <a:ext uri="{FF2B5EF4-FFF2-40B4-BE49-F238E27FC236}">
                <a16:creationId xmlns:a16="http://schemas.microsoft.com/office/drawing/2014/main" id="{099C9476-3691-4CC7-AFA3-88F40B48B82A}"/>
              </a:ext>
            </a:extLst>
          </p:cNvPr>
          <p:cNvSpPr>
            <a:spLocks noGrp="1"/>
          </p:cNvSpPr>
          <p:nvPr>
            <p:ph idx="16"/>
          </p:nvPr>
        </p:nvSpPr>
        <p:spPr>
          <a:xfrm>
            <a:off x="636607" y="1825625"/>
            <a:ext cx="3348943" cy="4250054"/>
          </a:xfrm>
          <a:solidFill>
            <a:schemeClr val="tx2"/>
          </a:solidFill>
        </p:spPr>
        <p:txBody>
          <a:bodyPr lIns="360000" tIns="360000" rIns="360000" bIns="360000">
            <a:noAutofit/>
          </a:bodyPr>
          <a:lstStyle>
            <a:lvl1pP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8" name="Content Placeholder 2">
            <a:extLst>
              <a:ext uri="{FF2B5EF4-FFF2-40B4-BE49-F238E27FC236}">
                <a16:creationId xmlns:a16="http://schemas.microsoft.com/office/drawing/2014/main" id="{15969B9E-9D7C-4D77-B471-CFA2D5594B94}"/>
              </a:ext>
            </a:extLst>
          </p:cNvPr>
          <p:cNvSpPr>
            <a:spLocks noGrp="1"/>
          </p:cNvSpPr>
          <p:nvPr>
            <p:ph idx="17"/>
          </p:nvPr>
        </p:nvSpPr>
        <p:spPr>
          <a:xfrm>
            <a:off x="4421528" y="1825625"/>
            <a:ext cx="3348943" cy="4250054"/>
          </a:xfrm>
          <a:solidFill>
            <a:schemeClr val="tx2"/>
          </a:solidFill>
        </p:spPr>
        <p:txBody>
          <a:bodyPr lIns="360000" tIns="360000" rIns="360000" bIns="360000">
            <a:noAutofit/>
          </a:bodyPr>
          <a:lstStyle>
            <a:lvl1pP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9" name="Content Placeholder 2">
            <a:extLst>
              <a:ext uri="{FF2B5EF4-FFF2-40B4-BE49-F238E27FC236}">
                <a16:creationId xmlns:a16="http://schemas.microsoft.com/office/drawing/2014/main" id="{703F6A5C-0D68-49D8-81DF-34D57D7C64E5}"/>
              </a:ext>
            </a:extLst>
          </p:cNvPr>
          <p:cNvSpPr>
            <a:spLocks noGrp="1"/>
          </p:cNvSpPr>
          <p:nvPr>
            <p:ph idx="18"/>
          </p:nvPr>
        </p:nvSpPr>
        <p:spPr>
          <a:xfrm>
            <a:off x="8206449" y="1825625"/>
            <a:ext cx="3348943" cy="4250054"/>
          </a:xfrm>
          <a:solidFill>
            <a:schemeClr val="tx2"/>
          </a:solidFill>
        </p:spPr>
        <p:txBody>
          <a:bodyPr lIns="360000" tIns="360000" rIns="360000" bIns="360000">
            <a:noAutofit/>
          </a:bodyPr>
          <a:lstStyle>
            <a:lvl1pP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208336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parating Slide">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20640637-DF11-4206-9480-6EC6634A1FEB}"/>
              </a:ext>
            </a:extLst>
          </p:cNvPr>
          <p:cNvSpPr>
            <a:spLocks noGrp="1"/>
          </p:cNvSpPr>
          <p:nvPr>
            <p:ph type="pic" sz="quarter" idx="14" hasCustomPrompt="1"/>
          </p:nvPr>
        </p:nvSpPr>
        <p:spPr>
          <a:xfrm>
            <a:off x="0" y="0"/>
            <a:ext cx="12192000" cy="6857999"/>
          </a:xfrm>
          <a:prstGeom prst="rect">
            <a:avLst/>
          </a:prstGeom>
          <a:solidFill>
            <a:schemeClr val="tx2"/>
          </a:solidFill>
        </p:spPr>
        <p:txBody>
          <a:bodyPr wrap="square" bIns="720000" anchor="b">
            <a:noAutofit/>
          </a:bodyPr>
          <a:lstStyle>
            <a:lvl1pPr algn="ctr">
              <a:defRPr>
                <a:solidFill>
                  <a:schemeClr val="bg1"/>
                </a:solidFill>
              </a:defRPr>
            </a:lvl1pPr>
          </a:lstStyle>
          <a:p>
            <a:r>
              <a:rPr lang="en-US" noProof="0"/>
              <a:t>Click here and select an image from the Images Library in Templafy.</a:t>
            </a:r>
            <a:br>
              <a:rPr lang="en-US" noProof="0"/>
            </a:br>
            <a:r>
              <a:rPr lang="en-US" noProof="0"/>
              <a:t>Next, select a line from the Slide Elements Library.</a:t>
            </a:r>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lstStyle>
            <a:lvl1pPr>
              <a:defRPr>
                <a:solidFill>
                  <a:schemeClr val="bg1"/>
                </a:solidFill>
              </a:defRPr>
            </a:lvl1pPr>
          </a:lstStyle>
          <a:p>
            <a:fld id="{555B1587-59F1-4FB5-A363-0505DAC627C3}" type="slidenum">
              <a:rPr lang="en-US" smtClean="0"/>
              <a:pPr/>
              <a:t>‹#›</a:t>
            </a:fld>
            <a:endParaRPr lang="en-US"/>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10945792" cy="462728"/>
          </a:xfrm>
        </p:spPr>
        <p:txBody>
          <a:bodyPr lIns="0" tIns="0" rIns="0" bIns="0"/>
          <a:lstStyle>
            <a:lvl1pPr>
              <a:defRPr lang="en-GB" sz="2400" dirty="0">
                <a:solidFill>
                  <a:schemeClr val="bg1"/>
                </a:solidFill>
              </a:defRPr>
            </a:lvl1pPr>
          </a:lstStyle>
          <a:p>
            <a:pPr marL="0" lvl="0" indent="0">
              <a:buNone/>
            </a:pPr>
            <a:endParaRPr lang="en-US" noProof="0"/>
          </a:p>
        </p:txBody>
      </p:sp>
      <p:sp>
        <p:nvSpPr>
          <p:cNvPr id="13" name="Text Placeholder 21">
            <a:extLst>
              <a:ext uri="{FF2B5EF4-FFF2-40B4-BE49-F238E27FC236}">
                <a16:creationId xmlns:a16="http://schemas.microsoft.com/office/drawing/2014/main" id="{93B95CED-B9A6-43D3-B7B0-138C0E34B43E}"/>
              </a:ext>
            </a:extLst>
          </p:cNvPr>
          <p:cNvSpPr>
            <a:spLocks noGrp="1" noChangeAspect="1"/>
          </p:cNvSpPr>
          <p:nvPr>
            <p:ph type="body" sz="quarter" idx="18" hasCustomPrompt="1"/>
          </p:nvPr>
        </p:nvSpPr>
        <p:spPr>
          <a:xfrm>
            <a:off x="10664855" y="6392069"/>
            <a:ext cx="890406" cy="162000"/>
          </a:xfrm>
          <a:blipFill>
            <a:blip r:embed="rId2"/>
            <a:stretch>
              <a:fillRect/>
            </a:stretch>
          </a:blipFill>
        </p:spPr>
        <p:txBody>
          <a:bodyPr/>
          <a:lstStyle>
            <a:lvl1pPr>
              <a:defRPr/>
            </a:lvl1pPr>
            <a:lvl5pPr>
              <a:defRPr/>
            </a:lvl5pPr>
          </a:lstStyle>
          <a:p>
            <a:pPr lvl="0"/>
            <a:r>
              <a:rPr lang="en-US" dirty="0"/>
              <a:t>  </a:t>
            </a:r>
            <a:endParaRPr lang="de-DE" dirty="0"/>
          </a:p>
        </p:txBody>
      </p:sp>
      <p:sp>
        <p:nvSpPr>
          <p:cNvPr id="14" name="Text Placeholder 21">
            <a:extLst>
              <a:ext uri="{FF2B5EF4-FFF2-40B4-BE49-F238E27FC236}">
                <a16:creationId xmlns:a16="http://schemas.microsoft.com/office/drawing/2014/main" id="{31CC5EE8-76F7-4A50-B2BA-45FEA3842ECE}"/>
              </a:ext>
            </a:extLst>
          </p:cNvPr>
          <p:cNvSpPr>
            <a:spLocks noGrp="1" noChangeAspect="1"/>
          </p:cNvSpPr>
          <p:nvPr>
            <p:ph type="body" sz="quarter" idx="17" hasCustomPrompt="1"/>
          </p:nvPr>
        </p:nvSpPr>
        <p:spPr>
          <a:xfrm>
            <a:off x="10664855" y="6392069"/>
            <a:ext cx="890406" cy="162000"/>
          </a:xfrm>
          <a:blipFill>
            <a:blip r:embed="rId3"/>
            <a:stretch>
              <a:fillRect/>
            </a:stretch>
          </a:blipFill>
        </p:spPr>
        <p:txBody>
          <a:bodyPr/>
          <a:lstStyle>
            <a:lvl1pPr>
              <a:defRPr/>
            </a:lvl1pPr>
            <a:lvl5pPr>
              <a:defRPr/>
            </a:lvl5pPr>
          </a:lstStyle>
          <a:p>
            <a:pPr lvl="0"/>
            <a:r>
              <a:rPr lang="en-US" dirty="0"/>
              <a:t>  </a:t>
            </a:r>
            <a:endParaRPr lang="de-DE" dirty="0"/>
          </a:p>
        </p:txBody>
      </p:sp>
    </p:spTree>
    <p:extLst>
      <p:ext uri="{BB962C8B-B14F-4D97-AF65-F5344CB8AC3E}">
        <p14:creationId xmlns:p14="http://schemas.microsoft.com/office/powerpoint/2010/main" val="556887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parating Slide with Picture">
    <p:bg>
      <p:bgPr>
        <a:solidFill>
          <a:schemeClr val="accent1"/>
        </a:solidFill>
        <a:effectLst/>
      </p:bgPr>
    </p:bg>
    <p:spTree>
      <p:nvGrpSpPr>
        <p:cNvPr id="1" name=""/>
        <p:cNvGrpSpPr/>
        <p:nvPr/>
      </p:nvGrpSpPr>
      <p:grpSpPr>
        <a:xfrm>
          <a:off x="0" y="0"/>
          <a:ext cx="0" cy="0"/>
          <a:chOff x="0" y="0"/>
          <a:chExt cx="0" cy="0"/>
        </a:xfrm>
      </p:grpSpPr>
      <p:sp>
        <p:nvSpPr>
          <p:cNvPr id="37" name="Freeform: Shape 36">
            <a:extLst>
              <a:ext uri="{FF2B5EF4-FFF2-40B4-BE49-F238E27FC236}">
                <a16:creationId xmlns:a16="http://schemas.microsoft.com/office/drawing/2014/main" id="{B3712A61-E9E2-4785-BF56-506FDD1FC314}"/>
              </a:ext>
            </a:extLst>
          </p:cNvPr>
          <p:cNvSpPr/>
          <p:nvPr userDrawn="1"/>
        </p:nvSpPr>
        <p:spPr>
          <a:xfrm>
            <a:off x="-74864" y="-4329"/>
            <a:ext cx="6162926" cy="6862507"/>
          </a:xfrm>
          <a:custGeom>
            <a:avLst/>
            <a:gdLst>
              <a:gd name="connsiteX0" fmla="*/ 4485905 w 6162926"/>
              <a:gd name="connsiteY0" fmla="*/ 0 h 6862507"/>
              <a:gd name="connsiteX1" fmla="*/ 6162926 w 6162926"/>
              <a:gd name="connsiteY1" fmla="*/ 0 h 6862507"/>
              <a:gd name="connsiteX2" fmla="*/ 6068048 w 6162926"/>
              <a:gd name="connsiteY2" fmla="*/ 185738 h 6862507"/>
              <a:gd name="connsiteX3" fmla="*/ 5784228 w 6162926"/>
              <a:gd name="connsiteY3" fmla="*/ 874354 h 6862507"/>
              <a:gd name="connsiteX4" fmla="*/ 5745003 w 6162926"/>
              <a:gd name="connsiteY4" fmla="*/ 995685 h 6862507"/>
              <a:gd name="connsiteX5" fmla="*/ 5729397 w 6162926"/>
              <a:gd name="connsiteY5" fmla="*/ 1038632 h 6862507"/>
              <a:gd name="connsiteX6" fmla="*/ 5705856 w 6162926"/>
              <a:gd name="connsiteY6" fmla="*/ 1116773 h 6862507"/>
              <a:gd name="connsiteX7" fmla="*/ 5667005 w 6162926"/>
              <a:gd name="connsiteY7" fmla="*/ 1236946 h 6862507"/>
              <a:gd name="connsiteX8" fmla="*/ 5637680 w 6162926"/>
              <a:gd name="connsiteY8" fmla="*/ 1343070 h 6862507"/>
              <a:gd name="connsiteX9" fmla="*/ 5616212 w 6162926"/>
              <a:gd name="connsiteY9" fmla="*/ 1414330 h 6862507"/>
              <a:gd name="connsiteX10" fmla="*/ 5603452 w 6162926"/>
              <a:gd name="connsiteY10" fmla="*/ 1466937 h 6862507"/>
              <a:gd name="connsiteX11" fmla="*/ 5595209 w 6162926"/>
              <a:gd name="connsiteY11" fmla="*/ 1496767 h 6862507"/>
              <a:gd name="connsiteX12" fmla="*/ 5532423 w 6162926"/>
              <a:gd name="connsiteY12" fmla="*/ 1758852 h 6862507"/>
              <a:gd name="connsiteX13" fmla="*/ 5531251 w 6162926"/>
              <a:gd name="connsiteY13" fmla="*/ 1764614 h 6862507"/>
              <a:gd name="connsiteX14" fmla="*/ 5521762 w 6162926"/>
              <a:gd name="connsiteY14" fmla="*/ 1803738 h 6862507"/>
              <a:gd name="connsiteX15" fmla="*/ 5505040 w 6162926"/>
              <a:gd name="connsiteY15" fmla="*/ 1893480 h 6862507"/>
              <a:gd name="connsiteX16" fmla="*/ 5478703 w 6162926"/>
              <a:gd name="connsiteY16" fmla="*/ 2022962 h 6862507"/>
              <a:gd name="connsiteX17" fmla="*/ 5458780 w 6162926"/>
              <a:gd name="connsiteY17" fmla="*/ 2141743 h 6862507"/>
              <a:gd name="connsiteX18" fmla="*/ 5446869 w 6162926"/>
              <a:gd name="connsiteY18" fmla="*/ 2205663 h 6862507"/>
              <a:gd name="connsiteX19" fmla="*/ 5442490 w 6162926"/>
              <a:gd name="connsiteY19" fmla="*/ 2238863 h 6862507"/>
              <a:gd name="connsiteX20" fmla="*/ 5434104 w 6162926"/>
              <a:gd name="connsiteY20" fmla="*/ 2288858 h 6862507"/>
              <a:gd name="connsiteX21" fmla="*/ 4718367 w 6162926"/>
              <a:gd name="connsiteY21" fmla="*/ 1123248 h 6862507"/>
              <a:gd name="connsiteX22" fmla="*/ 4503324 w 6162926"/>
              <a:gd name="connsiteY22" fmla="*/ 186795 h 6862507"/>
              <a:gd name="connsiteX23" fmla="*/ 0 w 6162926"/>
              <a:gd name="connsiteY23" fmla="*/ 0 h 6862507"/>
              <a:gd name="connsiteX24" fmla="*/ 4454089 w 6162926"/>
              <a:gd name="connsiteY24" fmla="*/ 0 h 6862507"/>
              <a:gd name="connsiteX25" fmla="*/ 4475713 w 6162926"/>
              <a:gd name="connsiteY25" fmla="*/ 221627 h 6862507"/>
              <a:gd name="connsiteX26" fmla="*/ 4685818 w 6162926"/>
              <a:gd name="connsiteY26" fmla="*/ 1134432 h 6862507"/>
              <a:gd name="connsiteX27" fmla="*/ 5427864 w 6162926"/>
              <a:gd name="connsiteY27" fmla="*/ 2331219 h 6862507"/>
              <a:gd name="connsiteX28" fmla="*/ 5436803 w 6162926"/>
              <a:gd name="connsiteY28" fmla="*/ 4722591 h 6862507"/>
              <a:gd name="connsiteX29" fmla="*/ 6025482 w 6162926"/>
              <a:gd name="connsiteY29" fmla="*/ 6670561 h 6862507"/>
              <a:gd name="connsiteX30" fmla="*/ 6126314 w 6162926"/>
              <a:gd name="connsiteY30" fmla="*/ 6862507 h 6862507"/>
              <a:gd name="connsiteX31" fmla="*/ 0 w 6162926"/>
              <a:gd name="connsiteY31" fmla="*/ 6862507 h 686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162926" h="6862507">
                <a:moveTo>
                  <a:pt x="4485905" y="0"/>
                </a:moveTo>
                <a:lnTo>
                  <a:pt x="6162926" y="0"/>
                </a:lnTo>
                <a:lnTo>
                  <a:pt x="6068048" y="185738"/>
                </a:lnTo>
                <a:cubicBezTo>
                  <a:pt x="5962587" y="406957"/>
                  <a:pt x="5867901" y="636625"/>
                  <a:pt x="5784228" y="874354"/>
                </a:cubicBezTo>
                <a:lnTo>
                  <a:pt x="5745003" y="995685"/>
                </a:lnTo>
                <a:lnTo>
                  <a:pt x="5729397" y="1038632"/>
                </a:lnTo>
                <a:lnTo>
                  <a:pt x="5705856" y="1116773"/>
                </a:lnTo>
                <a:lnTo>
                  <a:pt x="5667005" y="1236946"/>
                </a:lnTo>
                <a:lnTo>
                  <a:pt x="5637680" y="1343070"/>
                </a:lnTo>
                <a:lnTo>
                  <a:pt x="5616212" y="1414330"/>
                </a:lnTo>
                <a:lnTo>
                  <a:pt x="5603452" y="1466937"/>
                </a:lnTo>
                <a:lnTo>
                  <a:pt x="5595209" y="1496767"/>
                </a:lnTo>
                <a:cubicBezTo>
                  <a:pt x="5572776" y="1583765"/>
                  <a:pt x="5551844" y="1671140"/>
                  <a:pt x="5532423" y="1758852"/>
                </a:cubicBezTo>
                <a:lnTo>
                  <a:pt x="5531251" y="1764614"/>
                </a:lnTo>
                <a:lnTo>
                  <a:pt x="5521762" y="1803738"/>
                </a:lnTo>
                <a:lnTo>
                  <a:pt x="5505040" y="1893480"/>
                </a:lnTo>
                <a:lnTo>
                  <a:pt x="5478703" y="2022962"/>
                </a:lnTo>
                <a:lnTo>
                  <a:pt x="5458780" y="2141743"/>
                </a:lnTo>
                <a:lnTo>
                  <a:pt x="5446869" y="2205663"/>
                </a:lnTo>
                <a:lnTo>
                  <a:pt x="5442490" y="2238863"/>
                </a:lnTo>
                <a:lnTo>
                  <a:pt x="5434104" y="2288858"/>
                </a:lnTo>
                <a:cubicBezTo>
                  <a:pt x="5107942" y="1962016"/>
                  <a:pt x="4862779" y="1562752"/>
                  <a:pt x="4718367" y="1123248"/>
                </a:cubicBezTo>
                <a:cubicBezTo>
                  <a:pt x="4614238" y="804618"/>
                  <a:pt x="4542511" y="492660"/>
                  <a:pt x="4503324" y="186795"/>
                </a:cubicBezTo>
                <a:close/>
                <a:moveTo>
                  <a:pt x="0" y="0"/>
                </a:moveTo>
                <a:lnTo>
                  <a:pt x="4454089" y="0"/>
                </a:lnTo>
                <a:lnTo>
                  <a:pt x="4475713" y="221627"/>
                </a:lnTo>
                <a:cubicBezTo>
                  <a:pt x="4515072" y="521660"/>
                  <a:pt x="4585136" y="826318"/>
                  <a:pt x="4685818" y="1134432"/>
                </a:cubicBezTo>
                <a:cubicBezTo>
                  <a:pt x="4834750" y="1587052"/>
                  <a:pt x="5089171" y="1997379"/>
                  <a:pt x="5427864" y="2331219"/>
                </a:cubicBezTo>
                <a:cubicBezTo>
                  <a:pt x="5313370" y="3124423"/>
                  <a:pt x="5316389" y="3930285"/>
                  <a:pt x="5436803" y="4722591"/>
                </a:cubicBezTo>
                <a:cubicBezTo>
                  <a:pt x="5544736" y="5429281"/>
                  <a:pt x="5747139" y="6094007"/>
                  <a:pt x="6025482" y="6670561"/>
                </a:cubicBezTo>
                <a:lnTo>
                  <a:pt x="6126314" y="6862507"/>
                </a:lnTo>
                <a:lnTo>
                  <a:pt x="0" y="6862507"/>
                </a:lnTo>
                <a:close/>
              </a:path>
            </a:pathLst>
          </a:custGeom>
          <a:solidFill>
            <a:schemeClr val="bg1"/>
          </a:solidFill>
          <a:ln w="16739" cap="flat">
            <a:noFill/>
            <a:prstDash val="solid"/>
            <a:miter/>
          </a:ln>
        </p:spPr>
        <p:txBody>
          <a:bodyPr rtlCol="0" anchor="ctr">
            <a:noAutofit/>
          </a:bodyPr>
          <a:lstStyle/>
          <a:p>
            <a:endParaRPr lang="en-US"/>
          </a:p>
        </p:txBody>
      </p:sp>
      <p:sp>
        <p:nvSpPr>
          <p:cNvPr id="26" name="Picture Placeholder 25">
            <a:extLst>
              <a:ext uri="{FF2B5EF4-FFF2-40B4-BE49-F238E27FC236}">
                <a16:creationId xmlns:a16="http://schemas.microsoft.com/office/drawing/2014/main" id="{91EB24DA-6D15-4700-910D-C0BE2DBAFBC1}"/>
              </a:ext>
            </a:extLst>
          </p:cNvPr>
          <p:cNvSpPr>
            <a:spLocks noGrp="1"/>
          </p:cNvSpPr>
          <p:nvPr>
            <p:ph type="pic" sz="quarter" idx="14" hasCustomPrompt="1"/>
          </p:nvPr>
        </p:nvSpPr>
        <p:spPr>
          <a:xfrm>
            <a:off x="5279614" y="0"/>
            <a:ext cx="6912386" cy="6858000"/>
          </a:xfrm>
          <a:custGeom>
            <a:avLst/>
            <a:gdLst>
              <a:gd name="connsiteX0" fmla="*/ 3518 w 6912386"/>
              <a:gd name="connsiteY0" fmla="*/ 3862426 h 6858000"/>
              <a:gd name="connsiteX1" fmla="*/ 5761 w 6912386"/>
              <a:gd name="connsiteY1" fmla="*/ 3917802 h 6858000"/>
              <a:gd name="connsiteX2" fmla="*/ 4568 w 6912386"/>
              <a:gd name="connsiteY2" fmla="*/ 3902632 h 6858000"/>
              <a:gd name="connsiteX3" fmla="*/ 6651 w 6912386"/>
              <a:gd name="connsiteY3" fmla="*/ 3011487 h 6858000"/>
              <a:gd name="connsiteX4" fmla="*/ 0 w 6912386"/>
              <a:gd name="connsiteY4" fmla="*/ 3212933 h 6858000"/>
              <a:gd name="connsiteX5" fmla="*/ 4568 w 6912386"/>
              <a:gd name="connsiteY5" fmla="*/ 3037972 h 6858000"/>
              <a:gd name="connsiteX6" fmla="*/ 62923 w 6912386"/>
              <a:gd name="connsiteY6" fmla="*/ 2424724 h 6858000"/>
              <a:gd name="connsiteX7" fmla="*/ 24697 w 6912386"/>
              <a:gd name="connsiteY7" fmla="*/ 2782119 h 6858000"/>
              <a:gd name="connsiteX8" fmla="*/ 37878 w 6912386"/>
              <a:gd name="connsiteY8" fmla="*/ 2614586 h 6858000"/>
              <a:gd name="connsiteX9" fmla="*/ 104923 w 6912386"/>
              <a:gd name="connsiteY9" fmla="*/ 2358745 h 6858000"/>
              <a:gd name="connsiteX10" fmla="*/ 1797800 w 6912386"/>
              <a:gd name="connsiteY10" fmla="*/ 3303739 h 6858000"/>
              <a:gd name="connsiteX11" fmla="*/ 3614631 w 6912386"/>
              <a:gd name="connsiteY11" fmla="*/ 3532150 h 6858000"/>
              <a:gd name="connsiteX12" fmla="*/ 5433486 w 6912386"/>
              <a:gd name="connsiteY12" fmla="*/ 3223592 h 6858000"/>
              <a:gd name="connsiteX13" fmla="*/ 6814439 w 6912386"/>
              <a:gd name="connsiteY13" fmla="*/ 2598463 h 6858000"/>
              <a:gd name="connsiteX14" fmla="*/ 6912386 w 6912386"/>
              <a:gd name="connsiteY14" fmla="*/ 2535633 h 6858000"/>
              <a:gd name="connsiteX15" fmla="*/ 6912386 w 6912386"/>
              <a:gd name="connsiteY15" fmla="*/ 6858000 h 6858000"/>
              <a:gd name="connsiteX16" fmla="*/ 806446 w 6912386"/>
              <a:gd name="connsiteY16" fmla="*/ 6858000 h 6858000"/>
              <a:gd name="connsiteX17" fmla="*/ 770869 w 6912386"/>
              <a:gd name="connsiteY17" fmla="*/ 6794196 h 6858000"/>
              <a:gd name="connsiteX18" fmla="*/ 104923 w 6912386"/>
              <a:gd name="connsiteY18" fmla="*/ 2358745 h 6858000"/>
              <a:gd name="connsiteX19" fmla="*/ 177217 w 6912386"/>
              <a:gd name="connsiteY19" fmla="*/ 1758450 h 6858000"/>
              <a:gd name="connsiteX20" fmla="*/ 85820 w 6912386"/>
              <a:gd name="connsiteY20" fmla="*/ 2251143 h 6858000"/>
              <a:gd name="connsiteX21" fmla="*/ 92390 w 6912386"/>
              <a:gd name="connsiteY21" fmla="*/ 2201334 h 6858000"/>
              <a:gd name="connsiteX22" fmla="*/ 167283 w 6912386"/>
              <a:gd name="connsiteY22" fmla="*/ 1799409 h 6858000"/>
              <a:gd name="connsiteX23" fmla="*/ 296811 w 6912386"/>
              <a:gd name="connsiteY23" fmla="*/ 1293566 h 6858000"/>
              <a:gd name="connsiteX24" fmla="*/ 181716 w 6912386"/>
              <a:gd name="connsiteY24" fmla="*/ 1739902 h 6858000"/>
              <a:gd name="connsiteX25" fmla="*/ 261733 w 6912386"/>
              <a:gd name="connsiteY25" fmla="*/ 1410001 h 6858000"/>
              <a:gd name="connsiteX26" fmla="*/ 438727 w 6912386"/>
              <a:gd name="connsiteY26" fmla="*/ 858693 h 6858000"/>
              <a:gd name="connsiteX27" fmla="*/ 337166 w 6912386"/>
              <a:gd name="connsiteY27" fmla="*/ 1159615 h 6858000"/>
              <a:gd name="connsiteX28" fmla="*/ 374918 w 6912386"/>
              <a:gd name="connsiteY28" fmla="*/ 1034303 h 6858000"/>
              <a:gd name="connsiteX29" fmla="*/ 844835 w 6912386"/>
              <a:gd name="connsiteY29" fmla="*/ 0 h 6858000"/>
              <a:gd name="connsiteX30" fmla="*/ 6912386 w 6912386"/>
              <a:gd name="connsiteY30" fmla="*/ 0 h 6858000"/>
              <a:gd name="connsiteX31" fmla="*/ 6912386 w 6912386"/>
              <a:gd name="connsiteY31" fmla="*/ 2494142 h 6858000"/>
              <a:gd name="connsiteX32" fmla="*/ 6810598 w 6912386"/>
              <a:gd name="connsiteY32" fmla="*/ 2559489 h 6858000"/>
              <a:gd name="connsiteX33" fmla="*/ 5423030 w 6912386"/>
              <a:gd name="connsiteY33" fmla="*/ 3190041 h 6858000"/>
              <a:gd name="connsiteX34" fmla="*/ 1807243 w 6912386"/>
              <a:gd name="connsiteY34" fmla="*/ 3269849 h 6858000"/>
              <a:gd name="connsiteX35" fmla="*/ 110825 w 6912386"/>
              <a:gd name="connsiteY35" fmla="*/ 2315707 h 6858000"/>
              <a:gd name="connsiteX36" fmla="*/ 344738 w 6912386"/>
              <a:gd name="connsiteY36" fmla="*/ 1241597 h 6858000"/>
              <a:gd name="connsiteX37" fmla="*/ 772379 w 6912386"/>
              <a:gd name="connsiteY37" fmla="*/ 1377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912386" h="6858000">
                <a:moveTo>
                  <a:pt x="3518" y="3862426"/>
                </a:moveTo>
                <a:lnTo>
                  <a:pt x="5761" y="3917802"/>
                </a:lnTo>
                <a:lnTo>
                  <a:pt x="4568" y="3902632"/>
                </a:lnTo>
                <a:close/>
                <a:moveTo>
                  <a:pt x="6651" y="3011487"/>
                </a:moveTo>
                <a:lnTo>
                  <a:pt x="0" y="3212933"/>
                </a:lnTo>
                <a:lnTo>
                  <a:pt x="4568" y="3037972"/>
                </a:lnTo>
                <a:close/>
                <a:moveTo>
                  <a:pt x="62923" y="2424724"/>
                </a:moveTo>
                <a:lnTo>
                  <a:pt x="24697" y="2782119"/>
                </a:lnTo>
                <a:lnTo>
                  <a:pt x="37878" y="2614586"/>
                </a:lnTo>
                <a:close/>
                <a:moveTo>
                  <a:pt x="104923" y="2358745"/>
                </a:moveTo>
                <a:cubicBezTo>
                  <a:pt x="538514" y="2778460"/>
                  <a:pt x="1111577" y="3102100"/>
                  <a:pt x="1797800" y="3303739"/>
                </a:cubicBezTo>
                <a:cubicBezTo>
                  <a:pt x="2356863" y="3468099"/>
                  <a:pt x="2985241" y="3547061"/>
                  <a:pt x="3614631" y="3532150"/>
                </a:cubicBezTo>
                <a:cubicBezTo>
                  <a:pt x="4232587" y="3518255"/>
                  <a:pt x="4845248" y="3414318"/>
                  <a:pt x="5433486" y="3223592"/>
                </a:cubicBezTo>
                <a:cubicBezTo>
                  <a:pt x="5981061" y="3042922"/>
                  <a:pt x="6436210" y="2828478"/>
                  <a:pt x="6814439" y="2598463"/>
                </a:cubicBezTo>
                <a:lnTo>
                  <a:pt x="6912386" y="2535633"/>
                </a:lnTo>
                <a:lnTo>
                  <a:pt x="6912386" y="6858000"/>
                </a:lnTo>
                <a:lnTo>
                  <a:pt x="806446" y="6858000"/>
                </a:lnTo>
                <a:lnTo>
                  <a:pt x="770869" y="6794196"/>
                </a:lnTo>
                <a:cubicBezTo>
                  <a:pt x="130701" y="5560220"/>
                  <a:pt x="-114318" y="3926988"/>
                  <a:pt x="104923" y="2358745"/>
                </a:cubicBezTo>
                <a:close/>
                <a:moveTo>
                  <a:pt x="177217" y="1758450"/>
                </a:moveTo>
                <a:lnTo>
                  <a:pt x="85820" y="2251143"/>
                </a:lnTo>
                <a:lnTo>
                  <a:pt x="92390" y="2201334"/>
                </a:lnTo>
                <a:cubicBezTo>
                  <a:pt x="114003" y="2065405"/>
                  <a:pt x="139013" y="1931364"/>
                  <a:pt x="167283" y="1799409"/>
                </a:cubicBezTo>
                <a:close/>
                <a:moveTo>
                  <a:pt x="296811" y="1293566"/>
                </a:moveTo>
                <a:lnTo>
                  <a:pt x="181716" y="1739902"/>
                </a:lnTo>
                <a:lnTo>
                  <a:pt x="261733" y="1410001"/>
                </a:lnTo>
                <a:close/>
                <a:moveTo>
                  <a:pt x="438727" y="858693"/>
                </a:moveTo>
                <a:lnTo>
                  <a:pt x="337166" y="1159615"/>
                </a:lnTo>
                <a:lnTo>
                  <a:pt x="374918" y="1034303"/>
                </a:lnTo>
                <a:close/>
                <a:moveTo>
                  <a:pt x="844835" y="0"/>
                </a:moveTo>
                <a:lnTo>
                  <a:pt x="6912386" y="0"/>
                </a:lnTo>
                <a:lnTo>
                  <a:pt x="6912386" y="2494142"/>
                </a:lnTo>
                <a:lnTo>
                  <a:pt x="6810598" y="2559489"/>
                </a:lnTo>
                <a:cubicBezTo>
                  <a:pt x="6404413" y="2807894"/>
                  <a:pt x="5939975" y="3019495"/>
                  <a:pt x="5423030" y="3190041"/>
                </a:cubicBezTo>
                <a:cubicBezTo>
                  <a:pt x="4259031" y="3574850"/>
                  <a:pt x="2941224" y="3603317"/>
                  <a:pt x="1807243" y="3269849"/>
                </a:cubicBezTo>
                <a:cubicBezTo>
                  <a:pt x="1117141" y="3067024"/>
                  <a:pt x="542561" y="2741013"/>
                  <a:pt x="110825" y="2315707"/>
                </a:cubicBezTo>
                <a:cubicBezTo>
                  <a:pt x="163106" y="1952503"/>
                  <a:pt x="241275" y="1593546"/>
                  <a:pt x="344738" y="1241597"/>
                </a:cubicBezTo>
                <a:cubicBezTo>
                  <a:pt x="459619" y="852785"/>
                  <a:pt x="602739" y="484216"/>
                  <a:pt x="772379" y="137706"/>
                </a:cubicBezTo>
                <a:close/>
              </a:path>
            </a:pathLst>
          </a:custGeom>
          <a:solidFill>
            <a:schemeClr val="tx2"/>
          </a:solidFill>
        </p:spPr>
        <p:txBody>
          <a:bodyPr wrap="square" bIns="720000" anchor="b">
            <a:noAutofit/>
          </a:bodyPr>
          <a:lstStyle>
            <a:lvl1pPr algn="ctr">
              <a:defRPr>
                <a:solidFill>
                  <a:schemeClr val="bg1"/>
                </a:solidFill>
              </a:defRPr>
            </a:lvl1pPr>
          </a:lstStyle>
          <a:p>
            <a:r>
              <a:rPr lang="en-US" noProof="0" dirty="0"/>
              <a:t>Click here and select an image from the Images Library in Templafy.</a:t>
            </a:r>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09600" y="2947023"/>
            <a:ext cx="3985549" cy="640585"/>
          </a:xfrm>
        </p:spPr>
        <p:txBody>
          <a:bodyPr anchor="b">
            <a:noAutofit/>
          </a:bodyPr>
          <a:lstStyle>
            <a:lvl1pPr>
              <a:defRPr>
                <a:solidFill>
                  <a:schemeClr val="accent1"/>
                </a:solidFill>
              </a:defRPr>
            </a:lvl1pPr>
          </a:lstStyle>
          <a:p>
            <a:r>
              <a:rPr lang="en-US" dirty="0"/>
              <a:t>Click to edit Master title style</a:t>
            </a:r>
            <a:endParaRPr lang="en-GB" dirty="0"/>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lvl1pPr>
              <a:defRPr>
                <a:solidFill>
                  <a:srgbClr val="D8D9DA"/>
                </a:solidFill>
              </a:defRPr>
            </a:lvl1pPr>
          </a:lstStyle>
          <a:p>
            <a:fld id="{555B1587-59F1-4FB5-A363-0505DAC627C3}" type="slidenum">
              <a:rPr lang="en-US" smtClean="0"/>
              <a:pPr/>
              <a:t>‹#›</a:t>
            </a:fld>
            <a:endParaRPr lang="en-US"/>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3602848"/>
            <a:ext cx="3985549" cy="462728"/>
          </a:xfrm>
        </p:spPr>
        <p:txBody>
          <a:bodyPr lIns="0" tIns="0" rIns="0" bIns="0">
            <a:noAutofit/>
          </a:bodyPr>
          <a:lstStyle>
            <a:lvl1pPr>
              <a:defRPr lang="en-GB" sz="2400" dirty="0">
                <a:solidFill>
                  <a:schemeClr val="tx2"/>
                </a:solidFill>
              </a:defRPr>
            </a:lvl1pPr>
          </a:lstStyle>
          <a:p>
            <a:pPr marL="0" lvl="0" indent="0">
              <a:buNone/>
            </a:pPr>
            <a:endParaRPr lang="en-US" noProof="0" dirty="0"/>
          </a:p>
        </p:txBody>
      </p:sp>
      <p:sp>
        <p:nvSpPr>
          <p:cNvPr id="27" name="Text Placeholder 21">
            <a:extLst>
              <a:ext uri="{FF2B5EF4-FFF2-40B4-BE49-F238E27FC236}">
                <a16:creationId xmlns:a16="http://schemas.microsoft.com/office/drawing/2014/main" id="{FD0E20D7-71DE-4793-9AB1-96EA2776F8C8}"/>
              </a:ext>
            </a:extLst>
          </p:cNvPr>
          <p:cNvSpPr>
            <a:spLocks noGrp="1" noChangeAspect="1"/>
          </p:cNvSpPr>
          <p:nvPr>
            <p:ph type="body" sz="quarter" idx="18" hasCustomPrompt="1"/>
          </p:nvPr>
        </p:nvSpPr>
        <p:spPr>
          <a:xfrm>
            <a:off x="10664855" y="6392069"/>
            <a:ext cx="890406" cy="162000"/>
          </a:xfrm>
          <a:blipFill>
            <a:blip r:embed="rId2"/>
            <a:stretch>
              <a:fillRect/>
            </a:stretch>
          </a:blipFill>
        </p:spPr>
        <p:txBody>
          <a:bodyPr/>
          <a:lstStyle>
            <a:lvl1pPr>
              <a:defRPr/>
            </a:lvl1pPr>
            <a:lvl5pPr>
              <a:defRPr/>
            </a:lvl5pPr>
          </a:lstStyle>
          <a:p>
            <a:pPr lvl="0"/>
            <a:r>
              <a:rPr lang="en-US" dirty="0"/>
              <a:t>  </a:t>
            </a:r>
            <a:endParaRPr lang="de-DE" dirty="0"/>
          </a:p>
        </p:txBody>
      </p:sp>
      <p:sp>
        <p:nvSpPr>
          <p:cNvPr id="29" name="Text Placeholder 21">
            <a:extLst>
              <a:ext uri="{FF2B5EF4-FFF2-40B4-BE49-F238E27FC236}">
                <a16:creationId xmlns:a16="http://schemas.microsoft.com/office/drawing/2014/main" id="{44A0F315-9FFD-48A3-ABBB-761872DC1980}"/>
              </a:ext>
            </a:extLst>
          </p:cNvPr>
          <p:cNvSpPr>
            <a:spLocks noGrp="1" noChangeAspect="1"/>
          </p:cNvSpPr>
          <p:nvPr>
            <p:ph type="body" sz="quarter" idx="17" hasCustomPrompt="1"/>
          </p:nvPr>
        </p:nvSpPr>
        <p:spPr>
          <a:xfrm>
            <a:off x="10664855" y="6392069"/>
            <a:ext cx="890406" cy="162000"/>
          </a:xfrm>
          <a:blipFill>
            <a:blip r:embed="rId3"/>
            <a:stretch>
              <a:fillRect/>
            </a:stretch>
          </a:blipFill>
        </p:spPr>
        <p:txBody>
          <a:bodyPr/>
          <a:lstStyle>
            <a:lvl1pPr>
              <a:defRPr/>
            </a:lvl1pPr>
            <a:lvl5pPr>
              <a:defRPr/>
            </a:lvl5pPr>
          </a:lstStyle>
          <a:p>
            <a:pPr lvl="0"/>
            <a:r>
              <a:rPr lang="en-US" dirty="0"/>
              <a:t>  </a:t>
            </a:r>
            <a:endParaRPr lang="de-DE" dirty="0"/>
          </a:p>
        </p:txBody>
      </p:sp>
    </p:spTree>
    <p:extLst>
      <p:ext uri="{BB962C8B-B14F-4D97-AF65-F5344CB8AC3E}">
        <p14:creationId xmlns:p14="http://schemas.microsoft.com/office/powerpoint/2010/main" val="567572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parating Slide with with Pictur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163D145-9570-439A-AF4E-3F0A8CE63BFD}"/>
              </a:ext>
            </a:extLst>
          </p:cNvPr>
          <p:cNvSpPr/>
          <p:nvPr userDrawn="1"/>
        </p:nvSpPr>
        <p:spPr>
          <a:xfrm>
            <a:off x="-74864" y="0"/>
            <a:ext cx="61708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09600" y="2947023"/>
            <a:ext cx="3985549" cy="640585"/>
          </a:xfrm>
        </p:spPr>
        <p:txBody>
          <a:bodyPr anchor="b">
            <a:noAutofit/>
          </a:bodyPr>
          <a:lstStyle>
            <a:lvl1pPr>
              <a:defRPr>
                <a:solidFill>
                  <a:schemeClr val="accent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lvl1pPr>
              <a:defRPr>
                <a:solidFill>
                  <a:srgbClr val="D8D9DA"/>
                </a:solidFill>
              </a:defRPr>
            </a:lvl1pPr>
          </a:lstStyle>
          <a:p>
            <a:fld id="{555B1587-59F1-4FB5-A363-0505DAC627C3}" type="slidenum">
              <a:rPr lang="en-US" smtClean="0"/>
              <a:pPr/>
              <a:t>‹#›</a:t>
            </a:fld>
            <a:endParaRPr lang="en-US"/>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3602848"/>
            <a:ext cx="3985549" cy="462728"/>
          </a:xfrm>
        </p:spPr>
        <p:txBody>
          <a:bodyPr lIns="0" tIns="0" rIns="0" bIns="0">
            <a:noAutofit/>
          </a:bodyPr>
          <a:lstStyle>
            <a:lvl1pPr>
              <a:defRPr lang="en-GB" sz="2400" dirty="0">
                <a:solidFill>
                  <a:schemeClr val="tx2"/>
                </a:solidFill>
              </a:defRPr>
            </a:lvl1pPr>
          </a:lstStyle>
          <a:p>
            <a:pPr marL="0" lvl="0" indent="0">
              <a:buNone/>
            </a:pPr>
            <a:endParaRPr lang="en-US" noProof="0"/>
          </a:p>
        </p:txBody>
      </p:sp>
      <p:sp>
        <p:nvSpPr>
          <p:cNvPr id="13" name="Picture Placeholder 12">
            <a:extLst>
              <a:ext uri="{FF2B5EF4-FFF2-40B4-BE49-F238E27FC236}">
                <a16:creationId xmlns:a16="http://schemas.microsoft.com/office/drawing/2014/main" id="{E8398221-5A25-4A8D-8F58-2E6809428F4B}"/>
              </a:ext>
            </a:extLst>
          </p:cNvPr>
          <p:cNvSpPr>
            <a:spLocks noGrp="1"/>
          </p:cNvSpPr>
          <p:nvPr>
            <p:ph type="pic" sz="quarter" idx="14" hasCustomPrompt="1"/>
          </p:nvPr>
        </p:nvSpPr>
        <p:spPr>
          <a:xfrm>
            <a:off x="6096000" y="0"/>
            <a:ext cx="6096000" cy="6858000"/>
          </a:xfrm>
          <a:prstGeom prst="rect">
            <a:avLst/>
          </a:prstGeom>
          <a:solidFill>
            <a:schemeClr val="tx2"/>
          </a:solidFill>
        </p:spPr>
        <p:txBody>
          <a:bodyPr wrap="square" bIns="720000" anchor="b">
            <a:noAutofit/>
          </a:bodyPr>
          <a:lstStyle>
            <a:lvl1pPr algn="ctr">
              <a:defRPr>
                <a:solidFill>
                  <a:schemeClr val="bg1"/>
                </a:solidFill>
              </a:defRPr>
            </a:lvl1pPr>
          </a:lstStyle>
          <a:p>
            <a:r>
              <a:rPr lang="en-US" dirty="0"/>
              <a:t>Click here and select an image from the Images Library in Templafy.</a:t>
            </a:r>
            <a:br>
              <a:rPr lang="en-US" dirty="0"/>
            </a:br>
            <a:r>
              <a:rPr lang="en-US" dirty="0"/>
              <a:t>Next, select a line from the Slide Elements Library.</a:t>
            </a:r>
          </a:p>
        </p:txBody>
      </p:sp>
      <p:sp>
        <p:nvSpPr>
          <p:cNvPr id="10" name="Text Placeholder 21">
            <a:extLst>
              <a:ext uri="{FF2B5EF4-FFF2-40B4-BE49-F238E27FC236}">
                <a16:creationId xmlns:a16="http://schemas.microsoft.com/office/drawing/2014/main" id="{667F89F9-3CE8-4E08-9B57-CB5F65797AC9}"/>
              </a:ext>
            </a:extLst>
          </p:cNvPr>
          <p:cNvSpPr>
            <a:spLocks noGrp="1" noChangeAspect="1"/>
          </p:cNvSpPr>
          <p:nvPr>
            <p:ph type="body" sz="quarter" idx="18" hasCustomPrompt="1"/>
          </p:nvPr>
        </p:nvSpPr>
        <p:spPr>
          <a:xfrm>
            <a:off x="10664855" y="6392069"/>
            <a:ext cx="890406" cy="162000"/>
          </a:xfrm>
          <a:blipFill>
            <a:blip r:embed="rId2"/>
            <a:stretch>
              <a:fillRect/>
            </a:stretch>
          </a:blipFill>
        </p:spPr>
        <p:txBody>
          <a:bodyPr/>
          <a:lstStyle>
            <a:lvl1pPr>
              <a:defRPr/>
            </a:lvl1pPr>
            <a:lvl5pPr>
              <a:defRPr/>
            </a:lvl5pPr>
          </a:lstStyle>
          <a:p>
            <a:pPr lvl="0"/>
            <a:r>
              <a:rPr lang="en-US" dirty="0"/>
              <a:t>  </a:t>
            </a:r>
            <a:endParaRPr lang="de-DE" dirty="0"/>
          </a:p>
        </p:txBody>
      </p:sp>
      <p:sp>
        <p:nvSpPr>
          <p:cNvPr id="11" name="Text Placeholder 21">
            <a:extLst>
              <a:ext uri="{FF2B5EF4-FFF2-40B4-BE49-F238E27FC236}">
                <a16:creationId xmlns:a16="http://schemas.microsoft.com/office/drawing/2014/main" id="{B731A0C5-A536-445A-8805-8BA49FB27392}"/>
              </a:ext>
            </a:extLst>
          </p:cNvPr>
          <p:cNvSpPr>
            <a:spLocks noGrp="1" noChangeAspect="1"/>
          </p:cNvSpPr>
          <p:nvPr>
            <p:ph type="body" sz="quarter" idx="17" hasCustomPrompt="1"/>
          </p:nvPr>
        </p:nvSpPr>
        <p:spPr>
          <a:xfrm>
            <a:off x="10664855" y="6392069"/>
            <a:ext cx="890406" cy="162000"/>
          </a:xfrm>
          <a:blipFill>
            <a:blip r:embed="rId3"/>
            <a:stretch>
              <a:fillRect/>
            </a:stretch>
          </a:blipFill>
        </p:spPr>
        <p:txBody>
          <a:bodyPr/>
          <a:lstStyle>
            <a:lvl1pPr>
              <a:defRPr/>
            </a:lvl1pPr>
            <a:lvl5pPr>
              <a:defRPr/>
            </a:lvl5pPr>
          </a:lstStyle>
          <a:p>
            <a:pPr lvl="0"/>
            <a:r>
              <a:rPr lang="en-US" dirty="0"/>
              <a:t>  </a:t>
            </a:r>
            <a:endParaRPr lang="de-DE" dirty="0"/>
          </a:p>
        </p:txBody>
      </p:sp>
    </p:spTree>
    <p:extLst>
      <p:ext uri="{BB962C8B-B14F-4D97-AF65-F5344CB8AC3E}">
        <p14:creationId xmlns:p14="http://schemas.microsoft.com/office/powerpoint/2010/main" val="3806873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Quote Slide">
    <p:bg>
      <p:bgPr>
        <a:solidFill>
          <a:schemeClr val="tx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lstStyle>
            <a:lvl1pPr>
              <a:defRPr>
                <a:solidFill>
                  <a:schemeClr val="bg1"/>
                </a:solidFill>
              </a:defRPr>
            </a:lvl1pPr>
          </a:lstStyle>
          <a:p>
            <a:fld id="{555B1587-59F1-4FB5-A363-0505DAC627C3}" type="slidenum">
              <a:rPr lang="en-US" smtClean="0"/>
              <a:pPr/>
              <a:t>‹#›</a:t>
            </a:fld>
            <a:endParaRPr lang="en-US"/>
          </a:p>
        </p:txBody>
      </p:sp>
      <p:sp>
        <p:nvSpPr>
          <p:cNvPr id="4" name="Text Placeholder 3">
            <a:extLst>
              <a:ext uri="{FF2B5EF4-FFF2-40B4-BE49-F238E27FC236}">
                <a16:creationId xmlns:a16="http://schemas.microsoft.com/office/drawing/2014/main" id="{F07E94E8-D37C-4617-835F-A14D05D5FA49}"/>
              </a:ext>
            </a:extLst>
          </p:cNvPr>
          <p:cNvSpPr>
            <a:spLocks noGrp="1"/>
          </p:cNvSpPr>
          <p:nvPr>
            <p:ph type="body" sz="quarter" idx="17" hasCustomPrompt="1"/>
          </p:nvPr>
        </p:nvSpPr>
        <p:spPr>
          <a:xfrm>
            <a:off x="609600" y="773575"/>
            <a:ext cx="10972802" cy="5310387"/>
          </a:xfrm>
        </p:spPr>
        <p:txBody>
          <a:bodyPr anchor="ctr"/>
          <a:lstStyle>
            <a:lvl1pPr algn="ctr">
              <a:defRPr sz="7200">
                <a:solidFill>
                  <a:schemeClr val="bg1"/>
                </a:solidFill>
                <a:latin typeface="+mj-lt"/>
              </a:defRPr>
            </a:lvl1pPr>
            <a:lvl2pPr marL="0" indent="0" algn="ctr">
              <a:spcBef>
                <a:spcPts val="3200"/>
              </a:spcBef>
              <a:buNone/>
              <a:defRPr sz="2400">
                <a:solidFill>
                  <a:schemeClr val="bg1"/>
                </a:solidFill>
                <a:latin typeface="+mj-lt"/>
              </a:defRPr>
            </a:lvl2pPr>
            <a:lvl3pPr marL="0" indent="0" algn="ctr">
              <a:buNone/>
              <a:defRPr>
                <a:solidFill>
                  <a:schemeClr val="bg1"/>
                </a:solidFill>
              </a:defRPr>
            </a:lvl3pPr>
            <a:lvl4pPr marL="0" indent="0" algn="ctr">
              <a:buNone/>
              <a:defRPr>
                <a:solidFill>
                  <a:schemeClr val="bg1"/>
                </a:solidFill>
              </a:defRPr>
            </a:lvl4pPr>
            <a:lvl5pPr algn="ctr">
              <a:defRPr>
                <a:solidFill>
                  <a:schemeClr val="bg1"/>
                </a:solidFill>
              </a:defRPr>
            </a:lvl5pPr>
          </a:lstStyle>
          <a:p>
            <a:pPr lvl="0"/>
            <a:r>
              <a:rPr lang="en-US" dirty="0"/>
              <a:t>“Quote”</a:t>
            </a:r>
          </a:p>
          <a:p>
            <a:pPr lvl="1"/>
            <a:r>
              <a:rPr lang="en-US" dirty="0"/>
              <a:t>Reference</a:t>
            </a:r>
          </a:p>
        </p:txBody>
      </p:sp>
      <p:sp>
        <p:nvSpPr>
          <p:cNvPr id="17" name="Text Placeholder 21">
            <a:extLst>
              <a:ext uri="{FF2B5EF4-FFF2-40B4-BE49-F238E27FC236}">
                <a16:creationId xmlns:a16="http://schemas.microsoft.com/office/drawing/2014/main" id="{17F17E1B-7910-408F-AB24-9234F8C8E3AF}"/>
              </a:ext>
            </a:extLst>
          </p:cNvPr>
          <p:cNvSpPr>
            <a:spLocks noGrp="1" noChangeAspect="1"/>
          </p:cNvSpPr>
          <p:nvPr>
            <p:ph type="body" sz="quarter" idx="18" hasCustomPrompt="1"/>
          </p:nvPr>
        </p:nvSpPr>
        <p:spPr>
          <a:xfrm>
            <a:off x="10664855" y="6392069"/>
            <a:ext cx="890406" cy="162000"/>
          </a:xfrm>
          <a:blipFill>
            <a:blip r:embed="rId2"/>
            <a:stretch>
              <a:fillRect/>
            </a:stretch>
          </a:blipFill>
        </p:spPr>
        <p:txBody>
          <a:bodyPr/>
          <a:lstStyle>
            <a:lvl1pPr>
              <a:defRPr/>
            </a:lvl1pPr>
            <a:lvl5pPr>
              <a:defRPr/>
            </a:lvl5pPr>
          </a:lstStyle>
          <a:p>
            <a:pPr lvl="0"/>
            <a:r>
              <a:rPr lang="en-US" dirty="0"/>
              <a:t>  </a:t>
            </a:r>
            <a:endParaRPr lang="de-DE" dirty="0"/>
          </a:p>
        </p:txBody>
      </p:sp>
      <p:sp>
        <p:nvSpPr>
          <p:cNvPr id="18" name="Text Placeholder 21">
            <a:extLst>
              <a:ext uri="{FF2B5EF4-FFF2-40B4-BE49-F238E27FC236}">
                <a16:creationId xmlns:a16="http://schemas.microsoft.com/office/drawing/2014/main" id="{A670531E-444D-434E-9BF1-618D378E67A4}"/>
              </a:ext>
            </a:extLst>
          </p:cNvPr>
          <p:cNvSpPr>
            <a:spLocks noGrp="1" noChangeAspect="1"/>
          </p:cNvSpPr>
          <p:nvPr>
            <p:ph type="body" sz="quarter" idx="19" hasCustomPrompt="1"/>
          </p:nvPr>
        </p:nvSpPr>
        <p:spPr>
          <a:xfrm>
            <a:off x="10664855" y="6392069"/>
            <a:ext cx="890406" cy="162000"/>
          </a:xfrm>
          <a:blipFill>
            <a:blip r:embed="rId3"/>
            <a:stretch>
              <a:fillRect/>
            </a:stretch>
          </a:blipFill>
        </p:spPr>
        <p:txBody>
          <a:bodyPr/>
          <a:lstStyle>
            <a:lvl1pPr>
              <a:defRPr/>
            </a:lvl1pPr>
            <a:lvl5pPr>
              <a:defRPr/>
            </a:lvl5pPr>
          </a:lstStyle>
          <a:p>
            <a:pPr lvl="0"/>
            <a:r>
              <a:rPr lang="en-US" dirty="0"/>
              <a:t>  </a:t>
            </a:r>
            <a:endParaRPr lang="de-DE" dirty="0"/>
          </a:p>
        </p:txBody>
      </p:sp>
    </p:spTree>
    <p:extLst>
      <p:ext uri="{BB962C8B-B14F-4D97-AF65-F5344CB8AC3E}">
        <p14:creationId xmlns:p14="http://schemas.microsoft.com/office/powerpoint/2010/main" val="1612888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ext and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09600" y="585787"/>
            <a:ext cx="5125133" cy="640585"/>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2182368"/>
            <a:ext cx="5125133" cy="3902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5125133" cy="462728"/>
          </a:xfrm>
        </p:spPr>
        <p:txBody>
          <a:bodyPr lIns="0" tIns="0" rIns="0" bIns="0"/>
          <a:lstStyle>
            <a:lvl1pPr>
              <a:defRPr lang="en-GB" sz="2400" dirty="0">
                <a:solidFill>
                  <a:srgbClr val="000060"/>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09600" y="1825624"/>
            <a:ext cx="5125133" cy="375320"/>
          </a:xfrm>
        </p:spPr>
        <p:txBody>
          <a:bodyPr/>
          <a:lstStyle>
            <a:lvl1pPr>
              <a:defRPr sz="1800">
                <a:solidFill>
                  <a:schemeClr val="accent1"/>
                </a:solidFill>
                <a:latin typeface="+mj-lt"/>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D1C6E884-F1C7-41B3-82F4-E73A98C2A159}"/>
              </a:ext>
            </a:extLst>
          </p:cNvPr>
          <p:cNvSpPr>
            <a:spLocks noGrp="1"/>
          </p:cNvSpPr>
          <p:nvPr>
            <p:ph type="pic" sz="quarter" idx="14" hasCustomPrompt="1"/>
          </p:nvPr>
        </p:nvSpPr>
        <p:spPr>
          <a:xfrm>
            <a:off x="6096000" y="0"/>
            <a:ext cx="6096000" cy="6858000"/>
          </a:xfrm>
          <a:prstGeom prst="rect">
            <a:avLst/>
          </a:prstGeom>
          <a:solidFill>
            <a:schemeClr val="tx2"/>
          </a:solidFill>
        </p:spPr>
        <p:txBody>
          <a:bodyPr wrap="square" bIns="720000" anchor="b">
            <a:noAutofit/>
          </a:bodyPr>
          <a:lstStyle>
            <a:lvl1pPr algn="ctr">
              <a:defRPr>
                <a:solidFill>
                  <a:schemeClr val="bg1"/>
                </a:solidFill>
              </a:defRPr>
            </a:lvl1pPr>
          </a:lstStyle>
          <a:p>
            <a:r>
              <a:rPr lang="en-US" dirty="0"/>
              <a:t>Click here and select an image from the Images Library in Templafy.</a:t>
            </a:r>
            <a:br>
              <a:rPr lang="en-US" dirty="0"/>
            </a:br>
            <a:r>
              <a:rPr lang="en-US" dirty="0"/>
              <a:t>Next, select a line from the Slide Elements Library.</a:t>
            </a:r>
          </a:p>
        </p:txBody>
      </p:sp>
      <p:sp>
        <p:nvSpPr>
          <p:cNvPr id="12" name="Text Placeholder 21">
            <a:extLst>
              <a:ext uri="{FF2B5EF4-FFF2-40B4-BE49-F238E27FC236}">
                <a16:creationId xmlns:a16="http://schemas.microsoft.com/office/drawing/2014/main" id="{9CFE1D75-7251-4483-BBC0-74419743A7AE}"/>
              </a:ext>
            </a:extLst>
          </p:cNvPr>
          <p:cNvSpPr>
            <a:spLocks noGrp="1" noChangeAspect="1"/>
          </p:cNvSpPr>
          <p:nvPr>
            <p:ph type="body" sz="quarter" idx="18" hasCustomPrompt="1"/>
          </p:nvPr>
        </p:nvSpPr>
        <p:spPr>
          <a:xfrm>
            <a:off x="10664855" y="6392069"/>
            <a:ext cx="890406" cy="162000"/>
          </a:xfrm>
          <a:blipFill>
            <a:blip r:embed="rId2"/>
            <a:stretch>
              <a:fillRect/>
            </a:stretch>
          </a:blipFill>
        </p:spPr>
        <p:txBody>
          <a:bodyPr/>
          <a:lstStyle>
            <a:lvl1pPr>
              <a:defRPr/>
            </a:lvl1pPr>
            <a:lvl5pPr>
              <a:defRPr/>
            </a:lvl5pPr>
          </a:lstStyle>
          <a:p>
            <a:pPr lvl="0"/>
            <a:r>
              <a:rPr lang="en-US" dirty="0"/>
              <a:t>  </a:t>
            </a:r>
            <a:endParaRPr lang="de-DE" dirty="0"/>
          </a:p>
        </p:txBody>
      </p:sp>
      <p:sp>
        <p:nvSpPr>
          <p:cNvPr id="13" name="Text Placeholder 21">
            <a:extLst>
              <a:ext uri="{FF2B5EF4-FFF2-40B4-BE49-F238E27FC236}">
                <a16:creationId xmlns:a16="http://schemas.microsoft.com/office/drawing/2014/main" id="{BA0FC536-0452-4EEF-9633-5C9F8DD298BC}"/>
              </a:ext>
            </a:extLst>
          </p:cNvPr>
          <p:cNvSpPr>
            <a:spLocks noGrp="1" noChangeAspect="1"/>
          </p:cNvSpPr>
          <p:nvPr>
            <p:ph type="body" sz="quarter" idx="17" hasCustomPrompt="1"/>
          </p:nvPr>
        </p:nvSpPr>
        <p:spPr>
          <a:xfrm>
            <a:off x="10664855" y="6392069"/>
            <a:ext cx="890406" cy="162000"/>
          </a:xfrm>
          <a:blipFill>
            <a:blip r:embed="rId3"/>
            <a:stretch>
              <a:fillRect/>
            </a:stretch>
          </a:blipFill>
        </p:spPr>
        <p:txBody>
          <a:bodyPr/>
          <a:lstStyle>
            <a:lvl1pPr>
              <a:defRPr/>
            </a:lvl1pPr>
            <a:lvl5pPr>
              <a:defRPr/>
            </a:lvl5pPr>
          </a:lstStyle>
          <a:p>
            <a:pPr lvl="0"/>
            <a:r>
              <a:rPr lang="en-US" dirty="0"/>
              <a:t>  </a:t>
            </a:r>
            <a:endParaRPr lang="de-DE" dirty="0"/>
          </a:p>
        </p:txBody>
      </p:sp>
    </p:spTree>
    <p:extLst>
      <p:ext uri="{BB962C8B-B14F-4D97-AF65-F5344CB8AC3E}">
        <p14:creationId xmlns:p14="http://schemas.microsoft.com/office/powerpoint/2010/main" val="4265709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ext and Picture with Caption">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FEA95E3-2877-42A9-A3C8-3758AA03A4F1}"/>
              </a:ext>
            </a:extLst>
          </p:cNvPr>
          <p:cNvSpPr/>
          <p:nvPr userDrawn="1"/>
        </p:nvSpPr>
        <p:spPr>
          <a:xfrm>
            <a:off x="8572500" y="4301490"/>
            <a:ext cx="3619500" cy="178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09600" y="585787"/>
            <a:ext cx="5125133" cy="640585"/>
          </a:xfrm>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2182368"/>
            <a:ext cx="5125133" cy="390027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BE79EB1-3DB8-4F7A-A690-08A369F2B06B}"/>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5125133"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09600" y="1825624"/>
            <a:ext cx="5125133" cy="375320"/>
          </a:xfrm>
        </p:spPr>
        <p:txBody>
          <a:bodyPr>
            <a:noAutofit/>
          </a:bodyPr>
          <a:lstStyle>
            <a:lvl1pPr>
              <a:defRPr sz="1800">
                <a:solidFill>
                  <a:schemeClr val="accent1"/>
                </a:solidFill>
                <a:latin typeface="+mj-lt"/>
              </a:defRPr>
            </a:lvl1pPr>
          </a:lstStyle>
          <a:p>
            <a:pPr lvl="0"/>
            <a:r>
              <a:rPr lang="en-US"/>
              <a:t>Click to edit Master text styles</a:t>
            </a:r>
          </a:p>
        </p:txBody>
      </p:sp>
      <p:sp>
        <p:nvSpPr>
          <p:cNvPr id="18" name="Picture Placeholder 17">
            <a:extLst>
              <a:ext uri="{FF2B5EF4-FFF2-40B4-BE49-F238E27FC236}">
                <a16:creationId xmlns:a16="http://schemas.microsoft.com/office/drawing/2014/main" id="{55D30CEF-6343-41E0-8E25-7AE366C1E2D9}"/>
              </a:ext>
            </a:extLst>
          </p:cNvPr>
          <p:cNvSpPr>
            <a:spLocks noGrp="1"/>
          </p:cNvSpPr>
          <p:nvPr>
            <p:ph type="pic" sz="quarter" idx="14" hasCustomPrompt="1"/>
          </p:nvPr>
        </p:nvSpPr>
        <p:spPr>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4301490 h 6858000"/>
              <a:gd name="connsiteX3" fmla="*/ 2476500 w 6096000"/>
              <a:gd name="connsiteY3" fmla="*/ 4301490 h 6858000"/>
              <a:gd name="connsiteX4" fmla="*/ 2476500 w 6096000"/>
              <a:gd name="connsiteY4" fmla="*/ 6082642 h 6858000"/>
              <a:gd name="connsiteX5" fmla="*/ 6096000 w 6096000"/>
              <a:gd name="connsiteY5" fmla="*/ 6082642 h 6858000"/>
              <a:gd name="connsiteX6" fmla="*/ 6096000 w 6096000"/>
              <a:gd name="connsiteY6" fmla="*/ 6858000 h 6858000"/>
              <a:gd name="connsiteX7" fmla="*/ 0 w 6096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4301490"/>
                </a:lnTo>
                <a:lnTo>
                  <a:pt x="2476500" y="4301490"/>
                </a:lnTo>
                <a:lnTo>
                  <a:pt x="2476500" y="6082642"/>
                </a:lnTo>
                <a:lnTo>
                  <a:pt x="6096000" y="6082642"/>
                </a:lnTo>
                <a:lnTo>
                  <a:pt x="6096000" y="6858000"/>
                </a:lnTo>
                <a:lnTo>
                  <a:pt x="0" y="6858000"/>
                </a:lnTo>
                <a:close/>
              </a:path>
            </a:pathLst>
          </a:custGeom>
          <a:solidFill>
            <a:schemeClr val="tx2"/>
          </a:solidFill>
        </p:spPr>
        <p:txBody>
          <a:bodyPr wrap="square" tIns="828000" anchor="ctr" anchorCtr="1">
            <a:noAutofit/>
          </a:bodyPr>
          <a:lstStyle>
            <a:lvl1pPr algn="ctr">
              <a:defRPr>
                <a:solidFill>
                  <a:schemeClr val="bg1"/>
                </a:solidFill>
              </a:defRPr>
            </a:lvl1pPr>
          </a:lstStyle>
          <a:p>
            <a:r>
              <a:rPr lang="en-US"/>
              <a:t>Click here and select an image from the Images Library in Templafy.</a:t>
            </a:r>
            <a:br>
              <a:rPr lang="en-US"/>
            </a:br>
            <a:r>
              <a:rPr lang="en-US"/>
              <a:t>Next, select a line from the Slide Elements Library.</a:t>
            </a:r>
          </a:p>
        </p:txBody>
      </p:sp>
      <p:sp>
        <p:nvSpPr>
          <p:cNvPr id="14" name="Content Placeholder 2">
            <a:extLst>
              <a:ext uri="{FF2B5EF4-FFF2-40B4-BE49-F238E27FC236}">
                <a16:creationId xmlns:a16="http://schemas.microsoft.com/office/drawing/2014/main" id="{7FBAD3CA-2CBF-4717-8BAC-D05DCBA68E4B}"/>
              </a:ext>
            </a:extLst>
          </p:cNvPr>
          <p:cNvSpPr>
            <a:spLocks noGrp="1"/>
          </p:cNvSpPr>
          <p:nvPr>
            <p:ph idx="17"/>
          </p:nvPr>
        </p:nvSpPr>
        <p:spPr>
          <a:xfrm>
            <a:off x="8879681" y="4607977"/>
            <a:ext cx="2675711" cy="1172980"/>
          </a:xfrm>
          <a:noFill/>
        </p:spPr>
        <p:txBody>
          <a:bodyPr>
            <a:noAutofit/>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Text Placeholder 21">
            <a:extLst>
              <a:ext uri="{FF2B5EF4-FFF2-40B4-BE49-F238E27FC236}">
                <a16:creationId xmlns:a16="http://schemas.microsoft.com/office/drawing/2014/main" id="{3F7486DE-2423-43A7-8B62-EF7AB2CCC450}"/>
              </a:ext>
            </a:extLst>
          </p:cNvPr>
          <p:cNvSpPr>
            <a:spLocks noGrp="1" noChangeAspect="1"/>
          </p:cNvSpPr>
          <p:nvPr>
            <p:ph type="body" sz="quarter" idx="18" hasCustomPrompt="1"/>
          </p:nvPr>
        </p:nvSpPr>
        <p:spPr>
          <a:xfrm>
            <a:off x="10664855" y="6392069"/>
            <a:ext cx="890406" cy="162000"/>
          </a:xfrm>
          <a:blipFill>
            <a:blip r:embed="rId2"/>
            <a:stretch>
              <a:fillRect/>
            </a:stretch>
          </a:blipFill>
        </p:spPr>
        <p:txBody>
          <a:bodyPr/>
          <a:lstStyle>
            <a:lvl1pPr>
              <a:defRPr/>
            </a:lvl1pPr>
            <a:lvl5pPr>
              <a:defRPr/>
            </a:lvl5pPr>
          </a:lstStyle>
          <a:p>
            <a:pPr lvl="0"/>
            <a:r>
              <a:rPr lang="en-US" dirty="0"/>
              <a:t>  </a:t>
            </a:r>
            <a:endParaRPr lang="de-DE" dirty="0"/>
          </a:p>
        </p:txBody>
      </p:sp>
      <p:sp>
        <p:nvSpPr>
          <p:cNvPr id="15" name="Text Placeholder 21">
            <a:extLst>
              <a:ext uri="{FF2B5EF4-FFF2-40B4-BE49-F238E27FC236}">
                <a16:creationId xmlns:a16="http://schemas.microsoft.com/office/drawing/2014/main" id="{51966D72-99E9-4B07-B55F-0313F6EECDDD}"/>
              </a:ext>
            </a:extLst>
          </p:cNvPr>
          <p:cNvSpPr>
            <a:spLocks noGrp="1" noChangeAspect="1"/>
          </p:cNvSpPr>
          <p:nvPr>
            <p:ph type="body" sz="quarter" idx="19" hasCustomPrompt="1"/>
          </p:nvPr>
        </p:nvSpPr>
        <p:spPr>
          <a:xfrm>
            <a:off x="10664855" y="6392069"/>
            <a:ext cx="890406" cy="162000"/>
          </a:xfrm>
          <a:blipFill>
            <a:blip r:embed="rId3"/>
            <a:stretch>
              <a:fillRect/>
            </a:stretch>
          </a:blipFill>
        </p:spPr>
        <p:txBody>
          <a:bodyPr/>
          <a:lstStyle>
            <a:lvl1pPr>
              <a:defRPr/>
            </a:lvl1pPr>
            <a:lvl5pPr>
              <a:defRPr/>
            </a:lvl5pPr>
          </a:lstStyle>
          <a:p>
            <a:pPr lvl="0"/>
            <a:r>
              <a:rPr lang="en-US" dirty="0"/>
              <a:t>  </a:t>
            </a:r>
            <a:endParaRPr lang="de-DE" dirty="0"/>
          </a:p>
        </p:txBody>
      </p:sp>
    </p:spTree>
    <p:extLst>
      <p:ext uri="{BB962C8B-B14F-4D97-AF65-F5344CB8AC3E}">
        <p14:creationId xmlns:p14="http://schemas.microsoft.com/office/powerpoint/2010/main" val="1748673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C2EEA33-2E5B-4611-AD95-68E5FEAB1D15}"/>
              </a:ext>
            </a:extLst>
          </p:cNvPr>
          <p:cNvSpPr/>
          <p:nvPr userDrawn="1"/>
        </p:nvSpPr>
        <p:spPr>
          <a:xfrm>
            <a:off x="0" y="1"/>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709459" y="585787"/>
            <a:ext cx="4865226" cy="640585"/>
          </a:xfrm>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709459" y="2182368"/>
            <a:ext cx="4865226" cy="3902057"/>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709459" y="1241612"/>
            <a:ext cx="4865226"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709459" y="1825624"/>
            <a:ext cx="4865226" cy="375320"/>
          </a:xfrm>
        </p:spPr>
        <p:txBody>
          <a:bodyPr>
            <a:noAutofit/>
          </a:bodyPr>
          <a:lstStyle>
            <a:lvl1pPr>
              <a:defRPr sz="1800">
                <a:solidFill>
                  <a:schemeClr val="accent1"/>
                </a:solidFill>
                <a:latin typeface="+mj-lt"/>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D1C6E884-F1C7-41B3-82F4-E73A98C2A159}"/>
              </a:ext>
            </a:extLst>
          </p:cNvPr>
          <p:cNvSpPr>
            <a:spLocks noGrp="1"/>
          </p:cNvSpPr>
          <p:nvPr>
            <p:ph type="pic" sz="quarter" idx="14" hasCustomPrompt="1"/>
          </p:nvPr>
        </p:nvSpPr>
        <p:spPr>
          <a:xfrm>
            <a:off x="0" y="0"/>
            <a:ext cx="6096000" cy="6858000"/>
          </a:xfrm>
          <a:prstGeom prst="rect">
            <a:avLst/>
          </a:prstGeom>
          <a:solidFill>
            <a:schemeClr val="tx2"/>
          </a:solidFill>
        </p:spPr>
        <p:txBody>
          <a:bodyPr wrap="square" bIns="720000" anchor="b">
            <a:noAutofit/>
          </a:bodyPr>
          <a:lstStyle>
            <a:lvl1pPr algn="ctr">
              <a:defRPr>
                <a:solidFill>
                  <a:schemeClr val="bg1"/>
                </a:solidFill>
              </a:defRPr>
            </a:lvl1pPr>
          </a:lstStyle>
          <a:p>
            <a:r>
              <a:rPr lang="en-US"/>
              <a:t>Click here and select an image from the Images Library in Templafy.</a:t>
            </a:r>
            <a:br>
              <a:rPr lang="en-US"/>
            </a:br>
            <a:r>
              <a:rPr lang="en-US"/>
              <a:t>Next, select a line from the Slide Elements Library.</a:t>
            </a:r>
          </a:p>
        </p:txBody>
      </p:sp>
      <p:sp>
        <p:nvSpPr>
          <p:cNvPr id="15" name="Slide Number Placeholder 5">
            <a:extLst>
              <a:ext uri="{FF2B5EF4-FFF2-40B4-BE49-F238E27FC236}">
                <a16:creationId xmlns:a16="http://schemas.microsoft.com/office/drawing/2014/main" id="{B156CB95-1329-4756-859D-53EF511124C7}"/>
              </a:ext>
            </a:extLst>
          </p:cNvPr>
          <p:cNvSpPr>
            <a:spLocks noGrp="1"/>
          </p:cNvSpPr>
          <p:nvPr>
            <p:ph type="sldNum" sz="quarter" idx="12"/>
          </p:nvPr>
        </p:nvSpPr>
        <p:spPr>
          <a:xfrm>
            <a:off x="609600" y="6356350"/>
            <a:ext cx="495300" cy="365125"/>
          </a:xfrm>
        </p:spPr>
        <p:txBody>
          <a:bodyPr>
            <a:noAutofit/>
          </a:bodyPr>
          <a:lstStyle>
            <a:lvl1pPr>
              <a:defRPr>
                <a:solidFill>
                  <a:schemeClr val="bg1"/>
                </a:solidFill>
              </a:defRPr>
            </a:lvl1pPr>
          </a:lstStyle>
          <a:p>
            <a:fld id="{555B1587-59F1-4FB5-A363-0505DAC627C3}" type="slidenum">
              <a:rPr lang="en-US" smtClean="0"/>
              <a:pPr/>
              <a:t>‹#›</a:t>
            </a:fld>
            <a:endParaRPr lang="en-US"/>
          </a:p>
        </p:txBody>
      </p:sp>
    </p:spTree>
    <p:extLst>
      <p:ext uri="{BB962C8B-B14F-4D97-AF65-F5344CB8AC3E}">
        <p14:creationId xmlns:p14="http://schemas.microsoft.com/office/powerpoint/2010/main" val="4092936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Picture with Caption (2)">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CECE92-8116-48F5-AA44-C8DF8A2B62F8}"/>
              </a:ext>
            </a:extLst>
          </p:cNvPr>
          <p:cNvSpPr/>
          <p:nvPr userDrawn="1"/>
        </p:nvSpPr>
        <p:spPr>
          <a:xfrm>
            <a:off x="0" y="4301490"/>
            <a:ext cx="3619500" cy="1781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3" name="Rectangle 12">
            <a:extLst>
              <a:ext uri="{FF2B5EF4-FFF2-40B4-BE49-F238E27FC236}">
                <a16:creationId xmlns:a16="http://schemas.microsoft.com/office/drawing/2014/main" id="{DC2EEA33-2E5B-4611-AD95-68E5FEAB1D15}"/>
              </a:ext>
            </a:extLst>
          </p:cNvPr>
          <p:cNvSpPr/>
          <p:nvPr userDrawn="1"/>
        </p:nvSpPr>
        <p:spPr>
          <a:xfrm>
            <a:off x="0" y="1"/>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709459" y="585787"/>
            <a:ext cx="4865226" cy="640585"/>
          </a:xfrm>
        </p:spPr>
        <p:txBody>
          <a:bodyPr>
            <a:noAutofit/>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709459" y="2182368"/>
            <a:ext cx="4865226" cy="390027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709459" y="1241612"/>
            <a:ext cx="4865226"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709459" y="1825624"/>
            <a:ext cx="4865226" cy="375320"/>
          </a:xfrm>
        </p:spPr>
        <p:txBody>
          <a:bodyPr>
            <a:noAutofit/>
          </a:bodyPr>
          <a:lstStyle>
            <a:lvl1pPr>
              <a:defRPr sz="1800">
                <a:solidFill>
                  <a:schemeClr val="accent1"/>
                </a:solidFill>
                <a:latin typeface="+mj-lt"/>
              </a:defRPr>
            </a:lvl1pPr>
          </a:lstStyle>
          <a:p>
            <a:pPr lvl="0"/>
            <a:r>
              <a:rPr lang="en-US"/>
              <a:t>Click to edit Master text styles</a:t>
            </a:r>
          </a:p>
        </p:txBody>
      </p:sp>
      <p:sp>
        <p:nvSpPr>
          <p:cNvPr id="19" name="Picture Placeholder 18">
            <a:extLst>
              <a:ext uri="{FF2B5EF4-FFF2-40B4-BE49-F238E27FC236}">
                <a16:creationId xmlns:a16="http://schemas.microsoft.com/office/drawing/2014/main" id="{41FC4B7D-F8EE-40C8-B167-441F1B964AE7}"/>
              </a:ext>
            </a:extLst>
          </p:cNvPr>
          <p:cNvSpPr>
            <a:spLocks noGrp="1"/>
          </p:cNvSpPr>
          <p:nvPr>
            <p:ph type="pic" sz="quarter" idx="14" hasCustomPrompt="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6082642 h 6858000"/>
              <a:gd name="connsiteX5" fmla="*/ 3619500 w 6096000"/>
              <a:gd name="connsiteY5" fmla="*/ 6082642 h 6858000"/>
              <a:gd name="connsiteX6" fmla="*/ 3619500 w 6096000"/>
              <a:gd name="connsiteY6" fmla="*/ 4301490 h 6858000"/>
              <a:gd name="connsiteX7" fmla="*/ 0 w 6096000"/>
              <a:gd name="connsiteY7" fmla="*/ 430149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0" y="0"/>
                </a:moveTo>
                <a:lnTo>
                  <a:pt x="6096000" y="0"/>
                </a:lnTo>
                <a:lnTo>
                  <a:pt x="6096000" y="6858000"/>
                </a:lnTo>
                <a:lnTo>
                  <a:pt x="0" y="6858000"/>
                </a:lnTo>
                <a:lnTo>
                  <a:pt x="0" y="6082642"/>
                </a:lnTo>
                <a:lnTo>
                  <a:pt x="3619500" y="6082642"/>
                </a:lnTo>
                <a:lnTo>
                  <a:pt x="3619500" y="4301490"/>
                </a:lnTo>
                <a:lnTo>
                  <a:pt x="0" y="4301490"/>
                </a:lnTo>
                <a:close/>
              </a:path>
            </a:pathLst>
          </a:custGeom>
          <a:solidFill>
            <a:schemeClr val="tx2"/>
          </a:solidFill>
        </p:spPr>
        <p:txBody>
          <a:bodyPr wrap="square" tIns="828000" anchor="ctr">
            <a:noAutofit/>
          </a:bodyPr>
          <a:lstStyle>
            <a:lvl1pPr algn="ctr">
              <a:defRPr>
                <a:solidFill>
                  <a:schemeClr val="bg1"/>
                </a:solidFill>
              </a:defRPr>
            </a:lvl1pPr>
          </a:lstStyle>
          <a:p>
            <a:r>
              <a:rPr lang="en-US"/>
              <a:t>Click here and select an image from the Images Library in Templafy.</a:t>
            </a:r>
            <a:br>
              <a:rPr lang="en-US"/>
            </a:br>
            <a:r>
              <a:rPr lang="en-US"/>
              <a:t>Next, select a line from the Slide Elements Library.</a:t>
            </a:r>
          </a:p>
        </p:txBody>
      </p:sp>
      <p:sp>
        <p:nvSpPr>
          <p:cNvPr id="15" name="Slide Number Placeholder 5">
            <a:extLst>
              <a:ext uri="{FF2B5EF4-FFF2-40B4-BE49-F238E27FC236}">
                <a16:creationId xmlns:a16="http://schemas.microsoft.com/office/drawing/2014/main" id="{B156CB95-1329-4756-859D-53EF511124C7}"/>
              </a:ext>
            </a:extLst>
          </p:cNvPr>
          <p:cNvSpPr>
            <a:spLocks noGrp="1"/>
          </p:cNvSpPr>
          <p:nvPr>
            <p:ph type="sldNum" sz="quarter" idx="12"/>
          </p:nvPr>
        </p:nvSpPr>
        <p:spPr>
          <a:xfrm>
            <a:off x="609600" y="6356350"/>
            <a:ext cx="495300" cy="365125"/>
          </a:xfrm>
        </p:spPr>
        <p:txBody>
          <a:bodyPr>
            <a:noAutofit/>
          </a:bodyPr>
          <a:lstStyle>
            <a:lvl1pPr>
              <a:defRPr>
                <a:solidFill>
                  <a:schemeClr val="bg1"/>
                </a:solidFill>
              </a:defRPr>
            </a:lvl1pPr>
          </a:lstStyle>
          <a:p>
            <a:fld id="{555B1587-59F1-4FB5-A363-0505DAC627C3}" type="slidenum">
              <a:rPr lang="en-US" smtClean="0"/>
              <a:pPr/>
              <a:t>‹#›</a:t>
            </a:fld>
            <a:endParaRPr lang="en-US"/>
          </a:p>
        </p:txBody>
      </p:sp>
      <p:sp>
        <p:nvSpPr>
          <p:cNvPr id="12" name="Content Placeholder 2">
            <a:extLst>
              <a:ext uri="{FF2B5EF4-FFF2-40B4-BE49-F238E27FC236}">
                <a16:creationId xmlns:a16="http://schemas.microsoft.com/office/drawing/2014/main" id="{DD944D76-2D13-4382-8D82-55E28D6973AA}"/>
              </a:ext>
            </a:extLst>
          </p:cNvPr>
          <p:cNvSpPr>
            <a:spLocks noGrp="1"/>
          </p:cNvSpPr>
          <p:nvPr>
            <p:ph idx="17"/>
          </p:nvPr>
        </p:nvSpPr>
        <p:spPr>
          <a:xfrm>
            <a:off x="343864" y="4605576"/>
            <a:ext cx="2968453" cy="1169884"/>
          </a:xfrm>
          <a:noFill/>
        </p:spPr>
        <p:txBody>
          <a:bodyPr>
            <a:noAutofit/>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109305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ext and Illustration">
    <p:bg>
      <p:bgPr>
        <a:solidFill>
          <a:schemeClr val="tx2"/>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BB976F5-9C1D-4A08-B736-18D226E1FA40}"/>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3" name="Rectangle 12">
            <a:extLst>
              <a:ext uri="{FF2B5EF4-FFF2-40B4-BE49-F238E27FC236}">
                <a16:creationId xmlns:a16="http://schemas.microsoft.com/office/drawing/2014/main" id="{DC2EEA33-2E5B-4611-AD95-68E5FEAB1D15}"/>
              </a:ext>
            </a:extLst>
          </p:cNvPr>
          <p:cNvSpPr/>
          <p:nvPr userDrawn="1"/>
        </p:nvSpPr>
        <p:spPr>
          <a:xfrm>
            <a:off x="0" y="1"/>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709459" y="585787"/>
            <a:ext cx="4865226" cy="640585"/>
          </a:xfrm>
        </p:spPr>
        <p:txBody>
          <a:bodyPr>
            <a:noAutofit/>
          </a:bodyPr>
          <a:lstStyle>
            <a:lvl1pPr>
              <a:defRPr>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709459" y="2182368"/>
            <a:ext cx="4865226" cy="3902057"/>
          </a:xfrm>
        </p:spPr>
        <p:txBody>
          <a:bodyPr>
            <a:noAutofit/>
          </a:bodyPr>
          <a:lstStyle>
            <a:lvl1pP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709459" y="1241612"/>
            <a:ext cx="4865226" cy="462728"/>
          </a:xfrm>
        </p:spPr>
        <p:txBody>
          <a:bodyPr lIns="0" tIns="0" rIns="0" bIns="0">
            <a:noAutofit/>
          </a:bodyPr>
          <a:lstStyle>
            <a:lvl1pPr>
              <a:defRPr lang="en-GB" sz="2400" dirty="0">
                <a:solidFill>
                  <a:schemeClr val="bg1"/>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709459" y="1825624"/>
            <a:ext cx="4865226" cy="375320"/>
          </a:xfrm>
        </p:spPr>
        <p:txBody>
          <a:bodyPr>
            <a:noAutofit/>
          </a:bodyPr>
          <a:lstStyle>
            <a:lvl1pPr>
              <a:defRPr sz="1800">
                <a:solidFill>
                  <a:schemeClr val="bg1"/>
                </a:solidFill>
                <a:latin typeface="+mj-lt"/>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D1C6E884-F1C7-41B3-82F4-E73A98C2A159}"/>
              </a:ext>
            </a:extLst>
          </p:cNvPr>
          <p:cNvSpPr>
            <a:spLocks noGrp="1"/>
          </p:cNvSpPr>
          <p:nvPr>
            <p:ph type="pic" sz="quarter" idx="14" hasCustomPrompt="1"/>
          </p:nvPr>
        </p:nvSpPr>
        <p:spPr>
          <a:xfrm>
            <a:off x="617315" y="585788"/>
            <a:ext cx="4861370" cy="5498638"/>
          </a:xfrm>
          <a:prstGeom prst="rect">
            <a:avLst/>
          </a:prstGeom>
          <a:noFill/>
        </p:spPr>
        <p:txBody>
          <a:bodyPr wrap="square" tIns="0" bIns="180000" anchor="b" anchorCtr="0">
            <a:noAutofit/>
          </a:bodyPr>
          <a:lstStyle>
            <a:lvl1pPr algn="ctr">
              <a:defRPr/>
            </a:lvl1pPr>
          </a:lstStyle>
          <a:p>
            <a:r>
              <a:rPr lang="en-US" dirty="0"/>
              <a:t>Click here and select an illustration from</a:t>
            </a:r>
            <a:br>
              <a:rPr lang="en-US" dirty="0"/>
            </a:br>
            <a:r>
              <a:rPr lang="en-US" dirty="0"/>
              <a:t>the Illustrations Library in Templafy.</a:t>
            </a:r>
          </a:p>
        </p:txBody>
      </p:sp>
      <p:sp>
        <p:nvSpPr>
          <p:cNvPr id="15" name="Slide Number Placeholder 5">
            <a:extLst>
              <a:ext uri="{FF2B5EF4-FFF2-40B4-BE49-F238E27FC236}">
                <a16:creationId xmlns:a16="http://schemas.microsoft.com/office/drawing/2014/main" id="{B156CB95-1329-4756-859D-53EF511124C7}"/>
              </a:ext>
            </a:extLst>
          </p:cNvPr>
          <p:cNvSpPr>
            <a:spLocks noGrp="1"/>
          </p:cNvSpPr>
          <p:nvPr>
            <p:ph type="sldNum" sz="quarter" idx="12"/>
          </p:nvPr>
        </p:nvSpPr>
        <p:spPr>
          <a:xfrm>
            <a:off x="609600" y="6356350"/>
            <a:ext cx="495300" cy="365125"/>
          </a:xfrm>
        </p:spPr>
        <p:txBody>
          <a:bodyPr>
            <a:noAutofit/>
          </a:bodyPr>
          <a:lstStyle>
            <a:lvl1pPr>
              <a:defRPr>
                <a:solidFill>
                  <a:srgbClr val="D8D9DA"/>
                </a:solidFill>
              </a:defRPr>
            </a:lvl1pPr>
          </a:lstStyle>
          <a:p>
            <a:fld id="{555B1587-59F1-4FB5-A363-0505DAC627C3}" type="slidenum">
              <a:rPr lang="en-US" smtClean="0"/>
              <a:pPr/>
              <a:t>‹#›</a:t>
            </a:fld>
            <a:endParaRPr lang="en-US"/>
          </a:p>
        </p:txBody>
      </p:sp>
      <p:sp>
        <p:nvSpPr>
          <p:cNvPr id="24" name="Text Placeholder 21">
            <a:extLst>
              <a:ext uri="{FF2B5EF4-FFF2-40B4-BE49-F238E27FC236}">
                <a16:creationId xmlns:a16="http://schemas.microsoft.com/office/drawing/2014/main" id="{9B39EED1-497C-47FD-88D3-0BEF77B6AC66}"/>
              </a:ext>
            </a:extLst>
          </p:cNvPr>
          <p:cNvSpPr>
            <a:spLocks noGrp="1" noChangeAspect="1"/>
          </p:cNvSpPr>
          <p:nvPr>
            <p:ph type="body" sz="quarter" idx="18" hasCustomPrompt="1"/>
          </p:nvPr>
        </p:nvSpPr>
        <p:spPr>
          <a:xfrm>
            <a:off x="10664855" y="6392069"/>
            <a:ext cx="890406" cy="162000"/>
          </a:xfrm>
          <a:blipFill>
            <a:blip r:embed="rId2"/>
            <a:stretch>
              <a:fillRect/>
            </a:stretch>
          </a:blipFill>
        </p:spPr>
        <p:txBody>
          <a:bodyPr/>
          <a:lstStyle>
            <a:lvl1pPr>
              <a:defRPr/>
            </a:lvl1pPr>
            <a:lvl5pPr>
              <a:defRPr/>
            </a:lvl5pPr>
          </a:lstStyle>
          <a:p>
            <a:pPr lvl="0"/>
            <a:r>
              <a:rPr lang="en-US" dirty="0"/>
              <a:t>  </a:t>
            </a:r>
            <a:endParaRPr lang="de-DE" dirty="0"/>
          </a:p>
        </p:txBody>
      </p:sp>
      <p:sp>
        <p:nvSpPr>
          <p:cNvPr id="25" name="Text Placeholder 21">
            <a:extLst>
              <a:ext uri="{FF2B5EF4-FFF2-40B4-BE49-F238E27FC236}">
                <a16:creationId xmlns:a16="http://schemas.microsoft.com/office/drawing/2014/main" id="{FA1B73D7-BAEF-4926-8FA2-541980E6AA22}"/>
              </a:ext>
            </a:extLst>
          </p:cNvPr>
          <p:cNvSpPr>
            <a:spLocks noGrp="1" noChangeAspect="1"/>
          </p:cNvSpPr>
          <p:nvPr>
            <p:ph type="body" sz="quarter" idx="17" hasCustomPrompt="1"/>
          </p:nvPr>
        </p:nvSpPr>
        <p:spPr>
          <a:xfrm>
            <a:off x="10664855" y="6392069"/>
            <a:ext cx="890406" cy="162000"/>
          </a:xfrm>
          <a:blipFill>
            <a:blip r:embed="rId3"/>
            <a:stretch>
              <a:fillRect/>
            </a:stretch>
          </a:blipFill>
        </p:spPr>
        <p:txBody>
          <a:bodyPr/>
          <a:lstStyle>
            <a:lvl1pPr>
              <a:defRPr/>
            </a:lvl1pPr>
            <a:lvl5pPr>
              <a:defRPr/>
            </a:lvl5pPr>
          </a:lstStyle>
          <a:p>
            <a:pPr lvl="0"/>
            <a:r>
              <a:rPr lang="en-US" dirty="0"/>
              <a:t>  </a:t>
            </a:r>
            <a:endParaRPr lang="de-DE" dirty="0"/>
          </a:p>
        </p:txBody>
      </p:sp>
    </p:spTree>
    <p:extLst>
      <p:ext uri="{BB962C8B-B14F-4D97-AF65-F5344CB8AC3E}">
        <p14:creationId xmlns:p14="http://schemas.microsoft.com/office/powerpoint/2010/main" val="4024958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Illustration (2)">
    <p:bg>
      <p:bgPr>
        <a:solidFill>
          <a:srgbClr val="EFEFE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BB976F5-9C1D-4A08-B736-18D226E1FA40}"/>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13" name="Rectangle 12">
            <a:extLst>
              <a:ext uri="{FF2B5EF4-FFF2-40B4-BE49-F238E27FC236}">
                <a16:creationId xmlns:a16="http://schemas.microsoft.com/office/drawing/2014/main" id="{DC2EEA33-2E5B-4611-AD95-68E5FEAB1D15}"/>
              </a:ext>
            </a:extLst>
          </p:cNvPr>
          <p:cNvSpPr/>
          <p:nvPr userDrawn="1"/>
        </p:nvSpPr>
        <p:spPr>
          <a:xfrm>
            <a:off x="0" y="1"/>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6" name="Picture Placeholder 25">
            <a:extLst>
              <a:ext uri="{FF2B5EF4-FFF2-40B4-BE49-F238E27FC236}">
                <a16:creationId xmlns:a16="http://schemas.microsoft.com/office/drawing/2014/main" id="{D1C6E884-F1C7-41B3-82F4-E73A98C2A159}"/>
              </a:ext>
            </a:extLst>
          </p:cNvPr>
          <p:cNvSpPr>
            <a:spLocks noGrp="1"/>
          </p:cNvSpPr>
          <p:nvPr>
            <p:ph type="pic" sz="quarter" idx="14" hasCustomPrompt="1"/>
          </p:nvPr>
        </p:nvSpPr>
        <p:spPr>
          <a:xfrm>
            <a:off x="617315" y="585788"/>
            <a:ext cx="4861370" cy="5498638"/>
          </a:xfrm>
          <a:prstGeom prst="rect">
            <a:avLst/>
          </a:prstGeom>
          <a:noFill/>
        </p:spPr>
        <p:txBody>
          <a:bodyPr wrap="square" bIns="180000" anchor="b">
            <a:noAutofit/>
          </a:bodyPr>
          <a:lstStyle>
            <a:lvl1pPr algn="ctr">
              <a:defRPr/>
            </a:lvl1pPr>
          </a:lstStyle>
          <a:p>
            <a:r>
              <a:rPr lang="en-US" dirty="0"/>
              <a:t>Click here and select an illustration from</a:t>
            </a:r>
            <a:br>
              <a:rPr lang="en-US" dirty="0"/>
            </a:br>
            <a:r>
              <a:rPr lang="en-US" dirty="0"/>
              <a:t>the Illustrations Library in Templafy.</a:t>
            </a:r>
          </a:p>
        </p:txBody>
      </p:sp>
      <p:sp>
        <p:nvSpPr>
          <p:cNvPr id="15" name="Slide Number Placeholder 5">
            <a:extLst>
              <a:ext uri="{FF2B5EF4-FFF2-40B4-BE49-F238E27FC236}">
                <a16:creationId xmlns:a16="http://schemas.microsoft.com/office/drawing/2014/main" id="{B156CB95-1329-4756-859D-53EF511124C7}"/>
              </a:ext>
            </a:extLst>
          </p:cNvPr>
          <p:cNvSpPr>
            <a:spLocks noGrp="1"/>
          </p:cNvSpPr>
          <p:nvPr>
            <p:ph type="sldNum" sz="quarter" idx="12"/>
          </p:nvPr>
        </p:nvSpPr>
        <p:spPr>
          <a:xfrm>
            <a:off x="609600" y="6356350"/>
            <a:ext cx="495300" cy="365125"/>
          </a:xfrm>
        </p:spPr>
        <p:txBody>
          <a:bodyPr>
            <a:noAutofit/>
          </a:bodyPr>
          <a:lstStyle>
            <a:lvl1pPr>
              <a:defRPr>
                <a:solidFill>
                  <a:srgbClr val="D8D9DA"/>
                </a:solidFill>
              </a:defRPr>
            </a:lvl1pPr>
          </a:lstStyle>
          <a:p>
            <a:fld id="{555B1587-59F1-4FB5-A363-0505DAC627C3}" type="slidenum">
              <a:rPr lang="en-US" smtClean="0"/>
              <a:pPr/>
              <a:t>‹#›</a:t>
            </a:fld>
            <a:endParaRPr lang="en-US"/>
          </a:p>
        </p:txBody>
      </p:sp>
      <p:sp>
        <p:nvSpPr>
          <p:cNvPr id="14" name="Title 1">
            <a:extLst>
              <a:ext uri="{FF2B5EF4-FFF2-40B4-BE49-F238E27FC236}">
                <a16:creationId xmlns:a16="http://schemas.microsoft.com/office/drawing/2014/main" id="{ACB9E5C8-A48C-4553-A83C-816ECC73B776}"/>
              </a:ext>
            </a:extLst>
          </p:cNvPr>
          <p:cNvSpPr>
            <a:spLocks noGrp="1"/>
          </p:cNvSpPr>
          <p:nvPr>
            <p:ph type="title"/>
          </p:nvPr>
        </p:nvSpPr>
        <p:spPr>
          <a:xfrm>
            <a:off x="6709459" y="585787"/>
            <a:ext cx="4865226" cy="640585"/>
          </a:xfrm>
        </p:spPr>
        <p:txBody>
          <a:bodyPr>
            <a:noAutofit/>
          </a:bodyPr>
          <a:lstStyle>
            <a:lvl1pPr>
              <a:defRPr/>
            </a:lvl1pPr>
          </a:lstStyle>
          <a:p>
            <a:r>
              <a:rPr lang="en-US"/>
              <a:t>Click to edit Master title style</a:t>
            </a:r>
            <a:endParaRPr lang="en-GB"/>
          </a:p>
        </p:txBody>
      </p:sp>
      <p:sp>
        <p:nvSpPr>
          <p:cNvPr id="16" name="Content Placeholder 2">
            <a:extLst>
              <a:ext uri="{FF2B5EF4-FFF2-40B4-BE49-F238E27FC236}">
                <a16:creationId xmlns:a16="http://schemas.microsoft.com/office/drawing/2014/main" id="{D9AEAE2D-E440-484A-AFCB-B09F4282DFE6}"/>
              </a:ext>
            </a:extLst>
          </p:cNvPr>
          <p:cNvSpPr>
            <a:spLocks noGrp="1"/>
          </p:cNvSpPr>
          <p:nvPr>
            <p:ph idx="1"/>
          </p:nvPr>
        </p:nvSpPr>
        <p:spPr>
          <a:xfrm>
            <a:off x="6709459" y="2182368"/>
            <a:ext cx="4865226" cy="3902057"/>
          </a:xfrm>
        </p:spPr>
        <p:txBody>
          <a:bodyPr>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7" name="Subtitle 2">
            <a:extLst>
              <a:ext uri="{FF2B5EF4-FFF2-40B4-BE49-F238E27FC236}">
                <a16:creationId xmlns:a16="http://schemas.microsoft.com/office/drawing/2014/main" id="{362D647E-BC21-4603-B9CB-E994B0161D16}"/>
              </a:ext>
            </a:extLst>
          </p:cNvPr>
          <p:cNvSpPr>
            <a:spLocks noGrp="1"/>
          </p:cNvSpPr>
          <p:nvPr>
            <p:ph type="subTitle" idx="13"/>
          </p:nvPr>
        </p:nvSpPr>
        <p:spPr>
          <a:xfrm>
            <a:off x="6709459" y="1241612"/>
            <a:ext cx="4865226"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8" name="Content Placeholder 2">
            <a:extLst>
              <a:ext uri="{FF2B5EF4-FFF2-40B4-BE49-F238E27FC236}">
                <a16:creationId xmlns:a16="http://schemas.microsoft.com/office/drawing/2014/main" id="{F73C5077-8469-4BBD-9E35-3B9B705FB9F1}"/>
              </a:ext>
            </a:extLst>
          </p:cNvPr>
          <p:cNvSpPr>
            <a:spLocks noGrp="1"/>
          </p:cNvSpPr>
          <p:nvPr>
            <p:ph idx="15"/>
          </p:nvPr>
        </p:nvSpPr>
        <p:spPr>
          <a:xfrm>
            <a:off x="6709459" y="1825624"/>
            <a:ext cx="4865226" cy="375320"/>
          </a:xfrm>
        </p:spPr>
        <p:txBody>
          <a:bodyPr>
            <a:noAutofit/>
          </a:bodyPr>
          <a:lstStyle>
            <a:lvl1pPr>
              <a:defRPr sz="1800">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3022923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ext and Illustration Right">
    <p:bg>
      <p:bgPr>
        <a:solidFill>
          <a:schemeClr val="tx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C2EEA33-2E5B-4611-AD95-68E5FEAB1D15}"/>
              </a:ext>
            </a:extLst>
          </p:cNvPr>
          <p:cNvSpPr/>
          <p:nvPr userDrawn="1"/>
        </p:nvSpPr>
        <p:spPr>
          <a:xfrm>
            <a:off x="6096000" y="1"/>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algn="ctr"/>
            <a:endParaRPr lang="en-US"/>
          </a:p>
        </p:txBody>
      </p:sp>
      <p:sp>
        <p:nvSpPr>
          <p:cNvPr id="24" name="Picture Placeholder 25">
            <a:extLst>
              <a:ext uri="{FF2B5EF4-FFF2-40B4-BE49-F238E27FC236}">
                <a16:creationId xmlns:a16="http://schemas.microsoft.com/office/drawing/2014/main" id="{0DFCD3AE-C4CA-48E8-823C-3656BFF22819}"/>
              </a:ext>
            </a:extLst>
          </p:cNvPr>
          <p:cNvSpPr>
            <a:spLocks noGrp="1"/>
          </p:cNvSpPr>
          <p:nvPr>
            <p:ph type="pic" sz="quarter" idx="14" hasCustomPrompt="1"/>
          </p:nvPr>
        </p:nvSpPr>
        <p:spPr>
          <a:xfrm>
            <a:off x="6713315" y="585788"/>
            <a:ext cx="4861370" cy="5496854"/>
          </a:xfrm>
          <a:prstGeom prst="rect">
            <a:avLst/>
          </a:prstGeom>
          <a:noFill/>
        </p:spPr>
        <p:txBody>
          <a:bodyPr wrap="square" tIns="0" bIns="180000" anchor="b" anchorCtr="0">
            <a:noAutofit/>
          </a:bodyPr>
          <a:lstStyle>
            <a:lvl1pPr algn="ctr">
              <a:defRPr/>
            </a:lvl1pPr>
          </a:lstStyle>
          <a:p>
            <a:r>
              <a:rPr lang="en-US" dirty="0"/>
              <a:t>Click here and select an illustration from</a:t>
            </a:r>
            <a:br>
              <a:rPr lang="en-US" dirty="0"/>
            </a:br>
            <a:r>
              <a:rPr lang="en-US" dirty="0"/>
              <a:t>the Illustrations Library in Templafy.</a:t>
            </a:r>
          </a:p>
        </p:txBody>
      </p:sp>
      <p:sp>
        <p:nvSpPr>
          <p:cNvPr id="2" name="Title 1">
            <a:extLst>
              <a:ext uri="{FF2B5EF4-FFF2-40B4-BE49-F238E27FC236}">
                <a16:creationId xmlns:a16="http://schemas.microsoft.com/office/drawing/2014/main" id="{2A83F103-3DD2-4CF2-9802-DCE37611E90A}"/>
              </a:ext>
            </a:extLst>
          </p:cNvPr>
          <p:cNvSpPr>
            <a:spLocks noGrp="1"/>
          </p:cNvSpPr>
          <p:nvPr>
            <p:ph type="title"/>
          </p:nvPr>
        </p:nvSpPr>
        <p:spPr>
          <a:xfrm>
            <a:off x="609600" y="585787"/>
            <a:ext cx="4865226" cy="640585"/>
          </a:xfrm>
        </p:spPr>
        <p:txBody>
          <a:bodyPr>
            <a:noAutofit/>
          </a:bodyPr>
          <a:lstStyle>
            <a:lvl1pPr>
              <a:defRPr>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D2159C9-BC02-401C-A343-DC0C89192608}"/>
              </a:ext>
            </a:extLst>
          </p:cNvPr>
          <p:cNvSpPr>
            <a:spLocks noGrp="1"/>
          </p:cNvSpPr>
          <p:nvPr>
            <p:ph idx="1"/>
          </p:nvPr>
        </p:nvSpPr>
        <p:spPr>
          <a:xfrm>
            <a:off x="609600" y="2182368"/>
            <a:ext cx="4865226" cy="3900274"/>
          </a:xfrm>
        </p:spPr>
        <p:txBody>
          <a:bodyPr>
            <a:noAutofit/>
          </a:bodyPr>
          <a:lstStyle>
            <a:lvl1pP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Subtitle 2">
            <a:extLst>
              <a:ext uri="{FF2B5EF4-FFF2-40B4-BE49-F238E27FC236}">
                <a16:creationId xmlns:a16="http://schemas.microsoft.com/office/drawing/2014/main" id="{B458E103-E4D0-4366-814D-56D67B1D40DA}"/>
              </a:ext>
            </a:extLst>
          </p:cNvPr>
          <p:cNvSpPr>
            <a:spLocks noGrp="1"/>
          </p:cNvSpPr>
          <p:nvPr>
            <p:ph type="subTitle" idx="13"/>
          </p:nvPr>
        </p:nvSpPr>
        <p:spPr>
          <a:xfrm>
            <a:off x="609600" y="1241612"/>
            <a:ext cx="4865226" cy="462728"/>
          </a:xfrm>
        </p:spPr>
        <p:txBody>
          <a:bodyPr lIns="0" tIns="0" rIns="0" bIns="0">
            <a:noAutofit/>
          </a:bodyPr>
          <a:lstStyle>
            <a:lvl1pPr>
              <a:defRPr lang="en-GB" sz="2400" dirty="0">
                <a:solidFill>
                  <a:schemeClr val="bg1"/>
                </a:solidFill>
              </a:defRPr>
            </a:lvl1pPr>
          </a:lstStyle>
          <a:p>
            <a:pPr marL="0" lvl="0" indent="0">
              <a:buNone/>
            </a:pPr>
            <a:endParaRPr lang="en-US" noProof="0"/>
          </a:p>
        </p:txBody>
      </p:sp>
      <p:sp>
        <p:nvSpPr>
          <p:cNvPr id="11" name="Content Placeholder 2">
            <a:extLst>
              <a:ext uri="{FF2B5EF4-FFF2-40B4-BE49-F238E27FC236}">
                <a16:creationId xmlns:a16="http://schemas.microsoft.com/office/drawing/2014/main" id="{FB9D5938-12D4-43D5-9A41-F5466FF8AA2C}"/>
              </a:ext>
            </a:extLst>
          </p:cNvPr>
          <p:cNvSpPr>
            <a:spLocks noGrp="1"/>
          </p:cNvSpPr>
          <p:nvPr>
            <p:ph idx="15"/>
          </p:nvPr>
        </p:nvSpPr>
        <p:spPr>
          <a:xfrm>
            <a:off x="609600" y="1825624"/>
            <a:ext cx="4865226" cy="375320"/>
          </a:xfrm>
        </p:spPr>
        <p:txBody>
          <a:bodyPr>
            <a:noAutofit/>
          </a:bodyPr>
          <a:lstStyle>
            <a:lvl1pPr>
              <a:defRPr sz="1800">
                <a:solidFill>
                  <a:schemeClr val="bg1"/>
                </a:solidFill>
                <a:latin typeface="+mj-lt"/>
              </a:defRPr>
            </a:lvl1pPr>
          </a:lstStyle>
          <a:p>
            <a:pPr lvl="0"/>
            <a:r>
              <a:rPr lang="en-US"/>
              <a:t>Click to edit Master text styles</a:t>
            </a:r>
          </a:p>
        </p:txBody>
      </p:sp>
      <p:sp>
        <p:nvSpPr>
          <p:cNvPr id="15" name="Slide Number Placeholder 5">
            <a:extLst>
              <a:ext uri="{FF2B5EF4-FFF2-40B4-BE49-F238E27FC236}">
                <a16:creationId xmlns:a16="http://schemas.microsoft.com/office/drawing/2014/main" id="{B156CB95-1329-4756-859D-53EF511124C7}"/>
              </a:ext>
            </a:extLst>
          </p:cNvPr>
          <p:cNvSpPr>
            <a:spLocks noGrp="1"/>
          </p:cNvSpPr>
          <p:nvPr>
            <p:ph type="sldNum" sz="quarter" idx="12"/>
          </p:nvPr>
        </p:nvSpPr>
        <p:spPr>
          <a:xfrm>
            <a:off x="609600" y="6356350"/>
            <a:ext cx="495300" cy="365125"/>
          </a:xfrm>
        </p:spPr>
        <p:txBody>
          <a:bodyPr>
            <a:noAutofit/>
          </a:bodyPr>
          <a:lstStyle>
            <a:lvl1pPr>
              <a:defRPr>
                <a:solidFill>
                  <a:srgbClr val="D8D9DA"/>
                </a:solidFill>
              </a:defRPr>
            </a:lvl1pPr>
          </a:lstStyle>
          <a:p>
            <a:fld id="{555B1587-59F1-4FB5-A363-0505DAC627C3}" type="slidenum">
              <a:rPr lang="en-US" smtClean="0"/>
              <a:pPr/>
              <a:t>‹#›</a:t>
            </a:fld>
            <a:endParaRPr lang="en-US"/>
          </a:p>
        </p:txBody>
      </p:sp>
      <p:sp>
        <p:nvSpPr>
          <p:cNvPr id="28" name="Graphic 31">
            <a:extLst>
              <a:ext uri="{FF2B5EF4-FFF2-40B4-BE49-F238E27FC236}">
                <a16:creationId xmlns:a16="http://schemas.microsoft.com/office/drawing/2014/main" id="{93621268-7B25-485D-B6F1-F01FABDCCFC3}"/>
              </a:ext>
            </a:extLst>
          </p:cNvPr>
          <p:cNvSpPr/>
          <p:nvPr userDrawn="1"/>
        </p:nvSpPr>
        <p:spPr>
          <a:xfrm>
            <a:off x="10652186" y="6388681"/>
            <a:ext cx="903206" cy="163280"/>
          </a:xfrm>
          <a:custGeom>
            <a:avLst/>
            <a:gdLst>
              <a:gd name="connsiteX0" fmla="*/ 1634337 w 2761964"/>
              <a:gd name="connsiteY0" fmla="*/ 322905 h 500729"/>
              <a:gd name="connsiteX1" fmla="*/ 1537468 w 2761964"/>
              <a:gd name="connsiteY1" fmla="*/ 437205 h 500729"/>
              <a:gd name="connsiteX2" fmla="*/ 1496034 w 2761964"/>
              <a:gd name="connsiteY2" fmla="*/ 384531 h 500729"/>
              <a:gd name="connsiteX3" fmla="*/ 1512417 w 2761964"/>
              <a:gd name="connsiteY3" fmla="*/ 282900 h 500729"/>
              <a:gd name="connsiteX4" fmla="*/ 1581378 w 2761964"/>
              <a:gd name="connsiteY4" fmla="*/ 215748 h 500729"/>
              <a:gd name="connsiteX5" fmla="*/ 1634337 w 2761964"/>
              <a:gd name="connsiteY5" fmla="*/ 322905 h 500729"/>
              <a:gd name="connsiteX6" fmla="*/ 1475365 w 2761964"/>
              <a:gd name="connsiteY6" fmla="*/ 472257 h 500729"/>
              <a:gd name="connsiteX7" fmla="*/ 1545660 w 2761964"/>
              <a:gd name="connsiteY7" fmla="*/ 498641 h 500729"/>
              <a:gd name="connsiteX8" fmla="*/ 1725682 w 2761964"/>
              <a:gd name="connsiteY8" fmla="*/ 326048 h 500729"/>
              <a:gd name="connsiteX9" fmla="*/ 1614716 w 2761964"/>
              <a:gd name="connsiteY9" fmla="*/ 151645 h 500729"/>
              <a:gd name="connsiteX10" fmla="*/ 1535468 w 2761964"/>
              <a:gd name="connsiteY10" fmla="*/ 164885 h 500729"/>
              <a:gd name="connsiteX11" fmla="*/ 1564043 w 2761964"/>
              <a:gd name="connsiteY11" fmla="*/ -183 h 500729"/>
              <a:gd name="connsiteX12" fmla="*/ 1477556 w 2761964"/>
              <a:gd name="connsiteY12" fmla="*/ -183 h 500729"/>
              <a:gd name="connsiteX13" fmla="*/ 1391831 w 2761964"/>
              <a:gd name="connsiteY13" fmla="*/ 492640 h 500729"/>
              <a:gd name="connsiteX14" fmla="*/ 1457077 w 2761964"/>
              <a:gd name="connsiteY14" fmla="*/ 492640 h 500729"/>
              <a:gd name="connsiteX15" fmla="*/ 1476127 w 2761964"/>
              <a:gd name="connsiteY15" fmla="*/ 472257 h 500729"/>
              <a:gd name="connsiteX16" fmla="*/ 2395957 w 2761964"/>
              <a:gd name="connsiteY16" fmla="*/ 261945 h 500729"/>
              <a:gd name="connsiteX17" fmla="*/ 2300707 w 2761964"/>
              <a:gd name="connsiteY17" fmla="*/ 150978 h 500729"/>
              <a:gd name="connsiteX18" fmla="*/ 2194217 w 2761964"/>
              <a:gd name="connsiteY18" fmla="*/ 200127 h 500729"/>
              <a:gd name="connsiteX19" fmla="*/ 2196408 w 2761964"/>
              <a:gd name="connsiteY19" fmla="*/ 158503 h 500729"/>
              <a:gd name="connsiteX20" fmla="*/ 2116302 w 2761964"/>
              <a:gd name="connsiteY20" fmla="*/ 158503 h 500729"/>
              <a:gd name="connsiteX21" fmla="*/ 2110111 w 2761964"/>
              <a:gd name="connsiteY21" fmla="*/ 220130 h 500729"/>
              <a:gd name="connsiteX22" fmla="*/ 2063629 w 2761964"/>
              <a:gd name="connsiteY22" fmla="*/ 492069 h 500729"/>
              <a:gd name="connsiteX23" fmla="*/ 2151450 w 2761964"/>
              <a:gd name="connsiteY23" fmla="*/ 492069 h 500729"/>
              <a:gd name="connsiteX24" fmla="*/ 2180025 w 2761964"/>
              <a:gd name="connsiteY24" fmla="*/ 315475 h 500729"/>
              <a:gd name="connsiteX25" fmla="*/ 2271560 w 2761964"/>
              <a:gd name="connsiteY25" fmla="*/ 208128 h 500729"/>
              <a:gd name="connsiteX26" fmla="*/ 2308136 w 2761964"/>
              <a:gd name="connsiteY26" fmla="*/ 271565 h 500729"/>
              <a:gd name="connsiteX27" fmla="*/ 2270036 w 2761964"/>
              <a:gd name="connsiteY27" fmla="*/ 492069 h 500729"/>
              <a:gd name="connsiteX28" fmla="*/ 2357094 w 2761964"/>
              <a:gd name="connsiteY28" fmla="*/ 492069 h 500729"/>
              <a:gd name="connsiteX29" fmla="*/ 2761812 w 2761964"/>
              <a:gd name="connsiteY29" fmla="*/ 151550 h 500729"/>
              <a:gd name="connsiteX30" fmla="*/ 2659513 w 2761964"/>
              <a:gd name="connsiteY30" fmla="*/ 151550 h 500729"/>
              <a:gd name="connsiteX31" fmla="*/ 2541975 w 2761964"/>
              <a:gd name="connsiteY31" fmla="*/ 276232 h 500729"/>
              <a:gd name="connsiteX32" fmla="*/ 2540260 w 2761964"/>
              <a:gd name="connsiteY32" fmla="*/ 276232 h 500729"/>
              <a:gd name="connsiteX33" fmla="*/ 2587409 w 2761964"/>
              <a:gd name="connsiteY33" fmla="*/ 7 h 500729"/>
              <a:gd name="connsiteX34" fmla="*/ 2501684 w 2761964"/>
              <a:gd name="connsiteY34" fmla="*/ 7 h 500729"/>
              <a:gd name="connsiteX35" fmla="*/ 2415959 w 2761964"/>
              <a:gd name="connsiteY35" fmla="*/ 492545 h 500729"/>
              <a:gd name="connsiteX36" fmla="*/ 2502541 w 2761964"/>
              <a:gd name="connsiteY36" fmla="*/ 492545 h 500729"/>
              <a:gd name="connsiteX37" fmla="*/ 2511304 w 2761964"/>
              <a:gd name="connsiteY37" fmla="*/ 443301 h 500729"/>
              <a:gd name="connsiteX38" fmla="*/ 2528830 w 2761964"/>
              <a:gd name="connsiteY38" fmla="*/ 335382 h 500729"/>
              <a:gd name="connsiteX39" fmla="*/ 2620461 w 2761964"/>
              <a:gd name="connsiteY39" fmla="*/ 431394 h 500729"/>
              <a:gd name="connsiteX40" fmla="*/ 2634272 w 2761964"/>
              <a:gd name="connsiteY40" fmla="*/ 492545 h 500729"/>
              <a:gd name="connsiteX41" fmla="*/ 2722759 w 2761964"/>
              <a:gd name="connsiteY41" fmla="*/ 492545 h 500729"/>
              <a:gd name="connsiteX42" fmla="*/ 2686278 w 2761964"/>
              <a:gd name="connsiteY42" fmla="*/ 363005 h 500729"/>
              <a:gd name="connsiteX43" fmla="*/ 2619603 w 2761964"/>
              <a:gd name="connsiteY43" fmla="*/ 292520 h 500729"/>
              <a:gd name="connsiteX44" fmla="*/ 247212 w 2761964"/>
              <a:gd name="connsiteY44" fmla="*/ 272517 h 500729"/>
              <a:gd name="connsiteX45" fmla="*/ 351987 w 2761964"/>
              <a:gd name="connsiteY45" fmla="*/ 174124 h 500729"/>
              <a:gd name="connsiteX46" fmla="*/ 217113 w 2761964"/>
              <a:gd name="connsiteY46" fmla="*/ 12199 h 500729"/>
              <a:gd name="connsiteX47" fmla="*/ 83763 w 2761964"/>
              <a:gd name="connsiteY47" fmla="*/ 12199 h 500729"/>
              <a:gd name="connsiteX48" fmla="*/ -153 w 2761964"/>
              <a:gd name="connsiteY48" fmla="*/ 492545 h 500729"/>
              <a:gd name="connsiteX49" fmla="*/ 87001 w 2761964"/>
              <a:gd name="connsiteY49" fmla="*/ 492545 h 500729"/>
              <a:gd name="connsiteX50" fmla="*/ 121767 w 2761964"/>
              <a:gd name="connsiteY50" fmla="*/ 300045 h 500729"/>
              <a:gd name="connsiteX51" fmla="*/ 227114 w 2761964"/>
              <a:gd name="connsiteY51" fmla="*/ 411011 h 500729"/>
              <a:gd name="connsiteX52" fmla="*/ 240925 w 2761964"/>
              <a:gd name="connsiteY52" fmla="*/ 492926 h 500729"/>
              <a:gd name="connsiteX53" fmla="*/ 331317 w 2761964"/>
              <a:gd name="connsiteY53" fmla="*/ 492926 h 500729"/>
              <a:gd name="connsiteX54" fmla="*/ 305028 w 2761964"/>
              <a:gd name="connsiteY54" fmla="*/ 359004 h 500729"/>
              <a:gd name="connsiteX55" fmla="*/ 243306 w 2761964"/>
              <a:gd name="connsiteY55" fmla="*/ 273851 h 500729"/>
              <a:gd name="connsiteX56" fmla="*/ 264833 w 2761964"/>
              <a:gd name="connsiteY56" fmla="*/ 158217 h 500729"/>
              <a:gd name="connsiteX57" fmla="*/ 183394 w 2761964"/>
              <a:gd name="connsiteY57" fmla="*/ 230798 h 500729"/>
              <a:gd name="connsiteX58" fmla="*/ 131959 w 2761964"/>
              <a:gd name="connsiteY58" fmla="*/ 230798 h 500729"/>
              <a:gd name="connsiteX59" fmla="*/ 158629 w 2761964"/>
              <a:gd name="connsiteY59" fmla="*/ 79160 h 500729"/>
              <a:gd name="connsiteX60" fmla="*/ 205397 w 2761964"/>
              <a:gd name="connsiteY60" fmla="*/ 79160 h 500729"/>
              <a:gd name="connsiteX61" fmla="*/ 265309 w 2761964"/>
              <a:gd name="connsiteY61" fmla="*/ 158122 h 500729"/>
              <a:gd name="connsiteX62" fmla="*/ 659073 w 2761964"/>
              <a:gd name="connsiteY62" fmla="*/ 248991 h 500729"/>
              <a:gd name="connsiteX63" fmla="*/ 554298 w 2761964"/>
              <a:gd name="connsiteY63" fmla="*/ 151169 h 500729"/>
              <a:gd name="connsiteX64" fmla="*/ 413804 w 2761964"/>
              <a:gd name="connsiteY64" fmla="*/ 197556 h 500729"/>
              <a:gd name="connsiteX65" fmla="*/ 443903 w 2761964"/>
              <a:gd name="connsiteY65" fmla="*/ 248419 h 500729"/>
              <a:gd name="connsiteX66" fmla="*/ 538677 w 2761964"/>
              <a:gd name="connsiteY66" fmla="*/ 211367 h 500729"/>
              <a:gd name="connsiteX67" fmla="*/ 571252 w 2761964"/>
              <a:gd name="connsiteY67" fmla="*/ 248419 h 500729"/>
              <a:gd name="connsiteX68" fmla="*/ 564394 w 2761964"/>
              <a:gd name="connsiteY68" fmla="*/ 291663 h 500729"/>
              <a:gd name="connsiteX69" fmla="*/ 359226 w 2761964"/>
              <a:gd name="connsiteY69" fmla="*/ 398343 h 500729"/>
              <a:gd name="connsiteX70" fmla="*/ 455142 w 2761964"/>
              <a:gd name="connsiteY70" fmla="*/ 498736 h 500729"/>
              <a:gd name="connsiteX71" fmla="*/ 537343 w 2761964"/>
              <a:gd name="connsiteY71" fmla="*/ 469209 h 500729"/>
              <a:gd name="connsiteX72" fmla="*/ 564394 w 2761964"/>
              <a:gd name="connsiteY72" fmla="*/ 496069 h 500729"/>
              <a:gd name="connsiteX73" fmla="*/ 623354 w 2761964"/>
              <a:gd name="connsiteY73" fmla="*/ 488640 h 500729"/>
              <a:gd name="connsiteX74" fmla="*/ 634022 w 2761964"/>
              <a:gd name="connsiteY74" fmla="*/ 392723 h 500729"/>
              <a:gd name="connsiteX75" fmla="*/ 555726 w 2761964"/>
              <a:gd name="connsiteY75" fmla="*/ 337383 h 500729"/>
              <a:gd name="connsiteX76" fmla="*/ 480765 w 2761964"/>
              <a:gd name="connsiteY76" fmla="*/ 446444 h 500729"/>
              <a:gd name="connsiteX77" fmla="*/ 441617 w 2761964"/>
              <a:gd name="connsiteY77" fmla="*/ 394723 h 500729"/>
              <a:gd name="connsiteX78" fmla="*/ 555726 w 2761964"/>
              <a:gd name="connsiteY78" fmla="*/ 337383 h 500729"/>
              <a:gd name="connsiteX79" fmla="*/ 2042769 w 2761964"/>
              <a:gd name="connsiteY79" fmla="*/ 248895 h 500729"/>
              <a:gd name="connsiteX80" fmla="*/ 1937994 w 2761964"/>
              <a:gd name="connsiteY80" fmla="*/ 151074 h 500729"/>
              <a:gd name="connsiteX81" fmla="*/ 1797501 w 2761964"/>
              <a:gd name="connsiteY81" fmla="*/ 197460 h 500729"/>
              <a:gd name="connsiteX82" fmla="*/ 1827600 w 2761964"/>
              <a:gd name="connsiteY82" fmla="*/ 248324 h 500729"/>
              <a:gd name="connsiteX83" fmla="*/ 1922374 w 2761964"/>
              <a:gd name="connsiteY83" fmla="*/ 211271 h 500729"/>
              <a:gd name="connsiteX84" fmla="*/ 1954949 w 2761964"/>
              <a:gd name="connsiteY84" fmla="*/ 248324 h 500729"/>
              <a:gd name="connsiteX85" fmla="*/ 1948091 w 2761964"/>
              <a:gd name="connsiteY85" fmla="*/ 291567 h 500729"/>
              <a:gd name="connsiteX86" fmla="*/ 1742923 w 2761964"/>
              <a:gd name="connsiteY86" fmla="*/ 398247 h 500729"/>
              <a:gd name="connsiteX87" fmla="*/ 1838839 w 2761964"/>
              <a:gd name="connsiteY87" fmla="*/ 498641 h 500729"/>
              <a:gd name="connsiteX88" fmla="*/ 1921040 w 2761964"/>
              <a:gd name="connsiteY88" fmla="*/ 469113 h 500729"/>
              <a:gd name="connsiteX89" fmla="*/ 1948091 w 2761964"/>
              <a:gd name="connsiteY89" fmla="*/ 495974 h 500729"/>
              <a:gd name="connsiteX90" fmla="*/ 2007051 w 2761964"/>
              <a:gd name="connsiteY90" fmla="*/ 488544 h 500729"/>
              <a:gd name="connsiteX91" fmla="*/ 2017719 w 2761964"/>
              <a:gd name="connsiteY91" fmla="*/ 392628 h 500729"/>
              <a:gd name="connsiteX92" fmla="*/ 1939233 w 2761964"/>
              <a:gd name="connsiteY92" fmla="*/ 337383 h 500729"/>
              <a:gd name="connsiteX93" fmla="*/ 1864271 w 2761964"/>
              <a:gd name="connsiteY93" fmla="*/ 446444 h 500729"/>
              <a:gd name="connsiteX94" fmla="*/ 1825123 w 2761964"/>
              <a:gd name="connsiteY94" fmla="*/ 394723 h 500729"/>
              <a:gd name="connsiteX95" fmla="*/ 1939518 w 2761964"/>
              <a:gd name="connsiteY95" fmla="*/ 337383 h 500729"/>
              <a:gd name="connsiteX96" fmla="*/ 834333 w 2761964"/>
              <a:gd name="connsiteY96" fmla="*/ 498641 h 500729"/>
              <a:gd name="connsiteX97" fmla="*/ 1014450 w 2761964"/>
              <a:gd name="connsiteY97" fmla="*/ 326048 h 500729"/>
              <a:gd name="connsiteX98" fmla="*/ 903389 w 2761964"/>
              <a:gd name="connsiteY98" fmla="*/ 151645 h 500729"/>
              <a:gd name="connsiteX99" fmla="*/ 824522 w 2761964"/>
              <a:gd name="connsiteY99" fmla="*/ 164885 h 500729"/>
              <a:gd name="connsiteX100" fmla="*/ 853097 w 2761964"/>
              <a:gd name="connsiteY100" fmla="*/ -183 h 500729"/>
              <a:gd name="connsiteX101" fmla="*/ 766324 w 2761964"/>
              <a:gd name="connsiteY101" fmla="*/ -183 h 500729"/>
              <a:gd name="connsiteX102" fmla="*/ 680599 w 2761964"/>
              <a:gd name="connsiteY102" fmla="*/ 492640 h 500729"/>
              <a:gd name="connsiteX103" fmla="*/ 745845 w 2761964"/>
              <a:gd name="connsiteY103" fmla="*/ 492640 h 500729"/>
              <a:gd name="connsiteX104" fmla="*/ 764895 w 2761964"/>
              <a:gd name="connsiteY104" fmla="*/ 472257 h 500729"/>
              <a:gd name="connsiteX105" fmla="*/ 834523 w 2761964"/>
              <a:gd name="connsiteY105" fmla="*/ 498641 h 500729"/>
              <a:gd name="connsiteX106" fmla="*/ 870718 w 2761964"/>
              <a:gd name="connsiteY106" fmla="*/ 215653 h 500729"/>
              <a:gd name="connsiteX107" fmla="*/ 923677 w 2761964"/>
              <a:gd name="connsiteY107" fmla="*/ 322905 h 500729"/>
              <a:gd name="connsiteX108" fmla="*/ 826236 w 2761964"/>
              <a:gd name="connsiteY108" fmla="*/ 437205 h 500729"/>
              <a:gd name="connsiteX109" fmla="*/ 785469 w 2761964"/>
              <a:gd name="connsiteY109" fmla="*/ 384531 h 500729"/>
              <a:gd name="connsiteX110" fmla="*/ 801757 w 2761964"/>
              <a:gd name="connsiteY110" fmla="*/ 282900 h 500729"/>
              <a:gd name="connsiteX111" fmla="*/ 870147 w 2761964"/>
              <a:gd name="connsiteY111" fmla="*/ 215748 h 500729"/>
              <a:gd name="connsiteX112" fmla="*/ 1051026 w 2761964"/>
              <a:gd name="connsiteY112" fmla="*/ 352813 h 500729"/>
              <a:gd name="connsiteX113" fmla="*/ 1255528 w 2761964"/>
              <a:gd name="connsiteY113" fmla="*/ 149740 h 500729"/>
              <a:gd name="connsiteX114" fmla="*/ 1374972 w 2761964"/>
              <a:gd name="connsiteY114" fmla="*/ 307855 h 500729"/>
              <a:gd name="connsiteX115" fmla="*/ 1174947 w 2761964"/>
              <a:gd name="connsiteY115" fmla="*/ 500546 h 500729"/>
              <a:gd name="connsiteX116" fmla="*/ 1051026 w 2761964"/>
              <a:gd name="connsiteY116" fmla="*/ 352813 h 500729"/>
              <a:gd name="connsiteX117" fmla="*/ 1283913 w 2761964"/>
              <a:gd name="connsiteY117" fmla="*/ 313951 h 500729"/>
              <a:gd name="connsiteX118" fmla="*/ 1237431 w 2761964"/>
              <a:gd name="connsiteY118" fmla="*/ 211938 h 500729"/>
              <a:gd name="connsiteX119" fmla="*/ 1143038 w 2761964"/>
              <a:gd name="connsiteY119" fmla="*/ 334525 h 500729"/>
              <a:gd name="connsiteX120" fmla="*/ 1190663 w 2761964"/>
              <a:gd name="connsiteY120" fmla="*/ 439300 h 500729"/>
              <a:gd name="connsiteX121" fmla="*/ 1284008 w 2761964"/>
              <a:gd name="connsiteY121" fmla="*/ 313951 h 50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761964" h="500729">
                <a:moveTo>
                  <a:pt x="1634337" y="322905"/>
                </a:moveTo>
                <a:cubicBezTo>
                  <a:pt x="1622622" y="397866"/>
                  <a:pt x="1583950" y="437205"/>
                  <a:pt x="1537468" y="437205"/>
                </a:cubicBezTo>
                <a:cubicBezTo>
                  <a:pt x="1508036" y="437205"/>
                  <a:pt x="1491082" y="416535"/>
                  <a:pt x="1496034" y="384531"/>
                </a:cubicBezTo>
                <a:lnTo>
                  <a:pt x="1512417" y="282900"/>
                </a:lnTo>
                <a:cubicBezTo>
                  <a:pt x="1518704" y="245276"/>
                  <a:pt x="1540992" y="215748"/>
                  <a:pt x="1581378" y="215748"/>
                </a:cubicBezTo>
                <a:cubicBezTo>
                  <a:pt x="1625955" y="215653"/>
                  <a:pt x="1646339" y="245943"/>
                  <a:pt x="1634337" y="322905"/>
                </a:cubicBezTo>
                <a:close/>
                <a:moveTo>
                  <a:pt x="1475365" y="472257"/>
                </a:moveTo>
                <a:cubicBezTo>
                  <a:pt x="1481652" y="472257"/>
                  <a:pt x="1496701" y="498641"/>
                  <a:pt x="1545660" y="498641"/>
                </a:cubicBezTo>
                <a:cubicBezTo>
                  <a:pt x="1649768" y="498641"/>
                  <a:pt x="1709394" y="423298"/>
                  <a:pt x="1725682" y="326048"/>
                </a:cubicBezTo>
                <a:cubicBezTo>
                  <a:pt x="1746447" y="206319"/>
                  <a:pt x="1688058" y="151645"/>
                  <a:pt x="1614716" y="151645"/>
                </a:cubicBezTo>
                <a:cubicBezTo>
                  <a:pt x="1580140" y="151645"/>
                  <a:pt x="1554327" y="154788"/>
                  <a:pt x="1535468" y="164885"/>
                </a:cubicBezTo>
                <a:lnTo>
                  <a:pt x="1564043" y="-183"/>
                </a:lnTo>
                <a:lnTo>
                  <a:pt x="1477556" y="-183"/>
                </a:lnTo>
                <a:lnTo>
                  <a:pt x="1391831" y="492640"/>
                </a:lnTo>
                <a:lnTo>
                  <a:pt x="1457077" y="492640"/>
                </a:lnTo>
                <a:cubicBezTo>
                  <a:pt x="1457077" y="492640"/>
                  <a:pt x="1466602" y="472257"/>
                  <a:pt x="1476127" y="472257"/>
                </a:cubicBezTo>
                <a:close/>
                <a:moveTo>
                  <a:pt x="2395957" y="261945"/>
                </a:moveTo>
                <a:cubicBezTo>
                  <a:pt x="2409196" y="187364"/>
                  <a:pt x="2381574" y="150978"/>
                  <a:pt x="2300707" y="150978"/>
                </a:cubicBezTo>
                <a:cubicBezTo>
                  <a:pt x="2240509" y="150978"/>
                  <a:pt x="2216791" y="177458"/>
                  <a:pt x="2194217" y="200127"/>
                </a:cubicBezTo>
                <a:lnTo>
                  <a:pt x="2196408" y="158503"/>
                </a:lnTo>
                <a:lnTo>
                  <a:pt x="2116302" y="158503"/>
                </a:lnTo>
                <a:lnTo>
                  <a:pt x="2110111" y="220130"/>
                </a:lnTo>
                <a:lnTo>
                  <a:pt x="2063629" y="492069"/>
                </a:lnTo>
                <a:lnTo>
                  <a:pt x="2151450" y="492069"/>
                </a:lnTo>
                <a:lnTo>
                  <a:pt x="2180025" y="315475"/>
                </a:lnTo>
                <a:cubicBezTo>
                  <a:pt x="2189550" y="254610"/>
                  <a:pt x="2232126" y="208128"/>
                  <a:pt x="2271560" y="208128"/>
                </a:cubicBezTo>
                <a:cubicBezTo>
                  <a:pt x="2315566" y="208128"/>
                  <a:pt x="2314994" y="233274"/>
                  <a:pt x="2308136" y="271565"/>
                </a:cubicBezTo>
                <a:lnTo>
                  <a:pt x="2270036" y="492069"/>
                </a:lnTo>
                <a:lnTo>
                  <a:pt x="2357094" y="492069"/>
                </a:lnTo>
                <a:close/>
                <a:moveTo>
                  <a:pt x="2761812" y="151550"/>
                </a:moveTo>
                <a:lnTo>
                  <a:pt x="2659513" y="151550"/>
                </a:lnTo>
                <a:lnTo>
                  <a:pt x="2541975" y="276232"/>
                </a:lnTo>
                <a:lnTo>
                  <a:pt x="2540260" y="276232"/>
                </a:lnTo>
                <a:lnTo>
                  <a:pt x="2587409" y="7"/>
                </a:lnTo>
                <a:lnTo>
                  <a:pt x="2501684" y="7"/>
                </a:lnTo>
                <a:lnTo>
                  <a:pt x="2415959" y="492545"/>
                </a:lnTo>
                <a:lnTo>
                  <a:pt x="2502541" y="492545"/>
                </a:lnTo>
                <a:lnTo>
                  <a:pt x="2511304" y="443301"/>
                </a:lnTo>
                <a:lnTo>
                  <a:pt x="2528830" y="335382"/>
                </a:lnTo>
                <a:cubicBezTo>
                  <a:pt x="2574645" y="335382"/>
                  <a:pt x="2600363" y="340431"/>
                  <a:pt x="2620461" y="431394"/>
                </a:cubicBezTo>
                <a:lnTo>
                  <a:pt x="2634272" y="492545"/>
                </a:lnTo>
                <a:lnTo>
                  <a:pt x="2722759" y="492545"/>
                </a:lnTo>
                <a:cubicBezTo>
                  <a:pt x="2722759" y="492545"/>
                  <a:pt x="2700757" y="399390"/>
                  <a:pt x="2686278" y="363005"/>
                </a:cubicBezTo>
                <a:cubicBezTo>
                  <a:pt x="2671229" y="324905"/>
                  <a:pt x="2654751" y="299473"/>
                  <a:pt x="2619603" y="292520"/>
                </a:cubicBezTo>
                <a:close/>
                <a:moveTo>
                  <a:pt x="247212" y="272517"/>
                </a:moveTo>
                <a:cubicBezTo>
                  <a:pt x="297437" y="261230"/>
                  <a:pt x="337566" y="223549"/>
                  <a:pt x="351987" y="174124"/>
                </a:cubicBezTo>
                <a:cubicBezTo>
                  <a:pt x="374561" y="82494"/>
                  <a:pt x="333794" y="11056"/>
                  <a:pt x="217113" y="12199"/>
                </a:cubicBezTo>
                <a:lnTo>
                  <a:pt x="83763" y="12199"/>
                </a:lnTo>
                <a:lnTo>
                  <a:pt x="-153" y="492545"/>
                </a:lnTo>
                <a:lnTo>
                  <a:pt x="87001" y="492545"/>
                </a:lnTo>
                <a:lnTo>
                  <a:pt x="121767" y="300045"/>
                </a:lnTo>
                <a:cubicBezTo>
                  <a:pt x="202158" y="297854"/>
                  <a:pt x="211969" y="317380"/>
                  <a:pt x="227114" y="411011"/>
                </a:cubicBezTo>
                <a:lnTo>
                  <a:pt x="240925" y="492926"/>
                </a:lnTo>
                <a:lnTo>
                  <a:pt x="331317" y="492926"/>
                </a:lnTo>
                <a:cubicBezTo>
                  <a:pt x="320745" y="443396"/>
                  <a:pt x="313791" y="396628"/>
                  <a:pt x="305028" y="359004"/>
                </a:cubicBezTo>
                <a:cubicBezTo>
                  <a:pt x="295503" y="319476"/>
                  <a:pt x="280930" y="288519"/>
                  <a:pt x="243306" y="273851"/>
                </a:cubicBezTo>
                <a:close/>
                <a:moveTo>
                  <a:pt x="264833" y="158217"/>
                </a:moveTo>
                <a:cubicBezTo>
                  <a:pt x="257308" y="200889"/>
                  <a:pt x="224256" y="230798"/>
                  <a:pt x="183394" y="230798"/>
                </a:cubicBezTo>
                <a:lnTo>
                  <a:pt x="131959" y="230798"/>
                </a:lnTo>
                <a:lnTo>
                  <a:pt x="158629" y="79160"/>
                </a:lnTo>
                <a:lnTo>
                  <a:pt x="205397" y="79160"/>
                </a:lnTo>
                <a:cubicBezTo>
                  <a:pt x="261404" y="78874"/>
                  <a:pt x="272167" y="115450"/>
                  <a:pt x="265309" y="158122"/>
                </a:cubicBezTo>
                <a:close/>
                <a:moveTo>
                  <a:pt x="659073" y="248991"/>
                </a:moveTo>
                <a:cubicBezTo>
                  <a:pt x="671550" y="176220"/>
                  <a:pt x="632688" y="151169"/>
                  <a:pt x="554298" y="151169"/>
                </a:cubicBezTo>
                <a:cubicBezTo>
                  <a:pt x="456476" y="151169"/>
                  <a:pt x="413804" y="197556"/>
                  <a:pt x="413804" y="197556"/>
                </a:cubicBezTo>
                <a:lnTo>
                  <a:pt x="443903" y="248419"/>
                </a:lnTo>
                <a:cubicBezTo>
                  <a:pt x="469020" y="223511"/>
                  <a:pt x="503329" y="210100"/>
                  <a:pt x="538677" y="211367"/>
                </a:cubicBezTo>
                <a:cubicBezTo>
                  <a:pt x="573919" y="211367"/>
                  <a:pt x="574681" y="229274"/>
                  <a:pt x="571252" y="248419"/>
                </a:cubicBezTo>
                <a:lnTo>
                  <a:pt x="564394" y="291663"/>
                </a:lnTo>
                <a:cubicBezTo>
                  <a:pt x="438283" y="288519"/>
                  <a:pt x="373894" y="315475"/>
                  <a:pt x="359226" y="398343"/>
                </a:cubicBezTo>
                <a:cubicBezTo>
                  <a:pt x="347319" y="466065"/>
                  <a:pt x="398088" y="498736"/>
                  <a:pt x="455142" y="498736"/>
                </a:cubicBezTo>
                <a:cubicBezTo>
                  <a:pt x="485441" y="500622"/>
                  <a:pt x="515169" y="489944"/>
                  <a:pt x="537343" y="469209"/>
                </a:cubicBezTo>
                <a:cubicBezTo>
                  <a:pt x="540553" y="482563"/>
                  <a:pt x="551021" y="492954"/>
                  <a:pt x="564394" y="496069"/>
                </a:cubicBezTo>
                <a:cubicBezTo>
                  <a:pt x="582587" y="499784"/>
                  <a:pt x="613924" y="496069"/>
                  <a:pt x="623354" y="488640"/>
                </a:cubicBezTo>
                <a:cubicBezTo>
                  <a:pt x="622687" y="479115"/>
                  <a:pt x="623354" y="452921"/>
                  <a:pt x="634022" y="392723"/>
                </a:cubicBezTo>
                <a:close/>
                <a:moveTo>
                  <a:pt x="555726" y="337383"/>
                </a:moveTo>
                <a:cubicBezTo>
                  <a:pt x="541725" y="436538"/>
                  <a:pt x="528485" y="446444"/>
                  <a:pt x="480765" y="446444"/>
                </a:cubicBezTo>
                <a:cubicBezTo>
                  <a:pt x="448189" y="446444"/>
                  <a:pt x="435997" y="424060"/>
                  <a:pt x="441617" y="394723"/>
                </a:cubicBezTo>
                <a:cubicBezTo>
                  <a:pt x="449427" y="354813"/>
                  <a:pt x="479526" y="337383"/>
                  <a:pt x="555726" y="337383"/>
                </a:cubicBezTo>
                <a:close/>
                <a:moveTo>
                  <a:pt x="2042769" y="248895"/>
                </a:moveTo>
                <a:cubicBezTo>
                  <a:pt x="2055247" y="176124"/>
                  <a:pt x="2016385" y="151074"/>
                  <a:pt x="1937994" y="151074"/>
                </a:cubicBezTo>
                <a:cubicBezTo>
                  <a:pt x="1840173" y="151074"/>
                  <a:pt x="1797501" y="197460"/>
                  <a:pt x="1797501" y="197460"/>
                </a:cubicBezTo>
                <a:lnTo>
                  <a:pt x="1827600" y="248324"/>
                </a:lnTo>
                <a:cubicBezTo>
                  <a:pt x="1852717" y="223416"/>
                  <a:pt x="1887026" y="210005"/>
                  <a:pt x="1922374" y="211271"/>
                </a:cubicBezTo>
                <a:cubicBezTo>
                  <a:pt x="1957616" y="211271"/>
                  <a:pt x="1958378" y="229179"/>
                  <a:pt x="1954949" y="248324"/>
                </a:cubicBezTo>
                <a:lnTo>
                  <a:pt x="1948091" y="291567"/>
                </a:lnTo>
                <a:cubicBezTo>
                  <a:pt x="1821980" y="288424"/>
                  <a:pt x="1757591" y="315380"/>
                  <a:pt x="1742923" y="398247"/>
                </a:cubicBezTo>
                <a:cubicBezTo>
                  <a:pt x="1731016" y="465970"/>
                  <a:pt x="1781784" y="498641"/>
                  <a:pt x="1838839" y="498641"/>
                </a:cubicBezTo>
                <a:cubicBezTo>
                  <a:pt x="1869138" y="500527"/>
                  <a:pt x="1898866" y="489849"/>
                  <a:pt x="1921040" y="469113"/>
                </a:cubicBezTo>
                <a:cubicBezTo>
                  <a:pt x="1924250" y="482467"/>
                  <a:pt x="1934718" y="492859"/>
                  <a:pt x="1948091" y="495974"/>
                </a:cubicBezTo>
                <a:cubicBezTo>
                  <a:pt x="1966284" y="499689"/>
                  <a:pt x="1997621" y="495974"/>
                  <a:pt x="2007051" y="488544"/>
                </a:cubicBezTo>
                <a:cubicBezTo>
                  <a:pt x="2006384" y="479019"/>
                  <a:pt x="2007051" y="452826"/>
                  <a:pt x="2017719" y="392628"/>
                </a:cubicBezTo>
                <a:close/>
                <a:moveTo>
                  <a:pt x="1939233" y="337383"/>
                </a:moveTo>
                <a:cubicBezTo>
                  <a:pt x="1925231" y="436538"/>
                  <a:pt x="1911991" y="446444"/>
                  <a:pt x="1864271" y="446444"/>
                </a:cubicBezTo>
                <a:cubicBezTo>
                  <a:pt x="1831695" y="446444"/>
                  <a:pt x="1819503" y="424060"/>
                  <a:pt x="1825123" y="394723"/>
                </a:cubicBezTo>
                <a:cubicBezTo>
                  <a:pt x="1832934" y="354813"/>
                  <a:pt x="1863128" y="337383"/>
                  <a:pt x="1939518" y="337383"/>
                </a:cubicBezTo>
                <a:close/>
                <a:moveTo>
                  <a:pt x="834333" y="498641"/>
                </a:moveTo>
                <a:cubicBezTo>
                  <a:pt x="938536" y="498641"/>
                  <a:pt x="998163" y="423298"/>
                  <a:pt x="1014450" y="326048"/>
                </a:cubicBezTo>
                <a:cubicBezTo>
                  <a:pt x="1035119" y="206319"/>
                  <a:pt x="976350" y="151645"/>
                  <a:pt x="903389" y="151645"/>
                </a:cubicBezTo>
                <a:cubicBezTo>
                  <a:pt x="868908" y="151645"/>
                  <a:pt x="843953" y="154788"/>
                  <a:pt x="824522" y="164885"/>
                </a:cubicBezTo>
                <a:lnTo>
                  <a:pt x="853097" y="-183"/>
                </a:lnTo>
                <a:lnTo>
                  <a:pt x="766324" y="-183"/>
                </a:lnTo>
                <a:lnTo>
                  <a:pt x="680599" y="492640"/>
                </a:lnTo>
                <a:lnTo>
                  <a:pt x="745845" y="492640"/>
                </a:lnTo>
                <a:cubicBezTo>
                  <a:pt x="745845" y="492640"/>
                  <a:pt x="755370" y="472257"/>
                  <a:pt x="764895" y="472257"/>
                </a:cubicBezTo>
                <a:cubicBezTo>
                  <a:pt x="770515" y="472257"/>
                  <a:pt x="785660" y="498641"/>
                  <a:pt x="834523" y="498641"/>
                </a:cubicBezTo>
                <a:close/>
                <a:moveTo>
                  <a:pt x="870718" y="215653"/>
                </a:moveTo>
                <a:cubicBezTo>
                  <a:pt x="915295" y="215653"/>
                  <a:pt x="934250" y="245752"/>
                  <a:pt x="923677" y="322905"/>
                </a:cubicBezTo>
                <a:cubicBezTo>
                  <a:pt x="912914" y="401772"/>
                  <a:pt x="873290" y="437205"/>
                  <a:pt x="826236" y="437205"/>
                </a:cubicBezTo>
                <a:cubicBezTo>
                  <a:pt x="796709" y="437205"/>
                  <a:pt x="779754" y="416535"/>
                  <a:pt x="785469" y="384531"/>
                </a:cubicBezTo>
                <a:lnTo>
                  <a:pt x="801757" y="282900"/>
                </a:lnTo>
                <a:cubicBezTo>
                  <a:pt x="808044" y="245276"/>
                  <a:pt x="830332" y="215748"/>
                  <a:pt x="870147" y="215748"/>
                </a:cubicBezTo>
                <a:close/>
                <a:moveTo>
                  <a:pt x="1051026" y="352813"/>
                </a:moveTo>
                <a:cubicBezTo>
                  <a:pt x="1064457" y="227369"/>
                  <a:pt x="1121035" y="149740"/>
                  <a:pt x="1255528" y="149740"/>
                </a:cubicBezTo>
                <a:cubicBezTo>
                  <a:pt x="1355350" y="149740"/>
                  <a:pt x="1388307" y="225940"/>
                  <a:pt x="1374972" y="307855"/>
                </a:cubicBezTo>
                <a:cubicBezTo>
                  <a:pt x="1353445" y="438824"/>
                  <a:pt x="1302486" y="500546"/>
                  <a:pt x="1174947" y="500546"/>
                </a:cubicBezTo>
                <a:cubicBezTo>
                  <a:pt x="1091698" y="500546"/>
                  <a:pt x="1042644" y="433395"/>
                  <a:pt x="1051026" y="352813"/>
                </a:cubicBezTo>
                <a:close/>
                <a:moveTo>
                  <a:pt x="1283913" y="313951"/>
                </a:moveTo>
                <a:cubicBezTo>
                  <a:pt x="1290294" y="279280"/>
                  <a:pt x="1297152" y="211938"/>
                  <a:pt x="1237431" y="211938"/>
                </a:cubicBezTo>
                <a:cubicBezTo>
                  <a:pt x="1197330" y="211938"/>
                  <a:pt x="1159802" y="239085"/>
                  <a:pt x="1143038" y="334525"/>
                </a:cubicBezTo>
                <a:cubicBezTo>
                  <a:pt x="1132751" y="392723"/>
                  <a:pt x="1143990" y="439300"/>
                  <a:pt x="1190663" y="439300"/>
                </a:cubicBezTo>
                <a:cubicBezTo>
                  <a:pt x="1224572" y="439491"/>
                  <a:pt x="1266006" y="411392"/>
                  <a:pt x="1284008" y="313951"/>
                </a:cubicBezTo>
                <a:close/>
              </a:path>
            </a:pathLst>
          </a:custGeom>
          <a:solidFill>
            <a:srgbClr val="000099"/>
          </a:solidFill>
          <a:ln w="9525" cap="flat">
            <a:noFill/>
            <a:prstDash val="solid"/>
            <a:miter/>
          </a:ln>
        </p:spPr>
        <p:txBody>
          <a:bodyPr rtlCol="0" anchor="ctr">
            <a:noAutofit/>
          </a:bodyPr>
          <a:lstStyle/>
          <a:p>
            <a:endParaRPr lang="en-GB" noProof="0"/>
          </a:p>
        </p:txBody>
      </p:sp>
    </p:spTree>
    <p:extLst>
      <p:ext uri="{BB962C8B-B14F-4D97-AF65-F5344CB8AC3E}">
        <p14:creationId xmlns:p14="http://schemas.microsoft.com/office/powerpoint/2010/main" val="3887673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ext and Illustration Right (2)">
    <p:bg>
      <p:bgPr>
        <a:solidFill>
          <a:srgbClr val="EFEFE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C2EEA33-2E5B-4611-AD95-68E5FEAB1D15}"/>
              </a:ext>
            </a:extLst>
          </p:cNvPr>
          <p:cNvSpPr/>
          <p:nvPr userDrawn="1"/>
        </p:nvSpPr>
        <p:spPr>
          <a:xfrm>
            <a:off x="6096000" y="1"/>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6" name="Picture Placeholder 25">
            <a:extLst>
              <a:ext uri="{FF2B5EF4-FFF2-40B4-BE49-F238E27FC236}">
                <a16:creationId xmlns:a16="http://schemas.microsoft.com/office/drawing/2014/main" id="{D1C6E884-F1C7-41B3-82F4-E73A98C2A159}"/>
              </a:ext>
            </a:extLst>
          </p:cNvPr>
          <p:cNvSpPr>
            <a:spLocks noGrp="1"/>
          </p:cNvSpPr>
          <p:nvPr>
            <p:ph type="pic" sz="quarter" idx="14" hasCustomPrompt="1"/>
          </p:nvPr>
        </p:nvSpPr>
        <p:spPr>
          <a:xfrm>
            <a:off x="6713315" y="585786"/>
            <a:ext cx="4861370" cy="5496855"/>
          </a:xfrm>
          <a:prstGeom prst="rect">
            <a:avLst/>
          </a:prstGeom>
          <a:noFill/>
        </p:spPr>
        <p:txBody>
          <a:bodyPr wrap="square" bIns="180000" anchor="b">
            <a:noAutofit/>
          </a:bodyPr>
          <a:lstStyle>
            <a:lvl1pPr algn="ctr">
              <a:defRPr/>
            </a:lvl1pPr>
          </a:lstStyle>
          <a:p>
            <a:r>
              <a:rPr lang="en-US" dirty="0"/>
              <a:t>Click here and select an illustration from</a:t>
            </a:r>
            <a:br>
              <a:rPr lang="en-US" dirty="0"/>
            </a:br>
            <a:r>
              <a:rPr lang="en-US" dirty="0"/>
              <a:t>the Illustrations Library in Templafy.</a:t>
            </a:r>
          </a:p>
        </p:txBody>
      </p:sp>
      <p:sp>
        <p:nvSpPr>
          <p:cNvPr id="15" name="Slide Number Placeholder 5">
            <a:extLst>
              <a:ext uri="{FF2B5EF4-FFF2-40B4-BE49-F238E27FC236}">
                <a16:creationId xmlns:a16="http://schemas.microsoft.com/office/drawing/2014/main" id="{B156CB95-1329-4756-859D-53EF511124C7}"/>
              </a:ext>
            </a:extLst>
          </p:cNvPr>
          <p:cNvSpPr>
            <a:spLocks noGrp="1"/>
          </p:cNvSpPr>
          <p:nvPr>
            <p:ph type="sldNum" sz="quarter" idx="12"/>
          </p:nvPr>
        </p:nvSpPr>
        <p:spPr>
          <a:xfrm>
            <a:off x="609600" y="6356350"/>
            <a:ext cx="495300" cy="365125"/>
          </a:xfrm>
        </p:spPr>
        <p:txBody>
          <a:bodyPr>
            <a:noAutofit/>
          </a:bodyPr>
          <a:lstStyle>
            <a:lvl1pPr>
              <a:defRPr>
                <a:solidFill>
                  <a:srgbClr val="D8D9DA"/>
                </a:solidFill>
              </a:defRPr>
            </a:lvl1pPr>
          </a:lstStyle>
          <a:p>
            <a:fld id="{555B1587-59F1-4FB5-A363-0505DAC627C3}" type="slidenum">
              <a:rPr lang="en-US" smtClean="0"/>
              <a:pPr/>
              <a:t>‹#›</a:t>
            </a:fld>
            <a:endParaRPr lang="en-US"/>
          </a:p>
        </p:txBody>
      </p:sp>
      <p:sp>
        <p:nvSpPr>
          <p:cNvPr id="14" name="Title 1">
            <a:extLst>
              <a:ext uri="{FF2B5EF4-FFF2-40B4-BE49-F238E27FC236}">
                <a16:creationId xmlns:a16="http://schemas.microsoft.com/office/drawing/2014/main" id="{ACB9E5C8-A48C-4553-A83C-816ECC73B776}"/>
              </a:ext>
            </a:extLst>
          </p:cNvPr>
          <p:cNvSpPr>
            <a:spLocks noGrp="1"/>
          </p:cNvSpPr>
          <p:nvPr>
            <p:ph type="title"/>
          </p:nvPr>
        </p:nvSpPr>
        <p:spPr>
          <a:xfrm>
            <a:off x="617315" y="585787"/>
            <a:ext cx="4865226" cy="640585"/>
          </a:xfrm>
        </p:spPr>
        <p:txBody>
          <a:bodyPr>
            <a:noAutofit/>
          </a:bodyPr>
          <a:lstStyle>
            <a:lvl1pPr>
              <a:defRPr/>
            </a:lvl1pPr>
          </a:lstStyle>
          <a:p>
            <a:r>
              <a:rPr lang="en-US"/>
              <a:t>Click to edit Master title style</a:t>
            </a:r>
            <a:endParaRPr lang="en-GB"/>
          </a:p>
        </p:txBody>
      </p:sp>
      <p:sp>
        <p:nvSpPr>
          <p:cNvPr id="16" name="Content Placeholder 2">
            <a:extLst>
              <a:ext uri="{FF2B5EF4-FFF2-40B4-BE49-F238E27FC236}">
                <a16:creationId xmlns:a16="http://schemas.microsoft.com/office/drawing/2014/main" id="{D9AEAE2D-E440-484A-AFCB-B09F4282DFE6}"/>
              </a:ext>
            </a:extLst>
          </p:cNvPr>
          <p:cNvSpPr>
            <a:spLocks noGrp="1"/>
          </p:cNvSpPr>
          <p:nvPr>
            <p:ph idx="1"/>
          </p:nvPr>
        </p:nvSpPr>
        <p:spPr>
          <a:xfrm>
            <a:off x="617315" y="2182368"/>
            <a:ext cx="4865226" cy="3927207"/>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Subtitle 2">
            <a:extLst>
              <a:ext uri="{FF2B5EF4-FFF2-40B4-BE49-F238E27FC236}">
                <a16:creationId xmlns:a16="http://schemas.microsoft.com/office/drawing/2014/main" id="{362D647E-BC21-4603-B9CB-E994B0161D16}"/>
              </a:ext>
            </a:extLst>
          </p:cNvPr>
          <p:cNvSpPr>
            <a:spLocks noGrp="1"/>
          </p:cNvSpPr>
          <p:nvPr>
            <p:ph type="subTitle" idx="13"/>
          </p:nvPr>
        </p:nvSpPr>
        <p:spPr>
          <a:xfrm>
            <a:off x="617315" y="1241612"/>
            <a:ext cx="4865226" cy="462728"/>
          </a:xfrm>
        </p:spPr>
        <p:txBody>
          <a:bodyPr lIns="0" tIns="0" rIns="0" bIns="0">
            <a:noAutofit/>
          </a:bodyPr>
          <a:lstStyle>
            <a:lvl1pPr>
              <a:defRPr lang="en-GB" sz="2400" dirty="0">
                <a:solidFill>
                  <a:srgbClr val="000060"/>
                </a:solidFill>
              </a:defRPr>
            </a:lvl1pPr>
          </a:lstStyle>
          <a:p>
            <a:pPr marL="0" lvl="0" indent="0">
              <a:buNone/>
            </a:pPr>
            <a:endParaRPr lang="en-US" noProof="0"/>
          </a:p>
        </p:txBody>
      </p:sp>
      <p:sp>
        <p:nvSpPr>
          <p:cNvPr id="18" name="Content Placeholder 2">
            <a:extLst>
              <a:ext uri="{FF2B5EF4-FFF2-40B4-BE49-F238E27FC236}">
                <a16:creationId xmlns:a16="http://schemas.microsoft.com/office/drawing/2014/main" id="{F73C5077-8469-4BBD-9E35-3B9B705FB9F1}"/>
              </a:ext>
            </a:extLst>
          </p:cNvPr>
          <p:cNvSpPr>
            <a:spLocks noGrp="1"/>
          </p:cNvSpPr>
          <p:nvPr>
            <p:ph idx="15"/>
          </p:nvPr>
        </p:nvSpPr>
        <p:spPr>
          <a:xfrm>
            <a:off x="617315" y="1825624"/>
            <a:ext cx="4865226" cy="375320"/>
          </a:xfrm>
        </p:spPr>
        <p:txBody>
          <a:bodyPr>
            <a:noAutofit/>
          </a:bodyPr>
          <a:lstStyle>
            <a:lvl1pPr>
              <a:defRPr sz="1800">
                <a:solidFill>
                  <a:schemeClr val="accent1"/>
                </a:solidFill>
                <a:latin typeface="+mj-lt"/>
              </a:defRPr>
            </a:lvl1pPr>
          </a:lstStyle>
          <a:p>
            <a:pPr lvl="0"/>
            <a:r>
              <a:rPr lang="en-US"/>
              <a:t>Click to edit Master text styles</a:t>
            </a:r>
          </a:p>
        </p:txBody>
      </p:sp>
      <p:sp>
        <p:nvSpPr>
          <p:cNvPr id="20" name="Graphic 31">
            <a:extLst>
              <a:ext uri="{FF2B5EF4-FFF2-40B4-BE49-F238E27FC236}">
                <a16:creationId xmlns:a16="http://schemas.microsoft.com/office/drawing/2014/main" id="{7B93690C-4D16-4ED6-A662-95B7CAA7E0DD}"/>
              </a:ext>
            </a:extLst>
          </p:cNvPr>
          <p:cNvSpPr/>
          <p:nvPr userDrawn="1"/>
        </p:nvSpPr>
        <p:spPr>
          <a:xfrm>
            <a:off x="10652186" y="6388681"/>
            <a:ext cx="903206" cy="163280"/>
          </a:xfrm>
          <a:custGeom>
            <a:avLst/>
            <a:gdLst>
              <a:gd name="connsiteX0" fmla="*/ 1634337 w 2761964"/>
              <a:gd name="connsiteY0" fmla="*/ 322905 h 500729"/>
              <a:gd name="connsiteX1" fmla="*/ 1537468 w 2761964"/>
              <a:gd name="connsiteY1" fmla="*/ 437205 h 500729"/>
              <a:gd name="connsiteX2" fmla="*/ 1496034 w 2761964"/>
              <a:gd name="connsiteY2" fmla="*/ 384531 h 500729"/>
              <a:gd name="connsiteX3" fmla="*/ 1512417 w 2761964"/>
              <a:gd name="connsiteY3" fmla="*/ 282900 h 500729"/>
              <a:gd name="connsiteX4" fmla="*/ 1581378 w 2761964"/>
              <a:gd name="connsiteY4" fmla="*/ 215748 h 500729"/>
              <a:gd name="connsiteX5" fmla="*/ 1634337 w 2761964"/>
              <a:gd name="connsiteY5" fmla="*/ 322905 h 500729"/>
              <a:gd name="connsiteX6" fmla="*/ 1475365 w 2761964"/>
              <a:gd name="connsiteY6" fmla="*/ 472257 h 500729"/>
              <a:gd name="connsiteX7" fmla="*/ 1545660 w 2761964"/>
              <a:gd name="connsiteY7" fmla="*/ 498641 h 500729"/>
              <a:gd name="connsiteX8" fmla="*/ 1725682 w 2761964"/>
              <a:gd name="connsiteY8" fmla="*/ 326048 h 500729"/>
              <a:gd name="connsiteX9" fmla="*/ 1614716 w 2761964"/>
              <a:gd name="connsiteY9" fmla="*/ 151645 h 500729"/>
              <a:gd name="connsiteX10" fmla="*/ 1535468 w 2761964"/>
              <a:gd name="connsiteY10" fmla="*/ 164885 h 500729"/>
              <a:gd name="connsiteX11" fmla="*/ 1564043 w 2761964"/>
              <a:gd name="connsiteY11" fmla="*/ -183 h 500729"/>
              <a:gd name="connsiteX12" fmla="*/ 1477556 w 2761964"/>
              <a:gd name="connsiteY12" fmla="*/ -183 h 500729"/>
              <a:gd name="connsiteX13" fmla="*/ 1391831 w 2761964"/>
              <a:gd name="connsiteY13" fmla="*/ 492640 h 500729"/>
              <a:gd name="connsiteX14" fmla="*/ 1457077 w 2761964"/>
              <a:gd name="connsiteY14" fmla="*/ 492640 h 500729"/>
              <a:gd name="connsiteX15" fmla="*/ 1476127 w 2761964"/>
              <a:gd name="connsiteY15" fmla="*/ 472257 h 500729"/>
              <a:gd name="connsiteX16" fmla="*/ 2395957 w 2761964"/>
              <a:gd name="connsiteY16" fmla="*/ 261945 h 500729"/>
              <a:gd name="connsiteX17" fmla="*/ 2300707 w 2761964"/>
              <a:gd name="connsiteY17" fmla="*/ 150978 h 500729"/>
              <a:gd name="connsiteX18" fmla="*/ 2194217 w 2761964"/>
              <a:gd name="connsiteY18" fmla="*/ 200127 h 500729"/>
              <a:gd name="connsiteX19" fmla="*/ 2196408 w 2761964"/>
              <a:gd name="connsiteY19" fmla="*/ 158503 h 500729"/>
              <a:gd name="connsiteX20" fmla="*/ 2116302 w 2761964"/>
              <a:gd name="connsiteY20" fmla="*/ 158503 h 500729"/>
              <a:gd name="connsiteX21" fmla="*/ 2110111 w 2761964"/>
              <a:gd name="connsiteY21" fmla="*/ 220130 h 500729"/>
              <a:gd name="connsiteX22" fmla="*/ 2063629 w 2761964"/>
              <a:gd name="connsiteY22" fmla="*/ 492069 h 500729"/>
              <a:gd name="connsiteX23" fmla="*/ 2151450 w 2761964"/>
              <a:gd name="connsiteY23" fmla="*/ 492069 h 500729"/>
              <a:gd name="connsiteX24" fmla="*/ 2180025 w 2761964"/>
              <a:gd name="connsiteY24" fmla="*/ 315475 h 500729"/>
              <a:gd name="connsiteX25" fmla="*/ 2271560 w 2761964"/>
              <a:gd name="connsiteY25" fmla="*/ 208128 h 500729"/>
              <a:gd name="connsiteX26" fmla="*/ 2308136 w 2761964"/>
              <a:gd name="connsiteY26" fmla="*/ 271565 h 500729"/>
              <a:gd name="connsiteX27" fmla="*/ 2270036 w 2761964"/>
              <a:gd name="connsiteY27" fmla="*/ 492069 h 500729"/>
              <a:gd name="connsiteX28" fmla="*/ 2357094 w 2761964"/>
              <a:gd name="connsiteY28" fmla="*/ 492069 h 500729"/>
              <a:gd name="connsiteX29" fmla="*/ 2761812 w 2761964"/>
              <a:gd name="connsiteY29" fmla="*/ 151550 h 500729"/>
              <a:gd name="connsiteX30" fmla="*/ 2659513 w 2761964"/>
              <a:gd name="connsiteY30" fmla="*/ 151550 h 500729"/>
              <a:gd name="connsiteX31" fmla="*/ 2541975 w 2761964"/>
              <a:gd name="connsiteY31" fmla="*/ 276232 h 500729"/>
              <a:gd name="connsiteX32" fmla="*/ 2540260 w 2761964"/>
              <a:gd name="connsiteY32" fmla="*/ 276232 h 500729"/>
              <a:gd name="connsiteX33" fmla="*/ 2587409 w 2761964"/>
              <a:gd name="connsiteY33" fmla="*/ 7 h 500729"/>
              <a:gd name="connsiteX34" fmla="*/ 2501684 w 2761964"/>
              <a:gd name="connsiteY34" fmla="*/ 7 h 500729"/>
              <a:gd name="connsiteX35" fmla="*/ 2415959 w 2761964"/>
              <a:gd name="connsiteY35" fmla="*/ 492545 h 500729"/>
              <a:gd name="connsiteX36" fmla="*/ 2502541 w 2761964"/>
              <a:gd name="connsiteY36" fmla="*/ 492545 h 500729"/>
              <a:gd name="connsiteX37" fmla="*/ 2511304 w 2761964"/>
              <a:gd name="connsiteY37" fmla="*/ 443301 h 500729"/>
              <a:gd name="connsiteX38" fmla="*/ 2528830 w 2761964"/>
              <a:gd name="connsiteY38" fmla="*/ 335382 h 500729"/>
              <a:gd name="connsiteX39" fmla="*/ 2620461 w 2761964"/>
              <a:gd name="connsiteY39" fmla="*/ 431394 h 500729"/>
              <a:gd name="connsiteX40" fmla="*/ 2634272 w 2761964"/>
              <a:gd name="connsiteY40" fmla="*/ 492545 h 500729"/>
              <a:gd name="connsiteX41" fmla="*/ 2722759 w 2761964"/>
              <a:gd name="connsiteY41" fmla="*/ 492545 h 500729"/>
              <a:gd name="connsiteX42" fmla="*/ 2686278 w 2761964"/>
              <a:gd name="connsiteY42" fmla="*/ 363005 h 500729"/>
              <a:gd name="connsiteX43" fmla="*/ 2619603 w 2761964"/>
              <a:gd name="connsiteY43" fmla="*/ 292520 h 500729"/>
              <a:gd name="connsiteX44" fmla="*/ 247212 w 2761964"/>
              <a:gd name="connsiteY44" fmla="*/ 272517 h 500729"/>
              <a:gd name="connsiteX45" fmla="*/ 351987 w 2761964"/>
              <a:gd name="connsiteY45" fmla="*/ 174124 h 500729"/>
              <a:gd name="connsiteX46" fmla="*/ 217113 w 2761964"/>
              <a:gd name="connsiteY46" fmla="*/ 12199 h 500729"/>
              <a:gd name="connsiteX47" fmla="*/ 83763 w 2761964"/>
              <a:gd name="connsiteY47" fmla="*/ 12199 h 500729"/>
              <a:gd name="connsiteX48" fmla="*/ -153 w 2761964"/>
              <a:gd name="connsiteY48" fmla="*/ 492545 h 500729"/>
              <a:gd name="connsiteX49" fmla="*/ 87001 w 2761964"/>
              <a:gd name="connsiteY49" fmla="*/ 492545 h 500729"/>
              <a:gd name="connsiteX50" fmla="*/ 121767 w 2761964"/>
              <a:gd name="connsiteY50" fmla="*/ 300045 h 500729"/>
              <a:gd name="connsiteX51" fmla="*/ 227114 w 2761964"/>
              <a:gd name="connsiteY51" fmla="*/ 411011 h 500729"/>
              <a:gd name="connsiteX52" fmla="*/ 240925 w 2761964"/>
              <a:gd name="connsiteY52" fmla="*/ 492926 h 500729"/>
              <a:gd name="connsiteX53" fmla="*/ 331317 w 2761964"/>
              <a:gd name="connsiteY53" fmla="*/ 492926 h 500729"/>
              <a:gd name="connsiteX54" fmla="*/ 305028 w 2761964"/>
              <a:gd name="connsiteY54" fmla="*/ 359004 h 500729"/>
              <a:gd name="connsiteX55" fmla="*/ 243306 w 2761964"/>
              <a:gd name="connsiteY55" fmla="*/ 273851 h 500729"/>
              <a:gd name="connsiteX56" fmla="*/ 264833 w 2761964"/>
              <a:gd name="connsiteY56" fmla="*/ 158217 h 500729"/>
              <a:gd name="connsiteX57" fmla="*/ 183394 w 2761964"/>
              <a:gd name="connsiteY57" fmla="*/ 230798 h 500729"/>
              <a:gd name="connsiteX58" fmla="*/ 131959 w 2761964"/>
              <a:gd name="connsiteY58" fmla="*/ 230798 h 500729"/>
              <a:gd name="connsiteX59" fmla="*/ 158629 w 2761964"/>
              <a:gd name="connsiteY59" fmla="*/ 79160 h 500729"/>
              <a:gd name="connsiteX60" fmla="*/ 205397 w 2761964"/>
              <a:gd name="connsiteY60" fmla="*/ 79160 h 500729"/>
              <a:gd name="connsiteX61" fmla="*/ 265309 w 2761964"/>
              <a:gd name="connsiteY61" fmla="*/ 158122 h 500729"/>
              <a:gd name="connsiteX62" fmla="*/ 659073 w 2761964"/>
              <a:gd name="connsiteY62" fmla="*/ 248991 h 500729"/>
              <a:gd name="connsiteX63" fmla="*/ 554298 w 2761964"/>
              <a:gd name="connsiteY63" fmla="*/ 151169 h 500729"/>
              <a:gd name="connsiteX64" fmla="*/ 413804 w 2761964"/>
              <a:gd name="connsiteY64" fmla="*/ 197556 h 500729"/>
              <a:gd name="connsiteX65" fmla="*/ 443903 w 2761964"/>
              <a:gd name="connsiteY65" fmla="*/ 248419 h 500729"/>
              <a:gd name="connsiteX66" fmla="*/ 538677 w 2761964"/>
              <a:gd name="connsiteY66" fmla="*/ 211367 h 500729"/>
              <a:gd name="connsiteX67" fmla="*/ 571252 w 2761964"/>
              <a:gd name="connsiteY67" fmla="*/ 248419 h 500729"/>
              <a:gd name="connsiteX68" fmla="*/ 564394 w 2761964"/>
              <a:gd name="connsiteY68" fmla="*/ 291663 h 500729"/>
              <a:gd name="connsiteX69" fmla="*/ 359226 w 2761964"/>
              <a:gd name="connsiteY69" fmla="*/ 398343 h 500729"/>
              <a:gd name="connsiteX70" fmla="*/ 455142 w 2761964"/>
              <a:gd name="connsiteY70" fmla="*/ 498736 h 500729"/>
              <a:gd name="connsiteX71" fmla="*/ 537343 w 2761964"/>
              <a:gd name="connsiteY71" fmla="*/ 469209 h 500729"/>
              <a:gd name="connsiteX72" fmla="*/ 564394 w 2761964"/>
              <a:gd name="connsiteY72" fmla="*/ 496069 h 500729"/>
              <a:gd name="connsiteX73" fmla="*/ 623354 w 2761964"/>
              <a:gd name="connsiteY73" fmla="*/ 488640 h 500729"/>
              <a:gd name="connsiteX74" fmla="*/ 634022 w 2761964"/>
              <a:gd name="connsiteY74" fmla="*/ 392723 h 500729"/>
              <a:gd name="connsiteX75" fmla="*/ 555726 w 2761964"/>
              <a:gd name="connsiteY75" fmla="*/ 337383 h 500729"/>
              <a:gd name="connsiteX76" fmla="*/ 480765 w 2761964"/>
              <a:gd name="connsiteY76" fmla="*/ 446444 h 500729"/>
              <a:gd name="connsiteX77" fmla="*/ 441617 w 2761964"/>
              <a:gd name="connsiteY77" fmla="*/ 394723 h 500729"/>
              <a:gd name="connsiteX78" fmla="*/ 555726 w 2761964"/>
              <a:gd name="connsiteY78" fmla="*/ 337383 h 500729"/>
              <a:gd name="connsiteX79" fmla="*/ 2042769 w 2761964"/>
              <a:gd name="connsiteY79" fmla="*/ 248895 h 500729"/>
              <a:gd name="connsiteX80" fmla="*/ 1937994 w 2761964"/>
              <a:gd name="connsiteY80" fmla="*/ 151074 h 500729"/>
              <a:gd name="connsiteX81" fmla="*/ 1797501 w 2761964"/>
              <a:gd name="connsiteY81" fmla="*/ 197460 h 500729"/>
              <a:gd name="connsiteX82" fmla="*/ 1827600 w 2761964"/>
              <a:gd name="connsiteY82" fmla="*/ 248324 h 500729"/>
              <a:gd name="connsiteX83" fmla="*/ 1922374 w 2761964"/>
              <a:gd name="connsiteY83" fmla="*/ 211271 h 500729"/>
              <a:gd name="connsiteX84" fmla="*/ 1954949 w 2761964"/>
              <a:gd name="connsiteY84" fmla="*/ 248324 h 500729"/>
              <a:gd name="connsiteX85" fmla="*/ 1948091 w 2761964"/>
              <a:gd name="connsiteY85" fmla="*/ 291567 h 500729"/>
              <a:gd name="connsiteX86" fmla="*/ 1742923 w 2761964"/>
              <a:gd name="connsiteY86" fmla="*/ 398247 h 500729"/>
              <a:gd name="connsiteX87" fmla="*/ 1838839 w 2761964"/>
              <a:gd name="connsiteY87" fmla="*/ 498641 h 500729"/>
              <a:gd name="connsiteX88" fmla="*/ 1921040 w 2761964"/>
              <a:gd name="connsiteY88" fmla="*/ 469113 h 500729"/>
              <a:gd name="connsiteX89" fmla="*/ 1948091 w 2761964"/>
              <a:gd name="connsiteY89" fmla="*/ 495974 h 500729"/>
              <a:gd name="connsiteX90" fmla="*/ 2007051 w 2761964"/>
              <a:gd name="connsiteY90" fmla="*/ 488544 h 500729"/>
              <a:gd name="connsiteX91" fmla="*/ 2017719 w 2761964"/>
              <a:gd name="connsiteY91" fmla="*/ 392628 h 500729"/>
              <a:gd name="connsiteX92" fmla="*/ 1939233 w 2761964"/>
              <a:gd name="connsiteY92" fmla="*/ 337383 h 500729"/>
              <a:gd name="connsiteX93" fmla="*/ 1864271 w 2761964"/>
              <a:gd name="connsiteY93" fmla="*/ 446444 h 500729"/>
              <a:gd name="connsiteX94" fmla="*/ 1825123 w 2761964"/>
              <a:gd name="connsiteY94" fmla="*/ 394723 h 500729"/>
              <a:gd name="connsiteX95" fmla="*/ 1939518 w 2761964"/>
              <a:gd name="connsiteY95" fmla="*/ 337383 h 500729"/>
              <a:gd name="connsiteX96" fmla="*/ 834333 w 2761964"/>
              <a:gd name="connsiteY96" fmla="*/ 498641 h 500729"/>
              <a:gd name="connsiteX97" fmla="*/ 1014450 w 2761964"/>
              <a:gd name="connsiteY97" fmla="*/ 326048 h 500729"/>
              <a:gd name="connsiteX98" fmla="*/ 903389 w 2761964"/>
              <a:gd name="connsiteY98" fmla="*/ 151645 h 500729"/>
              <a:gd name="connsiteX99" fmla="*/ 824522 w 2761964"/>
              <a:gd name="connsiteY99" fmla="*/ 164885 h 500729"/>
              <a:gd name="connsiteX100" fmla="*/ 853097 w 2761964"/>
              <a:gd name="connsiteY100" fmla="*/ -183 h 500729"/>
              <a:gd name="connsiteX101" fmla="*/ 766324 w 2761964"/>
              <a:gd name="connsiteY101" fmla="*/ -183 h 500729"/>
              <a:gd name="connsiteX102" fmla="*/ 680599 w 2761964"/>
              <a:gd name="connsiteY102" fmla="*/ 492640 h 500729"/>
              <a:gd name="connsiteX103" fmla="*/ 745845 w 2761964"/>
              <a:gd name="connsiteY103" fmla="*/ 492640 h 500729"/>
              <a:gd name="connsiteX104" fmla="*/ 764895 w 2761964"/>
              <a:gd name="connsiteY104" fmla="*/ 472257 h 500729"/>
              <a:gd name="connsiteX105" fmla="*/ 834523 w 2761964"/>
              <a:gd name="connsiteY105" fmla="*/ 498641 h 500729"/>
              <a:gd name="connsiteX106" fmla="*/ 870718 w 2761964"/>
              <a:gd name="connsiteY106" fmla="*/ 215653 h 500729"/>
              <a:gd name="connsiteX107" fmla="*/ 923677 w 2761964"/>
              <a:gd name="connsiteY107" fmla="*/ 322905 h 500729"/>
              <a:gd name="connsiteX108" fmla="*/ 826236 w 2761964"/>
              <a:gd name="connsiteY108" fmla="*/ 437205 h 500729"/>
              <a:gd name="connsiteX109" fmla="*/ 785469 w 2761964"/>
              <a:gd name="connsiteY109" fmla="*/ 384531 h 500729"/>
              <a:gd name="connsiteX110" fmla="*/ 801757 w 2761964"/>
              <a:gd name="connsiteY110" fmla="*/ 282900 h 500729"/>
              <a:gd name="connsiteX111" fmla="*/ 870147 w 2761964"/>
              <a:gd name="connsiteY111" fmla="*/ 215748 h 500729"/>
              <a:gd name="connsiteX112" fmla="*/ 1051026 w 2761964"/>
              <a:gd name="connsiteY112" fmla="*/ 352813 h 500729"/>
              <a:gd name="connsiteX113" fmla="*/ 1255528 w 2761964"/>
              <a:gd name="connsiteY113" fmla="*/ 149740 h 500729"/>
              <a:gd name="connsiteX114" fmla="*/ 1374972 w 2761964"/>
              <a:gd name="connsiteY114" fmla="*/ 307855 h 500729"/>
              <a:gd name="connsiteX115" fmla="*/ 1174947 w 2761964"/>
              <a:gd name="connsiteY115" fmla="*/ 500546 h 500729"/>
              <a:gd name="connsiteX116" fmla="*/ 1051026 w 2761964"/>
              <a:gd name="connsiteY116" fmla="*/ 352813 h 500729"/>
              <a:gd name="connsiteX117" fmla="*/ 1283913 w 2761964"/>
              <a:gd name="connsiteY117" fmla="*/ 313951 h 500729"/>
              <a:gd name="connsiteX118" fmla="*/ 1237431 w 2761964"/>
              <a:gd name="connsiteY118" fmla="*/ 211938 h 500729"/>
              <a:gd name="connsiteX119" fmla="*/ 1143038 w 2761964"/>
              <a:gd name="connsiteY119" fmla="*/ 334525 h 500729"/>
              <a:gd name="connsiteX120" fmla="*/ 1190663 w 2761964"/>
              <a:gd name="connsiteY120" fmla="*/ 439300 h 500729"/>
              <a:gd name="connsiteX121" fmla="*/ 1284008 w 2761964"/>
              <a:gd name="connsiteY121" fmla="*/ 313951 h 50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761964" h="500729">
                <a:moveTo>
                  <a:pt x="1634337" y="322905"/>
                </a:moveTo>
                <a:cubicBezTo>
                  <a:pt x="1622622" y="397866"/>
                  <a:pt x="1583950" y="437205"/>
                  <a:pt x="1537468" y="437205"/>
                </a:cubicBezTo>
                <a:cubicBezTo>
                  <a:pt x="1508036" y="437205"/>
                  <a:pt x="1491082" y="416535"/>
                  <a:pt x="1496034" y="384531"/>
                </a:cubicBezTo>
                <a:lnTo>
                  <a:pt x="1512417" y="282900"/>
                </a:lnTo>
                <a:cubicBezTo>
                  <a:pt x="1518704" y="245276"/>
                  <a:pt x="1540992" y="215748"/>
                  <a:pt x="1581378" y="215748"/>
                </a:cubicBezTo>
                <a:cubicBezTo>
                  <a:pt x="1625955" y="215653"/>
                  <a:pt x="1646339" y="245943"/>
                  <a:pt x="1634337" y="322905"/>
                </a:cubicBezTo>
                <a:close/>
                <a:moveTo>
                  <a:pt x="1475365" y="472257"/>
                </a:moveTo>
                <a:cubicBezTo>
                  <a:pt x="1481652" y="472257"/>
                  <a:pt x="1496701" y="498641"/>
                  <a:pt x="1545660" y="498641"/>
                </a:cubicBezTo>
                <a:cubicBezTo>
                  <a:pt x="1649768" y="498641"/>
                  <a:pt x="1709394" y="423298"/>
                  <a:pt x="1725682" y="326048"/>
                </a:cubicBezTo>
                <a:cubicBezTo>
                  <a:pt x="1746447" y="206319"/>
                  <a:pt x="1688058" y="151645"/>
                  <a:pt x="1614716" y="151645"/>
                </a:cubicBezTo>
                <a:cubicBezTo>
                  <a:pt x="1580140" y="151645"/>
                  <a:pt x="1554327" y="154788"/>
                  <a:pt x="1535468" y="164885"/>
                </a:cubicBezTo>
                <a:lnTo>
                  <a:pt x="1564043" y="-183"/>
                </a:lnTo>
                <a:lnTo>
                  <a:pt x="1477556" y="-183"/>
                </a:lnTo>
                <a:lnTo>
                  <a:pt x="1391831" y="492640"/>
                </a:lnTo>
                <a:lnTo>
                  <a:pt x="1457077" y="492640"/>
                </a:lnTo>
                <a:cubicBezTo>
                  <a:pt x="1457077" y="492640"/>
                  <a:pt x="1466602" y="472257"/>
                  <a:pt x="1476127" y="472257"/>
                </a:cubicBezTo>
                <a:close/>
                <a:moveTo>
                  <a:pt x="2395957" y="261945"/>
                </a:moveTo>
                <a:cubicBezTo>
                  <a:pt x="2409196" y="187364"/>
                  <a:pt x="2381574" y="150978"/>
                  <a:pt x="2300707" y="150978"/>
                </a:cubicBezTo>
                <a:cubicBezTo>
                  <a:pt x="2240509" y="150978"/>
                  <a:pt x="2216791" y="177458"/>
                  <a:pt x="2194217" y="200127"/>
                </a:cubicBezTo>
                <a:lnTo>
                  <a:pt x="2196408" y="158503"/>
                </a:lnTo>
                <a:lnTo>
                  <a:pt x="2116302" y="158503"/>
                </a:lnTo>
                <a:lnTo>
                  <a:pt x="2110111" y="220130"/>
                </a:lnTo>
                <a:lnTo>
                  <a:pt x="2063629" y="492069"/>
                </a:lnTo>
                <a:lnTo>
                  <a:pt x="2151450" y="492069"/>
                </a:lnTo>
                <a:lnTo>
                  <a:pt x="2180025" y="315475"/>
                </a:lnTo>
                <a:cubicBezTo>
                  <a:pt x="2189550" y="254610"/>
                  <a:pt x="2232126" y="208128"/>
                  <a:pt x="2271560" y="208128"/>
                </a:cubicBezTo>
                <a:cubicBezTo>
                  <a:pt x="2315566" y="208128"/>
                  <a:pt x="2314994" y="233274"/>
                  <a:pt x="2308136" y="271565"/>
                </a:cubicBezTo>
                <a:lnTo>
                  <a:pt x="2270036" y="492069"/>
                </a:lnTo>
                <a:lnTo>
                  <a:pt x="2357094" y="492069"/>
                </a:lnTo>
                <a:close/>
                <a:moveTo>
                  <a:pt x="2761812" y="151550"/>
                </a:moveTo>
                <a:lnTo>
                  <a:pt x="2659513" y="151550"/>
                </a:lnTo>
                <a:lnTo>
                  <a:pt x="2541975" y="276232"/>
                </a:lnTo>
                <a:lnTo>
                  <a:pt x="2540260" y="276232"/>
                </a:lnTo>
                <a:lnTo>
                  <a:pt x="2587409" y="7"/>
                </a:lnTo>
                <a:lnTo>
                  <a:pt x="2501684" y="7"/>
                </a:lnTo>
                <a:lnTo>
                  <a:pt x="2415959" y="492545"/>
                </a:lnTo>
                <a:lnTo>
                  <a:pt x="2502541" y="492545"/>
                </a:lnTo>
                <a:lnTo>
                  <a:pt x="2511304" y="443301"/>
                </a:lnTo>
                <a:lnTo>
                  <a:pt x="2528830" y="335382"/>
                </a:lnTo>
                <a:cubicBezTo>
                  <a:pt x="2574645" y="335382"/>
                  <a:pt x="2600363" y="340431"/>
                  <a:pt x="2620461" y="431394"/>
                </a:cubicBezTo>
                <a:lnTo>
                  <a:pt x="2634272" y="492545"/>
                </a:lnTo>
                <a:lnTo>
                  <a:pt x="2722759" y="492545"/>
                </a:lnTo>
                <a:cubicBezTo>
                  <a:pt x="2722759" y="492545"/>
                  <a:pt x="2700757" y="399390"/>
                  <a:pt x="2686278" y="363005"/>
                </a:cubicBezTo>
                <a:cubicBezTo>
                  <a:pt x="2671229" y="324905"/>
                  <a:pt x="2654751" y="299473"/>
                  <a:pt x="2619603" y="292520"/>
                </a:cubicBezTo>
                <a:close/>
                <a:moveTo>
                  <a:pt x="247212" y="272517"/>
                </a:moveTo>
                <a:cubicBezTo>
                  <a:pt x="297437" y="261230"/>
                  <a:pt x="337566" y="223549"/>
                  <a:pt x="351987" y="174124"/>
                </a:cubicBezTo>
                <a:cubicBezTo>
                  <a:pt x="374561" y="82494"/>
                  <a:pt x="333794" y="11056"/>
                  <a:pt x="217113" y="12199"/>
                </a:cubicBezTo>
                <a:lnTo>
                  <a:pt x="83763" y="12199"/>
                </a:lnTo>
                <a:lnTo>
                  <a:pt x="-153" y="492545"/>
                </a:lnTo>
                <a:lnTo>
                  <a:pt x="87001" y="492545"/>
                </a:lnTo>
                <a:lnTo>
                  <a:pt x="121767" y="300045"/>
                </a:lnTo>
                <a:cubicBezTo>
                  <a:pt x="202158" y="297854"/>
                  <a:pt x="211969" y="317380"/>
                  <a:pt x="227114" y="411011"/>
                </a:cubicBezTo>
                <a:lnTo>
                  <a:pt x="240925" y="492926"/>
                </a:lnTo>
                <a:lnTo>
                  <a:pt x="331317" y="492926"/>
                </a:lnTo>
                <a:cubicBezTo>
                  <a:pt x="320745" y="443396"/>
                  <a:pt x="313791" y="396628"/>
                  <a:pt x="305028" y="359004"/>
                </a:cubicBezTo>
                <a:cubicBezTo>
                  <a:pt x="295503" y="319476"/>
                  <a:pt x="280930" y="288519"/>
                  <a:pt x="243306" y="273851"/>
                </a:cubicBezTo>
                <a:close/>
                <a:moveTo>
                  <a:pt x="264833" y="158217"/>
                </a:moveTo>
                <a:cubicBezTo>
                  <a:pt x="257308" y="200889"/>
                  <a:pt x="224256" y="230798"/>
                  <a:pt x="183394" y="230798"/>
                </a:cubicBezTo>
                <a:lnTo>
                  <a:pt x="131959" y="230798"/>
                </a:lnTo>
                <a:lnTo>
                  <a:pt x="158629" y="79160"/>
                </a:lnTo>
                <a:lnTo>
                  <a:pt x="205397" y="79160"/>
                </a:lnTo>
                <a:cubicBezTo>
                  <a:pt x="261404" y="78874"/>
                  <a:pt x="272167" y="115450"/>
                  <a:pt x="265309" y="158122"/>
                </a:cubicBezTo>
                <a:close/>
                <a:moveTo>
                  <a:pt x="659073" y="248991"/>
                </a:moveTo>
                <a:cubicBezTo>
                  <a:pt x="671550" y="176220"/>
                  <a:pt x="632688" y="151169"/>
                  <a:pt x="554298" y="151169"/>
                </a:cubicBezTo>
                <a:cubicBezTo>
                  <a:pt x="456476" y="151169"/>
                  <a:pt x="413804" y="197556"/>
                  <a:pt x="413804" y="197556"/>
                </a:cubicBezTo>
                <a:lnTo>
                  <a:pt x="443903" y="248419"/>
                </a:lnTo>
                <a:cubicBezTo>
                  <a:pt x="469020" y="223511"/>
                  <a:pt x="503329" y="210100"/>
                  <a:pt x="538677" y="211367"/>
                </a:cubicBezTo>
                <a:cubicBezTo>
                  <a:pt x="573919" y="211367"/>
                  <a:pt x="574681" y="229274"/>
                  <a:pt x="571252" y="248419"/>
                </a:cubicBezTo>
                <a:lnTo>
                  <a:pt x="564394" y="291663"/>
                </a:lnTo>
                <a:cubicBezTo>
                  <a:pt x="438283" y="288519"/>
                  <a:pt x="373894" y="315475"/>
                  <a:pt x="359226" y="398343"/>
                </a:cubicBezTo>
                <a:cubicBezTo>
                  <a:pt x="347319" y="466065"/>
                  <a:pt x="398088" y="498736"/>
                  <a:pt x="455142" y="498736"/>
                </a:cubicBezTo>
                <a:cubicBezTo>
                  <a:pt x="485441" y="500622"/>
                  <a:pt x="515169" y="489944"/>
                  <a:pt x="537343" y="469209"/>
                </a:cubicBezTo>
                <a:cubicBezTo>
                  <a:pt x="540553" y="482563"/>
                  <a:pt x="551021" y="492954"/>
                  <a:pt x="564394" y="496069"/>
                </a:cubicBezTo>
                <a:cubicBezTo>
                  <a:pt x="582587" y="499784"/>
                  <a:pt x="613924" y="496069"/>
                  <a:pt x="623354" y="488640"/>
                </a:cubicBezTo>
                <a:cubicBezTo>
                  <a:pt x="622687" y="479115"/>
                  <a:pt x="623354" y="452921"/>
                  <a:pt x="634022" y="392723"/>
                </a:cubicBezTo>
                <a:close/>
                <a:moveTo>
                  <a:pt x="555726" y="337383"/>
                </a:moveTo>
                <a:cubicBezTo>
                  <a:pt x="541725" y="436538"/>
                  <a:pt x="528485" y="446444"/>
                  <a:pt x="480765" y="446444"/>
                </a:cubicBezTo>
                <a:cubicBezTo>
                  <a:pt x="448189" y="446444"/>
                  <a:pt x="435997" y="424060"/>
                  <a:pt x="441617" y="394723"/>
                </a:cubicBezTo>
                <a:cubicBezTo>
                  <a:pt x="449427" y="354813"/>
                  <a:pt x="479526" y="337383"/>
                  <a:pt x="555726" y="337383"/>
                </a:cubicBezTo>
                <a:close/>
                <a:moveTo>
                  <a:pt x="2042769" y="248895"/>
                </a:moveTo>
                <a:cubicBezTo>
                  <a:pt x="2055247" y="176124"/>
                  <a:pt x="2016385" y="151074"/>
                  <a:pt x="1937994" y="151074"/>
                </a:cubicBezTo>
                <a:cubicBezTo>
                  <a:pt x="1840173" y="151074"/>
                  <a:pt x="1797501" y="197460"/>
                  <a:pt x="1797501" y="197460"/>
                </a:cubicBezTo>
                <a:lnTo>
                  <a:pt x="1827600" y="248324"/>
                </a:lnTo>
                <a:cubicBezTo>
                  <a:pt x="1852717" y="223416"/>
                  <a:pt x="1887026" y="210005"/>
                  <a:pt x="1922374" y="211271"/>
                </a:cubicBezTo>
                <a:cubicBezTo>
                  <a:pt x="1957616" y="211271"/>
                  <a:pt x="1958378" y="229179"/>
                  <a:pt x="1954949" y="248324"/>
                </a:cubicBezTo>
                <a:lnTo>
                  <a:pt x="1948091" y="291567"/>
                </a:lnTo>
                <a:cubicBezTo>
                  <a:pt x="1821980" y="288424"/>
                  <a:pt x="1757591" y="315380"/>
                  <a:pt x="1742923" y="398247"/>
                </a:cubicBezTo>
                <a:cubicBezTo>
                  <a:pt x="1731016" y="465970"/>
                  <a:pt x="1781784" y="498641"/>
                  <a:pt x="1838839" y="498641"/>
                </a:cubicBezTo>
                <a:cubicBezTo>
                  <a:pt x="1869138" y="500527"/>
                  <a:pt x="1898866" y="489849"/>
                  <a:pt x="1921040" y="469113"/>
                </a:cubicBezTo>
                <a:cubicBezTo>
                  <a:pt x="1924250" y="482467"/>
                  <a:pt x="1934718" y="492859"/>
                  <a:pt x="1948091" y="495974"/>
                </a:cubicBezTo>
                <a:cubicBezTo>
                  <a:pt x="1966284" y="499689"/>
                  <a:pt x="1997621" y="495974"/>
                  <a:pt x="2007051" y="488544"/>
                </a:cubicBezTo>
                <a:cubicBezTo>
                  <a:pt x="2006384" y="479019"/>
                  <a:pt x="2007051" y="452826"/>
                  <a:pt x="2017719" y="392628"/>
                </a:cubicBezTo>
                <a:close/>
                <a:moveTo>
                  <a:pt x="1939233" y="337383"/>
                </a:moveTo>
                <a:cubicBezTo>
                  <a:pt x="1925231" y="436538"/>
                  <a:pt x="1911991" y="446444"/>
                  <a:pt x="1864271" y="446444"/>
                </a:cubicBezTo>
                <a:cubicBezTo>
                  <a:pt x="1831695" y="446444"/>
                  <a:pt x="1819503" y="424060"/>
                  <a:pt x="1825123" y="394723"/>
                </a:cubicBezTo>
                <a:cubicBezTo>
                  <a:pt x="1832934" y="354813"/>
                  <a:pt x="1863128" y="337383"/>
                  <a:pt x="1939518" y="337383"/>
                </a:cubicBezTo>
                <a:close/>
                <a:moveTo>
                  <a:pt x="834333" y="498641"/>
                </a:moveTo>
                <a:cubicBezTo>
                  <a:pt x="938536" y="498641"/>
                  <a:pt x="998163" y="423298"/>
                  <a:pt x="1014450" y="326048"/>
                </a:cubicBezTo>
                <a:cubicBezTo>
                  <a:pt x="1035119" y="206319"/>
                  <a:pt x="976350" y="151645"/>
                  <a:pt x="903389" y="151645"/>
                </a:cubicBezTo>
                <a:cubicBezTo>
                  <a:pt x="868908" y="151645"/>
                  <a:pt x="843953" y="154788"/>
                  <a:pt x="824522" y="164885"/>
                </a:cubicBezTo>
                <a:lnTo>
                  <a:pt x="853097" y="-183"/>
                </a:lnTo>
                <a:lnTo>
                  <a:pt x="766324" y="-183"/>
                </a:lnTo>
                <a:lnTo>
                  <a:pt x="680599" y="492640"/>
                </a:lnTo>
                <a:lnTo>
                  <a:pt x="745845" y="492640"/>
                </a:lnTo>
                <a:cubicBezTo>
                  <a:pt x="745845" y="492640"/>
                  <a:pt x="755370" y="472257"/>
                  <a:pt x="764895" y="472257"/>
                </a:cubicBezTo>
                <a:cubicBezTo>
                  <a:pt x="770515" y="472257"/>
                  <a:pt x="785660" y="498641"/>
                  <a:pt x="834523" y="498641"/>
                </a:cubicBezTo>
                <a:close/>
                <a:moveTo>
                  <a:pt x="870718" y="215653"/>
                </a:moveTo>
                <a:cubicBezTo>
                  <a:pt x="915295" y="215653"/>
                  <a:pt x="934250" y="245752"/>
                  <a:pt x="923677" y="322905"/>
                </a:cubicBezTo>
                <a:cubicBezTo>
                  <a:pt x="912914" y="401772"/>
                  <a:pt x="873290" y="437205"/>
                  <a:pt x="826236" y="437205"/>
                </a:cubicBezTo>
                <a:cubicBezTo>
                  <a:pt x="796709" y="437205"/>
                  <a:pt x="779754" y="416535"/>
                  <a:pt x="785469" y="384531"/>
                </a:cubicBezTo>
                <a:lnTo>
                  <a:pt x="801757" y="282900"/>
                </a:lnTo>
                <a:cubicBezTo>
                  <a:pt x="808044" y="245276"/>
                  <a:pt x="830332" y="215748"/>
                  <a:pt x="870147" y="215748"/>
                </a:cubicBezTo>
                <a:close/>
                <a:moveTo>
                  <a:pt x="1051026" y="352813"/>
                </a:moveTo>
                <a:cubicBezTo>
                  <a:pt x="1064457" y="227369"/>
                  <a:pt x="1121035" y="149740"/>
                  <a:pt x="1255528" y="149740"/>
                </a:cubicBezTo>
                <a:cubicBezTo>
                  <a:pt x="1355350" y="149740"/>
                  <a:pt x="1388307" y="225940"/>
                  <a:pt x="1374972" y="307855"/>
                </a:cubicBezTo>
                <a:cubicBezTo>
                  <a:pt x="1353445" y="438824"/>
                  <a:pt x="1302486" y="500546"/>
                  <a:pt x="1174947" y="500546"/>
                </a:cubicBezTo>
                <a:cubicBezTo>
                  <a:pt x="1091698" y="500546"/>
                  <a:pt x="1042644" y="433395"/>
                  <a:pt x="1051026" y="352813"/>
                </a:cubicBezTo>
                <a:close/>
                <a:moveTo>
                  <a:pt x="1283913" y="313951"/>
                </a:moveTo>
                <a:cubicBezTo>
                  <a:pt x="1290294" y="279280"/>
                  <a:pt x="1297152" y="211938"/>
                  <a:pt x="1237431" y="211938"/>
                </a:cubicBezTo>
                <a:cubicBezTo>
                  <a:pt x="1197330" y="211938"/>
                  <a:pt x="1159802" y="239085"/>
                  <a:pt x="1143038" y="334525"/>
                </a:cubicBezTo>
                <a:cubicBezTo>
                  <a:pt x="1132751" y="392723"/>
                  <a:pt x="1143990" y="439300"/>
                  <a:pt x="1190663" y="439300"/>
                </a:cubicBezTo>
                <a:cubicBezTo>
                  <a:pt x="1224572" y="439491"/>
                  <a:pt x="1266006" y="411392"/>
                  <a:pt x="1284008" y="313951"/>
                </a:cubicBezTo>
                <a:close/>
              </a:path>
            </a:pathLst>
          </a:custGeom>
          <a:solidFill>
            <a:srgbClr val="000099"/>
          </a:solidFill>
          <a:ln w="9525" cap="flat">
            <a:noFill/>
            <a:prstDash val="solid"/>
            <a:miter/>
          </a:ln>
        </p:spPr>
        <p:txBody>
          <a:bodyPr rtlCol="0" anchor="ctr">
            <a:noAutofit/>
          </a:bodyPr>
          <a:lstStyle/>
          <a:p>
            <a:endParaRPr lang="en-GB" noProof="0"/>
          </a:p>
        </p:txBody>
      </p:sp>
    </p:spTree>
    <p:extLst>
      <p:ext uri="{BB962C8B-B14F-4D97-AF65-F5344CB8AC3E}">
        <p14:creationId xmlns:p14="http://schemas.microsoft.com/office/powerpoint/2010/main" val="1565181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F6114-AD87-4E68-A306-7A30464998BA}"/>
              </a:ext>
            </a:extLst>
          </p:cNvPr>
          <p:cNvSpPr>
            <a:spLocks noGrp="1"/>
          </p:cNvSpPr>
          <p:nvPr>
            <p:ph type="title"/>
          </p:nvPr>
        </p:nvSpPr>
        <p:spPr/>
        <p:txBody>
          <a:bodyPr>
            <a:noAutofit/>
          </a:bodyPr>
          <a:lstStyle>
            <a:lvl1pPr>
              <a:defRPr/>
            </a:lvl1p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C052F286-323C-4290-8E35-DBD095826A56}"/>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3" name="Rectangle 2">
            <a:extLst>
              <a:ext uri="{FF2B5EF4-FFF2-40B4-BE49-F238E27FC236}">
                <a16:creationId xmlns:a16="http://schemas.microsoft.com/office/drawing/2014/main" id="{1CE9A33F-E72D-4F8C-8D80-D05681AFFA4A}"/>
              </a:ext>
            </a:extLst>
          </p:cNvPr>
          <p:cNvSpPr/>
          <p:nvPr userDrawn="1"/>
        </p:nvSpPr>
        <p:spPr>
          <a:xfrm>
            <a:off x="-1956123" y="-127323"/>
            <a:ext cx="1863525" cy="328721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rgbClr val="FF0000"/>
              </a:solidFill>
            </a:endParaRPr>
          </a:p>
        </p:txBody>
      </p:sp>
    </p:spTree>
    <p:extLst>
      <p:ext uri="{BB962C8B-B14F-4D97-AF65-F5344CB8AC3E}">
        <p14:creationId xmlns:p14="http://schemas.microsoft.com/office/powerpoint/2010/main" val="2841769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Gray)">
    <p:bg>
      <p:bgPr>
        <a:solidFill>
          <a:srgbClr val="EDEDE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F6114-AD87-4E68-A306-7A30464998BA}"/>
              </a:ext>
            </a:extLst>
          </p:cNvPr>
          <p:cNvSpPr>
            <a:spLocks noGrp="1"/>
          </p:cNvSpPr>
          <p:nvPr>
            <p:ph type="title"/>
          </p:nvPr>
        </p:nvSpPr>
        <p:spPr/>
        <p:txBody>
          <a:bodyPr>
            <a:noAutofit/>
          </a:bodyPr>
          <a:lstStyle>
            <a:lvl1pPr>
              <a:defRPr/>
            </a:lvl1p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C052F286-323C-4290-8E35-DBD095826A56}"/>
              </a:ext>
            </a:extLst>
          </p:cNvPr>
          <p:cNvSpPr>
            <a:spLocks noGrp="1"/>
          </p:cNvSpPr>
          <p:nvPr>
            <p:ph type="sldNum" sz="quarter" idx="12"/>
          </p:nvPr>
        </p:nvSpPr>
        <p:spPr/>
        <p:txBody>
          <a:bodyPr>
            <a:noAutofit/>
          </a:bodyPr>
          <a:lstStyle>
            <a:lvl1pPr>
              <a:defRPr>
                <a:solidFill>
                  <a:schemeClr val="accent1"/>
                </a:solidFill>
              </a:defRPr>
            </a:lvl1pPr>
          </a:lstStyle>
          <a:p>
            <a:fld id="{555B1587-59F1-4FB5-A363-0505DAC627C3}" type="slidenum">
              <a:rPr lang="en-US" smtClean="0"/>
              <a:pPr/>
              <a:t>‹#›</a:t>
            </a:fld>
            <a:endParaRPr lang="en-US"/>
          </a:p>
        </p:txBody>
      </p:sp>
      <p:sp>
        <p:nvSpPr>
          <p:cNvPr id="3" name="Rectangle 2">
            <a:extLst>
              <a:ext uri="{FF2B5EF4-FFF2-40B4-BE49-F238E27FC236}">
                <a16:creationId xmlns:a16="http://schemas.microsoft.com/office/drawing/2014/main" id="{1CE9A33F-E72D-4F8C-8D80-D05681AFFA4A}"/>
              </a:ext>
            </a:extLst>
          </p:cNvPr>
          <p:cNvSpPr/>
          <p:nvPr userDrawn="1"/>
        </p:nvSpPr>
        <p:spPr>
          <a:xfrm>
            <a:off x="-1956123" y="-127323"/>
            <a:ext cx="1863525" cy="328721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Tree>
    <p:extLst>
      <p:ext uri="{BB962C8B-B14F-4D97-AF65-F5344CB8AC3E}">
        <p14:creationId xmlns:p14="http://schemas.microsoft.com/office/powerpoint/2010/main" val="966768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55DA58-C6F1-4746-9502-49BA05FC40B0}"/>
              </a:ext>
            </a:extLst>
          </p:cNvPr>
          <p:cNvSpPr>
            <a:spLocks noGrp="1"/>
          </p:cNvSpPr>
          <p:nvPr>
            <p:ph type="sldNum" sz="quarter" idx="12"/>
          </p:nvPr>
        </p:nvSpPr>
        <p:spPr/>
        <p:txBody>
          <a:bodyPr>
            <a:noAutofit/>
          </a:bodyPr>
          <a:lstStyle/>
          <a:p>
            <a:fld id="{555B1587-59F1-4FB5-A363-0505DAC627C3}" type="slidenum">
              <a:rPr lang="en-US" noProof="0" smtClean="0"/>
              <a:t>‹#›</a:t>
            </a:fld>
            <a:endParaRPr lang="en-US" noProof="0"/>
          </a:p>
        </p:txBody>
      </p:sp>
      <p:sp>
        <p:nvSpPr>
          <p:cNvPr id="3" name="Rectangle 2">
            <a:extLst>
              <a:ext uri="{FF2B5EF4-FFF2-40B4-BE49-F238E27FC236}">
                <a16:creationId xmlns:a16="http://schemas.microsoft.com/office/drawing/2014/main" id="{853329AB-6DE2-4C61-BCEF-18DF3BA3DFF0}"/>
              </a:ext>
            </a:extLst>
          </p:cNvPr>
          <p:cNvSpPr/>
          <p:nvPr userDrawn="1"/>
        </p:nvSpPr>
        <p:spPr>
          <a:xfrm>
            <a:off x="-1956123" y="-127323"/>
            <a:ext cx="1863525" cy="328721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rgbClr val="FF0000"/>
              </a:solidFill>
            </a:endParaRPr>
          </a:p>
        </p:txBody>
      </p:sp>
    </p:spTree>
    <p:extLst>
      <p:ext uri="{BB962C8B-B14F-4D97-AF65-F5344CB8AC3E}">
        <p14:creationId xmlns:p14="http://schemas.microsoft.com/office/powerpoint/2010/main" val="972311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Gray)">
    <p:bg>
      <p:bgPr>
        <a:solidFill>
          <a:srgbClr val="EDEDEE"/>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55DA58-C6F1-4746-9502-49BA05FC40B0}"/>
              </a:ext>
            </a:extLst>
          </p:cNvPr>
          <p:cNvSpPr>
            <a:spLocks noGrp="1"/>
          </p:cNvSpPr>
          <p:nvPr>
            <p:ph type="sldNum" sz="quarter" idx="12"/>
          </p:nvPr>
        </p:nvSpPr>
        <p:spPr/>
        <p:txBody>
          <a:bodyPr>
            <a:noAutofit/>
          </a:bodyPr>
          <a:lstStyle>
            <a:lvl1pPr>
              <a:defRPr>
                <a:solidFill>
                  <a:schemeClr val="accent1"/>
                </a:solidFill>
              </a:defRPr>
            </a:lvl1pPr>
          </a:lstStyle>
          <a:p>
            <a:fld id="{555B1587-59F1-4FB5-A363-0505DAC627C3}" type="slidenum">
              <a:rPr lang="en-US" smtClean="0"/>
              <a:pPr/>
              <a:t>‹#›</a:t>
            </a:fld>
            <a:endParaRPr lang="en-US"/>
          </a:p>
        </p:txBody>
      </p:sp>
      <p:sp>
        <p:nvSpPr>
          <p:cNvPr id="3" name="Rectangle 2">
            <a:extLst>
              <a:ext uri="{FF2B5EF4-FFF2-40B4-BE49-F238E27FC236}">
                <a16:creationId xmlns:a16="http://schemas.microsoft.com/office/drawing/2014/main" id="{853329AB-6DE2-4C61-BCEF-18DF3BA3DFF0}"/>
              </a:ext>
            </a:extLst>
          </p:cNvPr>
          <p:cNvSpPr/>
          <p:nvPr userDrawn="1"/>
        </p:nvSpPr>
        <p:spPr>
          <a:xfrm>
            <a:off x="-1956123" y="-127323"/>
            <a:ext cx="1863525" cy="328721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Tree>
    <p:extLst>
      <p:ext uri="{BB962C8B-B14F-4D97-AF65-F5344CB8AC3E}">
        <p14:creationId xmlns:p14="http://schemas.microsoft.com/office/powerpoint/2010/main" val="3862424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8747ACC-9F38-4EE9-BBE5-E8CDF2BF505F}"/>
              </a:ext>
            </a:extLst>
          </p:cNvPr>
          <p:cNvSpPr/>
          <p:nvPr userDrawn="1"/>
        </p:nvSpPr>
        <p:spPr>
          <a:xfrm>
            <a:off x="0" y="5811520"/>
            <a:ext cx="12192000" cy="1046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35" name="Picture Placeholder 34">
            <a:extLst>
              <a:ext uri="{FF2B5EF4-FFF2-40B4-BE49-F238E27FC236}">
                <a16:creationId xmlns:a16="http://schemas.microsoft.com/office/drawing/2014/main" id="{F2CB285B-2964-4CCA-9F70-1542304B2A43}"/>
              </a:ext>
            </a:extLst>
          </p:cNvPr>
          <p:cNvSpPr>
            <a:spLocks noGrp="1"/>
          </p:cNvSpPr>
          <p:nvPr>
            <p:ph type="pic" sz="quarter" idx="14" hasCustomPrompt="1"/>
          </p:nvPr>
        </p:nvSpPr>
        <p:spPr>
          <a:xfrm>
            <a:off x="0" y="1"/>
            <a:ext cx="12192000" cy="5811520"/>
          </a:xfrm>
          <a:prstGeom prst="rect">
            <a:avLst/>
          </a:prstGeom>
          <a:solidFill>
            <a:schemeClr val="tx2"/>
          </a:solidFill>
        </p:spPr>
        <p:txBody>
          <a:bodyPr wrap="square" bIns="180000" anchor="b">
            <a:noAutofit/>
          </a:bodyPr>
          <a:lstStyle>
            <a:lvl1pPr algn="ctr">
              <a:defRPr>
                <a:solidFill>
                  <a:schemeClr val="bg1"/>
                </a:solidFill>
              </a:defRPr>
            </a:lvl1pPr>
          </a:lstStyle>
          <a:p>
            <a:r>
              <a:rPr lang="en-US" noProof="0"/>
              <a:t> Click here and select an image from the Images Library in Templafy.</a:t>
            </a:r>
            <a:br>
              <a:rPr lang="en-US" noProof="0"/>
            </a:br>
            <a:r>
              <a:rPr lang="en-US" noProof="0"/>
              <a:t>Next, select a line from the Slide Elements Library.</a:t>
            </a:r>
          </a:p>
        </p:txBody>
      </p:sp>
      <p:sp>
        <p:nvSpPr>
          <p:cNvPr id="4" name="Date Placeholder 3">
            <a:extLst>
              <a:ext uri="{FF2B5EF4-FFF2-40B4-BE49-F238E27FC236}">
                <a16:creationId xmlns:a16="http://schemas.microsoft.com/office/drawing/2014/main" id="{D6AFD005-2827-46C1-9709-F5526773BF59}"/>
              </a:ext>
            </a:extLst>
          </p:cNvPr>
          <p:cNvSpPr>
            <a:spLocks noGrp="1"/>
          </p:cNvSpPr>
          <p:nvPr>
            <p:ph type="dt" sz="half" idx="10"/>
          </p:nvPr>
        </p:nvSpPr>
        <p:spPr>
          <a:xfrm>
            <a:off x="626744" y="6283386"/>
            <a:ext cx="7560000" cy="365125"/>
          </a:xfrm>
          <a:prstGeom prst="rect">
            <a:avLst/>
          </a:prstGeom>
        </p:spPr>
        <p:txBody>
          <a:bodyPr lIns="0" tIns="0" rIns="0" bIns="0">
            <a:noAutofit/>
          </a:bodyPr>
          <a:lstStyle>
            <a:lvl1pPr>
              <a:defRPr sz="1300">
                <a:solidFill>
                  <a:srgbClr val="000FAA"/>
                </a:solidFill>
              </a:defRPr>
            </a:lvl1pPr>
          </a:lstStyle>
          <a:p>
            <a:r>
              <a:rPr lang="en-US" noProof="0" dirty="0"/>
              <a:t>7/14/2021  |  Versie  |  Naam </a:t>
            </a:r>
            <a:r>
              <a:rPr lang="en-US" noProof="0" dirty="0" err="1"/>
              <a:t>presentator</a:t>
            </a:r>
            <a:endParaRPr lang="en-US" noProof="0" dirty="0"/>
          </a:p>
        </p:txBody>
      </p:sp>
      <p:sp>
        <p:nvSpPr>
          <p:cNvPr id="11" name="Title 1">
            <a:extLst>
              <a:ext uri="{FF2B5EF4-FFF2-40B4-BE49-F238E27FC236}">
                <a16:creationId xmlns:a16="http://schemas.microsoft.com/office/drawing/2014/main" id="{FC5F9583-417F-4FD2-8504-D6CCC8BDEA49}"/>
              </a:ext>
            </a:extLst>
          </p:cNvPr>
          <p:cNvSpPr>
            <a:spLocks noGrp="1"/>
          </p:cNvSpPr>
          <p:nvPr>
            <p:ph type="title" hasCustomPrompt="1"/>
          </p:nvPr>
        </p:nvSpPr>
        <p:spPr>
          <a:xfrm>
            <a:off x="609600" y="555307"/>
            <a:ext cx="4230000" cy="640585"/>
          </a:xfrm>
        </p:spPr>
        <p:txBody>
          <a:bodyPr>
            <a:noAutofit/>
          </a:bodyPr>
          <a:lstStyle>
            <a:lvl1pPr>
              <a:defRPr sz="5800">
                <a:solidFill>
                  <a:schemeClr val="bg1"/>
                </a:solidFill>
              </a:defRPr>
            </a:lvl1pPr>
          </a:lstStyle>
          <a:p>
            <a:r>
              <a:rPr lang="en-GB" noProof="0"/>
              <a:t>Thank you for your attention</a:t>
            </a:r>
            <a:endParaRPr lang="en-US" noProof="0"/>
          </a:p>
        </p:txBody>
      </p:sp>
      <p:sp>
        <p:nvSpPr>
          <p:cNvPr id="38" name="Slide Number Placeholder 5">
            <a:extLst>
              <a:ext uri="{FF2B5EF4-FFF2-40B4-BE49-F238E27FC236}">
                <a16:creationId xmlns:a16="http://schemas.microsoft.com/office/drawing/2014/main" id="{3BF99B16-D53B-4578-85E0-77BFFA779E5A}"/>
              </a:ext>
            </a:extLst>
          </p:cNvPr>
          <p:cNvSpPr>
            <a:spLocks noGrp="1"/>
          </p:cNvSpPr>
          <p:nvPr>
            <p:ph type="sldNum" sz="quarter" idx="4"/>
          </p:nvPr>
        </p:nvSpPr>
        <p:spPr>
          <a:xfrm>
            <a:off x="609600" y="7120376"/>
            <a:ext cx="495300" cy="365125"/>
          </a:xfrm>
          <a:prstGeom prst="rect">
            <a:avLst/>
          </a:prstGeom>
        </p:spPr>
        <p:txBody>
          <a:bodyPr vert="horz" lIns="0" tIns="0" rIns="0" bIns="0" rtlCol="0" anchor="ctr">
            <a:noAutofit/>
          </a:bodyPr>
          <a:lstStyle>
            <a:lvl1pPr algn="l">
              <a:defRPr sz="1200">
                <a:solidFill>
                  <a:srgbClr val="D8D9DA"/>
                </a:solidFill>
              </a:defRPr>
            </a:lvl1pPr>
          </a:lstStyle>
          <a:p>
            <a:fld id="{555B1587-59F1-4FB5-A363-0505DAC627C3}" type="slidenum">
              <a:rPr lang="en-US" noProof="0" smtClean="0"/>
              <a:pPr/>
              <a:t>‹#›</a:t>
            </a:fld>
            <a:endParaRPr lang="en-US" noProof="0"/>
          </a:p>
        </p:txBody>
      </p:sp>
      <p:pic>
        <p:nvPicPr>
          <p:cNvPr id="23" name="Graphic 22">
            <a:extLst>
              <a:ext uri="{FF2B5EF4-FFF2-40B4-BE49-F238E27FC236}">
                <a16:creationId xmlns:a16="http://schemas.microsoft.com/office/drawing/2014/main" id="{D928D51D-9B86-4B1C-82E0-D5417B3B1A2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869805" y="5878386"/>
            <a:ext cx="1901611" cy="810000"/>
          </a:xfrm>
          <a:prstGeom prst="rect">
            <a:avLst/>
          </a:prstGeom>
        </p:spPr>
      </p:pic>
    </p:spTree>
    <p:extLst>
      <p:ext uri="{BB962C8B-B14F-4D97-AF65-F5344CB8AC3E}">
        <p14:creationId xmlns:p14="http://schemas.microsoft.com/office/powerpoint/2010/main" val="653739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End Slide with Sign Off">
    <p:spTree>
      <p:nvGrpSpPr>
        <p:cNvPr id="1" name=""/>
        <p:cNvGrpSpPr/>
        <p:nvPr/>
      </p:nvGrpSpPr>
      <p:grpSpPr>
        <a:xfrm>
          <a:off x="0" y="0"/>
          <a:ext cx="0" cy="0"/>
          <a:chOff x="0" y="0"/>
          <a:chExt cx="0" cy="0"/>
        </a:xfrm>
      </p:grpSpPr>
      <p:sp>
        <p:nvSpPr>
          <p:cNvPr id="32" name="Picture Placeholder 34">
            <a:extLst>
              <a:ext uri="{FF2B5EF4-FFF2-40B4-BE49-F238E27FC236}">
                <a16:creationId xmlns:a16="http://schemas.microsoft.com/office/drawing/2014/main" id="{3003599F-7246-48FD-94EB-D6FEFBD8A8EE}"/>
              </a:ext>
            </a:extLst>
          </p:cNvPr>
          <p:cNvSpPr>
            <a:spLocks noGrp="1"/>
          </p:cNvSpPr>
          <p:nvPr>
            <p:ph type="pic" sz="quarter" idx="14" hasCustomPrompt="1"/>
          </p:nvPr>
        </p:nvSpPr>
        <p:spPr>
          <a:xfrm>
            <a:off x="0" y="1"/>
            <a:ext cx="12192000" cy="5811520"/>
          </a:xfrm>
          <a:prstGeom prst="rect">
            <a:avLst/>
          </a:prstGeom>
          <a:solidFill>
            <a:schemeClr val="tx2"/>
          </a:solidFill>
        </p:spPr>
        <p:txBody>
          <a:bodyPr wrap="square" bIns="180000" anchor="b">
            <a:noAutofit/>
          </a:bodyPr>
          <a:lstStyle>
            <a:lvl1pPr algn="ctr">
              <a:defRPr>
                <a:solidFill>
                  <a:schemeClr val="bg1"/>
                </a:solidFill>
              </a:defRPr>
            </a:lvl1pPr>
          </a:lstStyle>
          <a:p>
            <a:r>
              <a:rPr lang="en-US" noProof="0"/>
              <a:t> Click here and select an image from the Images Library in Templafy.</a:t>
            </a:r>
            <a:br>
              <a:rPr lang="en-US" noProof="0"/>
            </a:br>
            <a:r>
              <a:rPr lang="en-US" noProof="0"/>
              <a:t>Next, select a line from the Slide Elements Library.</a:t>
            </a:r>
          </a:p>
        </p:txBody>
      </p:sp>
      <p:sp>
        <p:nvSpPr>
          <p:cNvPr id="9" name="Rectangle 8">
            <a:extLst>
              <a:ext uri="{FF2B5EF4-FFF2-40B4-BE49-F238E27FC236}">
                <a16:creationId xmlns:a16="http://schemas.microsoft.com/office/drawing/2014/main" id="{20A54F2C-1689-4C8A-820D-344BAD6DDA74}"/>
              </a:ext>
            </a:extLst>
          </p:cNvPr>
          <p:cNvSpPr/>
          <p:nvPr userDrawn="1"/>
        </p:nvSpPr>
        <p:spPr>
          <a:xfrm>
            <a:off x="0" y="5811520"/>
            <a:ext cx="12192000" cy="1046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a:p>
        </p:txBody>
      </p:sp>
      <p:sp>
        <p:nvSpPr>
          <p:cNvPr id="4" name="Date Placeholder 3">
            <a:extLst>
              <a:ext uri="{FF2B5EF4-FFF2-40B4-BE49-F238E27FC236}">
                <a16:creationId xmlns:a16="http://schemas.microsoft.com/office/drawing/2014/main" id="{D6AFD005-2827-46C1-9709-F5526773BF59}"/>
              </a:ext>
            </a:extLst>
          </p:cNvPr>
          <p:cNvSpPr>
            <a:spLocks noGrp="1"/>
          </p:cNvSpPr>
          <p:nvPr>
            <p:ph type="dt" sz="half" idx="10"/>
          </p:nvPr>
        </p:nvSpPr>
        <p:spPr>
          <a:xfrm>
            <a:off x="626744" y="6283386"/>
            <a:ext cx="7560000" cy="365125"/>
          </a:xfrm>
          <a:prstGeom prst="rect">
            <a:avLst/>
          </a:prstGeom>
        </p:spPr>
        <p:txBody>
          <a:bodyPr lIns="0" tIns="0" rIns="0" bIns="0">
            <a:noAutofit/>
          </a:bodyPr>
          <a:lstStyle>
            <a:lvl1pPr>
              <a:defRPr sz="1300">
                <a:solidFill>
                  <a:srgbClr val="000FAA"/>
                </a:solidFill>
              </a:defRPr>
            </a:lvl1pPr>
          </a:lstStyle>
          <a:p>
            <a:r>
              <a:rPr lang="en-US" noProof="0" dirty="0"/>
              <a:t>8/27/2021  |  Versie  |  Naam </a:t>
            </a:r>
            <a:r>
              <a:rPr lang="en-US" noProof="0" dirty="0" err="1"/>
              <a:t>presentator</a:t>
            </a:r>
            <a:endParaRPr lang="en-US" noProof="0" dirty="0"/>
          </a:p>
        </p:txBody>
      </p:sp>
      <p:sp>
        <p:nvSpPr>
          <p:cNvPr id="11" name="Title 1">
            <a:extLst>
              <a:ext uri="{FF2B5EF4-FFF2-40B4-BE49-F238E27FC236}">
                <a16:creationId xmlns:a16="http://schemas.microsoft.com/office/drawing/2014/main" id="{FC5F9583-417F-4FD2-8504-D6CCC8BDEA49}"/>
              </a:ext>
            </a:extLst>
          </p:cNvPr>
          <p:cNvSpPr>
            <a:spLocks noGrp="1"/>
          </p:cNvSpPr>
          <p:nvPr>
            <p:ph type="title" hasCustomPrompt="1"/>
          </p:nvPr>
        </p:nvSpPr>
        <p:spPr>
          <a:xfrm>
            <a:off x="609600" y="555307"/>
            <a:ext cx="4230000" cy="640585"/>
          </a:xfrm>
        </p:spPr>
        <p:txBody>
          <a:bodyPr>
            <a:noAutofit/>
          </a:bodyPr>
          <a:lstStyle>
            <a:lvl1pPr>
              <a:defRPr sz="5800">
                <a:solidFill>
                  <a:schemeClr val="bg1"/>
                </a:solidFill>
              </a:defRPr>
            </a:lvl1pPr>
          </a:lstStyle>
          <a:p>
            <a:r>
              <a:rPr lang="en-GB" noProof="0"/>
              <a:t>Thank you for your attention</a:t>
            </a:r>
            <a:endParaRPr lang="en-US" noProof="0"/>
          </a:p>
        </p:txBody>
      </p:sp>
      <p:sp>
        <p:nvSpPr>
          <p:cNvPr id="38" name="Slide Number Placeholder 5">
            <a:extLst>
              <a:ext uri="{FF2B5EF4-FFF2-40B4-BE49-F238E27FC236}">
                <a16:creationId xmlns:a16="http://schemas.microsoft.com/office/drawing/2014/main" id="{3BF99B16-D53B-4578-85E0-77BFFA779E5A}"/>
              </a:ext>
            </a:extLst>
          </p:cNvPr>
          <p:cNvSpPr>
            <a:spLocks noGrp="1"/>
          </p:cNvSpPr>
          <p:nvPr>
            <p:ph type="sldNum" sz="quarter" idx="4"/>
          </p:nvPr>
        </p:nvSpPr>
        <p:spPr>
          <a:xfrm>
            <a:off x="609600" y="7120376"/>
            <a:ext cx="495300" cy="365125"/>
          </a:xfrm>
          <a:prstGeom prst="rect">
            <a:avLst/>
          </a:prstGeom>
        </p:spPr>
        <p:txBody>
          <a:bodyPr vert="horz" lIns="0" tIns="0" rIns="0" bIns="0" rtlCol="0" anchor="ctr">
            <a:noAutofit/>
          </a:bodyPr>
          <a:lstStyle>
            <a:lvl1pPr algn="l">
              <a:defRPr sz="1200">
                <a:solidFill>
                  <a:srgbClr val="D8D9DA"/>
                </a:solidFill>
              </a:defRPr>
            </a:lvl1pPr>
          </a:lstStyle>
          <a:p>
            <a:fld id="{555B1587-59F1-4FB5-A363-0505DAC627C3}" type="slidenum">
              <a:rPr lang="en-US" noProof="0" smtClean="0"/>
              <a:pPr/>
              <a:t>‹#›</a:t>
            </a:fld>
            <a:endParaRPr lang="en-US" noProof="0"/>
          </a:p>
        </p:txBody>
      </p:sp>
      <p:pic>
        <p:nvPicPr>
          <p:cNvPr id="10" name="Graphic 9">
            <a:extLst>
              <a:ext uri="{FF2B5EF4-FFF2-40B4-BE49-F238E27FC236}">
                <a16:creationId xmlns:a16="http://schemas.microsoft.com/office/drawing/2014/main" id="{16B52586-3E68-4BB0-9B91-9DAF4ACA96F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55301" y="5880324"/>
            <a:ext cx="3615059" cy="808822"/>
          </a:xfrm>
          <a:prstGeom prst="rect">
            <a:avLst/>
          </a:prstGeom>
        </p:spPr>
      </p:pic>
    </p:spTree>
    <p:extLst>
      <p:ext uri="{BB962C8B-B14F-4D97-AF65-F5344CB8AC3E}">
        <p14:creationId xmlns:p14="http://schemas.microsoft.com/office/powerpoint/2010/main" val="128556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End Slide Full Image">
    <p:spTree>
      <p:nvGrpSpPr>
        <p:cNvPr id="1" name=""/>
        <p:cNvGrpSpPr/>
        <p:nvPr/>
      </p:nvGrpSpPr>
      <p:grpSpPr>
        <a:xfrm>
          <a:off x="0" y="0"/>
          <a:ext cx="0" cy="0"/>
          <a:chOff x="0" y="0"/>
          <a:chExt cx="0" cy="0"/>
        </a:xfrm>
      </p:grpSpPr>
      <p:sp>
        <p:nvSpPr>
          <p:cNvPr id="31" name="Picture Placeholder 34">
            <a:extLst>
              <a:ext uri="{FF2B5EF4-FFF2-40B4-BE49-F238E27FC236}">
                <a16:creationId xmlns:a16="http://schemas.microsoft.com/office/drawing/2014/main" id="{AF166E56-AB4A-4D08-BD3C-49742B393147}"/>
              </a:ext>
            </a:extLst>
          </p:cNvPr>
          <p:cNvSpPr>
            <a:spLocks noGrp="1"/>
          </p:cNvSpPr>
          <p:nvPr>
            <p:ph type="pic" sz="quarter" idx="14" hasCustomPrompt="1"/>
          </p:nvPr>
        </p:nvSpPr>
        <p:spPr>
          <a:xfrm>
            <a:off x="0" y="0"/>
            <a:ext cx="12192000" cy="6857999"/>
          </a:xfrm>
          <a:prstGeom prst="rect">
            <a:avLst/>
          </a:prstGeom>
          <a:solidFill>
            <a:schemeClr val="tx2"/>
          </a:solidFill>
        </p:spPr>
        <p:txBody>
          <a:bodyPr wrap="square" bIns="720000" anchor="b">
            <a:noAutofit/>
          </a:bodyPr>
          <a:lstStyle>
            <a:lvl1pPr algn="ctr">
              <a:defRPr>
                <a:solidFill>
                  <a:schemeClr val="bg1"/>
                </a:solidFill>
              </a:defRPr>
            </a:lvl1pPr>
          </a:lstStyle>
          <a:p>
            <a:r>
              <a:rPr lang="en-US" noProof="0"/>
              <a:t> Click here and select an image from the Images Library in Templafy.</a:t>
            </a:r>
            <a:br>
              <a:rPr lang="en-US" noProof="0"/>
            </a:br>
            <a:r>
              <a:rPr lang="en-US" noProof="0"/>
              <a:t>Next, select a line from the Slide Elements Library.</a:t>
            </a:r>
          </a:p>
        </p:txBody>
      </p:sp>
      <p:sp>
        <p:nvSpPr>
          <p:cNvPr id="17" name="Date Placeholder 3">
            <a:extLst>
              <a:ext uri="{FF2B5EF4-FFF2-40B4-BE49-F238E27FC236}">
                <a16:creationId xmlns:a16="http://schemas.microsoft.com/office/drawing/2014/main" id="{CE595C92-5A6A-4643-A2A5-4F22D9F6E1CB}"/>
              </a:ext>
            </a:extLst>
          </p:cNvPr>
          <p:cNvSpPr>
            <a:spLocks noGrp="1"/>
          </p:cNvSpPr>
          <p:nvPr>
            <p:ph type="dt" sz="half" idx="10"/>
          </p:nvPr>
        </p:nvSpPr>
        <p:spPr>
          <a:xfrm>
            <a:off x="626744" y="6283386"/>
            <a:ext cx="7560000" cy="365125"/>
          </a:xfrm>
          <a:prstGeom prst="rect">
            <a:avLst/>
          </a:prstGeom>
        </p:spPr>
        <p:txBody>
          <a:bodyPr lIns="0" tIns="0" rIns="0" bIns="0">
            <a:noAutofit/>
          </a:bodyPr>
          <a:lstStyle>
            <a:lvl1pPr>
              <a:defRPr sz="1300">
                <a:solidFill>
                  <a:schemeClr val="bg1"/>
                </a:solidFill>
              </a:defRPr>
            </a:lvl1pPr>
          </a:lstStyle>
          <a:p>
            <a:fld id="{027728F5-7FA0-4B9B-B37C-CAB2C63F358B}" type="datetime1">
              <a:rPr lang="en-US" noProof="0" smtClean="0"/>
              <a:t>9/23/2026</a:t>
            </a:fld>
            <a:r>
              <a:rPr lang="en-US" noProof="0"/>
              <a:t>  |  Versie  |  Naam presentator</a:t>
            </a:r>
          </a:p>
        </p:txBody>
      </p:sp>
      <p:sp>
        <p:nvSpPr>
          <p:cNvPr id="19" name="Slide Number Placeholder 5">
            <a:extLst>
              <a:ext uri="{FF2B5EF4-FFF2-40B4-BE49-F238E27FC236}">
                <a16:creationId xmlns:a16="http://schemas.microsoft.com/office/drawing/2014/main" id="{29FD9BF4-5868-4140-BF95-4FB64E6133CB}"/>
              </a:ext>
            </a:extLst>
          </p:cNvPr>
          <p:cNvSpPr>
            <a:spLocks noGrp="1"/>
          </p:cNvSpPr>
          <p:nvPr>
            <p:ph type="sldNum" sz="quarter" idx="4"/>
          </p:nvPr>
        </p:nvSpPr>
        <p:spPr>
          <a:xfrm>
            <a:off x="609600" y="7120376"/>
            <a:ext cx="495300" cy="365125"/>
          </a:xfrm>
          <a:prstGeom prst="rect">
            <a:avLst/>
          </a:prstGeom>
        </p:spPr>
        <p:txBody>
          <a:bodyPr vert="horz" lIns="0" tIns="0" rIns="0" bIns="0" rtlCol="0" anchor="ctr">
            <a:noAutofit/>
          </a:bodyPr>
          <a:lstStyle>
            <a:lvl1pPr algn="l">
              <a:defRPr sz="1200">
                <a:solidFill>
                  <a:srgbClr val="D8D9DA"/>
                </a:solidFill>
              </a:defRPr>
            </a:lvl1pPr>
          </a:lstStyle>
          <a:p>
            <a:fld id="{555B1587-59F1-4FB5-A363-0505DAC627C3}" type="slidenum">
              <a:rPr lang="en-US" noProof="0" smtClean="0"/>
              <a:pPr/>
              <a:t>‹#›</a:t>
            </a:fld>
            <a:endParaRPr lang="en-US" noProof="0"/>
          </a:p>
        </p:txBody>
      </p:sp>
      <p:sp>
        <p:nvSpPr>
          <p:cNvPr id="33" name="Title 1">
            <a:extLst>
              <a:ext uri="{FF2B5EF4-FFF2-40B4-BE49-F238E27FC236}">
                <a16:creationId xmlns:a16="http://schemas.microsoft.com/office/drawing/2014/main" id="{4144B496-ED8D-4DA4-9F4A-453558B0CE84}"/>
              </a:ext>
            </a:extLst>
          </p:cNvPr>
          <p:cNvSpPr>
            <a:spLocks noGrp="1"/>
          </p:cNvSpPr>
          <p:nvPr>
            <p:ph type="title" hasCustomPrompt="1"/>
          </p:nvPr>
        </p:nvSpPr>
        <p:spPr>
          <a:xfrm>
            <a:off x="609600" y="555307"/>
            <a:ext cx="4230000" cy="640585"/>
          </a:xfrm>
        </p:spPr>
        <p:txBody>
          <a:bodyPr>
            <a:noAutofit/>
          </a:bodyPr>
          <a:lstStyle>
            <a:lvl1pPr>
              <a:defRPr sz="5800">
                <a:solidFill>
                  <a:schemeClr val="bg1"/>
                </a:solidFill>
              </a:defRPr>
            </a:lvl1pPr>
          </a:lstStyle>
          <a:p>
            <a:r>
              <a:rPr lang="en-GB" noProof="0"/>
              <a:t>Thank you for your attention</a:t>
            </a:r>
            <a:endParaRPr lang="en-US" noProof="0"/>
          </a:p>
        </p:txBody>
      </p:sp>
      <p:sp>
        <p:nvSpPr>
          <p:cNvPr id="15" name="Text Placeholder 21">
            <a:extLst>
              <a:ext uri="{FF2B5EF4-FFF2-40B4-BE49-F238E27FC236}">
                <a16:creationId xmlns:a16="http://schemas.microsoft.com/office/drawing/2014/main" id="{7C350444-506B-4BB3-A2D0-CD6BD59CCE56}"/>
              </a:ext>
            </a:extLst>
          </p:cNvPr>
          <p:cNvSpPr>
            <a:spLocks noGrp="1" noChangeAspect="1"/>
          </p:cNvSpPr>
          <p:nvPr>
            <p:ph type="body" sz="quarter" idx="18" hasCustomPrompt="1"/>
          </p:nvPr>
        </p:nvSpPr>
        <p:spPr>
          <a:xfrm>
            <a:off x="10433491" y="6241256"/>
            <a:ext cx="1136527" cy="206779"/>
          </a:xfrm>
          <a:blipFill>
            <a:blip r:embed="rId2"/>
            <a:stretch>
              <a:fillRect/>
            </a:stretch>
          </a:blipFill>
        </p:spPr>
        <p:txBody>
          <a:bodyPr/>
          <a:lstStyle>
            <a:lvl1pPr>
              <a:defRPr/>
            </a:lvl1pPr>
            <a:lvl5pPr>
              <a:defRPr/>
            </a:lvl5pPr>
          </a:lstStyle>
          <a:p>
            <a:pPr lvl="0"/>
            <a:r>
              <a:rPr lang="en-US" dirty="0"/>
              <a:t>  </a:t>
            </a:r>
            <a:endParaRPr lang="de-DE" dirty="0"/>
          </a:p>
        </p:txBody>
      </p:sp>
      <p:sp>
        <p:nvSpPr>
          <p:cNvPr id="16" name="Text Placeholder 21">
            <a:extLst>
              <a:ext uri="{FF2B5EF4-FFF2-40B4-BE49-F238E27FC236}">
                <a16:creationId xmlns:a16="http://schemas.microsoft.com/office/drawing/2014/main" id="{1E185E27-BFAF-4641-B298-34B7DA2BFEE3}"/>
              </a:ext>
            </a:extLst>
          </p:cNvPr>
          <p:cNvSpPr>
            <a:spLocks noGrp="1" noChangeAspect="1"/>
          </p:cNvSpPr>
          <p:nvPr>
            <p:ph type="body" sz="quarter" idx="17" hasCustomPrompt="1"/>
          </p:nvPr>
        </p:nvSpPr>
        <p:spPr>
          <a:xfrm>
            <a:off x="10433491" y="6241256"/>
            <a:ext cx="1136527" cy="206779"/>
          </a:xfrm>
          <a:blipFill>
            <a:blip r:embed="rId3"/>
            <a:stretch>
              <a:fillRect/>
            </a:stretch>
          </a:blipFill>
        </p:spPr>
        <p:txBody>
          <a:bodyPr/>
          <a:lstStyle>
            <a:lvl1pPr>
              <a:defRPr/>
            </a:lvl1pPr>
            <a:lvl5pPr>
              <a:defRPr/>
            </a:lvl5pPr>
          </a:lstStyle>
          <a:p>
            <a:pPr lvl="0"/>
            <a:r>
              <a:rPr lang="en-US" dirty="0"/>
              <a:t>  </a:t>
            </a:r>
            <a:endParaRPr lang="de-DE" dirty="0"/>
          </a:p>
        </p:txBody>
      </p:sp>
    </p:spTree>
    <p:extLst>
      <p:ext uri="{BB962C8B-B14F-4D97-AF65-F5344CB8AC3E}">
        <p14:creationId xmlns:p14="http://schemas.microsoft.com/office/powerpoint/2010/main" val="1484337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End Slide with Sign Off Full Image">
    <p:spTree>
      <p:nvGrpSpPr>
        <p:cNvPr id="1" name=""/>
        <p:cNvGrpSpPr/>
        <p:nvPr/>
      </p:nvGrpSpPr>
      <p:grpSpPr>
        <a:xfrm>
          <a:off x="0" y="0"/>
          <a:ext cx="0" cy="0"/>
          <a:chOff x="0" y="0"/>
          <a:chExt cx="0" cy="0"/>
        </a:xfrm>
      </p:grpSpPr>
      <p:sp>
        <p:nvSpPr>
          <p:cNvPr id="30" name="Picture Placeholder 34">
            <a:extLst>
              <a:ext uri="{FF2B5EF4-FFF2-40B4-BE49-F238E27FC236}">
                <a16:creationId xmlns:a16="http://schemas.microsoft.com/office/drawing/2014/main" id="{944B1939-1D9D-4C76-BB4D-F89D0240CC8C}"/>
              </a:ext>
            </a:extLst>
          </p:cNvPr>
          <p:cNvSpPr>
            <a:spLocks noGrp="1"/>
          </p:cNvSpPr>
          <p:nvPr>
            <p:ph type="pic" sz="quarter" idx="14" hasCustomPrompt="1"/>
          </p:nvPr>
        </p:nvSpPr>
        <p:spPr>
          <a:xfrm>
            <a:off x="0" y="0"/>
            <a:ext cx="12192000" cy="6857999"/>
          </a:xfrm>
          <a:prstGeom prst="rect">
            <a:avLst/>
          </a:prstGeom>
          <a:solidFill>
            <a:schemeClr val="tx2"/>
          </a:solidFill>
        </p:spPr>
        <p:txBody>
          <a:bodyPr wrap="square" bIns="720000" anchor="b">
            <a:noAutofit/>
          </a:bodyPr>
          <a:lstStyle>
            <a:lvl1pPr algn="ctr">
              <a:defRPr>
                <a:solidFill>
                  <a:schemeClr val="bg1"/>
                </a:solidFill>
              </a:defRPr>
            </a:lvl1pPr>
          </a:lstStyle>
          <a:p>
            <a:r>
              <a:rPr lang="en-US" noProof="0"/>
              <a:t> Click here and select an image from the Images Library in Templafy.</a:t>
            </a:r>
            <a:br>
              <a:rPr lang="en-US" noProof="0"/>
            </a:br>
            <a:r>
              <a:rPr lang="en-US" noProof="0"/>
              <a:t>Next, select a line from the Slide Elements Library.</a:t>
            </a:r>
          </a:p>
        </p:txBody>
      </p:sp>
      <p:sp>
        <p:nvSpPr>
          <p:cNvPr id="17" name="Date Placeholder 3">
            <a:extLst>
              <a:ext uri="{FF2B5EF4-FFF2-40B4-BE49-F238E27FC236}">
                <a16:creationId xmlns:a16="http://schemas.microsoft.com/office/drawing/2014/main" id="{CE595C92-5A6A-4643-A2A5-4F22D9F6E1CB}"/>
              </a:ext>
            </a:extLst>
          </p:cNvPr>
          <p:cNvSpPr>
            <a:spLocks noGrp="1"/>
          </p:cNvSpPr>
          <p:nvPr>
            <p:ph type="dt" sz="half" idx="10"/>
          </p:nvPr>
        </p:nvSpPr>
        <p:spPr>
          <a:xfrm>
            <a:off x="626744" y="6283386"/>
            <a:ext cx="7560000" cy="365125"/>
          </a:xfrm>
          <a:prstGeom prst="rect">
            <a:avLst/>
          </a:prstGeom>
        </p:spPr>
        <p:txBody>
          <a:bodyPr lIns="0" tIns="0" rIns="0" bIns="0">
            <a:noAutofit/>
          </a:bodyPr>
          <a:lstStyle>
            <a:lvl1pPr>
              <a:defRPr sz="1300">
                <a:solidFill>
                  <a:schemeClr val="bg1"/>
                </a:solidFill>
              </a:defRPr>
            </a:lvl1pPr>
          </a:lstStyle>
          <a:p>
            <a:fld id="{576173F0-B9C9-41A5-AFFA-ACF73FF4A6C4}" type="datetime1">
              <a:rPr lang="en-US" noProof="0" smtClean="0"/>
              <a:t>9/23/2026</a:t>
            </a:fld>
            <a:r>
              <a:rPr lang="en-US" noProof="0"/>
              <a:t>  |  Versie  |  Naam presentator</a:t>
            </a:r>
          </a:p>
        </p:txBody>
      </p:sp>
      <p:sp>
        <p:nvSpPr>
          <p:cNvPr id="19" name="Slide Number Placeholder 5">
            <a:extLst>
              <a:ext uri="{FF2B5EF4-FFF2-40B4-BE49-F238E27FC236}">
                <a16:creationId xmlns:a16="http://schemas.microsoft.com/office/drawing/2014/main" id="{29FD9BF4-5868-4140-BF95-4FB64E6133CB}"/>
              </a:ext>
            </a:extLst>
          </p:cNvPr>
          <p:cNvSpPr>
            <a:spLocks noGrp="1"/>
          </p:cNvSpPr>
          <p:nvPr>
            <p:ph type="sldNum" sz="quarter" idx="4"/>
          </p:nvPr>
        </p:nvSpPr>
        <p:spPr>
          <a:xfrm>
            <a:off x="609600" y="7120376"/>
            <a:ext cx="495300" cy="365125"/>
          </a:xfrm>
          <a:prstGeom prst="rect">
            <a:avLst/>
          </a:prstGeom>
        </p:spPr>
        <p:txBody>
          <a:bodyPr vert="horz" lIns="0" tIns="0" rIns="0" bIns="0" rtlCol="0" anchor="ctr">
            <a:noAutofit/>
          </a:bodyPr>
          <a:lstStyle>
            <a:lvl1pPr algn="l">
              <a:defRPr sz="1200">
                <a:solidFill>
                  <a:srgbClr val="D8D9DA"/>
                </a:solidFill>
              </a:defRPr>
            </a:lvl1pPr>
          </a:lstStyle>
          <a:p>
            <a:fld id="{555B1587-59F1-4FB5-A363-0505DAC627C3}" type="slidenum">
              <a:rPr lang="en-US" noProof="0" smtClean="0"/>
              <a:pPr/>
              <a:t>‹#›</a:t>
            </a:fld>
            <a:endParaRPr lang="en-US" noProof="0"/>
          </a:p>
        </p:txBody>
      </p:sp>
      <p:sp>
        <p:nvSpPr>
          <p:cNvPr id="8" name="Title 1">
            <a:extLst>
              <a:ext uri="{FF2B5EF4-FFF2-40B4-BE49-F238E27FC236}">
                <a16:creationId xmlns:a16="http://schemas.microsoft.com/office/drawing/2014/main" id="{51FD06C1-9A66-42D6-9B5D-BE579D5FCC5D}"/>
              </a:ext>
            </a:extLst>
          </p:cNvPr>
          <p:cNvSpPr>
            <a:spLocks noGrp="1"/>
          </p:cNvSpPr>
          <p:nvPr>
            <p:ph type="title" hasCustomPrompt="1"/>
          </p:nvPr>
        </p:nvSpPr>
        <p:spPr>
          <a:xfrm>
            <a:off x="609600" y="555307"/>
            <a:ext cx="4230000" cy="640585"/>
          </a:xfrm>
        </p:spPr>
        <p:txBody>
          <a:bodyPr>
            <a:noAutofit/>
          </a:bodyPr>
          <a:lstStyle>
            <a:lvl1pPr>
              <a:defRPr sz="5800">
                <a:solidFill>
                  <a:schemeClr val="bg1"/>
                </a:solidFill>
              </a:defRPr>
            </a:lvl1pPr>
          </a:lstStyle>
          <a:p>
            <a:r>
              <a:rPr lang="en-GB" noProof="0"/>
              <a:t>Thank you for your attention</a:t>
            </a:r>
            <a:endParaRPr lang="en-US" noProof="0"/>
          </a:p>
        </p:txBody>
      </p:sp>
      <p:sp>
        <p:nvSpPr>
          <p:cNvPr id="9" name="Text Placeholder 3">
            <a:extLst>
              <a:ext uri="{FF2B5EF4-FFF2-40B4-BE49-F238E27FC236}">
                <a16:creationId xmlns:a16="http://schemas.microsoft.com/office/drawing/2014/main" id="{B83914DD-D148-4A89-9D69-B0200708510D}"/>
              </a:ext>
            </a:extLst>
          </p:cNvPr>
          <p:cNvSpPr>
            <a:spLocks noGrp="1" noChangeAspect="1"/>
          </p:cNvSpPr>
          <p:nvPr>
            <p:ph type="body" sz="quarter" idx="17" hasCustomPrompt="1"/>
          </p:nvPr>
        </p:nvSpPr>
        <p:spPr>
          <a:xfrm>
            <a:off x="8702675" y="6240876"/>
            <a:ext cx="2862582" cy="267013"/>
          </a:xfrm>
          <a:blipFill dpi="0" rotWithShape="1">
            <a:blip>
              <a:extLst>
                <a:ext uri="{96DAC541-7B7A-43D3-8B79-37D633B846F1}">
                  <asvg:svgBlip xmlns:asvg="http://schemas.microsoft.com/office/drawing/2016/SVG/main" r:embed="rId2"/>
                </a:ext>
              </a:extLst>
            </a:blip>
            <a:srcRect/>
            <a:stretch>
              <a:fillRect/>
            </a:stretch>
          </a:blipFill>
        </p:spPr>
        <p:txBody>
          <a:bodyPr>
            <a:noAutofit/>
          </a:bodyPr>
          <a:lstStyle>
            <a:lvl1pPr>
              <a:defRPr/>
            </a:lvl1pPr>
          </a:lstStyle>
          <a:p>
            <a:pPr lvl="0"/>
            <a:r>
              <a:rPr lang="en-US"/>
              <a:t> </a:t>
            </a:r>
          </a:p>
        </p:txBody>
      </p:sp>
      <p:sp>
        <p:nvSpPr>
          <p:cNvPr id="10" name="Text Placeholder 3">
            <a:extLst>
              <a:ext uri="{FF2B5EF4-FFF2-40B4-BE49-F238E27FC236}">
                <a16:creationId xmlns:a16="http://schemas.microsoft.com/office/drawing/2014/main" id="{F5D53754-E584-4CB2-B5D0-04F7E017D958}"/>
              </a:ext>
            </a:extLst>
          </p:cNvPr>
          <p:cNvSpPr>
            <a:spLocks noGrp="1" noChangeAspect="1"/>
          </p:cNvSpPr>
          <p:nvPr>
            <p:ph type="body" sz="quarter" idx="16" hasCustomPrompt="1"/>
          </p:nvPr>
        </p:nvSpPr>
        <p:spPr>
          <a:xfrm>
            <a:off x="8702675" y="6243384"/>
            <a:ext cx="2862582" cy="267013"/>
          </a:xfrm>
          <a:blipFill dpi="0"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p:spPr>
        <p:txBody>
          <a:bodyPr>
            <a:noAutofit/>
          </a:bodyPr>
          <a:lstStyle>
            <a:lvl1pPr>
              <a:defRPr/>
            </a:lvl1pPr>
          </a:lstStyle>
          <a:p>
            <a:pPr lvl="0"/>
            <a:r>
              <a:rPr lang="en-US"/>
              <a:t> </a:t>
            </a:r>
          </a:p>
        </p:txBody>
      </p:sp>
    </p:spTree>
    <p:extLst>
      <p:ext uri="{BB962C8B-B14F-4D97-AF65-F5344CB8AC3E}">
        <p14:creationId xmlns:p14="http://schemas.microsoft.com/office/powerpoint/2010/main" val="1331313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mplate Guide 1/2">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B8514E3-CA42-4AD7-8590-69DE2FB825E9}"/>
              </a:ext>
            </a:extLst>
          </p:cNvPr>
          <p:cNvPicPr>
            <a:picLocks noChangeAspect="1"/>
          </p:cNvPicPr>
          <p:nvPr userDrawn="1"/>
        </p:nvPicPr>
        <p:blipFill rotWithShape="1">
          <a:blip r:embed="rId2"/>
          <a:srcRect l="10069" t="7669" r="4004" b="79265"/>
          <a:stretch/>
        </p:blipFill>
        <p:spPr>
          <a:xfrm>
            <a:off x="4462921" y="3067136"/>
            <a:ext cx="3346055" cy="746267"/>
          </a:xfrm>
          <a:prstGeom prst="rect">
            <a:avLst/>
          </a:prstGeom>
        </p:spPr>
      </p:pic>
      <p:sp>
        <p:nvSpPr>
          <p:cNvPr id="7" name="Rectangle 6">
            <a:extLst>
              <a:ext uri="{FF2B5EF4-FFF2-40B4-BE49-F238E27FC236}">
                <a16:creationId xmlns:a16="http://schemas.microsoft.com/office/drawing/2014/main" id="{64E8B8CB-47BC-4A7F-91D1-27D91EAB9AAC}"/>
              </a:ext>
            </a:extLst>
          </p:cNvPr>
          <p:cNvSpPr/>
          <p:nvPr userDrawn="1"/>
        </p:nvSpPr>
        <p:spPr>
          <a:xfrm>
            <a:off x="609600" y="585787"/>
            <a:ext cx="10945792" cy="640585"/>
          </a:xfrm>
          <a:prstGeom prst="rect">
            <a:avLst/>
          </a:prstGeom>
        </p:spPr>
        <p:txBody>
          <a:bodyPr vert="horz" lIns="0" tIns="0" rIns="0" bIns="0" rtlCol="0" anchor="t" anchorCtr="0">
            <a:noAutofit/>
          </a:bodyPr>
          <a:lstStyle/>
          <a:p>
            <a:pPr lvl="0">
              <a:lnSpc>
                <a:spcPct val="90000"/>
              </a:lnSpc>
              <a:spcBef>
                <a:spcPct val="0"/>
              </a:spcBef>
              <a:buNone/>
            </a:pPr>
            <a:r>
              <a:rPr lang="en-GB" sz="4800" dirty="0">
                <a:solidFill>
                  <a:schemeClr val="accent1"/>
                </a:solidFill>
                <a:latin typeface="+mj-lt"/>
                <a:ea typeface="+mj-ea"/>
                <a:cs typeface="+mj-cs"/>
              </a:rPr>
              <a:t>Template Guide</a:t>
            </a:r>
            <a:endParaRPr lang="de-DE" sz="4800" dirty="0">
              <a:solidFill>
                <a:schemeClr val="accent1"/>
              </a:solidFill>
              <a:latin typeface="+mj-lt"/>
              <a:ea typeface="+mj-ea"/>
              <a:cs typeface="+mj-cs"/>
            </a:endParaRPr>
          </a:p>
        </p:txBody>
      </p:sp>
      <p:sp>
        <p:nvSpPr>
          <p:cNvPr id="10" name="Rectangle 9">
            <a:extLst>
              <a:ext uri="{FF2B5EF4-FFF2-40B4-BE49-F238E27FC236}">
                <a16:creationId xmlns:a16="http://schemas.microsoft.com/office/drawing/2014/main" id="{E91C70B9-24D3-4316-A0AA-20394459C79A}"/>
              </a:ext>
            </a:extLst>
          </p:cNvPr>
          <p:cNvSpPr/>
          <p:nvPr userDrawn="1"/>
        </p:nvSpPr>
        <p:spPr>
          <a:xfrm>
            <a:off x="609600" y="1226373"/>
            <a:ext cx="10945792" cy="477968"/>
          </a:xfrm>
          <a:prstGeom prst="rect">
            <a:avLst/>
          </a:prstGeom>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GB" sz="2400" dirty="0">
                <a:solidFill>
                  <a:srgbClr val="000060"/>
                </a:solidFill>
              </a:rPr>
              <a:t>Working with the Rabobank PowerPoint template</a:t>
            </a:r>
            <a:endParaRPr lang="de-DE" sz="2400" dirty="0">
              <a:solidFill>
                <a:srgbClr val="000060"/>
              </a:solidFill>
            </a:endParaRPr>
          </a:p>
        </p:txBody>
      </p:sp>
      <p:sp>
        <p:nvSpPr>
          <p:cNvPr id="12" name="Rectangle 11">
            <a:extLst>
              <a:ext uri="{FF2B5EF4-FFF2-40B4-BE49-F238E27FC236}">
                <a16:creationId xmlns:a16="http://schemas.microsoft.com/office/drawing/2014/main" id="{9D02A00B-4677-49FA-A4D7-41207DD630AF}"/>
              </a:ext>
            </a:extLst>
          </p:cNvPr>
          <p:cNvSpPr/>
          <p:nvPr userDrawn="1"/>
        </p:nvSpPr>
        <p:spPr>
          <a:xfrm>
            <a:off x="609600" y="1825625"/>
            <a:ext cx="3345179" cy="356743"/>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US" sz="1800" noProof="0">
                <a:solidFill>
                  <a:schemeClr val="accent1"/>
                </a:solidFill>
                <a:latin typeface="+mj-lt"/>
              </a:rPr>
              <a:t>Use of colors</a:t>
            </a:r>
          </a:p>
        </p:txBody>
      </p:sp>
      <p:sp>
        <p:nvSpPr>
          <p:cNvPr id="16" name="Rectangle 15">
            <a:extLst>
              <a:ext uri="{FF2B5EF4-FFF2-40B4-BE49-F238E27FC236}">
                <a16:creationId xmlns:a16="http://schemas.microsoft.com/office/drawing/2014/main" id="{F097581D-CE85-4258-99C6-8791AD4E7003}"/>
              </a:ext>
            </a:extLst>
          </p:cNvPr>
          <p:cNvSpPr/>
          <p:nvPr userDrawn="1"/>
        </p:nvSpPr>
        <p:spPr>
          <a:xfrm>
            <a:off x="4425292" y="1825625"/>
            <a:ext cx="3345179" cy="356743"/>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GB" sz="1800" dirty="0">
                <a:solidFill>
                  <a:schemeClr val="accent1"/>
                </a:solidFill>
                <a:latin typeface="+mj-lt"/>
              </a:rPr>
              <a:t>Adding Connecting Paths</a:t>
            </a:r>
            <a:endParaRPr lang="de-DE" sz="1800" dirty="0">
              <a:solidFill>
                <a:schemeClr val="accent1"/>
              </a:solidFill>
              <a:latin typeface="+mj-lt"/>
            </a:endParaRPr>
          </a:p>
        </p:txBody>
      </p:sp>
      <p:sp>
        <p:nvSpPr>
          <p:cNvPr id="19" name="Rectangle 18">
            <a:extLst>
              <a:ext uri="{FF2B5EF4-FFF2-40B4-BE49-F238E27FC236}">
                <a16:creationId xmlns:a16="http://schemas.microsoft.com/office/drawing/2014/main" id="{12602248-014F-4B16-8675-989B2702BCFC}"/>
              </a:ext>
            </a:extLst>
          </p:cNvPr>
          <p:cNvSpPr/>
          <p:nvPr userDrawn="1"/>
        </p:nvSpPr>
        <p:spPr>
          <a:xfrm>
            <a:off x="609600" y="2183384"/>
            <a:ext cx="3345179" cy="1793712"/>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US" sz="1600" noProof="0" dirty="0">
                <a:solidFill>
                  <a:schemeClr val="tx1"/>
                </a:solidFill>
                <a:latin typeface="+mj-lt"/>
              </a:rPr>
              <a:t>To change the color of a </a:t>
            </a:r>
            <a:r>
              <a:rPr lang="en-US" sz="1600" noProof="0" dirty="0">
                <a:solidFill>
                  <a:schemeClr val="tx1"/>
                </a:solidFill>
                <a:latin typeface="Myriad for Rabobank SBd It" panose="020B0603030403090204" pitchFamily="34" charset="0"/>
              </a:rPr>
              <a:t>Connecting Path</a:t>
            </a:r>
            <a:r>
              <a:rPr lang="en-US" sz="1600" noProof="0" dirty="0">
                <a:solidFill>
                  <a:schemeClr val="tx1"/>
                </a:solidFill>
                <a:latin typeface="+mj-lt"/>
              </a:rPr>
              <a:t>, select the path and change its “Outline” color</a:t>
            </a:r>
            <a:r>
              <a:rPr lang="en-US" sz="1600" noProof="0" dirty="0">
                <a:solidFill>
                  <a:srgbClr val="FF6700"/>
                </a:solidFill>
                <a:latin typeface="+mj-lt"/>
              </a:rPr>
              <a:t>*</a:t>
            </a:r>
            <a:r>
              <a:rPr lang="en-US" sz="1600" noProof="0" dirty="0">
                <a:solidFill>
                  <a:schemeClr val="tx1"/>
                </a:solidFill>
                <a:latin typeface="+mj-lt"/>
              </a:rPr>
              <a:t>.</a:t>
            </a:r>
          </a:p>
          <a:p>
            <a:pPr lvl="0" indent="0">
              <a:lnSpc>
                <a:spcPct val="90000"/>
              </a:lnSpc>
              <a:spcBef>
                <a:spcPts val="600"/>
              </a:spcBef>
              <a:buClr>
                <a:schemeClr val="accent1"/>
              </a:buClr>
              <a:buFont typeface="Arial" panose="020B0604020202020204" pitchFamily="34" charset="0"/>
              <a:buNone/>
            </a:pPr>
            <a:r>
              <a:rPr lang="en-US" sz="1600" noProof="0" dirty="0">
                <a:solidFill>
                  <a:schemeClr val="tx1"/>
                </a:solidFill>
                <a:latin typeface="+mj-lt"/>
              </a:rPr>
              <a:t>Select any of the </a:t>
            </a:r>
            <a:r>
              <a:rPr lang="en-US" sz="1600" noProof="0" dirty="0">
                <a:solidFill>
                  <a:schemeClr val="tx1"/>
                </a:solidFill>
                <a:latin typeface="Myriad for Rabobank SBd It" panose="020B0603030403090204" pitchFamily="34" charset="0"/>
              </a:rPr>
              <a:t>5 colors: White, Yellow, Orange, Dark blue or Bright blue</a:t>
            </a:r>
            <a:endParaRPr lang="en-US" sz="1600" noProof="0" dirty="0">
              <a:solidFill>
                <a:schemeClr val="tx1"/>
              </a:solidFill>
              <a:latin typeface="+mj-lt"/>
            </a:endParaRPr>
          </a:p>
        </p:txBody>
      </p:sp>
      <p:sp>
        <p:nvSpPr>
          <p:cNvPr id="21" name="Rectangle 20">
            <a:extLst>
              <a:ext uri="{FF2B5EF4-FFF2-40B4-BE49-F238E27FC236}">
                <a16:creationId xmlns:a16="http://schemas.microsoft.com/office/drawing/2014/main" id="{7B375CD6-B19F-4B62-AF9B-C9F6CF5AF0FB}"/>
              </a:ext>
            </a:extLst>
          </p:cNvPr>
          <p:cNvSpPr/>
          <p:nvPr userDrawn="1"/>
        </p:nvSpPr>
        <p:spPr>
          <a:xfrm rot="5400000">
            <a:off x="2359633" y="3486015"/>
            <a:ext cx="719957" cy="719871"/>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noProof="0"/>
          </a:p>
        </p:txBody>
      </p:sp>
      <p:sp>
        <p:nvSpPr>
          <p:cNvPr id="24" name="Freeform: Shape 23">
            <a:extLst>
              <a:ext uri="{FF2B5EF4-FFF2-40B4-BE49-F238E27FC236}">
                <a16:creationId xmlns:a16="http://schemas.microsoft.com/office/drawing/2014/main" id="{D7C425F9-B8DE-4DB3-BFED-7992856D69EA}"/>
              </a:ext>
            </a:extLst>
          </p:cNvPr>
          <p:cNvSpPr/>
          <p:nvPr userDrawn="1"/>
        </p:nvSpPr>
        <p:spPr>
          <a:xfrm rot="5400000">
            <a:off x="2359762" y="3485972"/>
            <a:ext cx="719957" cy="719871"/>
          </a:xfrm>
          <a:custGeom>
            <a:avLst/>
            <a:gdLst>
              <a:gd name="connsiteX0" fmla="*/ 383126 w 1462397"/>
              <a:gd name="connsiteY0" fmla="*/ 0 h 654424"/>
              <a:gd name="connsiteX1" fmla="*/ 1462397 w 1462397"/>
              <a:gd name="connsiteY1" fmla="*/ 0 h 654424"/>
              <a:gd name="connsiteX2" fmla="*/ 1462397 w 1462397"/>
              <a:gd name="connsiteY2" fmla="*/ 654424 h 654424"/>
              <a:gd name="connsiteX3" fmla="*/ 491119 w 1462397"/>
              <a:gd name="connsiteY3" fmla="*/ 654424 h 654424"/>
              <a:gd name="connsiteX4" fmla="*/ 486830 w 1462397"/>
              <a:gd name="connsiteY4" fmla="*/ 644855 h 654424"/>
              <a:gd name="connsiteX5" fmla="*/ 374583 w 1462397"/>
              <a:gd name="connsiteY5" fmla="*/ 107818 h 654424"/>
              <a:gd name="connsiteX6" fmla="*/ 0 w 1462397"/>
              <a:gd name="connsiteY6" fmla="*/ 0 h 654424"/>
              <a:gd name="connsiteX7" fmla="*/ 370536 w 1462397"/>
              <a:gd name="connsiteY7" fmla="*/ 0 h 654424"/>
              <a:gd name="connsiteX8" fmla="*/ 361984 w 1462397"/>
              <a:gd name="connsiteY8" fmla="*/ 106710 h 654424"/>
              <a:gd name="connsiteX9" fmla="*/ 474945 w 1462397"/>
              <a:gd name="connsiteY9" fmla="*/ 649096 h 654424"/>
              <a:gd name="connsiteX10" fmla="*/ 477332 w 1462397"/>
              <a:gd name="connsiteY10" fmla="*/ 654424 h 654424"/>
              <a:gd name="connsiteX11" fmla="*/ 0 w 1462397"/>
              <a:gd name="connsiteY11" fmla="*/ 654424 h 65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2397" h="654424">
                <a:moveTo>
                  <a:pt x="383126" y="0"/>
                </a:moveTo>
                <a:lnTo>
                  <a:pt x="1462397" y="0"/>
                </a:lnTo>
                <a:lnTo>
                  <a:pt x="1462397" y="654424"/>
                </a:lnTo>
                <a:lnTo>
                  <a:pt x="491119" y="654424"/>
                </a:lnTo>
                <a:lnTo>
                  <a:pt x="486830" y="644855"/>
                </a:lnTo>
                <a:cubicBezTo>
                  <a:pt x="409273" y="452629"/>
                  <a:pt x="371816" y="273213"/>
                  <a:pt x="374583" y="107818"/>
                </a:cubicBezTo>
                <a:close/>
                <a:moveTo>
                  <a:pt x="0" y="0"/>
                </a:moveTo>
                <a:lnTo>
                  <a:pt x="370536" y="0"/>
                </a:lnTo>
                <a:lnTo>
                  <a:pt x="361984" y="106710"/>
                </a:lnTo>
                <a:cubicBezTo>
                  <a:pt x="359032" y="273903"/>
                  <a:pt x="396726" y="455115"/>
                  <a:pt x="474945" y="649096"/>
                </a:cubicBezTo>
                <a:lnTo>
                  <a:pt x="477332" y="654424"/>
                </a:lnTo>
                <a:lnTo>
                  <a:pt x="0" y="654424"/>
                </a:lnTo>
                <a:close/>
              </a:path>
            </a:pathLst>
          </a:cu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noProof="0"/>
          </a:p>
        </p:txBody>
      </p:sp>
      <p:sp>
        <p:nvSpPr>
          <p:cNvPr id="20" name="Rectangle 19">
            <a:extLst>
              <a:ext uri="{FF2B5EF4-FFF2-40B4-BE49-F238E27FC236}">
                <a16:creationId xmlns:a16="http://schemas.microsoft.com/office/drawing/2014/main" id="{8901A035-D838-4153-ACE6-16119B80C885}"/>
              </a:ext>
            </a:extLst>
          </p:cNvPr>
          <p:cNvSpPr/>
          <p:nvPr userDrawn="1"/>
        </p:nvSpPr>
        <p:spPr>
          <a:xfrm rot="5400000">
            <a:off x="3234865" y="3483197"/>
            <a:ext cx="719957" cy="719871"/>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noProof="0"/>
          </a:p>
        </p:txBody>
      </p:sp>
      <p:sp>
        <p:nvSpPr>
          <p:cNvPr id="25" name="Freeform: Shape 24">
            <a:extLst>
              <a:ext uri="{FF2B5EF4-FFF2-40B4-BE49-F238E27FC236}">
                <a16:creationId xmlns:a16="http://schemas.microsoft.com/office/drawing/2014/main" id="{3B2630F5-048E-4EF1-9DB6-084C473D9C54}"/>
              </a:ext>
            </a:extLst>
          </p:cNvPr>
          <p:cNvSpPr/>
          <p:nvPr userDrawn="1"/>
        </p:nvSpPr>
        <p:spPr>
          <a:xfrm rot="5400000">
            <a:off x="3234736" y="3483154"/>
            <a:ext cx="719957" cy="719871"/>
          </a:xfrm>
          <a:custGeom>
            <a:avLst/>
            <a:gdLst>
              <a:gd name="connsiteX0" fmla="*/ 979395 w 1462397"/>
              <a:gd name="connsiteY0" fmla="*/ 0 h 654424"/>
              <a:gd name="connsiteX1" fmla="*/ 1462397 w 1462397"/>
              <a:gd name="connsiteY1" fmla="*/ 0 h 654424"/>
              <a:gd name="connsiteX2" fmla="*/ 1462397 w 1462397"/>
              <a:gd name="connsiteY2" fmla="*/ 654424 h 654424"/>
              <a:gd name="connsiteX3" fmla="*/ 402557 w 1462397"/>
              <a:gd name="connsiteY3" fmla="*/ 654424 h 654424"/>
              <a:gd name="connsiteX4" fmla="*/ 408917 w 1462397"/>
              <a:gd name="connsiteY4" fmla="*/ 624567 h 654424"/>
              <a:gd name="connsiteX5" fmla="*/ 448740 w 1462397"/>
              <a:gd name="connsiteY5" fmla="*/ 514024 h 654424"/>
              <a:gd name="connsiteX6" fmla="*/ 857242 w 1462397"/>
              <a:gd name="connsiteY6" fmla="*/ 66091 h 654424"/>
              <a:gd name="connsiteX7" fmla="*/ 959406 w 1462397"/>
              <a:gd name="connsiteY7" fmla="*/ 9162 h 654424"/>
              <a:gd name="connsiteX8" fmla="*/ 0 w 1462397"/>
              <a:gd name="connsiteY8" fmla="*/ 0 h 654424"/>
              <a:gd name="connsiteX9" fmla="*/ 950177 w 1462397"/>
              <a:gd name="connsiteY9" fmla="*/ 0 h 654424"/>
              <a:gd name="connsiteX10" fmla="*/ 850941 w 1462397"/>
              <a:gd name="connsiteY10" fmla="*/ 55242 h 654424"/>
              <a:gd name="connsiteX11" fmla="*/ 437266 w 1462397"/>
              <a:gd name="connsiteY11" fmla="*/ 508892 h 654424"/>
              <a:gd name="connsiteX12" fmla="*/ 396911 w 1462397"/>
              <a:gd name="connsiteY12" fmla="*/ 620770 h 654424"/>
              <a:gd name="connsiteX13" fmla="*/ 389717 w 1462397"/>
              <a:gd name="connsiteY13" fmla="*/ 654424 h 654424"/>
              <a:gd name="connsiteX14" fmla="*/ 0 w 1462397"/>
              <a:gd name="connsiteY14" fmla="*/ 654424 h 65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2397" h="654424">
                <a:moveTo>
                  <a:pt x="979395" y="0"/>
                </a:moveTo>
                <a:lnTo>
                  <a:pt x="1462397" y="0"/>
                </a:lnTo>
                <a:lnTo>
                  <a:pt x="1462397" y="654424"/>
                </a:lnTo>
                <a:lnTo>
                  <a:pt x="402557" y="654424"/>
                </a:lnTo>
                <a:lnTo>
                  <a:pt x="408917" y="624567"/>
                </a:lnTo>
                <a:cubicBezTo>
                  <a:pt x="419673" y="586799"/>
                  <a:pt x="432946" y="549945"/>
                  <a:pt x="448740" y="514024"/>
                </a:cubicBezTo>
                <a:cubicBezTo>
                  <a:pt x="546505" y="291747"/>
                  <a:pt x="724844" y="147750"/>
                  <a:pt x="857242" y="66091"/>
                </a:cubicBezTo>
                <a:cubicBezTo>
                  <a:pt x="893158" y="43934"/>
                  <a:pt x="927730" y="25042"/>
                  <a:pt x="959406" y="9162"/>
                </a:cubicBezTo>
                <a:close/>
                <a:moveTo>
                  <a:pt x="0" y="0"/>
                </a:moveTo>
                <a:lnTo>
                  <a:pt x="950177" y="0"/>
                </a:lnTo>
                <a:lnTo>
                  <a:pt x="850941" y="55242"/>
                </a:lnTo>
                <a:cubicBezTo>
                  <a:pt x="716832" y="137819"/>
                  <a:pt x="536366" y="283569"/>
                  <a:pt x="437266" y="508892"/>
                </a:cubicBezTo>
                <a:cubicBezTo>
                  <a:pt x="421269" y="545256"/>
                  <a:pt x="407818" y="582556"/>
                  <a:pt x="396911" y="620770"/>
                </a:cubicBezTo>
                <a:lnTo>
                  <a:pt x="389717" y="654424"/>
                </a:lnTo>
                <a:lnTo>
                  <a:pt x="0" y="654424"/>
                </a:lnTo>
                <a:close/>
              </a:path>
            </a:pathLst>
          </a:custGeom>
          <a:solidFill>
            <a:schemeClr val="accent4"/>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noProof="0"/>
          </a:p>
        </p:txBody>
      </p:sp>
      <p:sp>
        <p:nvSpPr>
          <p:cNvPr id="23" name="Rectangle 22">
            <a:extLst>
              <a:ext uri="{FF2B5EF4-FFF2-40B4-BE49-F238E27FC236}">
                <a16:creationId xmlns:a16="http://schemas.microsoft.com/office/drawing/2014/main" id="{FEDA2B66-EF95-4B38-A499-DCB9FF6E1CC4}"/>
              </a:ext>
            </a:extLst>
          </p:cNvPr>
          <p:cNvSpPr/>
          <p:nvPr userDrawn="1"/>
        </p:nvSpPr>
        <p:spPr>
          <a:xfrm rot="5400000">
            <a:off x="613710" y="3488735"/>
            <a:ext cx="718617" cy="7129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noProof="0"/>
          </a:p>
        </p:txBody>
      </p:sp>
      <p:sp>
        <p:nvSpPr>
          <p:cNvPr id="26" name="Freeform: Shape 25">
            <a:extLst>
              <a:ext uri="{FF2B5EF4-FFF2-40B4-BE49-F238E27FC236}">
                <a16:creationId xmlns:a16="http://schemas.microsoft.com/office/drawing/2014/main" id="{26616C4F-9B59-4943-AC00-3BF6C0B2CB64}"/>
              </a:ext>
            </a:extLst>
          </p:cNvPr>
          <p:cNvSpPr/>
          <p:nvPr userDrawn="1"/>
        </p:nvSpPr>
        <p:spPr>
          <a:xfrm rot="5400000">
            <a:off x="606609" y="3487352"/>
            <a:ext cx="718617" cy="712900"/>
          </a:xfrm>
          <a:custGeom>
            <a:avLst/>
            <a:gdLst>
              <a:gd name="connsiteX0" fmla="*/ 762129 w 1462397"/>
              <a:gd name="connsiteY0" fmla="*/ 0 h 654424"/>
              <a:gd name="connsiteX1" fmla="*/ 1462397 w 1462397"/>
              <a:gd name="connsiteY1" fmla="*/ 0 h 654424"/>
              <a:gd name="connsiteX2" fmla="*/ 1462397 w 1462397"/>
              <a:gd name="connsiteY2" fmla="*/ 654424 h 654424"/>
              <a:gd name="connsiteX3" fmla="*/ 537623 w 1462397"/>
              <a:gd name="connsiteY3" fmla="*/ 654424 h 654424"/>
              <a:gd name="connsiteX4" fmla="*/ 540648 w 1462397"/>
              <a:gd name="connsiteY4" fmla="*/ 651387 h 654424"/>
              <a:gd name="connsiteX5" fmla="*/ 661225 w 1462397"/>
              <a:gd name="connsiteY5" fmla="*/ 478421 h 654424"/>
              <a:gd name="connsiteX6" fmla="*/ 759956 w 1462397"/>
              <a:gd name="connsiteY6" fmla="*/ 126565 h 654424"/>
              <a:gd name="connsiteX7" fmla="*/ 0 w 1462397"/>
              <a:gd name="connsiteY7" fmla="*/ 0 h 654424"/>
              <a:gd name="connsiteX8" fmla="*/ 748209 w 1462397"/>
              <a:gd name="connsiteY8" fmla="*/ 0 h 654424"/>
              <a:gd name="connsiteX9" fmla="*/ 750488 w 1462397"/>
              <a:gd name="connsiteY9" fmla="*/ 84030 h 654424"/>
              <a:gd name="connsiteX10" fmla="*/ 650042 w 1462397"/>
              <a:gd name="connsiteY10" fmla="*/ 472580 h 654424"/>
              <a:gd name="connsiteX11" fmla="*/ 531143 w 1462397"/>
              <a:gd name="connsiteY11" fmla="*/ 643114 h 654424"/>
              <a:gd name="connsiteX12" fmla="*/ 519874 w 1462397"/>
              <a:gd name="connsiteY12" fmla="*/ 654424 h 654424"/>
              <a:gd name="connsiteX13" fmla="*/ 0 w 1462397"/>
              <a:gd name="connsiteY13" fmla="*/ 654424 h 65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62397" h="654424">
                <a:moveTo>
                  <a:pt x="762129" y="0"/>
                </a:moveTo>
                <a:lnTo>
                  <a:pt x="1462397" y="0"/>
                </a:lnTo>
                <a:lnTo>
                  <a:pt x="1462397" y="654424"/>
                </a:lnTo>
                <a:lnTo>
                  <a:pt x="537623" y="654424"/>
                </a:lnTo>
                <a:lnTo>
                  <a:pt x="540648" y="651387"/>
                </a:lnTo>
                <a:cubicBezTo>
                  <a:pt x="584625" y="602361"/>
                  <a:pt x="626289" y="545016"/>
                  <a:pt x="661225" y="478421"/>
                </a:cubicBezTo>
                <a:cubicBezTo>
                  <a:pt x="716961" y="372143"/>
                  <a:pt x="750000" y="254225"/>
                  <a:pt x="759956" y="126565"/>
                </a:cubicBezTo>
                <a:close/>
                <a:moveTo>
                  <a:pt x="0" y="0"/>
                </a:moveTo>
                <a:lnTo>
                  <a:pt x="748209" y="0"/>
                </a:lnTo>
                <a:lnTo>
                  <a:pt x="750488" y="84030"/>
                </a:lnTo>
                <a:cubicBezTo>
                  <a:pt x="745080" y="225505"/>
                  <a:pt x="711614" y="355224"/>
                  <a:pt x="650042" y="472580"/>
                </a:cubicBezTo>
                <a:cubicBezTo>
                  <a:pt x="615597" y="538236"/>
                  <a:pt x="574512" y="594775"/>
                  <a:pt x="531143" y="643114"/>
                </a:cubicBezTo>
                <a:lnTo>
                  <a:pt x="519874" y="654424"/>
                </a:lnTo>
                <a:lnTo>
                  <a:pt x="0" y="65442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22" name="Rectangle 21">
            <a:extLst>
              <a:ext uri="{FF2B5EF4-FFF2-40B4-BE49-F238E27FC236}">
                <a16:creationId xmlns:a16="http://schemas.microsoft.com/office/drawing/2014/main" id="{FC8630C9-6A35-4F81-B40C-4C4A9CCC4779}"/>
              </a:ext>
            </a:extLst>
          </p:cNvPr>
          <p:cNvSpPr/>
          <p:nvPr userDrawn="1"/>
        </p:nvSpPr>
        <p:spPr>
          <a:xfrm rot="5400000">
            <a:off x="1485263" y="3485185"/>
            <a:ext cx="718617" cy="720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Freeform: Shape 26">
            <a:extLst>
              <a:ext uri="{FF2B5EF4-FFF2-40B4-BE49-F238E27FC236}">
                <a16:creationId xmlns:a16="http://schemas.microsoft.com/office/drawing/2014/main" id="{A472209E-21FE-4C94-B1FD-A2E9C60098F2}"/>
              </a:ext>
            </a:extLst>
          </p:cNvPr>
          <p:cNvSpPr/>
          <p:nvPr userDrawn="1"/>
        </p:nvSpPr>
        <p:spPr>
          <a:xfrm rot="5400000">
            <a:off x="1485263" y="3483803"/>
            <a:ext cx="718617" cy="720000"/>
          </a:xfrm>
          <a:custGeom>
            <a:avLst/>
            <a:gdLst>
              <a:gd name="connsiteX0" fmla="*/ 538711 w 1462397"/>
              <a:gd name="connsiteY0" fmla="*/ 0 h 654424"/>
              <a:gd name="connsiteX1" fmla="*/ 1462397 w 1462397"/>
              <a:gd name="connsiteY1" fmla="*/ 0 h 654424"/>
              <a:gd name="connsiteX2" fmla="*/ 1462397 w 1462397"/>
              <a:gd name="connsiteY2" fmla="*/ 654424 h 654424"/>
              <a:gd name="connsiteX3" fmla="*/ 751190 w 1462397"/>
              <a:gd name="connsiteY3" fmla="*/ 654424 h 654424"/>
              <a:gd name="connsiteX4" fmla="*/ 744223 w 1462397"/>
              <a:gd name="connsiteY4" fmla="*/ 589752 h 654424"/>
              <a:gd name="connsiteX5" fmla="*/ 555240 w 1462397"/>
              <a:gd name="connsiteY5" fmla="*/ 36879 h 654424"/>
              <a:gd name="connsiteX6" fmla="*/ 0 w 1462397"/>
              <a:gd name="connsiteY6" fmla="*/ 0 h 654424"/>
              <a:gd name="connsiteX7" fmla="*/ 524918 w 1462397"/>
              <a:gd name="connsiteY7" fmla="*/ 0 h 654424"/>
              <a:gd name="connsiteX8" fmla="*/ 543932 w 1462397"/>
              <a:gd name="connsiteY8" fmla="*/ 42429 h 654424"/>
              <a:gd name="connsiteX9" fmla="*/ 723907 w 1462397"/>
              <a:gd name="connsiteY9" fmla="*/ 546514 h 654424"/>
              <a:gd name="connsiteX10" fmla="*/ 739866 w 1462397"/>
              <a:gd name="connsiteY10" fmla="*/ 654424 h 654424"/>
              <a:gd name="connsiteX11" fmla="*/ 0 w 1462397"/>
              <a:gd name="connsiteY11" fmla="*/ 654424 h 65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2397" h="654424">
                <a:moveTo>
                  <a:pt x="538711" y="0"/>
                </a:moveTo>
                <a:lnTo>
                  <a:pt x="1462397" y="0"/>
                </a:lnTo>
                <a:lnTo>
                  <a:pt x="1462397" y="654424"/>
                </a:lnTo>
                <a:lnTo>
                  <a:pt x="751190" y="654424"/>
                </a:lnTo>
                <a:lnTo>
                  <a:pt x="744223" y="589752"/>
                </a:lnTo>
                <a:cubicBezTo>
                  <a:pt x="714898" y="418183"/>
                  <a:pt x="651627" y="232941"/>
                  <a:pt x="555240" y="36879"/>
                </a:cubicBezTo>
                <a:close/>
                <a:moveTo>
                  <a:pt x="0" y="0"/>
                </a:moveTo>
                <a:lnTo>
                  <a:pt x="524918" y="0"/>
                </a:lnTo>
                <a:lnTo>
                  <a:pt x="543932" y="42429"/>
                </a:lnTo>
                <a:cubicBezTo>
                  <a:pt x="631917" y="221404"/>
                  <a:pt x="691925" y="389635"/>
                  <a:pt x="723907" y="546514"/>
                </a:cubicBezTo>
                <a:lnTo>
                  <a:pt x="739866" y="654424"/>
                </a:lnTo>
                <a:lnTo>
                  <a:pt x="0" y="654424"/>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noProof="0"/>
          </a:p>
        </p:txBody>
      </p:sp>
      <p:sp>
        <p:nvSpPr>
          <p:cNvPr id="35" name="Rectangle 34">
            <a:extLst>
              <a:ext uri="{FF2B5EF4-FFF2-40B4-BE49-F238E27FC236}">
                <a16:creationId xmlns:a16="http://schemas.microsoft.com/office/drawing/2014/main" id="{02C0654B-DF00-46AA-B4FA-DB215417FDCE}"/>
              </a:ext>
            </a:extLst>
          </p:cNvPr>
          <p:cNvSpPr/>
          <p:nvPr userDrawn="1"/>
        </p:nvSpPr>
        <p:spPr>
          <a:xfrm>
            <a:off x="609600" y="5217016"/>
            <a:ext cx="3345179" cy="1793712"/>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US" sz="1600" noProof="0" dirty="0">
                <a:solidFill>
                  <a:schemeClr val="tx1"/>
                </a:solidFill>
                <a:latin typeface="+mj-lt"/>
              </a:rPr>
              <a:t>To change a </a:t>
            </a:r>
            <a:r>
              <a:rPr lang="en-US" sz="1600" noProof="0" dirty="0">
                <a:solidFill>
                  <a:schemeClr val="tx1"/>
                </a:solidFill>
                <a:latin typeface="Myriad for Rabobank SBd It" panose="020B0603030403090204" pitchFamily="34" charset="0"/>
              </a:rPr>
              <a:t>background</a:t>
            </a:r>
            <a:r>
              <a:rPr lang="en-US" sz="1600" noProof="0" dirty="0">
                <a:solidFill>
                  <a:schemeClr val="tx1"/>
                </a:solidFill>
                <a:latin typeface="+mj-lt"/>
              </a:rPr>
              <a:t> color, select a dark blue shape and change the “Shape Fill” color. </a:t>
            </a:r>
            <a:r>
              <a:rPr lang="en-US" sz="1600" u="sng" noProof="0" dirty="0">
                <a:solidFill>
                  <a:schemeClr val="tx1"/>
                </a:solidFill>
                <a:latin typeface="+mj-lt"/>
              </a:rPr>
              <a:t>Note: In some cases you need to use “Format Background” instead!</a:t>
            </a:r>
          </a:p>
          <a:p>
            <a:pPr lvl="0" indent="0">
              <a:lnSpc>
                <a:spcPct val="90000"/>
              </a:lnSpc>
              <a:spcBef>
                <a:spcPts val="600"/>
              </a:spcBef>
              <a:buClr>
                <a:schemeClr val="accent1"/>
              </a:buClr>
              <a:buFont typeface="Arial" panose="020B0604020202020204" pitchFamily="34" charset="0"/>
              <a:buNone/>
            </a:pPr>
            <a:r>
              <a:rPr lang="en-US" sz="1600" noProof="0" dirty="0">
                <a:solidFill>
                  <a:schemeClr val="tx1"/>
                </a:solidFill>
                <a:latin typeface="+mj-lt"/>
              </a:rPr>
              <a:t>Select any of the </a:t>
            </a:r>
            <a:r>
              <a:rPr lang="en-US" sz="1600" noProof="0" dirty="0">
                <a:solidFill>
                  <a:schemeClr val="tx1"/>
                </a:solidFill>
                <a:latin typeface="Myriad for Rabobank SBd It" panose="020B0603030403090204" pitchFamily="34" charset="0"/>
              </a:rPr>
              <a:t>4 colors: Yellow, Orange, Dark blue or Bright blue</a:t>
            </a:r>
            <a:r>
              <a:rPr lang="en-US" sz="1600" noProof="0" dirty="0">
                <a:solidFill>
                  <a:schemeClr val="tx1"/>
                </a:solidFill>
                <a:latin typeface="+mj-lt"/>
              </a:rPr>
              <a:t>.</a:t>
            </a:r>
          </a:p>
        </p:txBody>
      </p:sp>
      <p:sp>
        <p:nvSpPr>
          <p:cNvPr id="40" name="Rectangle 39">
            <a:extLst>
              <a:ext uri="{FF2B5EF4-FFF2-40B4-BE49-F238E27FC236}">
                <a16:creationId xmlns:a16="http://schemas.microsoft.com/office/drawing/2014/main" id="{8547AA2D-9286-4F02-BA7B-6C31134F0C14}"/>
              </a:ext>
            </a:extLst>
          </p:cNvPr>
          <p:cNvSpPr/>
          <p:nvPr userDrawn="1"/>
        </p:nvSpPr>
        <p:spPr>
          <a:xfrm>
            <a:off x="4425292" y="2183383"/>
            <a:ext cx="3345179" cy="1640241"/>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US" sz="1600" noProof="0" dirty="0">
                <a:solidFill>
                  <a:schemeClr val="tx1"/>
                </a:solidFill>
                <a:latin typeface="+mj-lt"/>
              </a:rPr>
              <a:t>To add a Connecting Path to </a:t>
            </a:r>
            <a:r>
              <a:rPr lang="en-US" sz="1600" u="none" noProof="0" dirty="0">
                <a:solidFill>
                  <a:schemeClr val="tx1"/>
                </a:solidFill>
                <a:latin typeface="Myriad for Rabobank SBd It" panose="020B0603030403090204" pitchFamily="34" charset="0"/>
              </a:rPr>
              <a:t>Title-, Separating- or End slides</a:t>
            </a:r>
            <a:r>
              <a:rPr lang="en-US" sz="1600" noProof="0" dirty="0">
                <a:solidFill>
                  <a:schemeClr val="tx1"/>
                </a:solidFill>
                <a:latin typeface="+mj-lt"/>
              </a:rPr>
              <a:t>, first navigate to the Slide Elements library in Templafy.</a:t>
            </a:r>
          </a:p>
        </p:txBody>
      </p:sp>
      <p:pic>
        <p:nvPicPr>
          <p:cNvPr id="3" name="Picture 2" descr="Diagram, shape&#10;&#10;Description automatically generated">
            <a:extLst>
              <a:ext uri="{FF2B5EF4-FFF2-40B4-BE49-F238E27FC236}">
                <a16:creationId xmlns:a16="http://schemas.microsoft.com/office/drawing/2014/main" id="{447F61B5-7F19-43BF-8348-D6C363DF36B5}"/>
              </a:ext>
            </a:extLst>
          </p:cNvPr>
          <p:cNvPicPr>
            <a:picLocks noChangeAspect="1"/>
          </p:cNvPicPr>
          <p:nvPr userDrawn="1"/>
        </p:nvPicPr>
        <p:blipFill rotWithShape="1">
          <a:blip r:embed="rId3"/>
          <a:srcRect l="2977" t="27557" r="3174" b="16201"/>
          <a:stretch/>
        </p:blipFill>
        <p:spPr>
          <a:xfrm>
            <a:off x="8171900" y="2220468"/>
            <a:ext cx="3410500" cy="2999510"/>
          </a:xfrm>
          <a:prstGeom prst="rect">
            <a:avLst/>
          </a:prstGeom>
        </p:spPr>
      </p:pic>
      <p:sp>
        <p:nvSpPr>
          <p:cNvPr id="31" name="Rectangle 30">
            <a:extLst>
              <a:ext uri="{FF2B5EF4-FFF2-40B4-BE49-F238E27FC236}">
                <a16:creationId xmlns:a16="http://schemas.microsoft.com/office/drawing/2014/main" id="{F3A7F501-5CAA-410A-843E-88BA118EBFE0}"/>
              </a:ext>
            </a:extLst>
          </p:cNvPr>
          <p:cNvSpPr/>
          <p:nvPr userDrawn="1"/>
        </p:nvSpPr>
        <p:spPr>
          <a:xfrm>
            <a:off x="4425162" y="4008599"/>
            <a:ext cx="3345179" cy="1640241"/>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US" sz="1600" noProof="0" dirty="0">
                <a:solidFill>
                  <a:schemeClr val="tx1"/>
                </a:solidFill>
                <a:latin typeface="+mj-lt"/>
              </a:rPr>
              <a:t>Next, go to the </a:t>
            </a:r>
            <a:r>
              <a:rPr lang="en-US" sz="1600" u="none" noProof="0" dirty="0">
                <a:solidFill>
                  <a:schemeClr val="tx1"/>
                </a:solidFill>
                <a:latin typeface="Myriad for Rabobank SBd It" panose="020B0603030403090204" pitchFamily="34" charset="0"/>
              </a:rPr>
              <a:t>Connecting Paths </a:t>
            </a:r>
            <a:r>
              <a:rPr lang="en-US" sz="1600" u="none" noProof="0" dirty="0">
                <a:solidFill>
                  <a:schemeClr val="tx1"/>
                </a:solidFill>
                <a:latin typeface="+mj-lt"/>
              </a:rPr>
              <a:t>library and choose your slide type (Full image or Image and Footer). Lastly, select the color that you would like to use for your Connecting Path. You can then choose any of the options from the library.</a:t>
            </a:r>
            <a:endParaRPr lang="en-US" sz="1600" noProof="0" dirty="0">
              <a:solidFill>
                <a:schemeClr val="tx1"/>
              </a:solidFill>
              <a:latin typeface="+mj-lt"/>
            </a:endParaRPr>
          </a:p>
        </p:txBody>
      </p:sp>
      <p:sp>
        <p:nvSpPr>
          <p:cNvPr id="34" name="Rectangle 33">
            <a:extLst>
              <a:ext uri="{FF2B5EF4-FFF2-40B4-BE49-F238E27FC236}">
                <a16:creationId xmlns:a16="http://schemas.microsoft.com/office/drawing/2014/main" id="{20F1F5DA-DF7C-4A8C-AEC8-1FD7926E9733}"/>
              </a:ext>
            </a:extLst>
          </p:cNvPr>
          <p:cNvSpPr/>
          <p:nvPr userDrawn="1"/>
        </p:nvSpPr>
        <p:spPr>
          <a:xfrm>
            <a:off x="4425162" y="6263176"/>
            <a:ext cx="4636203" cy="470850"/>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US" sz="1200" noProof="0" dirty="0">
                <a:solidFill>
                  <a:srgbClr val="FF6700"/>
                </a:solidFill>
                <a:latin typeface="+mj-lt"/>
              </a:rPr>
              <a:t>*</a:t>
            </a:r>
            <a:r>
              <a:rPr lang="en-US" sz="1200" noProof="0" dirty="0">
                <a:solidFill>
                  <a:schemeClr val="tx1"/>
                </a:solidFill>
                <a:latin typeface="+mj-lt"/>
              </a:rPr>
              <a:t>Note: If the Connecting Path is already part of the template, right-click outside of the slide and choose “Format Background” instead.</a:t>
            </a:r>
          </a:p>
        </p:txBody>
      </p:sp>
      <p:grpSp>
        <p:nvGrpSpPr>
          <p:cNvPr id="9" name="Group 8">
            <a:extLst>
              <a:ext uri="{FF2B5EF4-FFF2-40B4-BE49-F238E27FC236}">
                <a16:creationId xmlns:a16="http://schemas.microsoft.com/office/drawing/2014/main" id="{8F6409B9-F75E-4CCC-AA5A-0B1E66A43BE3}"/>
              </a:ext>
            </a:extLst>
          </p:cNvPr>
          <p:cNvGrpSpPr/>
          <p:nvPr userDrawn="1"/>
        </p:nvGrpSpPr>
        <p:grpSpPr>
          <a:xfrm rot="10800000">
            <a:off x="609340" y="4321299"/>
            <a:ext cx="3345311" cy="722818"/>
            <a:chOff x="609340" y="4321299"/>
            <a:chExt cx="3345311" cy="722818"/>
          </a:xfrm>
        </p:grpSpPr>
        <p:sp>
          <p:nvSpPr>
            <p:cNvPr id="51" name="Rectangle 50">
              <a:extLst>
                <a:ext uri="{FF2B5EF4-FFF2-40B4-BE49-F238E27FC236}">
                  <a16:creationId xmlns:a16="http://schemas.microsoft.com/office/drawing/2014/main" id="{ED360580-0846-4B36-99F1-39935C7C9834}"/>
                </a:ext>
              </a:extLst>
            </p:cNvPr>
            <p:cNvSpPr/>
            <p:nvPr userDrawn="1"/>
          </p:nvSpPr>
          <p:spPr>
            <a:xfrm rot="5400000">
              <a:off x="2359505" y="4324203"/>
              <a:ext cx="719957" cy="71987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noProof="0"/>
            </a:p>
          </p:txBody>
        </p:sp>
        <p:sp>
          <p:nvSpPr>
            <p:cNvPr id="52" name="Freeform: Shape 51">
              <a:extLst>
                <a:ext uri="{FF2B5EF4-FFF2-40B4-BE49-F238E27FC236}">
                  <a16:creationId xmlns:a16="http://schemas.microsoft.com/office/drawing/2014/main" id="{86E8145A-8CCA-4B81-800F-A7136902981F}"/>
                </a:ext>
              </a:extLst>
            </p:cNvPr>
            <p:cNvSpPr/>
            <p:nvPr userDrawn="1"/>
          </p:nvSpPr>
          <p:spPr>
            <a:xfrm rot="5400000">
              <a:off x="2359634" y="4324160"/>
              <a:ext cx="719957" cy="719871"/>
            </a:xfrm>
            <a:custGeom>
              <a:avLst/>
              <a:gdLst>
                <a:gd name="connsiteX0" fmla="*/ 383126 w 1462397"/>
                <a:gd name="connsiteY0" fmla="*/ 0 h 654424"/>
                <a:gd name="connsiteX1" fmla="*/ 1462397 w 1462397"/>
                <a:gd name="connsiteY1" fmla="*/ 0 h 654424"/>
                <a:gd name="connsiteX2" fmla="*/ 1462397 w 1462397"/>
                <a:gd name="connsiteY2" fmla="*/ 654424 h 654424"/>
                <a:gd name="connsiteX3" fmla="*/ 491119 w 1462397"/>
                <a:gd name="connsiteY3" fmla="*/ 654424 h 654424"/>
                <a:gd name="connsiteX4" fmla="*/ 486830 w 1462397"/>
                <a:gd name="connsiteY4" fmla="*/ 644855 h 654424"/>
                <a:gd name="connsiteX5" fmla="*/ 374583 w 1462397"/>
                <a:gd name="connsiteY5" fmla="*/ 107818 h 654424"/>
                <a:gd name="connsiteX6" fmla="*/ 0 w 1462397"/>
                <a:gd name="connsiteY6" fmla="*/ 0 h 654424"/>
                <a:gd name="connsiteX7" fmla="*/ 370536 w 1462397"/>
                <a:gd name="connsiteY7" fmla="*/ 0 h 654424"/>
                <a:gd name="connsiteX8" fmla="*/ 361984 w 1462397"/>
                <a:gd name="connsiteY8" fmla="*/ 106710 h 654424"/>
                <a:gd name="connsiteX9" fmla="*/ 474945 w 1462397"/>
                <a:gd name="connsiteY9" fmla="*/ 649096 h 654424"/>
                <a:gd name="connsiteX10" fmla="*/ 477332 w 1462397"/>
                <a:gd name="connsiteY10" fmla="*/ 654424 h 654424"/>
                <a:gd name="connsiteX11" fmla="*/ 0 w 1462397"/>
                <a:gd name="connsiteY11" fmla="*/ 654424 h 65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2397" h="654424">
                  <a:moveTo>
                    <a:pt x="383126" y="0"/>
                  </a:moveTo>
                  <a:lnTo>
                    <a:pt x="1462397" y="0"/>
                  </a:lnTo>
                  <a:lnTo>
                    <a:pt x="1462397" y="654424"/>
                  </a:lnTo>
                  <a:lnTo>
                    <a:pt x="491119" y="654424"/>
                  </a:lnTo>
                  <a:lnTo>
                    <a:pt x="486830" y="644855"/>
                  </a:lnTo>
                  <a:cubicBezTo>
                    <a:pt x="409273" y="452629"/>
                    <a:pt x="371816" y="273213"/>
                    <a:pt x="374583" y="107818"/>
                  </a:cubicBezTo>
                  <a:close/>
                  <a:moveTo>
                    <a:pt x="0" y="0"/>
                  </a:moveTo>
                  <a:lnTo>
                    <a:pt x="370536" y="0"/>
                  </a:lnTo>
                  <a:lnTo>
                    <a:pt x="361984" y="106710"/>
                  </a:lnTo>
                  <a:cubicBezTo>
                    <a:pt x="359032" y="273903"/>
                    <a:pt x="396726" y="455115"/>
                    <a:pt x="474945" y="649096"/>
                  </a:cubicBezTo>
                  <a:lnTo>
                    <a:pt x="477332" y="654424"/>
                  </a:lnTo>
                  <a:lnTo>
                    <a:pt x="0" y="654424"/>
                  </a:lnTo>
                  <a:close/>
                </a:path>
              </a:pathLst>
            </a:cu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noProof="0" dirty="0"/>
            </a:p>
          </p:txBody>
        </p:sp>
        <p:sp>
          <p:nvSpPr>
            <p:cNvPr id="53" name="Rectangle 52">
              <a:extLst>
                <a:ext uri="{FF2B5EF4-FFF2-40B4-BE49-F238E27FC236}">
                  <a16:creationId xmlns:a16="http://schemas.microsoft.com/office/drawing/2014/main" id="{C715BD44-001E-4A40-AF7A-DDED75F63A89}"/>
                </a:ext>
              </a:extLst>
            </p:cNvPr>
            <p:cNvSpPr/>
            <p:nvPr userDrawn="1"/>
          </p:nvSpPr>
          <p:spPr>
            <a:xfrm rot="5400000">
              <a:off x="3234737" y="4321385"/>
              <a:ext cx="719957" cy="71987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noProof="0"/>
            </a:p>
          </p:txBody>
        </p:sp>
        <p:sp>
          <p:nvSpPr>
            <p:cNvPr id="54" name="Freeform: Shape 53">
              <a:extLst>
                <a:ext uri="{FF2B5EF4-FFF2-40B4-BE49-F238E27FC236}">
                  <a16:creationId xmlns:a16="http://schemas.microsoft.com/office/drawing/2014/main" id="{F626FEA4-9513-4849-AB95-92003250005F}"/>
                </a:ext>
              </a:extLst>
            </p:cNvPr>
            <p:cNvSpPr/>
            <p:nvPr userDrawn="1"/>
          </p:nvSpPr>
          <p:spPr>
            <a:xfrm rot="5400000">
              <a:off x="3234608" y="4321342"/>
              <a:ext cx="719957" cy="719871"/>
            </a:xfrm>
            <a:custGeom>
              <a:avLst/>
              <a:gdLst>
                <a:gd name="connsiteX0" fmla="*/ 979395 w 1462397"/>
                <a:gd name="connsiteY0" fmla="*/ 0 h 654424"/>
                <a:gd name="connsiteX1" fmla="*/ 1462397 w 1462397"/>
                <a:gd name="connsiteY1" fmla="*/ 0 h 654424"/>
                <a:gd name="connsiteX2" fmla="*/ 1462397 w 1462397"/>
                <a:gd name="connsiteY2" fmla="*/ 654424 h 654424"/>
                <a:gd name="connsiteX3" fmla="*/ 402557 w 1462397"/>
                <a:gd name="connsiteY3" fmla="*/ 654424 h 654424"/>
                <a:gd name="connsiteX4" fmla="*/ 408917 w 1462397"/>
                <a:gd name="connsiteY4" fmla="*/ 624567 h 654424"/>
                <a:gd name="connsiteX5" fmla="*/ 448740 w 1462397"/>
                <a:gd name="connsiteY5" fmla="*/ 514024 h 654424"/>
                <a:gd name="connsiteX6" fmla="*/ 857242 w 1462397"/>
                <a:gd name="connsiteY6" fmla="*/ 66091 h 654424"/>
                <a:gd name="connsiteX7" fmla="*/ 959406 w 1462397"/>
                <a:gd name="connsiteY7" fmla="*/ 9162 h 654424"/>
                <a:gd name="connsiteX8" fmla="*/ 0 w 1462397"/>
                <a:gd name="connsiteY8" fmla="*/ 0 h 654424"/>
                <a:gd name="connsiteX9" fmla="*/ 950177 w 1462397"/>
                <a:gd name="connsiteY9" fmla="*/ 0 h 654424"/>
                <a:gd name="connsiteX10" fmla="*/ 850941 w 1462397"/>
                <a:gd name="connsiteY10" fmla="*/ 55242 h 654424"/>
                <a:gd name="connsiteX11" fmla="*/ 437266 w 1462397"/>
                <a:gd name="connsiteY11" fmla="*/ 508892 h 654424"/>
                <a:gd name="connsiteX12" fmla="*/ 396911 w 1462397"/>
                <a:gd name="connsiteY12" fmla="*/ 620770 h 654424"/>
                <a:gd name="connsiteX13" fmla="*/ 389717 w 1462397"/>
                <a:gd name="connsiteY13" fmla="*/ 654424 h 654424"/>
                <a:gd name="connsiteX14" fmla="*/ 0 w 1462397"/>
                <a:gd name="connsiteY14" fmla="*/ 654424 h 65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2397" h="654424">
                  <a:moveTo>
                    <a:pt x="979395" y="0"/>
                  </a:moveTo>
                  <a:lnTo>
                    <a:pt x="1462397" y="0"/>
                  </a:lnTo>
                  <a:lnTo>
                    <a:pt x="1462397" y="654424"/>
                  </a:lnTo>
                  <a:lnTo>
                    <a:pt x="402557" y="654424"/>
                  </a:lnTo>
                  <a:lnTo>
                    <a:pt x="408917" y="624567"/>
                  </a:lnTo>
                  <a:cubicBezTo>
                    <a:pt x="419673" y="586799"/>
                    <a:pt x="432946" y="549945"/>
                    <a:pt x="448740" y="514024"/>
                  </a:cubicBezTo>
                  <a:cubicBezTo>
                    <a:pt x="546505" y="291747"/>
                    <a:pt x="724844" y="147750"/>
                    <a:pt x="857242" y="66091"/>
                  </a:cubicBezTo>
                  <a:cubicBezTo>
                    <a:pt x="893158" y="43934"/>
                    <a:pt x="927730" y="25042"/>
                    <a:pt x="959406" y="9162"/>
                  </a:cubicBezTo>
                  <a:close/>
                  <a:moveTo>
                    <a:pt x="0" y="0"/>
                  </a:moveTo>
                  <a:lnTo>
                    <a:pt x="950177" y="0"/>
                  </a:lnTo>
                  <a:lnTo>
                    <a:pt x="850941" y="55242"/>
                  </a:lnTo>
                  <a:cubicBezTo>
                    <a:pt x="716832" y="137819"/>
                    <a:pt x="536366" y="283569"/>
                    <a:pt x="437266" y="508892"/>
                  </a:cubicBezTo>
                  <a:cubicBezTo>
                    <a:pt x="421269" y="545256"/>
                    <a:pt x="407818" y="582556"/>
                    <a:pt x="396911" y="620770"/>
                  </a:cubicBezTo>
                  <a:lnTo>
                    <a:pt x="389717" y="654424"/>
                  </a:lnTo>
                  <a:lnTo>
                    <a:pt x="0" y="654424"/>
                  </a:lnTo>
                  <a:close/>
                </a:path>
              </a:pathLst>
            </a:custGeom>
            <a:solidFill>
              <a:schemeClr val="accent4"/>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noProof="0"/>
            </a:p>
          </p:txBody>
        </p:sp>
        <p:sp>
          <p:nvSpPr>
            <p:cNvPr id="55" name="Rectangle 54">
              <a:extLst>
                <a:ext uri="{FF2B5EF4-FFF2-40B4-BE49-F238E27FC236}">
                  <a16:creationId xmlns:a16="http://schemas.microsoft.com/office/drawing/2014/main" id="{92F2368D-34E9-455A-BD4C-619BB8339809}"/>
                </a:ext>
              </a:extLst>
            </p:cNvPr>
            <p:cNvSpPr/>
            <p:nvPr userDrawn="1"/>
          </p:nvSpPr>
          <p:spPr>
            <a:xfrm rot="5400000">
              <a:off x="613582" y="4326923"/>
              <a:ext cx="718617" cy="712900"/>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noProof="0"/>
            </a:p>
          </p:txBody>
        </p:sp>
        <p:sp>
          <p:nvSpPr>
            <p:cNvPr id="56" name="Freeform: Shape 55">
              <a:extLst>
                <a:ext uri="{FF2B5EF4-FFF2-40B4-BE49-F238E27FC236}">
                  <a16:creationId xmlns:a16="http://schemas.microsoft.com/office/drawing/2014/main" id="{8A0DDE7F-CBE3-4039-8725-BC5929631D10}"/>
                </a:ext>
              </a:extLst>
            </p:cNvPr>
            <p:cNvSpPr/>
            <p:nvPr userDrawn="1"/>
          </p:nvSpPr>
          <p:spPr>
            <a:xfrm rot="5400000">
              <a:off x="606481" y="4325540"/>
              <a:ext cx="718617" cy="712900"/>
            </a:xfrm>
            <a:custGeom>
              <a:avLst/>
              <a:gdLst>
                <a:gd name="connsiteX0" fmla="*/ 762129 w 1462397"/>
                <a:gd name="connsiteY0" fmla="*/ 0 h 654424"/>
                <a:gd name="connsiteX1" fmla="*/ 1462397 w 1462397"/>
                <a:gd name="connsiteY1" fmla="*/ 0 h 654424"/>
                <a:gd name="connsiteX2" fmla="*/ 1462397 w 1462397"/>
                <a:gd name="connsiteY2" fmla="*/ 654424 h 654424"/>
                <a:gd name="connsiteX3" fmla="*/ 537623 w 1462397"/>
                <a:gd name="connsiteY3" fmla="*/ 654424 h 654424"/>
                <a:gd name="connsiteX4" fmla="*/ 540648 w 1462397"/>
                <a:gd name="connsiteY4" fmla="*/ 651387 h 654424"/>
                <a:gd name="connsiteX5" fmla="*/ 661225 w 1462397"/>
                <a:gd name="connsiteY5" fmla="*/ 478421 h 654424"/>
                <a:gd name="connsiteX6" fmla="*/ 759956 w 1462397"/>
                <a:gd name="connsiteY6" fmla="*/ 126565 h 654424"/>
                <a:gd name="connsiteX7" fmla="*/ 0 w 1462397"/>
                <a:gd name="connsiteY7" fmla="*/ 0 h 654424"/>
                <a:gd name="connsiteX8" fmla="*/ 748209 w 1462397"/>
                <a:gd name="connsiteY8" fmla="*/ 0 h 654424"/>
                <a:gd name="connsiteX9" fmla="*/ 750488 w 1462397"/>
                <a:gd name="connsiteY9" fmla="*/ 84030 h 654424"/>
                <a:gd name="connsiteX10" fmla="*/ 650042 w 1462397"/>
                <a:gd name="connsiteY10" fmla="*/ 472580 h 654424"/>
                <a:gd name="connsiteX11" fmla="*/ 531143 w 1462397"/>
                <a:gd name="connsiteY11" fmla="*/ 643114 h 654424"/>
                <a:gd name="connsiteX12" fmla="*/ 519874 w 1462397"/>
                <a:gd name="connsiteY12" fmla="*/ 654424 h 654424"/>
                <a:gd name="connsiteX13" fmla="*/ 0 w 1462397"/>
                <a:gd name="connsiteY13" fmla="*/ 654424 h 65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62397" h="654424">
                  <a:moveTo>
                    <a:pt x="762129" y="0"/>
                  </a:moveTo>
                  <a:lnTo>
                    <a:pt x="1462397" y="0"/>
                  </a:lnTo>
                  <a:lnTo>
                    <a:pt x="1462397" y="654424"/>
                  </a:lnTo>
                  <a:lnTo>
                    <a:pt x="537623" y="654424"/>
                  </a:lnTo>
                  <a:lnTo>
                    <a:pt x="540648" y="651387"/>
                  </a:lnTo>
                  <a:cubicBezTo>
                    <a:pt x="584625" y="602361"/>
                    <a:pt x="626289" y="545016"/>
                    <a:pt x="661225" y="478421"/>
                  </a:cubicBezTo>
                  <a:cubicBezTo>
                    <a:pt x="716961" y="372143"/>
                    <a:pt x="750000" y="254225"/>
                    <a:pt x="759956" y="126565"/>
                  </a:cubicBezTo>
                  <a:close/>
                  <a:moveTo>
                    <a:pt x="0" y="0"/>
                  </a:moveTo>
                  <a:lnTo>
                    <a:pt x="748209" y="0"/>
                  </a:lnTo>
                  <a:lnTo>
                    <a:pt x="750488" y="84030"/>
                  </a:lnTo>
                  <a:cubicBezTo>
                    <a:pt x="745080" y="225505"/>
                    <a:pt x="711614" y="355224"/>
                    <a:pt x="650042" y="472580"/>
                  </a:cubicBezTo>
                  <a:cubicBezTo>
                    <a:pt x="615597" y="538236"/>
                    <a:pt x="574512" y="594775"/>
                    <a:pt x="531143" y="643114"/>
                  </a:cubicBezTo>
                  <a:lnTo>
                    <a:pt x="519874" y="654424"/>
                  </a:lnTo>
                  <a:lnTo>
                    <a:pt x="0" y="654424"/>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a:p>
          </p:txBody>
        </p:sp>
        <p:sp>
          <p:nvSpPr>
            <p:cNvPr id="57" name="Rectangle 56">
              <a:extLst>
                <a:ext uri="{FF2B5EF4-FFF2-40B4-BE49-F238E27FC236}">
                  <a16:creationId xmlns:a16="http://schemas.microsoft.com/office/drawing/2014/main" id="{1A02F001-2840-45AB-9F47-F0D1011E3168}"/>
                </a:ext>
              </a:extLst>
            </p:cNvPr>
            <p:cNvSpPr/>
            <p:nvPr userDrawn="1"/>
          </p:nvSpPr>
          <p:spPr>
            <a:xfrm rot="5400000">
              <a:off x="1485135" y="4323373"/>
              <a:ext cx="718617" cy="72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8" name="Freeform: Shape 57">
              <a:extLst>
                <a:ext uri="{FF2B5EF4-FFF2-40B4-BE49-F238E27FC236}">
                  <a16:creationId xmlns:a16="http://schemas.microsoft.com/office/drawing/2014/main" id="{0C2F15E5-DBFE-484D-9725-52B0691C207B}"/>
                </a:ext>
              </a:extLst>
            </p:cNvPr>
            <p:cNvSpPr/>
            <p:nvPr userDrawn="1"/>
          </p:nvSpPr>
          <p:spPr>
            <a:xfrm rot="5400000">
              <a:off x="1485135" y="4321991"/>
              <a:ext cx="718617" cy="720000"/>
            </a:xfrm>
            <a:custGeom>
              <a:avLst/>
              <a:gdLst>
                <a:gd name="connsiteX0" fmla="*/ 538711 w 1462397"/>
                <a:gd name="connsiteY0" fmla="*/ 0 h 654424"/>
                <a:gd name="connsiteX1" fmla="*/ 1462397 w 1462397"/>
                <a:gd name="connsiteY1" fmla="*/ 0 h 654424"/>
                <a:gd name="connsiteX2" fmla="*/ 1462397 w 1462397"/>
                <a:gd name="connsiteY2" fmla="*/ 654424 h 654424"/>
                <a:gd name="connsiteX3" fmla="*/ 751190 w 1462397"/>
                <a:gd name="connsiteY3" fmla="*/ 654424 h 654424"/>
                <a:gd name="connsiteX4" fmla="*/ 744223 w 1462397"/>
                <a:gd name="connsiteY4" fmla="*/ 589752 h 654424"/>
                <a:gd name="connsiteX5" fmla="*/ 555240 w 1462397"/>
                <a:gd name="connsiteY5" fmla="*/ 36879 h 654424"/>
                <a:gd name="connsiteX6" fmla="*/ 0 w 1462397"/>
                <a:gd name="connsiteY6" fmla="*/ 0 h 654424"/>
                <a:gd name="connsiteX7" fmla="*/ 524918 w 1462397"/>
                <a:gd name="connsiteY7" fmla="*/ 0 h 654424"/>
                <a:gd name="connsiteX8" fmla="*/ 543932 w 1462397"/>
                <a:gd name="connsiteY8" fmla="*/ 42429 h 654424"/>
                <a:gd name="connsiteX9" fmla="*/ 723907 w 1462397"/>
                <a:gd name="connsiteY9" fmla="*/ 546514 h 654424"/>
                <a:gd name="connsiteX10" fmla="*/ 739866 w 1462397"/>
                <a:gd name="connsiteY10" fmla="*/ 654424 h 654424"/>
                <a:gd name="connsiteX11" fmla="*/ 0 w 1462397"/>
                <a:gd name="connsiteY11" fmla="*/ 654424 h 654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2397" h="654424">
                  <a:moveTo>
                    <a:pt x="538711" y="0"/>
                  </a:moveTo>
                  <a:lnTo>
                    <a:pt x="1462397" y="0"/>
                  </a:lnTo>
                  <a:lnTo>
                    <a:pt x="1462397" y="654424"/>
                  </a:lnTo>
                  <a:lnTo>
                    <a:pt x="751190" y="654424"/>
                  </a:lnTo>
                  <a:lnTo>
                    <a:pt x="744223" y="589752"/>
                  </a:lnTo>
                  <a:cubicBezTo>
                    <a:pt x="714898" y="418183"/>
                    <a:pt x="651627" y="232941"/>
                    <a:pt x="555240" y="36879"/>
                  </a:cubicBezTo>
                  <a:close/>
                  <a:moveTo>
                    <a:pt x="0" y="0"/>
                  </a:moveTo>
                  <a:lnTo>
                    <a:pt x="524918" y="0"/>
                  </a:lnTo>
                  <a:lnTo>
                    <a:pt x="543932" y="42429"/>
                  </a:lnTo>
                  <a:cubicBezTo>
                    <a:pt x="631917" y="221404"/>
                    <a:pt x="691925" y="389635"/>
                    <a:pt x="723907" y="546514"/>
                  </a:cubicBezTo>
                  <a:lnTo>
                    <a:pt x="739866" y="654424"/>
                  </a:lnTo>
                  <a:lnTo>
                    <a:pt x="0" y="654424"/>
                  </a:ln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en-US" noProof="0"/>
            </a:p>
          </p:txBody>
        </p:sp>
      </p:grpSp>
      <p:sp>
        <p:nvSpPr>
          <p:cNvPr id="14" name="Rectangle 13">
            <a:extLst>
              <a:ext uri="{FF2B5EF4-FFF2-40B4-BE49-F238E27FC236}">
                <a16:creationId xmlns:a16="http://schemas.microsoft.com/office/drawing/2014/main" id="{C5375511-8346-4AAD-B3C3-D1D9E9225759}"/>
              </a:ext>
            </a:extLst>
          </p:cNvPr>
          <p:cNvSpPr/>
          <p:nvPr userDrawn="1"/>
        </p:nvSpPr>
        <p:spPr>
          <a:xfrm>
            <a:off x="6096000" y="3067136"/>
            <a:ext cx="993648" cy="66971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6709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mplate Guide 2/2">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3199449A-0573-4F8C-908D-1C72B1F005AF}"/>
              </a:ext>
            </a:extLst>
          </p:cNvPr>
          <p:cNvSpPr/>
          <p:nvPr userDrawn="1"/>
        </p:nvSpPr>
        <p:spPr>
          <a:xfrm>
            <a:off x="609600" y="585787"/>
            <a:ext cx="10945792" cy="640585"/>
          </a:xfrm>
          <a:prstGeom prst="rect">
            <a:avLst/>
          </a:prstGeom>
        </p:spPr>
        <p:txBody>
          <a:bodyPr vert="horz" lIns="0" tIns="0" rIns="0" bIns="0" rtlCol="0" anchor="t" anchorCtr="0">
            <a:noAutofit/>
          </a:bodyPr>
          <a:lstStyle/>
          <a:p>
            <a:pPr lvl="0">
              <a:lnSpc>
                <a:spcPct val="90000"/>
              </a:lnSpc>
              <a:spcBef>
                <a:spcPct val="0"/>
              </a:spcBef>
              <a:buNone/>
            </a:pPr>
            <a:r>
              <a:rPr lang="en-GB" sz="4800" dirty="0">
                <a:solidFill>
                  <a:schemeClr val="accent1"/>
                </a:solidFill>
                <a:latin typeface="+mj-lt"/>
                <a:ea typeface="+mj-ea"/>
                <a:cs typeface="+mj-cs"/>
              </a:rPr>
              <a:t>Template Guide</a:t>
            </a:r>
            <a:endParaRPr lang="de-DE" sz="4800" dirty="0">
              <a:solidFill>
                <a:schemeClr val="accent1"/>
              </a:solidFill>
              <a:latin typeface="+mj-lt"/>
              <a:ea typeface="+mj-ea"/>
              <a:cs typeface="+mj-cs"/>
            </a:endParaRPr>
          </a:p>
        </p:txBody>
      </p:sp>
      <p:sp>
        <p:nvSpPr>
          <p:cNvPr id="75" name="Rectangle 74">
            <a:extLst>
              <a:ext uri="{FF2B5EF4-FFF2-40B4-BE49-F238E27FC236}">
                <a16:creationId xmlns:a16="http://schemas.microsoft.com/office/drawing/2014/main" id="{58F9B36E-BE37-4A81-A079-B8B9CAE5B33F}"/>
              </a:ext>
            </a:extLst>
          </p:cNvPr>
          <p:cNvSpPr/>
          <p:nvPr userDrawn="1"/>
        </p:nvSpPr>
        <p:spPr>
          <a:xfrm>
            <a:off x="609600" y="1226373"/>
            <a:ext cx="10945792" cy="477968"/>
          </a:xfrm>
          <a:prstGeom prst="rect">
            <a:avLst/>
          </a:prstGeom>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GB" sz="2400" dirty="0">
                <a:solidFill>
                  <a:srgbClr val="000060"/>
                </a:solidFill>
              </a:rPr>
              <a:t>Working with the Rabobank PowerPoint template</a:t>
            </a:r>
            <a:endParaRPr lang="de-DE" sz="2400" dirty="0">
              <a:solidFill>
                <a:srgbClr val="000060"/>
              </a:solidFill>
            </a:endParaRPr>
          </a:p>
        </p:txBody>
      </p:sp>
      <p:sp>
        <p:nvSpPr>
          <p:cNvPr id="105" name="Rectangle 104">
            <a:extLst>
              <a:ext uri="{FF2B5EF4-FFF2-40B4-BE49-F238E27FC236}">
                <a16:creationId xmlns:a16="http://schemas.microsoft.com/office/drawing/2014/main" id="{BA967497-5949-4233-890F-D8C202C1519E}"/>
              </a:ext>
            </a:extLst>
          </p:cNvPr>
          <p:cNvSpPr/>
          <p:nvPr userDrawn="1"/>
        </p:nvSpPr>
        <p:spPr>
          <a:xfrm>
            <a:off x="609600" y="1812159"/>
            <a:ext cx="5291998" cy="356743"/>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GB" sz="1800" dirty="0">
                <a:solidFill>
                  <a:schemeClr val="accent1"/>
                </a:solidFill>
                <a:latin typeface="+mj-lt"/>
              </a:rPr>
              <a:t>Scaling Connecting Paths</a:t>
            </a:r>
            <a:endParaRPr lang="de-DE" sz="1800" dirty="0">
              <a:solidFill>
                <a:schemeClr val="accent1"/>
              </a:solidFill>
              <a:latin typeface="+mj-lt"/>
            </a:endParaRPr>
          </a:p>
        </p:txBody>
      </p:sp>
      <p:sp>
        <p:nvSpPr>
          <p:cNvPr id="106" name="Rectangle 105">
            <a:extLst>
              <a:ext uri="{FF2B5EF4-FFF2-40B4-BE49-F238E27FC236}">
                <a16:creationId xmlns:a16="http://schemas.microsoft.com/office/drawing/2014/main" id="{3047304F-12F2-4CA5-9BD9-B30297B893EB}"/>
              </a:ext>
            </a:extLst>
          </p:cNvPr>
          <p:cNvSpPr/>
          <p:nvPr userDrawn="1"/>
        </p:nvSpPr>
        <p:spPr>
          <a:xfrm>
            <a:off x="609600" y="2169917"/>
            <a:ext cx="5291998" cy="1640241"/>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US" sz="1600" noProof="0" dirty="0">
                <a:solidFill>
                  <a:schemeClr val="tx1"/>
                </a:solidFill>
                <a:latin typeface="+mj-lt"/>
              </a:rPr>
              <a:t>To scale a Connecting Path, first select the path and then drag any of the corners.</a:t>
            </a:r>
          </a:p>
        </p:txBody>
      </p:sp>
      <p:pic>
        <p:nvPicPr>
          <p:cNvPr id="115" name="Picture 114" descr="Diagram&#10;&#10;Description automatically generated with medium confidence">
            <a:extLst>
              <a:ext uri="{FF2B5EF4-FFF2-40B4-BE49-F238E27FC236}">
                <a16:creationId xmlns:a16="http://schemas.microsoft.com/office/drawing/2014/main" id="{B3BA693E-F661-4745-959D-107915DEFF42}"/>
              </a:ext>
            </a:extLst>
          </p:cNvPr>
          <p:cNvPicPr>
            <a:picLocks noChangeAspect="1"/>
          </p:cNvPicPr>
          <p:nvPr userDrawn="1"/>
        </p:nvPicPr>
        <p:blipFill>
          <a:blip r:embed="rId2"/>
          <a:stretch>
            <a:fillRect/>
          </a:stretch>
        </p:blipFill>
        <p:spPr>
          <a:xfrm>
            <a:off x="609598" y="2916628"/>
            <a:ext cx="1761502" cy="1309577"/>
          </a:xfrm>
          <a:prstGeom prst="rect">
            <a:avLst/>
          </a:prstGeom>
        </p:spPr>
      </p:pic>
      <p:sp>
        <p:nvSpPr>
          <p:cNvPr id="109" name="Rectangle 108">
            <a:extLst>
              <a:ext uri="{FF2B5EF4-FFF2-40B4-BE49-F238E27FC236}">
                <a16:creationId xmlns:a16="http://schemas.microsoft.com/office/drawing/2014/main" id="{8E3CF5B3-703E-4D05-B05B-20C46D68E0BC}"/>
              </a:ext>
            </a:extLst>
          </p:cNvPr>
          <p:cNvSpPr/>
          <p:nvPr userDrawn="1"/>
        </p:nvSpPr>
        <p:spPr>
          <a:xfrm>
            <a:off x="2220582" y="3004538"/>
            <a:ext cx="78922" cy="7892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E5F9D8A3-CEF8-4BE8-8DDE-01731871D327}"/>
              </a:ext>
            </a:extLst>
          </p:cNvPr>
          <p:cNvSpPr/>
          <p:nvPr userDrawn="1"/>
        </p:nvSpPr>
        <p:spPr>
          <a:xfrm>
            <a:off x="2220582" y="4037094"/>
            <a:ext cx="78922" cy="7892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071107C9-4A21-4A33-A441-DF1A98722335}"/>
              </a:ext>
            </a:extLst>
          </p:cNvPr>
          <p:cNvSpPr/>
          <p:nvPr userDrawn="1"/>
        </p:nvSpPr>
        <p:spPr>
          <a:xfrm>
            <a:off x="714970" y="3004538"/>
            <a:ext cx="78922" cy="7892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6B0996AE-C8B9-42BC-B6A3-1A23182805B1}"/>
              </a:ext>
            </a:extLst>
          </p:cNvPr>
          <p:cNvSpPr/>
          <p:nvPr userDrawn="1"/>
        </p:nvSpPr>
        <p:spPr>
          <a:xfrm>
            <a:off x="714970" y="4037094"/>
            <a:ext cx="78922" cy="7892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8" name="Picture 117" descr="Diagram&#10;&#10;Description automatically generated with medium confidence">
            <a:extLst>
              <a:ext uri="{FF2B5EF4-FFF2-40B4-BE49-F238E27FC236}">
                <a16:creationId xmlns:a16="http://schemas.microsoft.com/office/drawing/2014/main" id="{E2B62AAD-E713-4E0D-B0D2-94D12491C7EB}"/>
              </a:ext>
            </a:extLst>
          </p:cNvPr>
          <p:cNvPicPr>
            <a:picLocks noChangeAspect="1"/>
          </p:cNvPicPr>
          <p:nvPr userDrawn="1"/>
        </p:nvPicPr>
        <p:blipFill>
          <a:blip r:embed="rId2"/>
          <a:stretch>
            <a:fillRect/>
          </a:stretch>
        </p:blipFill>
        <p:spPr>
          <a:xfrm>
            <a:off x="2476469" y="2916628"/>
            <a:ext cx="3425129" cy="2546391"/>
          </a:xfrm>
          <a:prstGeom prst="rect">
            <a:avLst/>
          </a:prstGeom>
        </p:spPr>
      </p:pic>
      <p:sp>
        <p:nvSpPr>
          <p:cNvPr id="119" name="Rectangle 118">
            <a:extLst>
              <a:ext uri="{FF2B5EF4-FFF2-40B4-BE49-F238E27FC236}">
                <a16:creationId xmlns:a16="http://schemas.microsoft.com/office/drawing/2014/main" id="{EEFBE6C6-EC92-4404-B5E5-7996BFCC0F9C}"/>
              </a:ext>
            </a:extLst>
          </p:cNvPr>
          <p:cNvSpPr/>
          <p:nvPr userDrawn="1"/>
        </p:nvSpPr>
        <p:spPr>
          <a:xfrm>
            <a:off x="5608926" y="3087564"/>
            <a:ext cx="153459" cy="15345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9DBEBD47-D8D2-4062-B196-FCF5EE20EF54}"/>
              </a:ext>
            </a:extLst>
          </p:cNvPr>
          <p:cNvSpPr/>
          <p:nvPr userDrawn="1"/>
        </p:nvSpPr>
        <p:spPr>
          <a:xfrm>
            <a:off x="5608926" y="5095305"/>
            <a:ext cx="153459" cy="15345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342327B0-59A8-45EF-97CF-3243C67B33A6}"/>
              </a:ext>
            </a:extLst>
          </p:cNvPr>
          <p:cNvSpPr/>
          <p:nvPr userDrawn="1"/>
        </p:nvSpPr>
        <p:spPr>
          <a:xfrm>
            <a:off x="2681357" y="3087564"/>
            <a:ext cx="153459" cy="15345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5B7583D1-74B6-45D9-87E0-E54BD4D65BDB}"/>
              </a:ext>
            </a:extLst>
          </p:cNvPr>
          <p:cNvSpPr/>
          <p:nvPr userDrawn="1"/>
        </p:nvSpPr>
        <p:spPr>
          <a:xfrm>
            <a:off x="2681357" y="5095305"/>
            <a:ext cx="153459" cy="15345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5" name="Straight Arrow Connector 134">
            <a:extLst>
              <a:ext uri="{FF2B5EF4-FFF2-40B4-BE49-F238E27FC236}">
                <a16:creationId xmlns:a16="http://schemas.microsoft.com/office/drawing/2014/main" id="{235A6787-7B64-49B7-B752-747D8FB3DE6F}"/>
              </a:ext>
            </a:extLst>
          </p:cNvPr>
          <p:cNvCxnSpPr>
            <a:cxnSpLocks/>
          </p:cNvCxnSpPr>
          <p:nvPr userDrawn="1"/>
        </p:nvCxnSpPr>
        <p:spPr>
          <a:xfrm>
            <a:off x="2371100" y="3522572"/>
            <a:ext cx="2584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9" name="Straight Arrow Connector 138">
            <a:extLst>
              <a:ext uri="{FF2B5EF4-FFF2-40B4-BE49-F238E27FC236}">
                <a16:creationId xmlns:a16="http://schemas.microsoft.com/office/drawing/2014/main" id="{610077C5-E563-46DC-9431-F086073D83B0}"/>
              </a:ext>
            </a:extLst>
          </p:cNvPr>
          <p:cNvCxnSpPr>
            <a:cxnSpLocks/>
          </p:cNvCxnSpPr>
          <p:nvPr userDrawn="1"/>
        </p:nvCxnSpPr>
        <p:spPr>
          <a:xfrm>
            <a:off x="2371100" y="3656195"/>
            <a:ext cx="2584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E2A88167-6498-4D5B-A2E3-BEDB6E5F608B}"/>
              </a:ext>
            </a:extLst>
          </p:cNvPr>
          <p:cNvCxnSpPr>
            <a:cxnSpLocks/>
          </p:cNvCxnSpPr>
          <p:nvPr userDrawn="1"/>
        </p:nvCxnSpPr>
        <p:spPr>
          <a:xfrm>
            <a:off x="2371100" y="3783975"/>
            <a:ext cx="25843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57" name="Group 156">
            <a:extLst>
              <a:ext uri="{FF2B5EF4-FFF2-40B4-BE49-F238E27FC236}">
                <a16:creationId xmlns:a16="http://schemas.microsoft.com/office/drawing/2014/main" id="{A617E37B-5C9C-47A7-BBBC-111F167CA1A3}"/>
              </a:ext>
            </a:extLst>
          </p:cNvPr>
          <p:cNvGrpSpPr/>
          <p:nvPr userDrawn="1"/>
        </p:nvGrpSpPr>
        <p:grpSpPr>
          <a:xfrm>
            <a:off x="2034998" y="2806856"/>
            <a:ext cx="450089" cy="472018"/>
            <a:chOff x="2110246" y="2781456"/>
            <a:chExt cx="473850" cy="496936"/>
          </a:xfrm>
        </p:grpSpPr>
        <p:cxnSp>
          <p:nvCxnSpPr>
            <p:cNvPr id="152" name="Straight Arrow Connector 151">
              <a:extLst>
                <a:ext uri="{FF2B5EF4-FFF2-40B4-BE49-F238E27FC236}">
                  <a16:creationId xmlns:a16="http://schemas.microsoft.com/office/drawing/2014/main" id="{66C9DBEB-7B4B-4BF7-A83B-653B11AD988B}"/>
                </a:ext>
              </a:extLst>
            </p:cNvPr>
            <p:cNvCxnSpPr/>
            <p:nvPr userDrawn="1"/>
          </p:nvCxnSpPr>
          <p:spPr>
            <a:xfrm flipV="1">
              <a:off x="2350028" y="2781456"/>
              <a:ext cx="0" cy="1505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570D5C91-8F0D-40BE-BC01-7D67F417A9A0}"/>
                </a:ext>
              </a:extLst>
            </p:cNvPr>
            <p:cNvCxnSpPr>
              <a:cxnSpLocks/>
            </p:cNvCxnSpPr>
            <p:nvPr userDrawn="1"/>
          </p:nvCxnSpPr>
          <p:spPr>
            <a:xfrm>
              <a:off x="2350028" y="3128284"/>
              <a:ext cx="0" cy="150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FBEBF7A8-B438-48ED-A3BB-21213B164798}"/>
                </a:ext>
              </a:extLst>
            </p:cNvPr>
            <p:cNvCxnSpPr/>
            <p:nvPr userDrawn="1"/>
          </p:nvCxnSpPr>
          <p:spPr>
            <a:xfrm flipV="1">
              <a:off x="2433988" y="3025219"/>
              <a:ext cx="150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8479F36D-D6A2-4120-B820-399C6A267F3A}"/>
                </a:ext>
              </a:extLst>
            </p:cNvPr>
            <p:cNvCxnSpPr>
              <a:cxnSpLocks/>
            </p:cNvCxnSpPr>
            <p:nvPr userDrawn="1"/>
          </p:nvCxnSpPr>
          <p:spPr>
            <a:xfrm flipH="1">
              <a:off x="2110246" y="3031292"/>
              <a:ext cx="15010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1BA4B085-EF45-4F65-B3D8-05E7EBFF8C41}"/>
              </a:ext>
            </a:extLst>
          </p:cNvPr>
          <p:cNvSpPr/>
          <p:nvPr userDrawn="1"/>
        </p:nvSpPr>
        <p:spPr>
          <a:xfrm>
            <a:off x="6290404" y="1812159"/>
            <a:ext cx="5291998" cy="356743"/>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GB" sz="1800" dirty="0">
                <a:solidFill>
                  <a:schemeClr val="accent1"/>
                </a:solidFill>
                <a:latin typeface="+mj-lt"/>
              </a:rPr>
              <a:t>Image overlay</a:t>
            </a:r>
            <a:endParaRPr lang="de-DE" sz="1800" dirty="0">
              <a:solidFill>
                <a:schemeClr val="accent1"/>
              </a:solidFill>
              <a:latin typeface="+mj-lt"/>
            </a:endParaRPr>
          </a:p>
        </p:txBody>
      </p:sp>
      <p:sp>
        <p:nvSpPr>
          <p:cNvPr id="30" name="Rectangle 29">
            <a:extLst>
              <a:ext uri="{FF2B5EF4-FFF2-40B4-BE49-F238E27FC236}">
                <a16:creationId xmlns:a16="http://schemas.microsoft.com/office/drawing/2014/main" id="{ABDA5A87-6034-4D9F-A883-F8DED937670F}"/>
              </a:ext>
            </a:extLst>
          </p:cNvPr>
          <p:cNvSpPr/>
          <p:nvPr userDrawn="1"/>
        </p:nvSpPr>
        <p:spPr>
          <a:xfrm>
            <a:off x="6290404" y="2169918"/>
            <a:ext cx="5291998" cy="966376"/>
          </a:xfrm>
          <a:prstGeom prst="rect">
            <a:avLst/>
          </a:prstGeom>
          <a:ln>
            <a:noFill/>
          </a:ln>
        </p:spPr>
        <p:txBody>
          <a:bodyPr vert="horz" lIns="0" tIns="0" rIns="0" bIns="0" rtlCol="0">
            <a:noAutofit/>
          </a:bodyPr>
          <a:lstStyle/>
          <a:p>
            <a:pPr lvl="0" indent="0">
              <a:lnSpc>
                <a:spcPct val="90000"/>
              </a:lnSpc>
              <a:spcBef>
                <a:spcPts val="600"/>
              </a:spcBef>
              <a:buClr>
                <a:schemeClr val="accent1"/>
              </a:buClr>
              <a:buFont typeface="Arial" panose="020B0604020202020204" pitchFamily="34" charset="0"/>
              <a:buNone/>
            </a:pPr>
            <a:r>
              <a:rPr lang="en-US" sz="1600" noProof="0" dirty="0">
                <a:solidFill>
                  <a:schemeClr val="tx1"/>
                </a:solidFill>
                <a:latin typeface="+mj-lt"/>
              </a:rPr>
              <a:t>Sometimes, text on top of images might be hard to read. If this is the case, use our Rabobank image overlay.</a:t>
            </a:r>
          </a:p>
          <a:p>
            <a:pPr marL="0" marR="0" lvl="0" indent="0" algn="l" defTabSz="914400" rtl="0" eaLnBrk="1" fontAlgn="auto" latinLnBrk="0" hangingPunct="1">
              <a:lnSpc>
                <a:spcPct val="90000"/>
              </a:lnSpc>
              <a:spcBef>
                <a:spcPts val="600"/>
              </a:spcBef>
              <a:spcAft>
                <a:spcPts val="0"/>
              </a:spcAft>
              <a:buClr>
                <a:schemeClr val="accent1"/>
              </a:buClr>
              <a:buSzTx/>
              <a:buFont typeface="Arial" panose="020B0604020202020204" pitchFamily="34" charset="0"/>
              <a:buNone/>
              <a:tabLst/>
              <a:defRPr/>
            </a:pPr>
            <a:r>
              <a:rPr lang="en-US" sz="1600" noProof="0" dirty="0">
                <a:solidFill>
                  <a:schemeClr val="tx1"/>
                </a:solidFill>
                <a:latin typeface="+mj-lt"/>
              </a:rPr>
              <a:t>In the </a:t>
            </a:r>
            <a:r>
              <a:rPr lang="en-US" sz="1600" noProof="0" dirty="0">
                <a:solidFill>
                  <a:schemeClr val="tx1"/>
                </a:solidFill>
                <a:latin typeface="Myriad for Rabobank SBd It" panose="020B0603030403090204" pitchFamily="34" charset="0"/>
              </a:rPr>
              <a:t>Slide Elements </a:t>
            </a:r>
            <a:r>
              <a:rPr lang="en-US" sz="1600" noProof="0" dirty="0">
                <a:solidFill>
                  <a:schemeClr val="tx1"/>
                </a:solidFill>
                <a:latin typeface="+mj-lt"/>
              </a:rPr>
              <a:t>library, go to the </a:t>
            </a:r>
            <a:r>
              <a:rPr lang="en-US" sz="1600" noProof="0" dirty="0">
                <a:solidFill>
                  <a:schemeClr val="tx1"/>
                </a:solidFill>
                <a:latin typeface="Myriad for Rabobank SBd It" panose="020B0603030403090204" pitchFamily="34" charset="0"/>
              </a:rPr>
              <a:t>Image Overlays</a:t>
            </a:r>
            <a:r>
              <a:rPr lang="en-US" sz="1600" noProof="0" dirty="0">
                <a:solidFill>
                  <a:schemeClr val="tx1"/>
                </a:solidFill>
                <a:latin typeface="+mj-lt"/>
              </a:rPr>
              <a:t> folder. Then select the right version and add it to your slide.</a:t>
            </a:r>
          </a:p>
        </p:txBody>
      </p:sp>
      <p:sp>
        <p:nvSpPr>
          <p:cNvPr id="34" name="TextBox 33">
            <a:extLst>
              <a:ext uri="{FF2B5EF4-FFF2-40B4-BE49-F238E27FC236}">
                <a16:creationId xmlns:a16="http://schemas.microsoft.com/office/drawing/2014/main" id="{8B7FDA27-F1A2-4259-AA9A-FF50B7895D89}"/>
              </a:ext>
            </a:extLst>
          </p:cNvPr>
          <p:cNvSpPr txBox="1"/>
          <p:nvPr userDrawn="1"/>
        </p:nvSpPr>
        <p:spPr>
          <a:xfrm>
            <a:off x="6290404" y="4980998"/>
            <a:ext cx="5291998" cy="535531"/>
          </a:xfrm>
          <a:prstGeom prst="rect">
            <a:avLst/>
          </a:prstGeom>
          <a:noFill/>
        </p:spPr>
        <p:txBody>
          <a:bodyPr wrap="square">
            <a:spAutoFit/>
          </a:bodyPr>
          <a:lstStyle/>
          <a:p>
            <a:pPr lvl="0" indent="0">
              <a:lnSpc>
                <a:spcPct val="90000"/>
              </a:lnSpc>
              <a:spcBef>
                <a:spcPts val="600"/>
              </a:spcBef>
              <a:buClr>
                <a:schemeClr val="accent1"/>
              </a:buClr>
              <a:buFont typeface="Arial" panose="020B0604020202020204" pitchFamily="34" charset="0"/>
              <a:buNone/>
            </a:pPr>
            <a:r>
              <a:rPr lang="en-US" sz="1600" noProof="0" dirty="0">
                <a:solidFill>
                  <a:schemeClr val="tx1"/>
                </a:solidFill>
                <a:latin typeface="+mj-lt"/>
              </a:rPr>
              <a:t>Lastly, make sure the Image Overlay is positioned </a:t>
            </a:r>
            <a:r>
              <a:rPr lang="en-US" sz="1600" noProof="0" dirty="0">
                <a:solidFill>
                  <a:schemeClr val="tx1"/>
                </a:solidFill>
                <a:latin typeface="Myriad for Rabobank SBd It" panose="020B0603030403090204" pitchFamily="34" charset="0"/>
              </a:rPr>
              <a:t>behind</a:t>
            </a:r>
            <a:r>
              <a:rPr lang="en-US" sz="1600" noProof="0" dirty="0">
                <a:solidFill>
                  <a:schemeClr val="tx1"/>
                </a:solidFill>
                <a:latin typeface="+mj-lt"/>
              </a:rPr>
              <a:t> the text and Rabobank logo and in </a:t>
            </a:r>
            <a:r>
              <a:rPr lang="en-US" sz="1600" noProof="0" dirty="0">
                <a:solidFill>
                  <a:schemeClr val="tx1"/>
                </a:solidFill>
                <a:latin typeface="Myriad for Rabobank SBd It" panose="020B0603030403090204" pitchFamily="34" charset="0"/>
              </a:rPr>
              <a:t>front</a:t>
            </a:r>
            <a:r>
              <a:rPr lang="en-US" sz="1600" noProof="0" dirty="0">
                <a:solidFill>
                  <a:schemeClr val="tx1"/>
                </a:solidFill>
                <a:latin typeface="+mj-lt"/>
              </a:rPr>
              <a:t> of the image.</a:t>
            </a:r>
          </a:p>
        </p:txBody>
      </p:sp>
      <p:grpSp>
        <p:nvGrpSpPr>
          <p:cNvPr id="9" name="Group 8">
            <a:extLst>
              <a:ext uri="{FF2B5EF4-FFF2-40B4-BE49-F238E27FC236}">
                <a16:creationId xmlns:a16="http://schemas.microsoft.com/office/drawing/2014/main" id="{A8B0C843-2021-4A01-AB4C-10FD1C89AAB9}"/>
              </a:ext>
            </a:extLst>
          </p:cNvPr>
          <p:cNvGrpSpPr>
            <a:grpSpLocks noChangeAspect="1"/>
          </p:cNvGrpSpPr>
          <p:nvPr userDrawn="1"/>
        </p:nvGrpSpPr>
        <p:grpSpPr>
          <a:xfrm>
            <a:off x="6290405" y="3320573"/>
            <a:ext cx="1450014" cy="1548000"/>
            <a:chOff x="6290404" y="3522572"/>
            <a:chExt cx="1996346" cy="2131251"/>
          </a:xfrm>
        </p:grpSpPr>
        <p:pic>
          <p:nvPicPr>
            <p:cNvPr id="3" name="Picture 2">
              <a:extLst>
                <a:ext uri="{FF2B5EF4-FFF2-40B4-BE49-F238E27FC236}">
                  <a16:creationId xmlns:a16="http://schemas.microsoft.com/office/drawing/2014/main" id="{72C52AF5-6226-479C-B9F1-AA34ACD8795B}"/>
                </a:ext>
              </a:extLst>
            </p:cNvPr>
            <p:cNvPicPr>
              <a:picLocks noChangeAspect="1"/>
            </p:cNvPicPr>
            <p:nvPr userDrawn="1"/>
          </p:nvPicPr>
          <p:blipFill rotWithShape="1">
            <a:blip r:embed="rId3"/>
            <a:srcRect b="46687"/>
            <a:stretch/>
          </p:blipFill>
          <p:spPr>
            <a:xfrm>
              <a:off x="6290404" y="3522572"/>
              <a:ext cx="1996346" cy="2131251"/>
            </a:xfrm>
            <a:prstGeom prst="rect">
              <a:avLst/>
            </a:prstGeom>
            <a:ln>
              <a:solidFill>
                <a:schemeClr val="accent6"/>
              </a:solidFill>
            </a:ln>
          </p:spPr>
        </p:pic>
        <p:sp>
          <p:nvSpPr>
            <p:cNvPr id="5" name="Rectangle 4">
              <a:extLst>
                <a:ext uri="{FF2B5EF4-FFF2-40B4-BE49-F238E27FC236}">
                  <a16:creationId xmlns:a16="http://schemas.microsoft.com/office/drawing/2014/main" id="{358BB9E9-AC64-4864-B00E-85E733C11EB9}"/>
                </a:ext>
              </a:extLst>
            </p:cNvPr>
            <p:cNvSpPr/>
            <p:nvPr userDrawn="1"/>
          </p:nvSpPr>
          <p:spPr>
            <a:xfrm>
              <a:off x="6369844" y="5307807"/>
              <a:ext cx="1829611" cy="24893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8" name="Group 7">
            <a:extLst>
              <a:ext uri="{FF2B5EF4-FFF2-40B4-BE49-F238E27FC236}">
                <a16:creationId xmlns:a16="http://schemas.microsoft.com/office/drawing/2014/main" id="{FB3B0D2B-E8F2-481E-BA94-794158DC009F}"/>
              </a:ext>
            </a:extLst>
          </p:cNvPr>
          <p:cNvGrpSpPr>
            <a:grpSpLocks noChangeAspect="1"/>
          </p:cNvGrpSpPr>
          <p:nvPr userDrawn="1"/>
        </p:nvGrpSpPr>
        <p:grpSpPr>
          <a:xfrm>
            <a:off x="7909967" y="3320573"/>
            <a:ext cx="1450015" cy="1548000"/>
            <a:chOff x="8366190" y="3522572"/>
            <a:chExt cx="1996346" cy="2131251"/>
          </a:xfrm>
        </p:grpSpPr>
        <p:pic>
          <p:nvPicPr>
            <p:cNvPr id="7" name="Picture 6">
              <a:extLst>
                <a:ext uri="{FF2B5EF4-FFF2-40B4-BE49-F238E27FC236}">
                  <a16:creationId xmlns:a16="http://schemas.microsoft.com/office/drawing/2014/main" id="{AB7470D1-6180-4FD7-BE13-ED87F111CE76}"/>
                </a:ext>
              </a:extLst>
            </p:cNvPr>
            <p:cNvPicPr>
              <a:picLocks noChangeAspect="1"/>
            </p:cNvPicPr>
            <p:nvPr userDrawn="1"/>
          </p:nvPicPr>
          <p:blipFill rotWithShape="1">
            <a:blip r:embed="rId4"/>
            <a:srcRect b="46687"/>
            <a:stretch/>
          </p:blipFill>
          <p:spPr>
            <a:xfrm>
              <a:off x="8366190" y="3522572"/>
              <a:ext cx="1996346" cy="2131251"/>
            </a:xfrm>
            <a:prstGeom prst="rect">
              <a:avLst/>
            </a:prstGeom>
            <a:ln>
              <a:solidFill>
                <a:schemeClr val="accent6"/>
              </a:solidFill>
            </a:ln>
          </p:spPr>
        </p:pic>
        <p:sp>
          <p:nvSpPr>
            <p:cNvPr id="38" name="Rectangle 37">
              <a:extLst>
                <a:ext uri="{FF2B5EF4-FFF2-40B4-BE49-F238E27FC236}">
                  <a16:creationId xmlns:a16="http://schemas.microsoft.com/office/drawing/2014/main" id="{978C20BF-00C1-47AA-949A-6B925DDED6B7}"/>
                </a:ext>
              </a:extLst>
            </p:cNvPr>
            <p:cNvSpPr/>
            <p:nvPr userDrawn="1"/>
          </p:nvSpPr>
          <p:spPr>
            <a:xfrm>
              <a:off x="8414545" y="4329906"/>
              <a:ext cx="996156" cy="61039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pic>
        <p:nvPicPr>
          <p:cNvPr id="13" name="Picture 12">
            <a:extLst>
              <a:ext uri="{FF2B5EF4-FFF2-40B4-BE49-F238E27FC236}">
                <a16:creationId xmlns:a16="http://schemas.microsoft.com/office/drawing/2014/main" id="{FC87F54C-34CB-40B3-9D5E-E095A4B20B84}"/>
              </a:ext>
            </a:extLst>
          </p:cNvPr>
          <p:cNvPicPr>
            <a:picLocks noChangeAspect="1"/>
          </p:cNvPicPr>
          <p:nvPr userDrawn="1"/>
        </p:nvPicPr>
        <p:blipFill>
          <a:blip r:embed="rId5"/>
          <a:stretch>
            <a:fillRect/>
          </a:stretch>
        </p:blipFill>
        <p:spPr>
          <a:xfrm>
            <a:off x="9529530" y="3518573"/>
            <a:ext cx="2025862" cy="1152000"/>
          </a:xfrm>
          <a:prstGeom prst="rect">
            <a:avLst/>
          </a:prstGeom>
        </p:spPr>
      </p:pic>
      <p:cxnSp>
        <p:nvCxnSpPr>
          <p:cNvPr id="47" name="Straight Arrow Connector 46">
            <a:extLst>
              <a:ext uri="{FF2B5EF4-FFF2-40B4-BE49-F238E27FC236}">
                <a16:creationId xmlns:a16="http://schemas.microsoft.com/office/drawing/2014/main" id="{2FDFFA57-97D9-496F-ACB5-E8036D0A2141}"/>
              </a:ext>
            </a:extLst>
          </p:cNvPr>
          <p:cNvCxnSpPr>
            <a:cxnSpLocks/>
          </p:cNvCxnSpPr>
          <p:nvPr userDrawn="1"/>
        </p:nvCxnSpPr>
        <p:spPr>
          <a:xfrm>
            <a:off x="8936403" y="3995018"/>
            <a:ext cx="54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E10D25B-ABCF-46F1-9540-4AD284BCA847}"/>
              </a:ext>
            </a:extLst>
          </p:cNvPr>
          <p:cNvCxnSpPr>
            <a:cxnSpLocks/>
          </p:cNvCxnSpPr>
          <p:nvPr userDrawn="1"/>
        </p:nvCxnSpPr>
        <p:spPr>
          <a:xfrm>
            <a:off x="8936403" y="4128641"/>
            <a:ext cx="54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2D9E71B-46F8-4790-AE9D-DCDB357536AC}"/>
              </a:ext>
            </a:extLst>
          </p:cNvPr>
          <p:cNvCxnSpPr>
            <a:cxnSpLocks/>
          </p:cNvCxnSpPr>
          <p:nvPr userDrawn="1"/>
        </p:nvCxnSpPr>
        <p:spPr>
          <a:xfrm>
            <a:off x="8936403" y="4256421"/>
            <a:ext cx="540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B54C3CE-4A38-4675-85B1-081AB66009D2}"/>
              </a:ext>
            </a:extLst>
          </p:cNvPr>
          <p:cNvCxnSpPr>
            <a:cxnSpLocks/>
          </p:cNvCxnSpPr>
          <p:nvPr userDrawn="1"/>
        </p:nvCxnSpPr>
        <p:spPr>
          <a:xfrm flipV="1">
            <a:off x="7143750" y="4166823"/>
            <a:ext cx="690563" cy="3705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6DCCD1BF-93CD-4A20-8C82-DE8AE64FA2C2}"/>
              </a:ext>
            </a:extLst>
          </p:cNvPr>
          <p:cNvGrpSpPr/>
          <p:nvPr userDrawn="1"/>
        </p:nvGrpSpPr>
        <p:grpSpPr>
          <a:xfrm>
            <a:off x="6290405" y="5643402"/>
            <a:ext cx="5291997" cy="460673"/>
            <a:chOff x="6290405" y="6067846"/>
            <a:chExt cx="5291997" cy="460673"/>
          </a:xfrm>
        </p:grpSpPr>
        <p:pic>
          <p:nvPicPr>
            <p:cNvPr id="11" name="Picture 10">
              <a:extLst>
                <a:ext uri="{FF2B5EF4-FFF2-40B4-BE49-F238E27FC236}">
                  <a16:creationId xmlns:a16="http://schemas.microsoft.com/office/drawing/2014/main" id="{39A1DEB0-9625-43E0-B7A9-AAF2511CBBB0}"/>
                </a:ext>
              </a:extLst>
            </p:cNvPr>
            <p:cNvPicPr>
              <a:picLocks noChangeAspect="1"/>
            </p:cNvPicPr>
            <p:nvPr userDrawn="1"/>
          </p:nvPicPr>
          <p:blipFill rotWithShape="1">
            <a:blip r:embed="rId6"/>
            <a:srcRect t="18413" r="24093"/>
            <a:stretch/>
          </p:blipFill>
          <p:spPr>
            <a:xfrm>
              <a:off x="6290405" y="6073356"/>
              <a:ext cx="5291997" cy="455163"/>
            </a:xfrm>
            <a:prstGeom prst="rect">
              <a:avLst/>
            </a:prstGeom>
          </p:spPr>
        </p:pic>
        <p:sp>
          <p:nvSpPr>
            <p:cNvPr id="44" name="Rectangle 43">
              <a:extLst>
                <a:ext uri="{FF2B5EF4-FFF2-40B4-BE49-F238E27FC236}">
                  <a16:creationId xmlns:a16="http://schemas.microsoft.com/office/drawing/2014/main" id="{605E6A43-B62B-4F76-B571-F3B51904F304}"/>
                </a:ext>
              </a:extLst>
            </p:cNvPr>
            <p:cNvSpPr/>
            <p:nvPr userDrawn="1"/>
          </p:nvSpPr>
          <p:spPr>
            <a:xfrm>
              <a:off x="10817435" y="6159916"/>
              <a:ext cx="297656" cy="3198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4" name="Rectangle 63">
              <a:extLst>
                <a:ext uri="{FF2B5EF4-FFF2-40B4-BE49-F238E27FC236}">
                  <a16:creationId xmlns:a16="http://schemas.microsoft.com/office/drawing/2014/main" id="{5F3BED51-A414-4E5E-B473-936ABFAAFF00}"/>
                </a:ext>
              </a:extLst>
            </p:cNvPr>
            <p:cNvSpPr/>
            <p:nvPr userDrawn="1"/>
          </p:nvSpPr>
          <p:spPr>
            <a:xfrm>
              <a:off x="9740509" y="6067846"/>
              <a:ext cx="394692" cy="12832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65" name="Straight Arrow Connector 64">
              <a:extLst>
                <a:ext uri="{FF2B5EF4-FFF2-40B4-BE49-F238E27FC236}">
                  <a16:creationId xmlns:a16="http://schemas.microsoft.com/office/drawing/2014/main" id="{52D56DFD-1EB2-4796-8662-6C88B05566B5}"/>
                </a:ext>
              </a:extLst>
            </p:cNvPr>
            <p:cNvCxnSpPr>
              <a:cxnSpLocks/>
            </p:cNvCxnSpPr>
            <p:nvPr userDrawn="1"/>
          </p:nvCxnSpPr>
          <p:spPr>
            <a:xfrm>
              <a:off x="10182225" y="6141244"/>
              <a:ext cx="590550" cy="16668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61798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AEC57C-3028-455B-B45B-B66D7EA4E881}"/>
              </a:ext>
            </a:extLst>
          </p:cNvPr>
          <p:cNvSpPr>
            <a:spLocks noGrp="1"/>
          </p:cNvSpPr>
          <p:nvPr>
            <p:ph type="title"/>
          </p:nvPr>
        </p:nvSpPr>
        <p:spPr>
          <a:xfrm>
            <a:off x="609600" y="585787"/>
            <a:ext cx="10945792" cy="640585"/>
          </a:xfrm>
          <a:prstGeom prst="rect">
            <a:avLst/>
          </a:prstGeom>
        </p:spPr>
        <p:txBody>
          <a:bodyPr vert="horz" lIns="0" tIns="0" rIns="0" bIns="0" rtlCol="0" anchor="t" anchorCtr="0">
            <a:noAutofit/>
          </a:bodyPr>
          <a:lstStyle/>
          <a:p>
            <a:r>
              <a:rPr lang="en-US"/>
              <a:t>Heading 1</a:t>
            </a:r>
            <a:endParaRPr lang="en-GB"/>
          </a:p>
        </p:txBody>
      </p:sp>
      <p:sp>
        <p:nvSpPr>
          <p:cNvPr id="3" name="Text Placeholder 2">
            <a:extLst>
              <a:ext uri="{FF2B5EF4-FFF2-40B4-BE49-F238E27FC236}">
                <a16:creationId xmlns:a16="http://schemas.microsoft.com/office/drawing/2014/main" id="{6BD59806-D0B1-487D-BABC-A3A65F56B2C6}"/>
              </a:ext>
            </a:extLst>
          </p:cNvPr>
          <p:cNvSpPr>
            <a:spLocks noGrp="1"/>
          </p:cNvSpPr>
          <p:nvPr>
            <p:ph type="body" idx="1"/>
          </p:nvPr>
        </p:nvSpPr>
        <p:spPr>
          <a:xfrm>
            <a:off x="609600" y="1825625"/>
            <a:ext cx="10945792" cy="425701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Heading 3</a:t>
            </a:r>
            <a:endParaRPr lang="en-GB" dirty="0"/>
          </a:p>
        </p:txBody>
      </p:sp>
      <p:sp>
        <p:nvSpPr>
          <p:cNvPr id="6" name="Slide Number Placeholder 5">
            <a:extLst>
              <a:ext uri="{FF2B5EF4-FFF2-40B4-BE49-F238E27FC236}">
                <a16:creationId xmlns:a16="http://schemas.microsoft.com/office/drawing/2014/main" id="{495DF40C-C00B-41BF-BB3A-8B5DE830F445}"/>
              </a:ext>
            </a:extLst>
          </p:cNvPr>
          <p:cNvSpPr>
            <a:spLocks noGrp="1"/>
          </p:cNvSpPr>
          <p:nvPr>
            <p:ph type="sldNum" sz="quarter" idx="4"/>
          </p:nvPr>
        </p:nvSpPr>
        <p:spPr>
          <a:xfrm>
            <a:off x="609600" y="6356350"/>
            <a:ext cx="495300" cy="365125"/>
          </a:xfrm>
          <a:prstGeom prst="rect">
            <a:avLst/>
          </a:prstGeom>
        </p:spPr>
        <p:txBody>
          <a:bodyPr vert="horz" lIns="0" tIns="0" rIns="0" bIns="0" rtlCol="0" anchor="ctr">
            <a:noAutofit/>
          </a:bodyPr>
          <a:lstStyle>
            <a:lvl1pPr algn="l">
              <a:defRPr sz="1200">
                <a:solidFill>
                  <a:srgbClr val="D8D9DA"/>
                </a:solidFill>
              </a:defRPr>
            </a:lvl1pPr>
          </a:lstStyle>
          <a:p>
            <a:fld id="{555B1587-59F1-4FB5-A363-0505DAC627C3}" type="slidenum">
              <a:rPr lang="en-US" noProof="0" smtClean="0"/>
              <a:pPr/>
              <a:t>‹#›</a:t>
            </a:fld>
            <a:endParaRPr lang="en-US" noProof="0"/>
          </a:p>
        </p:txBody>
      </p:sp>
      <p:sp>
        <p:nvSpPr>
          <p:cNvPr id="5" name="Graphic 31">
            <a:extLst>
              <a:ext uri="{FF2B5EF4-FFF2-40B4-BE49-F238E27FC236}">
                <a16:creationId xmlns:a16="http://schemas.microsoft.com/office/drawing/2014/main" id="{51247D62-6CA7-487C-AE60-4A613B62C8CD}"/>
              </a:ext>
            </a:extLst>
          </p:cNvPr>
          <p:cNvSpPr/>
          <p:nvPr userDrawn="1"/>
        </p:nvSpPr>
        <p:spPr>
          <a:xfrm>
            <a:off x="10652186" y="6388681"/>
            <a:ext cx="903206" cy="163280"/>
          </a:xfrm>
          <a:custGeom>
            <a:avLst/>
            <a:gdLst>
              <a:gd name="connsiteX0" fmla="*/ 1634337 w 2761964"/>
              <a:gd name="connsiteY0" fmla="*/ 322905 h 500729"/>
              <a:gd name="connsiteX1" fmla="*/ 1537468 w 2761964"/>
              <a:gd name="connsiteY1" fmla="*/ 437205 h 500729"/>
              <a:gd name="connsiteX2" fmla="*/ 1496034 w 2761964"/>
              <a:gd name="connsiteY2" fmla="*/ 384531 h 500729"/>
              <a:gd name="connsiteX3" fmla="*/ 1512417 w 2761964"/>
              <a:gd name="connsiteY3" fmla="*/ 282900 h 500729"/>
              <a:gd name="connsiteX4" fmla="*/ 1581378 w 2761964"/>
              <a:gd name="connsiteY4" fmla="*/ 215748 h 500729"/>
              <a:gd name="connsiteX5" fmla="*/ 1634337 w 2761964"/>
              <a:gd name="connsiteY5" fmla="*/ 322905 h 500729"/>
              <a:gd name="connsiteX6" fmla="*/ 1475365 w 2761964"/>
              <a:gd name="connsiteY6" fmla="*/ 472257 h 500729"/>
              <a:gd name="connsiteX7" fmla="*/ 1545660 w 2761964"/>
              <a:gd name="connsiteY7" fmla="*/ 498641 h 500729"/>
              <a:gd name="connsiteX8" fmla="*/ 1725682 w 2761964"/>
              <a:gd name="connsiteY8" fmla="*/ 326048 h 500729"/>
              <a:gd name="connsiteX9" fmla="*/ 1614716 w 2761964"/>
              <a:gd name="connsiteY9" fmla="*/ 151645 h 500729"/>
              <a:gd name="connsiteX10" fmla="*/ 1535468 w 2761964"/>
              <a:gd name="connsiteY10" fmla="*/ 164885 h 500729"/>
              <a:gd name="connsiteX11" fmla="*/ 1564043 w 2761964"/>
              <a:gd name="connsiteY11" fmla="*/ -183 h 500729"/>
              <a:gd name="connsiteX12" fmla="*/ 1477556 w 2761964"/>
              <a:gd name="connsiteY12" fmla="*/ -183 h 500729"/>
              <a:gd name="connsiteX13" fmla="*/ 1391831 w 2761964"/>
              <a:gd name="connsiteY13" fmla="*/ 492640 h 500729"/>
              <a:gd name="connsiteX14" fmla="*/ 1457077 w 2761964"/>
              <a:gd name="connsiteY14" fmla="*/ 492640 h 500729"/>
              <a:gd name="connsiteX15" fmla="*/ 1476127 w 2761964"/>
              <a:gd name="connsiteY15" fmla="*/ 472257 h 500729"/>
              <a:gd name="connsiteX16" fmla="*/ 2395957 w 2761964"/>
              <a:gd name="connsiteY16" fmla="*/ 261945 h 500729"/>
              <a:gd name="connsiteX17" fmla="*/ 2300707 w 2761964"/>
              <a:gd name="connsiteY17" fmla="*/ 150978 h 500729"/>
              <a:gd name="connsiteX18" fmla="*/ 2194217 w 2761964"/>
              <a:gd name="connsiteY18" fmla="*/ 200127 h 500729"/>
              <a:gd name="connsiteX19" fmla="*/ 2196408 w 2761964"/>
              <a:gd name="connsiteY19" fmla="*/ 158503 h 500729"/>
              <a:gd name="connsiteX20" fmla="*/ 2116302 w 2761964"/>
              <a:gd name="connsiteY20" fmla="*/ 158503 h 500729"/>
              <a:gd name="connsiteX21" fmla="*/ 2110111 w 2761964"/>
              <a:gd name="connsiteY21" fmla="*/ 220130 h 500729"/>
              <a:gd name="connsiteX22" fmla="*/ 2063629 w 2761964"/>
              <a:gd name="connsiteY22" fmla="*/ 492069 h 500729"/>
              <a:gd name="connsiteX23" fmla="*/ 2151450 w 2761964"/>
              <a:gd name="connsiteY23" fmla="*/ 492069 h 500729"/>
              <a:gd name="connsiteX24" fmla="*/ 2180025 w 2761964"/>
              <a:gd name="connsiteY24" fmla="*/ 315475 h 500729"/>
              <a:gd name="connsiteX25" fmla="*/ 2271560 w 2761964"/>
              <a:gd name="connsiteY25" fmla="*/ 208128 h 500729"/>
              <a:gd name="connsiteX26" fmla="*/ 2308136 w 2761964"/>
              <a:gd name="connsiteY26" fmla="*/ 271565 h 500729"/>
              <a:gd name="connsiteX27" fmla="*/ 2270036 w 2761964"/>
              <a:gd name="connsiteY27" fmla="*/ 492069 h 500729"/>
              <a:gd name="connsiteX28" fmla="*/ 2357094 w 2761964"/>
              <a:gd name="connsiteY28" fmla="*/ 492069 h 500729"/>
              <a:gd name="connsiteX29" fmla="*/ 2761812 w 2761964"/>
              <a:gd name="connsiteY29" fmla="*/ 151550 h 500729"/>
              <a:gd name="connsiteX30" fmla="*/ 2659513 w 2761964"/>
              <a:gd name="connsiteY30" fmla="*/ 151550 h 500729"/>
              <a:gd name="connsiteX31" fmla="*/ 2541975 w 2761964"/>
              <a:gd name="connsiteY31" fmla="*/ 276232 h 500729"/>
              <a:gd name="connsiteX32" fmla="*/ 2540260 w 2761964"/>
              <a:gd name="connsiteY32" fmla="*/ 276232 h 500729"/>
              <a:gd name="connsiteX33" fmla="*/ 2587409 w 2761964"/>
              <a:gd name="connsiteY33" fmla="*/ 7 h 500729"/>
              <a:gd name="connsiteX34" fmla="*/ 2501684 w 2761964"/>
              <a:gd name="connsiteY34" fmla="*/ 7 h 500729"/>
              <a:gd name="connsiteX35" fmla="*/ 2415959 w 2761964"/>
              <a:gd name="connsiteY35" fmla="*/ 492545 h 500729"/>
              <a:gd name="connsiteX36" fmla="*/ 2502541 w 2761964"/>
              <a:gd name="connsiteY36" fmla="*/ 492545 h 500729"/>
              <a:gd name="connsiteX37" fmla="*/ 2511304 w 2761964"/>
              <a:gd name="connsiteY37" fmla="*/ 443301 h 500729"/>
              <a:gd name="connsiteX38" fmla="*/ 2528830 w 2761964"/>
              <a:gd name="connsiteY38" fmla="*/ 335382 h 500729"/>
              <a:gd name="connsiteX39" fmla="*/ 2620461 w 2761964"/>
              <a:gd name="connsiteY39" fmla="*/ 431394 h 500729"/>
              <a:gd name="connsiteX40" fmla="*/ 2634272 w 2761964"/>
              <a:gd name="connsiteY40" fmla="*/ 492545 h 500729"/>
              <a:gd name="connsiteX41" fmla="*/ 2722759 w 2761964"/>
              <a:gd name="connsiteY41" fmla="*/ 492545 h 500729"/>
              <a:gd name="connsiteX42" fmla="*/ 2686278 w 2761964"/>
              <a:gd name="connsiteY42" fmla="*/ 363005 h 500729"/>
              <a:gd name="connsiteX43" fmla="*/ 2619603 w 2761964"/>
              <a:gd name="connsiteY43" fmla="*/ 292520 h 500729"/>
              <a:gd name="connsiteX44" fmla="*/ 247212 w 2761964"/>
              <a:gd name="connsiteY44" fmla="*/ 272517 h 500729"/>
              <a:gd name="connsiteX45" fmla="*/ 351987 w 2761964"/>
              <a:gd name="connsiteY45" fmla="*/ 174124 h 500729"/>
              <a:gd name="connsiteX46" fmla="*/ 217113 w 2761964"/>
              <a:gd name="connsiteY46" fmla="*/ 12199 h 500729"/>
              <a:gd name="connsiteX47" fmla="*/ 83763 w 2761964"/>
              <a:gd name="connsiteY47" fmla="*/ 12199 h 500729"/>
              <a:gd name="connsiteX48" fmla="*/ -153 w 2761964"/>
              <a:gd name="connsiteY48" fmla="*/ 492545 h 500729"/>
              <a:gd name="connsiteX49" fmla="*/ 87001 w 2761964"/>
              <a:gd name="connsiteY49" fmla="*/ 492545 h 500729"/>
              <a:gd name="connsiteX50" fmla="*/ 121767 w 2761964"/>
              <a:gd name="connsiteY50" fmla="*/ 300045 h 500729"/>
              <a:gd name="connsiteX51" fmla="*/ 227114 w 2761964"/>
              <a:gd name="connsiteY51" fmla="*/ 411011 h 500729"/>
              <a:gd name="connsiteX52" fmla="*/ 240925 w 2761964"/>
              <a:gd name="connsiteY52" fmla="*/ 492926 h 500729"/>
              <a:gd name="connsiteX53" fmla="*/ 331317 w 2761964"/>
              <a:gd name="connsiteY53" fmla="*/ 492926 h 500729"/>
              <a:gd name="connsiteX54" fmla="*/ 305028 w 2761964"/>
              <a:gd name="connsiteY54" fmla="*/ 359004 h 500729"/>
              <a:gd name="connsiteX55" fmla="*/ 243306 w 2761964"/>
              <a:gd name="connsiteY55" fmla="*/ 273851 h 500729"/>
              <a:gd name="connsiteX56" fmla="*/ 264833 w 2761964"/>
              <a:gd name="connsiteY56" fmla="*/ 158217 h 500729"/>
              <a:gd name="connsiteX57" fmla="*/ 183394 w 2761964"/>
              <a:gd name="connsiteY57" fmla="*/ 230798 h 500729"/>
              <a:gd name="connsiteX58" fmla="*/ 131959 w 2761964"/>
              <a:gd name="connsiteY58" fmla="*/ 230798 h 500729"/>
              <a:gd name="connsiteX59" fmla="*/ 158629 w 2761964"/>
              <a:gd name="connsiteY59" fmla="*/ 79160 h 500729"/>
              <a:gd name="connsiteX60" fmla="*/ 205397 w 2761964"/>
              <a:gd name="connsiteY60" fmla="*/ 79160 h 500729"/>
              <a:gd name="connsiteX61" fmla="*/ 265309 w 2761964"/>
              <a:gd name="connsiteY61" fmla="*/ 158122 h 500729"/>
              <a:gd name="connsiteX62" fmla="*/ 659073 w 2761964"/>
              <a:gd name="connsiteY62" fmla="*/ 248991 h 500729"/>
              <a:gd name="connsiteX63" fmla="*/ 554298 w 2761964"/>
              <a:gd name="connsiteY63" fmla="*/ 151169 h 500729"/>
              <a:gd name="connsiteX64" fmla="*/ 413804 w 2761964"/>
              <a:gd name="connsiteY64" fmla="*/ 197556 h 500729"/>
              <a:gd name="connsiteX65" fmla="*/ 443903 w 2761964"/>
              <a:gd name="connsiteY65" fmla="*/ 248419 h 500729"/>
              <a:gd name="connsiteX66" fmla="*/ 538677 w 2761964"/>
              <a:gd name="connsiteY66" fmla="*/ 211367 h 500729"/>
              <a:gd name="connsiteX67" fmla="*/ 571252 w 2761964"/>
              <a:gd name="connsiteY67" fmla="*/ 248419 h 500729"/>
              <a:gd name="connsiteX68" fmla="*/ 564394 w 2761964"/>
              <a:gd name="connsiteY68" fmla="*/ 291663 h 500729"/>
              <a:gd name="connsiteX69" fmla="*/ 359226 w 2761964"/>
              <a:gd name="connsiteY69" fmla="*/ 398343 h 500729"/>
              <a:gd name="connsiteX70" fmla="*/ 455142 w 2761964"/>
              <a:gd name="connsiteY70" fmla="*/ 498736 h 500729"/>
              <a:gd name="connsiteX71" fmla="*/ 537343 w 2761964"/>
              <a:gd name="connsiteY71" fmla="*/ 469209 h 500729"/>
              <a:gd name="connsiteX72" fmla="*/ 564394 w 2761964"/>
              <a:gd name="connsiteY72" fmla="*/ 496069 h 500729"/>
              <a:gd name="connsiteX73" fmla="*/ 623354 w 2761964"/>
              <a:gd name="connsiteY73" fmla="*/ 488640 h 500729"/>
              <a:gd name="connsiteX74" fmla="*/ 634022 w 2761964"/>
              <a:gd name="connsiteY74" fmla="*/ 392723 h 500729"/>
              <a:gd name="connsiteX75" fmla="*/ 555726 w 2761964"/>
              <a:gd name="connsiteY75" fmla="*/ 337383 h 500729"/>
              <a:gd name="connsiteX76" fmla="*/ 480765 w 2761964"/>
              <a:gd name="connsiteY76" fmla="*/ 446444 h 500729"/>
              <a:gd name="connsiteX77" fmla="*/ 441617 w 2761964"/>
              <a:gd name="connsiteY77" fmla="*/ 394723 h 500729"/>
              <a:gd name="connsiteX78" fmla="*/ 555726 w 2761964"/>
              <a:gd name="connsiteY78" fmla="*/ 337383 h 500729"/>
              <a:gd name="connsiteX79" fmla="*/ 2042769 w 2761964"/>
              <a:gd name="connsiteY79" fmla="*/ 248895 h 500729"/>
              <a:gd name="connsiteX80" fmla="*/ 1937994 w 2761964"/>
              <a:gd name="connsiteY80" fmla="*/ 151074 h 500729"/>
              <a:gd name="connsiteX81" fmla="*/ 1797501 w 2761964"/>
              <a:gd name="connsiteY81" fmla="*/ 197460 h 500729"/>
              <a:gd name="connsiteX82" fmla="*/ 1827600 w 2761964"/>
              <a:gd name="connsiteY82" fmla="*/ 248324 h 500729"/>
              <a:gd name="connsiteX83" fmla="*/ 1922374 w 2761964"/>
              <a:gd name="connsiteY83" fmla="*/ 211271 h 500729"/>
              <a:gd name="connsiteX84" fmla="*/ 1954949 w 2761964"/>
              <a:gd name="connsiteY84" fmla="*/ 248324 h 500729"/>
              <a:gd name="connsiteX85" fmla="*/ 1948091 w 2761964"/>
              <a:gd name="connsiteY85" fmla="*/ 291567 h 500729"/>
              <a:gd name="connsiteX86" fmla="*/ 1742923 w 2761964"/>
              <a:gd name="connsiteY86" fmla="*/ 398247 h 500729"/>
              <a:gd name="connsiteX87" fmla="*/ 1838839 w 2761964"/>
              <a:gd name="connsiteY87" fmla="*/ 498641 h 500729"/>
              <a:gd name="connsiteX88" fmla="*/ 1921040 w 2761964"/>
              <a:gd name="connsiteY88" fmla="*/ 469113 h 500729"/>
              <a:gd name="connsiteX89" fmla="*/ 1948091 w 2761964"/>
              <a:gd name="connsiteY89" fmla="*/ 495974 h 500729"/>
              <a:gd name="connsiteX90" fmla="*/ 2007051 w 2761964"/>
              <a:gd name="connsiteY90" fmla="*/ 488544 h 500729"/>
              <a:gd name="connsiteX91" fmla="*/ 2017719 w 2761964"/>
              <a:gd name="connsiteY91" fmla="*/ 392628 h 500729"/>
              <a:gd name="connsiteX92" fmla="*/ 1939233 w 2761964"/>
              <a:gd name="connsiteY92" fmla="*/ 337383 h 500729"/>
              <a:gd name="connsiteX93" fmla="*/ 1864271 w 2761964"/>
              <a:gd name="connsiteY93" fmla="*/ 446444 h 500729"/>
              <a:gd name="connsiteX94" fmla="*/ 1825123 w 2761964"/>
              <a:gd name="connsiteY94" fmla="*/ 394723 h 500729"/>
              <a:gd name="connsiteX95" fmla="*/ 1939518 w 2761964"/>
              <a:gd name="connsiteY95" fmla="*/ 337383 h 500729"/>
              <a:gd name="connsiteX96" fmla="*/ 834333 w 2761964"/>
              <a:gd name="connsiteY96" fmla="*/ 498641 h 500729"/>
              <a:gd name="connsiteX97" fmla="*/ 1014450 w 2761964"/>
              <a:gd name="connsiteY97" fmla="*/ 326048 h 500729"/>
              <a:gd name="connsiteX98" fmla="*/ 903389 w 2761964"/>
              <a:gd name="connsiteY98" fmla="*/ 151645 h 500729"/>
              <a:gd name="connsiteX99" fmla="*/ 824522 w 2761964"/>
              <a:gd name="connsiteY99" fmla="*/ 164885 h 500729"/>
              <a:gd name="connsiteX100" fmla="*/ 853097 w 2761964"/>
              <a:gd name="connsiteY100" fmla="*/ -183 h 500729"/>
              <a:gd name="connsiteX101" fmla="*/ 766324 w 2761964"/>
              <a:gd name="connsiteY101" fmla="*/ -183 h 500729"/>
              <a:gd name="connsiteX102" fmla="*/ 680599 w 2761964"/>
              <a:gd name="connsiteY102" fmla="*/ 492640 h 500729"/>
              <a:gd name="connsiteX103" fmla="*/ 745845 w 2761964"/>
              <a:gd name="connsiteY103" fmla="*/ 492640 h 500729"/>
              <a:gd name="connsiteX104" fmla="*/ 764895 w 2761964"/>
              <a:gd name="connsiteY104" fmla="*/ 472257 h 500729"/>
              <a:gd name="connsiteX105" fmla="*/ 834523 w 2761964"/>
              <a:gd name="connsiteY105" fmla="*/ 498641 h 500729"/>
              <a:gd name="connsiteX106" fmla="*/ 870718 w 2761964"/>
              <a:gd name="connsiteY106" fmla="*/ 215653 h 500729"/>
              <a:gd name="connsiteX107" fmla="*/ 923677 w 2761964"/>
              <a:gd name="connsiteY107" fmla="*/ 322905 h 500729"/>
              <a:gd name="connsiteX108" fmla="*/ 826236 w 2761964"/>
              <a:gd name="connsiteY108" fmla="*/ 437205 h 500729"/>
              <a:gd name="connsiteX109" fmla="*/ 785469 w 2761964"/>
              <a:gd name="connsiteY109" fmla="*/ 384531 h 500729"/>
              <a:gd name="connsiteX110" fmla="*/ 801757 w 2761964"/>
              <a:gd name="connsiteY110" fmla="*/ 282900 h 500729"/>
              <a:gd name="connsiteX111" fmla="*/ 870147 w 2761964"/>
              <a:gd name="connsiteY111" fmla="*/ 215748 h 500729"/>
              <a:gd name="connsiteX112" fmla="*/ 1051026 w 2761964"/>
              <a:gd name="connsiteY112" fmla="*/ 352813 h 500729"/>
              <a:gd name="connsiteX113" fmla="*/ 1255528 w 2761964"/>
              <a:gd name="connsiteY113" fmla="*/ 149740 h 500729"/>
              <a:gd name="connsiteX114" fmla="*/ 1374972 w 2761964"/>
              <a:gd name="connsiteY114" fmla="*/ 307855 h 500729"/>
              <a:gd name="connsiteX115" fmla="*/ 1174947 w 2761964"/>
              <a:gd name="connsiteY115" fmla="*/ 500546 h 500729"/>
              <a:gd name="connsiteX116" fmla="*/ 1051026 w 2761964"/>
              <a:gd name="connsiteY116" fmla="*/ 352813 h 500729"/>
              <a:gd name="connsiteX117" fmla="*/ 1283913 w 2761964"/>
              <a:gd name="connsiteY117" fmla="*/ 313951 h 500729"/>
              <a:gd name="connsiteX118" fmla="*/ 1237431 w 2761964"/>
              <a:gd name="connsiteY118" fmla="*/ 211938 h 500729"/>
              <a:gd name="connsiteX119" fmla="*/ 1143038 w 2761964"/>
              <a:gd name="connsiteY119" fmla="*/ 334525 h 500729"/>
              <a:gd name="connsiteX120" fmla="*/ 1190663 w 2761964"/>
              <a:gd name="connsiteY120" fmla="*/ 439300 h 500729"/>
              <a:gd name="connsiteX121" fmla="*/ 1284008 w 2761964"/>
              <a:gd name="connsiteY121" fmla="*/ 313951 h 500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2761964" h="500729">
                <a:moveTo>
                  <a:pt x="1634337" y="322905"/>
                </a:moveTo>
                <a:cubicBezTo>
                  <a:pt x="1622622" y="397866"/>
                  <a:pt x="1583950" y="437205"/>
                  <a:pt x="1537468" y="437205"/>
                </a:cubicBezTo>
                <a:cubicBezTo>
                  <a:pt x="1508036" y="437205"/>
                  <a:pt x="1491082" y="416535"/>
                  <a:pt x="1496034" y="384531"/>
                </a:cubicBezTo>
                <a:lnTo>
                  <a:pt x="1512417" y="282900"/>
                </a:lnTo>
                <a:cubicBezTo>
                  <a:pt x="1518704" y="245276"/>
                  <a:pt x="1540992" y="215748"/>
                  <a:pt x="1581378" y="215748"/>
                </a:cubicBezTo>
                <a:cubicBezTo>
                  <a:pt x="1625955" y="215653"/>
                  <a:pt x="1646339" y="245943"/>
                  <a:pt x="1634337" y="322905"/>
                </a:cubicBezTo>
                <a:close/>
                <a:moveTo>
                  <a:pt x="1475365" y="472257"/>
                </a:moveTo>
                <a:cubicBezTo>
                  <a:pt x="1481652" y="472257"/>
                  <a:pt x="1496701" y="498641"/>
                  <a:pt x="1545660" y="498641"/>
                </a:cubicBezTo>
                <a:cubicBezTo>
                  <a:pt x="1649768" y="498641"/>
                  <a:pt x="1709394" y="423298"/>
                  <a:pt x="1725682" y="326048"/>
                </a:cubicBezTo>
                <a:cubicBezTo>
                  <a:pt x="1746447" y="206319"/>
                  <a:pt x="1688058" y="151645"/>
                  <a:pt x="1614716" y="151645"/>
                </a:cubicBezTo>
                <a:cubicBezTo>
                  <a:pt x="1580140" y="151645"/>
                  <a:pt x="1554327" y="154788"/>
                  <a:pt x="1535468" y="164885"/>
                </a:cubicBezTo>
                <a:lnTo>
                  <a:pt x="1564043" y="-183"/>
                </a:lnTo>
                <a:lnTo>
                  <a:pt x="1477556" y="-183"/>
                </a:lnTo>
                <a:lnTo>
                  <a:pt x="1391831" y="492640"/>
                </a:lnTo>
                <a:lnTo>
                  <a:pt x="1457077" y="492640"/>
                </a:lnTo>
                <a:cubicBezTo>
                  <a:pt x="1457077" y="492640"/>
                  <a:pt x="1466602" y="472257"/>
                  <a:pt x="1476127" y="472257"/>
                </a:cubicBezTo>
                <a:close/>
                <a:moveTo>
                  <a:pt x="2395957" y="261945"/>
                </a:moveTo>
                <a:cubicBezTo>
                  <a:pt x="2409196" y="187364"/>
                  <a:pt x="2381574" y="150978"/>
                  <a:pt x="2300707" y="150978"/>
                </a:cubicBezTo>
                <a:cubicBezTo>
                  <a:pt x="2240509" y="150978"/>
                  <a:pt x="2216791" y="177458"/>
                  <a:pt x="2194217" y="200127"/>
                </a:cubicBezTo>
                <a:lnTo>
                  <a:pt x="2196408" y="158503"/>
                </a:lnTo>
                <a:lnTo>
                  <a:pt x="2116302" y="158503"/>
                </a:lnTo>
                <a:lnTo>
                  <a:pt x="2110111" y="220130"/>
                </a:lnTo>
                <a:lnTo>
                  <a:pt x="2063629" y="492069"/>
                </a:lnTo>
                <a:lnTo>
                  <a:pt x="2151450" y="492069"/>
                </a:lnTo>
                <a:lnTo>
                  <a:pt x="2180025" y="315475"/>
                </a:lnTo>
                <a:cubicBezTo>
                  <a:pt x="2189550" y="254610"/>
                  <a:pt x="2232126" y="208128"/>
                  <a:pt x="2271560" y="208128"/>
                </a:cubicBezTo>
                <a:cubicBezTo>
                  <a:pt x="2315566" y="208128"/>
                  <a:pt x="2314994" y="233274"/>
                  <a:pt x="2308136" y="271565"/>
                </a:cubicBezTo>
                <a:lnTo>
                  <a:pt x="2270036" y="492069"/>
                </a:lnTo>
                <a:lnTo>
                  <a:pt x="2357094" y="492069"/>
                </a:lnTo>
                <a:close/>
                <a:moveTo>
                  <a:pt x="2761812" y="151550"/>
                </a:moveTo>
                <a:lnTo>
                  <a:pt x="2659513" y="151550"/>
                </a:lnTo>
                <a:lnTo>
                  <a:pt x="2541975" y="276232"/>
                </a:lnTo>
                <a:lnTo>
                  <a:pt x="2540260" y="276232"/>
                </a:lnTo>
                <a:lnTo>
                  <a:pt x="2587409" y="7"/>
                </a:lnTo>
                <a:lnTo>
                  <a:pt x="2501684" y="7"/>
                </a:lnTo>
                <a:lnTo>
                  <a:pt x="2415959" y="492545"/>
                </a:lnTo>
                <a:lnTo>
                  <a:pt x="2502541" y="492545"/>
                </a:lnTo>
                <a:lnTo>
                  <a:pt x="2511304" y="443301"/>
                </a:lnTo>
                <a:lnTo>
                  <a:pt x="2528830" y="335382"/>
                </a:lnTo>
                <a:cubicBezTo>
                  <a:pt x="2574645" y="335382"/>
                  <a:pt x="2600363" y="340431"/>
                  <a:pt x="2620461" y="431394"/>
                </a:cubicBezTo>
                <a:lnTo>
                  <a:pt x="2634272" y="492545"/>
                </a:lnTo>
                <a:lnTo>
                  <a:pt x="2722759" y="492545"/>
                </a:lnTo>
                <a:cubicBezTo>
                  <a:pt x="2722759" y="492545"/>
                  <a:pt x="2700757" y="399390"/>
                  <a:pt x="2686278" y="363005"/>
                </a:cubicBezTo>
                <a:cubicBezTo>
                  <a:pt x="2671229" y="324905"/>
                  <a:pt x="2654751" y="299473"/>
                  <a:pt x="2619603" y="292520"/>
                </a:cubicBezTo>
                <a:close/>
                <a:moveTo>
                  <a:pt x="247212" y="272517"/>
                </a:moveTo>
                <a:cubicBezTo>
                  <a:pt x="297437" y="261230"/>
                  <a:pt x="337566" y="223549"/>
                  <a:pt x="351987" y="174124"/>
                </a:cubicBezTo>
                <a:cubicBezTo>
                  <a:pt x="374561" y="82494"/>
                  <a:pt x="333794" y="11056"/>
                  <a:pt x="217113" y="12199"/>
                </a:cubicBezTo>
                <a:lnTo>
                  <a:pt x="83763" y="12199"/>
                </a:lnTo>
                <a:lnTo>
                  <a:pt x="-153" y="492545"/>
                </a:lnTo>
                <a:lnTo>
                  <a:pt x="87001" y="492545"/>
                </a:lnTo>
                <a:lnTo>
                  <a:pt x="121767" y="300045"/>
                </a:lnTo>
                <a:cubicBezTo>
                  <a:pt x="202158" y="297854"/>
                  <a:pt x="211969" y="317380"/>
                  <a:pt x="227114" y="411011"/>
                </a:cubicBezTo>
                <a:lnTo>
                  <a:pt x="240925" y="492926"/>
                </a:lnTo>
                <a:lnTo>
                  <a:pt x="331317" y="492926"/>
                </a:lnTo>
                <a:cubicBezTo>
                  <a:pt x="320745" y="443396"/>
                  <a:pt x="313791" y="396628"/>
                  <a:pt x="305028" y="359004"/>
                </a:cubicBezTo>
                <a:cubicBezTo>
                  <a:pt x="295503" y="319476"/>
                  <a:pt x="280930" y="288519"/>
                  <a:pt x="243306" y="273851"/>
                </a:cubicBezTo>
                <a:close/>
                <a:moveTo>
                  <a:pt x="264833" y="158217"/>
                </a:moveTo>
                <a:cubicBezTo>
                  <a:pt x="257308" y="200889"/>
                  <a:pt x="224256" y="230798"/>
                  <a:pt x="183394" y="230798"/>
                </a:cubicBezTo>
                <a:lnTo>
                  <a:pt x="131959" y="230798"/>
                </a:lnTo>
                <a:lnTo>
                  <a:pt x="158629" y="79160"/>
                </a:lnTo>
                <a:lnTo>
                  <a:pt x="205397" y="79160"/>
                </a:lnTo>
                <a:cubicBezTo>
                  <a:pt x="261404" y="78874"/>
                  <a:pt x="272167" y="115450"/>
                  <a:pt x="265309" y="158122"/>
                </a:cubicBezTo>
                <a:close/>
                <a:moveTo>
                  <a:pt x="659073" y="248991"/>
                </a:moveTo>
                <a:cubicBezTo>
                  <a:pt x="671550" y="176220"/>
                  <a:pt x="632688" y="151169"/>
                  <a:pt x="554298" y="151169"/>
                </a:cubicBezTo>
                <a:cubicBezTo>
                  <a:pt x="456476" y="151169"/>
                  <a:pt x="413804" y="197556"/>
                  <a:pt x="413804" y="197556"/>
                </a:cubicBezTo>
                <a:lnTo>
                  <a:pt x="443903" y="248419"/>
                </a:lnTo>
                <a:cubicBezTo>
                  <a:pt x="469020" y="223511"/>
                  <a:pt x="503329" y="210100"/>
                  <a:pt x="538677" y="211367"/>
                </a:cubicBezTo>
                <a:cubicBezTo>
                  <a:pt x="573919" y="211367"/>
                  <a:pt x="574681" y="229274"/>
                  <a:pt x="571252" y="248419"/>
                </a:cubicBezTo>
                <a:lnTo>
                  <a:pt x="564394" y="291663"/>
                </a:lnTo>
                <a:cubicBezTo>
                  <a:pt x="438283" y="288519"/>
                  <a:pt x="373894" y="315475"/>
                  <a:pt x="359226" y="398343"/>
                </a:cubicBezTo>
                <a:cubicBezTo>
                  <a:pt x="347319" y="466065"/>
                  <a:pt x="398088" y="498736"/>
                  <a:pt x="455142" y="498736"/>
                </a:cubicBezTo>
                <a:cubicBezTo>
                  <a:pt x="485441" y="500622"/>
                  <a:pt x="515169" y="489944"/>
                  <a:pt x="537343" y="469209"/>
                </a:cubicBezTo>
                <a:cubicBezTo>
                  <a:pt x="540553" y="482563"/>
                  <a:pt x="551021" y="492954"/>
                  <a:pt x="564394" y="496069"/>
                </a:cubicBezTo>
                <a:cubicBezTo>
                  <a:pt x="582587" y="499784"/>
                  <a:pt x="613924" y="496069"/>
                  <a:pt x="623354" y="488640"/>
                </a:cubicBezTo>
                <a:cubicBezTo>
                  <a:pt x="622687" y="479115"/>
                  <a:pt x="623354" y="452921"/>
                  <a:pt x="634022" y="392723"/>
                </a:cubicBezTo>
                <a:close/>
                <a:moveTo>
                  <a:pt x="555726" y="337383"/>
                </a:moveTo>
                <a:cubicBezTo>
                  <a:pt x="541725" y="436538"/>
                  <a:pt x="528485" y="446444"/>
                  <a:pt x="480765" y="446444"/>
                </a:cubicBezTo>
                <a:cubicBezTo>
                  <a:pt x="448189" y="446444"/>
                  <a:pt x="435997" y="424060"/>
                  <a:pt x="441617" y="394723"/>
                </a:cubicBezTo>
                <a:cubicBezTo>
                  <a:pt x="449427" y="354813"/>
                  <a:pt x="479526" y="337383"/>
                  <a:pt x="555726" y="337383"/>
                </a:cubicBezTo>
                <a:close/>
                <a:moveTo>
                  <a:pt x="2042769" y="248895"/>
                </a:moveTo>
                <a:cubicBezTo>
                  <a:pt x="2055247" y="176124"/>
                  <a:pt x="2016385" y="151074"/>
                  <a:pt x="1937994" y="151074"/>
                </a:cubicBezTo>
                <a:cubicBezTo>
                  <a:pt x="1840173" y="151074"/>
                  <a:pt x="1797501" y="197460"/>
                  <a:pt x="1797501" y="197460"/>
                </a:cubicBezTo>
                <a:lnTo>
                  <a:pt x="1827600" y="248324"/>
                </a:lnTo>
                <a:cubicBezTo>
                  <a:pt x="1852717" y="223416"/>
                  <a:pt x="1887026" y="210005"/>
                  <a:pt x="1922374" y="211271"/>
                </a:cubicBezTo>
                <a:cubicBezTo>
                  <a:pt x="1957616" y="211271"/>
                  <a:pt x="1958378" y="229179"/>
                  <a:pt x="1954949" y="248324"/>
                </a:cubicBezTo>
                <a:lnTo>
                  <a:pt x="1948091" y="291567"/>
                </a:lnTo>
                <a:cubicBezTo>
                  <a:pt x="1821980" y="288424"/>
                  <a:pt x="1757591" y="315380"/>
                  <a:pt x="1742923" y="398247"/>
                </a:cubicBezTo>
                <a:cubicBezTo>
                  <a:pt x="1731016" y="465970"/>
                  <a:pt x="1781784" y="498641"/>
                  <a:pt x="1838839" y="498641"/>
                </a:cubicBezTo>
                <a:cubicBezTo>
                  <a:pt x="1869138" y="500527"/>
                  <a:pt x="1898866" y="489849"/>
                  <a:pt x="1921040" y="469113"/>
                </a:cubicBezTo>
                <a:cubicBezTo>
                  <a:pt x="1924250" y="482467"/>
                  <a:pt x="1934718" y="492859"/>
                  <a:pt x="1948091" y="495974"/>
                </a:cubicBezTo>
                <a:cubicBezTo>
                  <a:pt x="1966284" y="499689"/>
                  <a:pt x="1997621" y="495974"/>
                  <a:pt x="2007051" y="488544"/>
                </a:cubicBezTo>
                <a:cubicBezTo>
                  <a:pt x="2006384" y="479019"/>
                  <a:pt x="2007051" y="452826"/>
                  <a:pt x="2017719" y="392628"/>
                </a:cubicBezTo>
                <a:close/>
                <a:moveTo>
                  <a:pt x="1939233" y="337383"/>
                </a:moveTo>
                <a:cubicBezTo>
                  <a:pt x="1925231" y="436538"/>
                  <a:pt x="1911991" y="446444"/>
                  <a:pt x="1864271" y="446444"/>
                </a:cubicBezTo>
                <a:cubicBezTo>
                  <a:pt x="1831695" y="446444"/>
                  <a:pt x="1819503" y="424060"/>
                  <a:pt x="1825123" y="394723"/>
                </a:cubicBezTo>
                <a:cubicBezTo>
                  <a:pt x="1832934" y="354813"/>
                  <a:pt x="1863128" y="337383"/>
                  <a:pt x="1939518" y="337383"/>
                </a:cubicBezTo>
                <a:close/>
                <a:moveTo>
                  <a:pt x="834333" y="498641"/>
                </a:moveTo>
                <a:cubicBezTo>
                  <a:pt x="938536" y="498641"/>
                  <a:pt x="998163" y="423298"/>
                  <a:pt x="1014450" y="326048"/>
                </a:cubicBezTo>
                <a:cubicBezTo>
                  <a:pt x="1035119" y="206319"/>
                  <a:pt x="976350" y="151645"/>
                  <a:pt x="903389" y="151645"/>
                </a:cubicBezTo>
                <a:cubicBezTo>
                  <a:pt x="868908" y="151645"/>
                  <a:pt x="843953" y="154788"/>
                  <a:pt x="824522" y="164885"/>
                </a:cubicBezTo>
                <a:lnTo>
                  <a:pt x="853097" y="-183"/>
                </a:lnTo>
                <a:lnTo>
                  <a:pt x="766324" y="-183"/>
                </a:lnTo>
                <a:lnTo>
                  <a:pt x="680599" y="492640"/>
                </a:lnTo>
                <a:lnTo>
                  <a:pt x="745845" y="492640"/>
                </a:lnTo>
                <a:cubicBezTo>
                  <a:pt x="745845" y="492640"/>
                  <a:pt x="755370" y="472257"/>
                  <a:pt x="764895" y="472257"/>
                </a:cubicBezTo>
                <a:cubicBezTo>
                  <a:pt x="770515" y="472257"/>
                  <a:pt x="785660" y="498641"/>
                  <a:pt x="834523" y="498641"/>
                </a:cubicBezTo>
                <a:close/>
                <a:moveTo>
                  <a:pt x="870718" y="215653"/>
                </a:moveTo>
                <a:cubicBezTo>
                  <a:pt x="915295" y="215653"/>
                  <a:pt x="934250" y="245752"/>
                  <a:pt x="923677" y="322905"/>
                </a:cubicBezTo>
                <a:cubicBezTo>
                  <a:pt x="912914" y="401772"/>
                  <a:pt x="873290" y="437205"/>
                  <a:pt x="826236" y="437205"/>
                </a:cubicBezTo>
                <a:cubicBezTo>
                  <a:pt x="796709" y="437205"/>
                  <a:pt x="779754" y="416535"/>
                  <a:pt x="785469" y="384531"/>
                </a:cubicBezTo>
                <a:lnTo>
                  <a:pt x="801757" y="282900"/>
                </a:lnTo>
                <a:cubicBezTo>
                  <a:pt x="808044" y="245276"/>
                  <a:pt x="830332" y="215748"/>
                  <a:pt x="870147" y="215748"/>
                </a:cubicBezTo>
                <a:close/>
                <a:moveTo>
                  <a:pt x="1051026" y="352813"/>
                </a:moveTo>
                <a:cubicBezTo>
                  <a:pt x="1064457" y="227369"/>
                  <a:pt x="1121035" y="149740"/>
                  <a:pt x="1255528" y="149740"/>
                </a:cubicBezTo>
                <a:cubicBezTo>
                  <a:pt x="1355350" y="149740"/>
                  <a:pt x="1388307" y="225940"/>
                  <a:pt x="1374972" y="307855"/>
                </a:cubicBezTo>
                <a:cubicBezTo>
                  <a:pt x="1353445" y="438824"/>
                  <a:pt x="1302486" y="500546"/>
                  <a:pt x="1174947" y="500546"/>
                </a:cubicBezTo>
                <a:cubicBezTo>
                  <a:pt x="1091698" y="500546"/>
                  <a:pt x="1042644" y="433395"/>
                  <a:pt x="1051026" y="352813"/>
                </a:cubicBezTo>
                <a:close/>
                <a:moveTo>
                  <a:pt x="1283913" y="313951"/>
                </a:moveTo>
                <a:cubicBezTo>
                  <a:pt x="1290294" y="279280"/>
                  <a:pt x="1297152" y="211938"/>
                  <a:pt x="1237431" y="211938"/>
                </a:cubicBezTo>
                <a:cubicBezTo>
                  <a:pt x="1197330" y="211938"/>
                  <a:pt x="1159802" y="239085"/>
                  <a:pt x="1143038" y="334525"/>
                </a:cubicBezTo>
                <a:cubicBezTo>
                  <a:pt x="1132751" y="392723"/>
                  <a:pt x="1143990" y="439300"/>
                  <a:pt x="1190663" y="439300"/>
                </a:cubicBezTo>
                <a:cubicBezTo>
                  <a:pt x="1224572" y="439491"/>
                  <a:pt x="1266006" y="411392"/>
                  <a:pt x="1284008" y="313951"/>
                </a:cubicBezTo>
                <a:close/>
              </a:path>
            </a:pathLst>
          </a:custGeom>
          <a:solidFill>
            <a:srgbClr val="000099"/>
          </a:solidFill>
          <a:ln w="9525" cap="flat">
            <a:noFill/>
            <a:prstDash val="solid"/>
            <a:miter/>
          </a:ln>
        </p:spPr>
        <p:txBody>
          <a:bodyPr rtlCol="0" anchor="ctr">
            <a:noAutofit/>
          </a:bodyPr>
          <a:lstStyle/>
          <a:p>
            <a:endParaRPr lang="en-GB" noProof="0"/>
          </a:p>
        </p:txBody>
      </p:sp>
      <p:sp>
        <p:nvSpPr>
          <p:cNvPr id="4" name="Rectangle 3">
            <a:extLst>
              <a:ext uri="{FF2B5EF4-FFF2-40B4-BE49-F238E27FC236}">
                <a16:creationId xmlns:a16="http://schemas.microsoft.com/office/drawing/2014/main" id="{913FDD53-68C7-491D-8974-F2CDF6E65BAE}"/>
              </a:ext>
            </a:extLst>
          </p:cNvPr>
          <p:cNvSpPr/>
          <p:nvPr userDrawn="1"/>
        </p:nvSpPr>
        <p:spPr>
          <a:xfrm>
            <a:off x="0" y="-877046"/>
            <a:ext cx="12192000" cy="5857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0" i="0" dirty="0">
                <a:solidFill>
                  <a:srgbClr val="E6E6E6"/>
                </a:solidFill>
              </a:rPr>
              <a:t>Myriad for Rabobank </a:t>
            </a:r>
            <a:r>
              <a:rPr lang="en-GB" b="0" i="0" dirty="0">
                <a:solidFill>
                  <a:srgbClr val="E6E6E6"/>
                </a:solidFill>
                <a:latin typeface="+mj-lt"/>
              </a:rPr>
              <a:t>Myriad for Rabobank It </a:t>
            </a:r>
            <a:r>
              <a:rPr lang="en-GB" b="0" i="0" dirty="0">
                <a:solidFill>
                  <a:srgbClr val="E6E6E6"/>
                </a:solidFill>
                <a:latin typeface="Myriad for Rabobank Lt" panose="020B0403030403020204" pitchFamily="34" charset="0"/>
              </a:rPr>
              <a:t>Myriad for Rabobank Lt </a:t>
            </a:r>
            <a:r>
              <a:rPr lang="en-GB" b="0" i="0" dirty="0">
                <a:solidFill>
                  <a:srgbClr val="E6E6E6"/>
                </a:solidFill>
                <a:latin typeface="Myriad for Rabobank Lt It" panose="020B0403030403090204" pitchFamily="34" charset="0"/>
              </a:rPr>
              <a:t>Myriad for Rabobank Lt It </a:t>
            </a:r>
            <a:r>
              <a:rPr lang="en-GB" b="0" i="0" dirty="0">
                <a:solidFill>
                  <a:srgbClr val="E6E6E6"/>
                </a:solidFill>
                <a:latin typeface="Myriad for Rabobank SBd" panose="020B0603030403020204" pitchFamily="34" charset="0"/>
              </a:rPr>
              <a:t>Myriad for Rabobank Sbd </a:t>
            </a:r>
            <a:r>
              <a:rPr lang="en-GB" b="0" i="0" dirty="0">
                <a:solidFill>
                  <a:srgbClr val="E6E6E6"/>
                </a:solidFill>
                <a:latin typeface="Myriad for Rabobank SBd It" panose="020B0603030403090204" pitchFamily="34" charset="0"/>
              </a:rPr>
              <a:t>Myriad for Rabobank Sbd It </a:t>
            </a:r>
            <a:r>
              <a:rPr lang="en-GB" b="0" i="0" dirty="0">
                <a:solidFill>
                  <a:srgbClr val="E6E6E6"/>
                </a:solidFill>
                <a:latin typeface="Myriad for Rabobank Bd" panose="020B0703030403020204" pitchFamily="34" charset="0"/>
              </a:rPr>
              <a:t>Myriad for Rabobank Bd </a:t>
            </a:r>
            <a:r>
              <a:rPr lang="en-GB" b="0" i="0" dirty="0">
                <a:solidFill>
                  <a:srgbClr val="E6E6E6"/>
                </a:solidFill>
                <a:latin typeface="Myriad for Rabobank Bd It" panose="020B0703030403090204" pitchFamily="34" charset="0"/>
              </a:rPr>
              <a:t>Myriad for Rabobank Bd It </a:t>
            </a:r>
            <a:r>
              <a:rPr lang="en-GB" b="0" i="0" dirty="0">
                <a:solidFill>
                  <a:srgbClr val="E6E6E6"/>
                </a:solidFill>
                <a:latin typeface="Myriad for Rabobank Blk" panose="020B0903030403020204" pitchFamily="34" charset="0"/>
              </a:rPr>
              <a:t>Myriad for Rabobank Blk </a:t>
            </a:r>
            <a:r>
              <a:rPr lang="en-GB" b="0" i="0" dirty="0">
                <a:solidFill>
                  <a:srgbClr val="E6E6E6"/>
                </a:solidFill>
                <a:latin typeface="Myriad for Rabobank Blk It" panose="020B0903030403090204" pitchFamily="34" charset="0"/>
              </a:rPr>
              <a:t>Myriad for Rabobank Blk It</a:t>
            </a:r>
          </a:p>
        </p:txBody>
      </p:sp>
    </p:spTree>
    <p:extLst>
      <p:ext uri="{BB962C8B-B14F-4D97-AF65-F5344CB8AC3E}">
        <p14:creationId xmlns:p14="http://schemas.microsoft.com/office/powerpoint/2010/main" val="2352157268"/>
      </p:ext>
    </p:extLst>
  </p:cSld>
  <p:clrMap bg1="lt1" tx1="dk1" bg2="lt2" tx2="dk2" accent1="accent1" accent2="accent2" accent3="accent3" accent4="accent4" accent5="accent5" accent6="accent6" hlink="hlink" folHlink="folHlink"/>
  <p:sldLayoutIdLst>
    <p:sldLayoutId id="2147483649" r:id="rId1"/>
    <p:sldLayoutId id="2147483699" r:id="rId2"/>
    <p:sldLayoutId id="2147483668" r:id="rId3"/>
    <p:sldLayoutId id="2147483700" r:id="rId4"/>
    <p:sldLayoutId id="2147483650" r:id="rId5"/>
    <p:sldLayoutId id="2147483672" r:id="rId6"/>
    <p:sldLayoutId id="2147483673" r:id="rId7"/>
    <p:sldLayoutId id="2147483706" r:id="rId8"/>
    <p:sldLayoutId id="2147483674" r:id="rId9"/>
    <p:sldLayoutId id="2147483705" r:id="rId10"/>
    <p:sldLayoutId id="2147483675" r:id="rId11"/>
    <p:sldLayoutId id="2147483676" r:id="rId12"/>
    <p:sldLayoutId id="2147483680" r:id="rId13"/>
    <p:sldLayoutId id="2147483703" r:id="rId14"/>
    <p:sldLayoutId id="2147483681" r:id="rId15"/>
    <p:sldLayoutId id="2147483682" r:id="rId16"/>
    <p:sldLayoutId id="2147483677" r:id="rId17"/>
    <p:sldLayoutId id="2147483704" r:id="rId18"/>
    <p:sldLayoutId id="2147483678" r:id="rId19"/>
    <p:sldLayoutId id="2147483679" r:id="rId20"/>
    <p:sldLayoutId id="2147483683" r:id="rId21"/>
    <p:sldLayoutId id="2147483687" r:id="rId22"/>
    <p:sldLayoutId id="2147483688" r:id="rId23"/>
    <p:sldLayoutId id="2147483707" r:id="rId24"/>
    <p:sldLayoutId id="2147483689" r:id="rId25"/>
    <p:sldLayoutId id="2147483690" r:id="rId26"/>
    <p:sldLayoutId id="2147483691" r:id="rId27"/>
    <p:sldLayoutId id="2147483692" r:id="rId28"/>
    <p:sldLayoutId id="2147483693" r:id="rId29"/>
    <p:sldLayoutId id="2147483694" r:id="rId30"/>
    <p:sldLayoutId id="2147483701" r:id="rId31"/>
    <p:sldLayoutId id="2147483702" r:id="rId32"/>
    <p:sldLayoutId id="2147483654" r:id="rId33"/>
    <p:sldLayoutId id="2147483710" r:id="rId34"/>
    <p:sldLayoutId id="2147483655" r:id="rId35"/>
    <p:sldLayoutId id="2147483711" r:id="rId36"/>
    <p:sldLayoutId id="2147483697" r:id="rId37"/>
    <p:sldLayoutId id="2147483698" r:id="rId38"/>
    <p:sldLayoutId id="2147483696" r:id="rId39"/>
    <p:sldLayoutId id="2147483695" r:id="rId40"/>
    <p:sldLayoutId id="2147483708" r:id="rId41"/>
    <p:sldLayoutId id="2147483709" r:id="rId4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p:titleStyle>
    <p:body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3.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3.xml"/><Relationship Id="rId1" Type="http://schemas.openxmlformats.org/officeDocument/2006/relationships/slideLayout" Target="../slideLayouts/slideLayout33.xml"/><Relationship Id="rId6" Type="http://schemas.openxmlformats.org/officeDocument/2006/relationships/image" Target="../media/image17.emf"/><Relationship Id="rId5" Type="http://schemas.openxmlformats.org/officeDocument/2006/relationships/package" Target="../embeddings/Microsoft_Excel_Worksheet1.xlsx"/><Relationship Id="rId4" Type="http://schemas.openxmlformats.org/officeDocument/2006/relationships/image" Target="../media/image16.emf"/></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33.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33.xml"/><Relationship Id="rId4" Type="http://schemas.openxmlformats.org/officeDocument/2006/relationships/chart" Target="../charts/chart6.xml"/></Relationships>
</file>

<file path=ppt/slides/_rels/slide7.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6.xml"/><Relationship Id="rId1" Type="http://schemas.openxmlformats.org/officeDocument/2006/relationships/slideLayout" Target="../slideLayouts/slideLayout33.xml"/><Relationship Id="rId5" Type="http://schemas.openxmlformats.org/officeDocument/2006/relationships/chart" Target="../charts/chart7.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3.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amp;w=1536&amp;q=75"/><Relationship Id="rId2" Type="http://schemas.openxmlformats.org/officeDocument/2006/relationships/notesSlide" Target="../notesSlides/notesSlide8.xml"/><Relationship Id="rId1" Type="http://schemas.openxmlformats.org/officeDocument/2006/relationships/slideLayout" Target="../slideLayouts/slideLayout33.xml"/><Relationship Id="rId4" Type="http://schemas.openxmlformats.org/officeDocument/2006/relationships/chart" Target="../charts/chart9.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9.xml"/><Relationship Id="rId1" Type="http://schemas.openxmlformats.org/officeDocument/2006/relationships/slideLayout" Target="../slideLayouts/slideLayout33.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microsoft.com/office/2014/relationships/chartEx" Target="../charts/chartEx2.xml"/><Relationship Id="rId2" Type="http://schemas.openxmlformats.org/officeDocument/2006/relationships/notesSlide" Target="../notesSlides/notesSlide10.xml"/><Relationship Id="rId1" Type="http://schemas.openxmlformats.org/officeDocument/2006/relationships/slideLayout" Target="../slideLayouts/slideLayout33.xml"/><Relationship Id="rId6" Type="http://schemas.openxmlformats.org/officeDocument/2006/relationships/chart" Target="../charts/chart11.xml"/><Relationship Id="rId5"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1.xml"/><Relationship Id="rId1" Type="http://schemas.openxmlformats.org/officeDocument/2006/relationships/slideLayout" Target="../slideLayouts/slideLayout33.xml"/><Relationship Id="rId4" Type="http://schemas.openxmlformats.org/officeDocument/2006/relationships/chart" Target="../charts/chart13.xml"/></Relationships>
</file>

<file path=ppt/slides/_rels/slide13.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2.xml"/><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3.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4.xml"/><Relationship Id="rId1" Type="http://schemas.openxmlformats.org/officeDocument/2006/relationships/slideLayout" Target="../slideLayouts/slideLayout33.xml"/><Relationship Id="rId4" Type="http://schemas.openxmlformats.org/officeDocument/2006/relationships/chart" Target="../charts/chart17.xml"/></Relationships>
</file>

<file path=ppt/slides/_rels/slide16.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5.xml"/><Relationship Id="rId1" Type="http://schemas.openxmlformats.org/officeDocument/2006/relationships/slideLayout" Target="../slideLayouts/slideLayout33.xml"/><Relationship Id="rId4" Type="http://schemas.openxmlformats.org/officeDocument/2006/relationships/chart" Target="../charts/char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18.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17.xml"/><Relationship Id="rId1" Type="http://schemas.openxmlformats.org/officeDocument/2006/relationships/slideLayout" Target="../slideLayouts/slideLayout33.xml"/><Relationship Id="rId4" Type="http://schemas.openxmlformats.org/officeDocument/2006/relationships/chart" Target="../charts/char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357A707-02A8-1F7F-1E6A-3E0FE1C169A8}"/>
              </a:ext>
            </a:extLst>
          </p:cNvPr>
          <p:cNvSpPr/>
          <p:nvPr/>
        </p:nvSpPr>
        <p:spPr>
          <a:xfrm>
            <a:off x="0" y="-18296"/>
            <a:ext cx="12192000" cy="5886072"/>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 name="Title 2">
            <a:extLst>
              <a:ext uri="{FF2B5EF4-FFF2-40B4-BE49-F238E27FC236}">
                <a16:creationId xmlns:a16="http://schemas.microsoft.com/office/drawing/2014/main" id="{9923BF99-7BFE-4B6D-B663-99D63087230B}"/>
              </a:ext>
            </a:extLst>
          </p:cNvPr>
          <p:cNvSpPr>
            <a:spLocks noGrp="1"/>
          </p:cNvSpPr>
          <p:nvPr>
            <p:ph type="title"/>
          </p:nvPr>
        </p:nvSpPr>
        <p:spPr>
          <a:xfrm>
            <a:off x="609600" y="555307"/>
            <a:ext cx="11316020" cy="640585"/>
          </a:xfrm>
        </p:spPr>
        <p:txBody>
          <a:bodyPr/>
          <a:lstStyle/>
          <a:p>
            <a:r>
              <a:rPr lang="en-US"/>
              <a:t>2026 US </a:t>
            </a:r>
            <a:r>
              <a:rPr lang="en-US" dirty="0"/>
              <a:t>Agriculture: </a:t>
            </a:r>
            <a:br>
              <a:rPr lang="en-US" dirty="0"/>
            </a:br>
            <a:r>
              <a:rPr lang="en-US" dirty="0"/>
              <a:t>The best house in a bad neighborhood</a:t>
            </a:r>
          </a:p>
        </p:txBody>
      </p:sp>
      <p:sp>
        <p:nvSpPr>
          <p:cNvPr id="5" name="Slide Number Placeholder 4">
            <a:extLst>
              <a:ext uri="{FF2B5EF4-FFF2-40B4-BE49-F238E27FC236}">
                <a16:creationId xmlns:a16="http://schemas.microsoft.com/office/drawing/2014/main" id="{9F783490-97F6-461B-AEBD-D1F812F79115}"/>
              </a:ext>
            </a:extLst>
          </p:cNvPr>
          <p:cNvSpPr>
            <a:spLocks noGrp="1"/>
          </p:cNvSpPr>
          <p:nvPr>
            <p:ph type="sldNum" sz="quarter" idx="4"/>
          </p:nvPr>
        </p:nvSpPr>
        <p:spPr>
          <a:xfrm>
            <a:off x="609600" y="7120376"/>
            <a:ext cx="495300" cy="365125"/>
          </a:xfrm>
        </p:spPr>
        <p:txBody>
          <a:bodyPr/>
          <a:lstStyle/>
          <a:p>
            <a:fld id="{555B1587-59F1-4FB5-A363-0505DAC627C3}" type="slidenum">
              <a:rPr lang="en-US" noProof="0" dirty="0" smtClean="0"/>
              <a:pPr/>
              <a:t>1</a:t>
            </a:fld>
            <a:endParaRPr lang="en-US" noProof="0" dirty="0"/>
          </a:p>
        </p:txBody>
      </p:sp>
      <p:sp>
        <p:nvSpPr>
          <p:cNvPr id="57" name="Subtitle 3">
            <a:extLst>
              <a:ext uri="{FF2B5EF4-FFF2-40B4-BE49-F238E27FC236}">
                <a16:creationId xmlns:a16="http://schemas.microsoft.com/office/drawing/2014/main" id="{6CB73F20-9D4E-3FD9-C8C9-3978A8A796F8}"/>
              </a:ext>
            </a:extLst>
          </p:cNvPr>
          <p:cNvSpPr txBox="1">
            <a:spLocks/>
          </p:cNvSpPr>
          <p:nvPr/>
        </p:nvSpPr>
        <p:spPr>
          <a:xfrm>
            <a:off x="164899" y="6006262"/>
            <a:ext cx="10945792" cy="462728"/>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lang="en-GB" sz="2400" kern="1200" dirty="0">
                <a:solidFill>
                  <a:schemeClr val="bg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chemeClr val="accent2"/>
                </a:solidFill>
              </a:rPr>
              <a:t>Owen Wagner</a:t>
            </a:r>
          </a:p>
          <a:p>
            <a:r>
              <a:rPr lang="en-US" dirty="0">
                <a:solidFill>
                  <a:schemeClr val="accent2"/>
                </a:solidFill>
              </a:rPr>
              <a:t>Senior Analyst, Grains &amp; Oilseeds</a:t>
            </a:r>
          </a:p>
        </p:txBody>
      </p:sp>
      <p:pic>
        <p:nvPicPr>
          <p:cNvPr id="6" name="Picture 5">
            <a:extLst>
              <a:ext uri="{FF2B5EF4-FFF2-40B4-BE49-F238E27FC236}">
                <a16:creationId xmlns:a16="http://schemas.microsoft.com/office/drawing/2014/main" id="{A05509A8-8D80-1C15-A55F-E110027E6BD2}"/>
              </a:ext>
            </a:extLst>
          </p:cNvPr>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5847690" y="1650721"/>
            <a:ext cx="5578467" cy="4217055"/>
          </a:xfrm>
          <a:prstGeom prst="rect">
            <a:avLst/>
          </a:prstGeom>
        </p:spPr>
      </p:pic>
    </p:spTree>
    <p:extLst>
      <p:ext uri="{BB962C8B-B14F-4D97-AF65-F5344CB8AC3E}">
        <p14:creationId xmlns:p14="http://schemas.microsoft.com/office/powerpoint/2010/main" val="2392230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C86275-853E-41E6-807B-921646CE55AC}"/>
              </a:ext>
            </a:extLst>
          </p:cNvPr>
          <p:cNvSpPr>
            <a:spLocks noGrp="1"/>
          </p:cNvSpPr>
          <p:nvPr>
            <p:ph type="title"/>
          </p:nvPr>
        </p:nvSpPr>
        <p:spPr>
          <a:xfrm>
            <a:off x="4344123" y="3131450"/>
            <a:ext cx="4022251" cy="640585"/>
          </a:xfrm>
        </p:spPr>
        <p:txBody>
          <a:bodyPr/>
          <a:lstStyle/>
          <a:p>
            <a:r>
              <a:rPr lang="en-US" sz="4000" b="1" dirty="0"/>
              <a:t>Glass half full: </a:t>
            </a:r>
          </a:p>
        </p:txBody>
      </p:sp>
      <p:sp>
        <p:nvSpPr>
          <p:cNvPr id="4" name="Slide Number Placeholder 3">
            <a:extLst>
              <a:ext uri="{FF2B5EF4-FFF2-40B4-BE49-F238E27FC236}">
                <a16:creationId xmlns:a16="http://schemas.microsoft.com/office/drawing/2014/main" id="{B37DE0A9-84E8-4F64-BB14-A06E0AE90D3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2" name="Content Placeholder 7">
            <a:extLst>
              <a:ext uri="{FF2B5EF4-FFF2-40B4-BE49-F238E27FC236}">
                <a16:creationId xmlns:a16="http://schemas.microsoft.com/office/drawing/2014/main" id="{5716CF79-1DAC-F8D2-5FBB-5CA6BB29AD02}"/>
              </a:ext>
            </a:extLst>
          </p:cNvPr>
          <p:cNvSpPr txBox="1">
            <a:spLocks/>
          </p:cNvSpPr>
          <p:nvPr/>
        </p:nvSpPr>
        <p:spPr>
          <a:xfrm>
            <a:off x="4384296" y="4701690"/>
            <a:ext cx="5750225" cy="302462"/>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600"/>
              </a:spcBef>
              <a:spcAft>
                <a:spcPts val="0"/>
              </a:spcAft>
              <a:buClr>
                <a:srgbClr val="0058FF"/>
              </a:buClr>
              <a:buSzTx/>
              <a:tabLst/>
              <a:defRPr/>
            </a:pPr>
            <a:r>
              <a:rPr lang="en-US" sz="3600" b="1" dirty="0">
                <a:solidFill>
                  <a:srgbClr val="FF6700"/>
                </a:solidFill>
                <a:latin typeface="Myriad for Rabobank"/>
              </a:rPr>
              <a:t>War premium</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High diesel price is a boon to oilseeds</a:t>
            </a: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27" name="Content Placeholder 7">
            <a:extLst>
              <a:ext uri="{FF2B5EF4-FFF2-40B4-BE49-F238E27FC236}">
                <a16:creationId xmlns:a16="http://schemas.microsoft.com/office/drawing/2014/main" id="{2D8DB371-E277-A5C6-99E1-B28A8122CA6C}"/>
              </a:ext>
            </a:extLst>
          </p:cNvPr>
          <p:cNvSpPr txBox="1">
            <a:spLocks/>
          </p:cNvSpPr>
          <p:nvPr/>
        </p:nvSpPr>
        <p:spPr>
          <a:xfrm>
            <a:off x="4384296" y="3606408"/>
            <a:ext cx="6704060" cy="302461"/>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600"/>
              </a:spcBef>
              <a:spcAft>
                <a:spcPts val="0"/>
              </a:spcAft>
              <a:buClr>
                <a:srgbClr val="0058FF"/>
              </a:buClr>
              <a:buSzTx/>
              <a:tabLst/>
              <a:defRPr/>
            </a:pPr>
            <a:r>
              <a:rPr lang="en-US" sz="3600" b="1" dirty="0">
                <a:solidFill>
                  <a:srgbClr val="FF6700"/>
                </a:solidFill>
                <a:latin typeface="Myriad for Rabobank"/>
              </a:rPr>
              <a:t>Policy</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Clarity on 45Z and latest iteration of the RFS is very supportive</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Direct payments have been generous</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R="0" lvl="0" algn="l" defTabSz="914400" rtl="0" eaLnBrk="1" fontAlgn="auto" latinLnBrk="0" hangingPunct="1">
              <a:lnSpc>
                <a:spcPct val="90000"/>
              </a:lnSpc>
              <a:spcBef>
                <a:spcPts val="600"/>
              </a:spcBef>
              <a:spcAft>
                <a:spcPts val="0"/>
              </a:spcAft>
              <a:buClr>
                <a:srgbClr val="0058FF"/>
              </a:buClr>
              <a:buSzTx/>
              <a:tabLst/>
              <a:defRPr/>
            </a:pPr>
            <a:endParaRPr lang="en-US" sz="1800" b="1" dirty="0">
              <a:solidFill>
                <a:srgbClr val="FF6700"/>
              </a:solidFill>
              <a:latin typeface="Myriad for Rabobank"/>
            </a:endParaRPr>
          </a:p>
          <a:p>
            <a:pPr marR="0" lvl="0" algn="l" defTabSz="914400" rtl="0" eaLnBrk="1" fontAlgn="auto" latinLnBrk="0" hangingPunct="1">
              <a:lnSpc>
                <a:spcPct val="90000"/>
              </a:lnSpc>
              <a:spcBef>
                <a:spcPts val="600"/>
              </a:spcBef>
              <a:spcAft>
                <a:spcPts val="0"/>
              </a:spcAft>
              <a:buClr>
                <a:srgbClr val="0058FF"/>
              </a:buClr>
              <a:buSzTx/>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29" name="Content Placeholder 7">
            <a:extLst>
              <a:ext uri="{FF2B5EF4-FFF2-40B4-BE49-F238E27FC236}">
                <a16:creationId xmlns:a16="http://schemas.microsoft.com/office/drawing/2014/main" id="{15133708-4A74-EB8C-7BFB-7F14CB98BB55}"/>
              </a:ext>
            </a:extLst>
          </p:cNvPr>
          <p:cNvSpPr txBox="1">
            <a:spLocks/>
          </p:cNvSpPr>
          <p:nvPr/>
        </p:nvSpPr>
        <p:spPr>
          <a:xfrm>
            <a:off x="4384296" y="5581886"/>
            <a:ext cx="6349886" cy="36512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600"/>
              </a:spcBef>
              <a:spcAft>
                <a:spcPts val="0"/>
              </a:spcAft>
              <a:buClr>
                <a:srgbClr val="0058FF"/>
              </a:buClr>
              <a:buSzTx/>
              <a:tabLst/>
              <a:defRPr/>
            </a:pPr>
            <a:r>
              <a:rPr lang="en-US" sz="3600" b="1" dirty="0">
                <a:solidFill>
                  <a:srgbClr val="FF6700"/>
                </a:solidFill>
                <a:latin typeface="Myriad for Rabobank"/>
              </a:rPr>
              <a:t>The best cure for low prices…</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High input prices and a Super El Nino </a:t>
            </a:r>
            <a:r>
              <a:rPr lang="en-US" sz="1800" b="1" i="1" dirty="0">
                <a:solidFill>
                  <a:srgbClr val="FF6700"/>
                </a:solidFill>
                <a:latin typeface="Myriad for Rabobank"/>
              </a:rPr>
              <a:t>could</a:t>
            </a:r>
            <a:r>
              <a:rPr lang="en-US" sz="1800" b="1" dirty="0">
                <a:solidFill>
                  <a:srgbClr val="FF6700"/>
                </a:solidFill>
                <a:latin typeface="Myriad for Rabobank"/>
              </a:rPr>
              <a:t> mark the start of a turnaround</a:t>
            </a:r>
          </a:p>
          <a:p>
            <a:pPr marR="0" lvl="0" algn="l" defTabSz="914400" rtl="0" eaLnBrk="1" fontAlgn="auto" latinLnBrk="0" hangingPunct="1">
              <a:lnSpc>
                <a:spcPct val="90000"/>
              </a:lnSpc>
              <a:spcBef>
                <a:spcPts val="600"/>
              </a:spcBef>
              <a:spcAft>
                <a:spcPts val="0"/>
              </a:spcAft>
              <a:buClr>
                <a:srgbClr val="0058FF"/>
              </a:buClr>
              <a:buSzTx/>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pic>
        <p:nvPicPr>
          <p:cNvPr id="3" name="Picture 2" descr="A black rectangle with white lines&#10;&#10;Description automatically generated">
            <a:extLst>
              <a:ext uri="{FF2B5EF4-FFF2-40B4-BE49-F238E27FC236}">
                <a16:creationId xmlns:a16="http://schemas.microsoft.com/office/drawing/2014/main" id="{A32BC4CA-D64F-9E0F-169F-FC5E0161AA34}"/>
              </a:ext>
            </a:extLst>
          </p:cNvPr>
          <p:cNvPicPr>
            <a:picLocks noChangeAspect="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566589" y="821806"/>
            <a:ext cx="5514835" cy="5514835"/>
          </a:xfrm>
          <a:prstGeom prst="rect">
            <a:avLst/>
          </a:prstGeom>
        </p:spPr>
      </p:pic>
      <p:sp>
        <p:nvSpPr>
          <p:cNvPr id="6" name="Title 6">
            <a:extLst>
              <a:ext uri="{FF2B5EF4-FFF2-40B4-BE49-F238E27FC236}">
                <a16:creationId xmlns:a16="http://schemas.microsoft.com/office/drawing/2014/main" id="{44E02F56-329C-71E6-1719-552601D137BF}"/>
              </a:ext>
            </a:extLst>
          </p:cNvPr>
          <p:cNvSpPr txBox="1">
            <a:spLocks/>
          </p:cNvSpPr>
          <p:nvPr/>
        </p:nvSpPr>
        <p:spPr>
          <a:xfrm>
            <a:off x="4344123" y="181221"/>
            <a:ext cx="5109978" cy="64058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4800" kern="1200">
                <a:solidFill>
                  <a:schemeClr val="accent1"/>
                </a:solidFill>
                <a:latin typeface="+mj-lt"/>
                <a:ea typeface="+mj-ea"/>
                <a:cs typeface="+mj-cs"/>
              </a:defRPr>
            </a:lvl1pPr>
          </a:lstStyle>
          <a:p>
            <a:r>
              <a:rPr lang="en-US" sz="4000" b="1" dirty="0"/>
              <a:t>Glass half empty: </a:t>
            </a:r>
          </a:p>
        </p:txBody>
      </p:sp>
      <p:sp>
        <p:nvSpPr>
          <p:cNvPr id="8" name="Content Placeholder 7">
            <a:extLst>
              <a:ext uri="{FF2B5EF4-FFF2-40B4-BE49-F238E27FC236}">
                <a16:creationId xmlns:a16="http://schemas.microsoft.com/office/drawing/2014/main" id="{1EA27839-F95A-8C6F-76A5-6A1AC7076333}"/>
              </a:ext>
            </a:extLst>
          </p:cNvPr>
          <p:cNvSpPr txBox="1">
            <a:spLocks/>
          </p:cNvSpPr>
          <p:nvPr/>
        </p:nvSpPr>
        <p:spPr>
          <a:xfrm>
            <a:off x="4384375" y="654013"/>
            <a:ext cx="6704060" cy="302461"/>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600"/>
              </a:spcBef>
              <a:spcAft>
                <a:spcPts val="0"/>
              </a:spcAft>
              <a:buClr>
                <a:srgbClr val="0058FF"/>
              </a:buClr>
              <a:buSzTx/>
              <a:tabLst/>
              <a:defRPr/>
            </a:pPr>
            <a:r>
              <a:rPr lang="en-US" sz="3600" b="1" dirty="0">
                <a:solidFill>
                  <a:srgbClr val="FF6700"/>
                </a:solidFill>
                <a:latin typeface="Myriad for Rabobank"/>
              </a:rPr>
              <a:t>Stocks</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World coming off record production and record stocks</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R="0" lvl="0" algn="l" defTabSz="914400" rtl="0" eaLnBrk="1" fontAlgn="auto" latinLnBrk="0" hangingPunct="1">
              <a:lnSpc>
                <a:spcPct val="90000"/>
              </a:lnSpc>
              <a:spcBef>
                <a:spcPts val="600"/>
              </a:spcBef>
              <a:spcAft>
                <a:spcPts val="0"/>
              </a:spcAft>
              <a:buClr>
                <a:srgbClr val="0058FF"/>
              </a:buClr>
              <a:buSzTx/>
              <a:tabLst/>
              <a:defRPr/>
            </a:pPr>
            <a:endParaRPr lang="en-US" sz="1800" b="1" dirty="0">
              <a:solidFill>
                <a:srgbClr val="FF6700"/>
              </a:solidFill>
              <a:latin typeface="Myriad for Rabobank"/>
            </a:endParaRPr>
          </a:p>
          <a:p>
            <a:pPr marR="0" lvl="0" algn="l" defTabSz="914400" rtl="0" eaLnBrk="1" fontAlgn="auto" latinLnBrk="0" hangingPunct="1">
              <a:lnSpc>
                <a:spcPct val="90000"/>
              </a:lnSpc>
              <a:spcBef>
                <a:spcPts val="600"/>
              </a:spcBef>
              <a:spcAft>
                <a:spcPts val="0"/>
              </a:spcAft>
              <a:buClr>
                <a:srgbClr val="0058FF"/>
              </a:buClr>
              <a:buSzTx/>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9" name="Content Placeholder 7">
            <a:extLst>
              <a:ext uri="{FF2B5EF4-FFF2-40B4-BE49-F238E27FC236}">
                <a16:creationId xmlns:a16="http://schemas.microsoft.com/office/drawing/2014/main" id="{D081745C-3398-07F7-4F2A-43E1CA861760}"/>
              </a:ext>
            </a:extLst>
          </p:cNvPr>
          <p:cNvSpPr txBox="1">
            <a:spLocks/>
          </p:cNvSpPr>
          <p:nvPr/>
        </p:nvSpPr>
        <p:spPr>
          <a:xfrm>
            <a:off x="4384375" y="1421907"/>
            <a:ext cx="6704060" cy="302461"/>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600"/>
              </a:spcBef>
              <a:spcAft>
                <a:spcPts val="0"/>
              </a:spcAft>
              <a:buClr>
                <a:srgbClr val="0058FF"/>
              </a:buClr>
              <a:buSzTx/>
              <a:tabLst/>
              <a:defRPr/>
            </a:pPr>
            <a:r>
              <a:rPr lang="en-US" sz="3600" b="1" dirty="0">
                <a:solidFill>
                  <a:srgbClr val="FF6700"/>
                </a:solidFill>
                <a:latin typeface="Myriad for Rabobank"/>
              </a:rPr>
              <a:t>Input prices</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Weighing on growers’ balance sheets</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R="0" lvl="0" algn="l" defTabSz="914400" rtl="0" eaLnBrk="1" fontAlgn="auto" latinLnBrk="0" hangingPunct="1">
              <a:lnSpc>
                <a:spcPct val="90000"/>
              </a:lnSpc>
              <a:spcBef>
                <a:spcPts val="600"/>
              </a:spcBef>
              <a:spcAft>
                <a:spcPts val="0"/>
              </a:spcAft>
              <a:buClr>
                <a:srgbClr val="0058FF"/>
              </a:buClr>
              <a:buSzTx/>
              <a:tabLst/>
              <a:defRPr/>
            </a:pPr>
            <a:endParaRPr lang="en-US" sz="1800" b="1" dirty="0">
              <a:solidFill>
                <a:srgbClr val="FF6700"/>
              </a:solidFill>
              <a:latin typeface="Myriad for Rabobank"/>
            </a:endParaRPr>
          </a:p>
          <a:p>
            <a:pPr marR="0" lvl="0" algn="l" defTabSz="914400" rtl="0" eaLnBrk="1" fontAlgn="auto" latinLnBrk="0" hangingPunct="1">
              <a:lnSpc>
                <a:spcPct val="90000"/>
              </a:lnSpc>
              <a:spcBef>
                <a:spcPts val="600"/>
              </a:spcBef>
              <a:spcAft>
                <a:spcPts val="0"/>
              </a:spcAft>
              <a:buClr>
                <a:srgbClr val="0058FF"/>
              </a:buClr>
              <a:buSzTx/>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0" name="Content Placeholder 7">
            <a:extLst>
              <a:ext uri="{FF2B5EF4-FFF2-40B4-BE49-F238E27FC236}">
                <a16:creationId xmlns:a16="http://schemas.microsoft.com/office/drawing/2014/main" id="{84334AF0-117A-2298-F2DB-2ED60357D186}"/>
              </a:ext>
            </a:extLst>
          </p:cNvPr>
          <p:cNvSpPr txBox="1">
            <a:spLocks/>
          </p:cNvSpPr>
          <p:nvPr/>
        </p:nvSpPr>
        <p:spPr>
          <a:xfrm>
            <a:off x="4344123" y="2224253"/>
            <a:ext cx="6704060" cy="302461"/>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600"/>
              </a:spcBef>
              <a:spcAft>
                <a:spcPts val="0"/>
              </a:spcAft>
              <a:buClr>
                <a:srgbClr val="0058FF"/>
              </a:buClr>
              <a:buSzTx/>
              <a:tabLst/>
              <a:defRPr/>
            </a:pPr>
            <a:r>
              <a:rPr lang="en-US" sz="3600" b="1" dirty="0">
                <a:solidFill>
                  <a:srgbClr val="FF6700"/>
                </a:solidFill>
                <a:latin typeface="Myriad for Rabobank"/>
              </a:rPr>
              <a:t>Consumer confidence</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Inflationary impacts of tariffs and events in Iran </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R="0" lvl="0" algn="l" defTabSz="914400" rtl="0" eaLnBrk="1" fontAlgn="auto" latinLnBrk="0" hangingPunct="1">
              <a:lnSpc>
                <a:spcPct val="90000"/>
              </a:lnSpc>
              <a:spcBef>
                <a:spcPts val="600"/>
              </a:spcBef>
              <a:spcAft>
                <a:spcPts val="0"/>
              </a:spcAft>
              <a:buClr>
                <a:srgbClr val="0058FF"/>
              </a:buClr>
              <a:buSzTx/>
              <a:tabLst/>
              <a:defRPr/>
            </a:pPr>
            <a:endParaRPr lang="en-US" sz="3600" b="1" dirty="0">
              <a:solidFill>
                <a:schemeClr val="accent1"/>
              </a:solidFill>
              <a:latin typeface="+mj-lt"/>
              <a:ea typeface="+mj-ea"/>
              <a:cs typeface="+mj-cs"/>
            </a:endParaRPr>
          </a:p>
          <a:p>
            <a:pPr marR="0" lvl="0" algn="l" defTabSz="914400" rtl="0" eaLnBrk="1" fontAlgn="auto" latinLnBrk="0" hangingPunct="1">
              <a:lnSpc>
                <a:spcPct val="90000"/>
              </a:lnSpc>
              <a:spcBef>
                <a:spcPts val="600"/>
              </a:spcBef>
              <a:spcAft>
                <a:spcPts val="0"/>
              </a:spcAft>
              <a:buClr>
                <a:srgbClr val="0058FF"/>
              </a:buClr>
              <a:buSzTx/>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Tree>
    <p:extLst>
      <p:ext uri="{BB962C8B-B14F-4D97-AF65-F5344CB8AC3E}">
        <p14:creationId xmlns:p14="http://schemas.microsoft.com/office/powerpoint/2010/main" val="3340917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DBA37-E951-5E42-00FD-A47B022C072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21D2B81-7D96-DE64-F5AE-E9F152FA9AFF}"/>
              </a:ext>
            </a:extLst>
          </p:cNvPr>
          <p:cNvSpPr>
            <a:spLocks noGrp="1"/>
          </p:cNvSpPr>
          <p:nvPr>
            <p:ph type="title"/>
          </p:nvPr>
        </p:nvSpPr>
        <p:spPr>
          <a:xfrm>
            <a:off x="609600" y="585787"/>
            <a:ext cx="11434618" cy="640585"/>
          </a:xfrm>
        </p:spPr>
        <p:txBody>
          <a:bodyPr/>
          <a:lstStyle/>
          <a:p>
            <a:r>
              <a:rPr lang="en-US" dirty="0"/>
              <a:t>Global surpluses have translated to a build up in domestic stocks</a:t>
            </a:r>
          </a:p>
        </p:txBody>
      </p:sp>
      <p:sp>
        <p:nvSpPr>
          <p:cNvPr id="4" name="Slide Number Placeholder 3">
            <a:extLst>
              <a:ext uri="{FF2B5EF4-FFF2-40B4-BE49-F238E27FC236}">
                <a16:creationId xmlns:a16="http://schemas.microsoft.com/office/drawing/2014/main" id="{04B12DCF-EB44-E7F1-CE7A-2F73E4DFDF4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5" name="Content Placeholder 7">
            <a:extLst>
              <a:ext uri="{FF2B5EF4-FFF2-40B4-BE49-F238E27FC236}">
                <a16:creationId xmlns:a16="http://schemas.microsoft.com/office/drawing/2014/main" id="{71EBA2C9-5A80-DB9E-CFC3-9397D10B5575}"/>
              </a:ext>
            </a:extLst>
          </p:cNvPr>
          <p:cNvSpPr txBox="1">
            <a:spLocks/>
          </p:cNvSpPr>
          <p:nvPr/>
        </p:nvSpPr>
        <p:spPr>
          <a:xfrm>
            <a:off x="2424493" y="2477877"/>
            <a:ext cx="2129809" cy="46934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Clr>
                <a:srgbClr val="0058FF"/>
              </a:buClr>
              <a:defRPr/>
            </a:pPr>
            <a:r>
              <a:rPr lang="en-US" sz="2000" b="1" dirty="0">
                <a:solidFill>
                  <a:srgbClr val="363A3B"/>
                </a:solidFill>
                <a:latin typeface="Myriad for Rabobank"/>
              </a:rPr>
              <a:t>US corn stocks</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8" name="Content Placeholder 7">
            <a:extLst>
              <a:ext uri="{FF2B5EF4-FFF2-40B4-BE49-F238E27FC236}">
                <a16:creationId xmlns:a16="http://schemas.microsoft.com/office/drawing/2014/main" id="{2A1A57A1-F4D2-E7C8-26EA-C257BBE8E49F}"/>
              </a:ext>
            </a:extLst>
          </p:cNvPr>
          <p:cNvSpPr txBox="1">
            <a:spLocks/>
          </p:cNvSpPr>
          <p:nvPr/>
        </p:nvSpPr>
        <p:spPr>
          <a:xfrm>
            <a:off x="668034" y="1974041"/>
            <a:ext cx="11434618" cy="273613"/>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At a global level, increased Brazilian production allows world to operate with lower stock</a:t>
            </a:r>
          </a:p>
        </p:txBody>
      </p:sp>
      <p:graphicFrame>
        <p:nvGraphicFramePr>
          <p:cNvPr id="6" name="Chart 5">
            <a:extLst>
              <a:ext uri="{FF2B5EF4-FFF2-40B4-BE49-F238E27FC236}">
                <a16:creationId xmlns:a16="http://schemas.microsoft.com/office/drawing/2014/main" id="{545982F5-D4BC-F581-41BE-86F4663E370B}"/>
              </a:ext>
            </a:extLst>
          </p:cNvPr>
          <p:cNvGraphicFramePr>
            <a:graphicFrameLocks/>
          </p:cNvGraphicFramePr>
          <p:nvPr/>
        </p:nvGraphicFramePr>
        <p:xfrm>
          <a:off x="6498146" y="2947222"/>
          <a:ext cx="4790276" cy="32447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DE00E5B1-15F9-D3E4-CE75-01C99F80CCE4}"/>
              </a:ext>
            </a:extLst>
          </p:cNvPr>
          <p:cNvGraphicFramePr>
            <a:graphicFrameLocks/>
          </p:cNvGraphicFramePr>
          <p:nvPr/>
        </p:nvGraphicFramePr>
        <p:xfrm>
          <a:off x="533742" y="2795394"/>
          <a:ext cx="5212229" cy="3560956"/>
        </p:xfrm>
        <a:graphic>
          <a:graphicData uri="http://schemas.openxmlformats.org/drawingml/2006/chart">
            <c:chart xmlns:c="http://schemas.openxmlformats.org/drawingml/2006/chart" xmlns:r="http://schemas.openxmlformats.org/officeDocument/2006/relationships" r:id="rId4"/>
          </a:graphicData>
        </a:graphic>
      </p:graphicFrame>
      <p:sp>
        <p:nvSpPr>
          <p:cNvPr id="12" name="Content Placeholder 7">
            <a:extLst>
              <a:ext uri="{FF2B5EF4-FFF2-40B4-BE49-F238E27FC236}">
                <a16:creationId xmlns:a16="http://schemas.microsoft.com/office/drawing/2014/main" id="{A8A8F3ED-7844-1DA7-BFAF-C3EC57E45DA3}"/>
              </a:ext>
            </a:extLst>
          </p:cNvPr>
          <p:cNvSpPr txBox="1">
            <a:spLocks/>
          </p:cNvSpPr>
          <p:nvPr/>
        </p:nvSpPr>
        <p:spPr>
          <a:xfrm>
            <a:off x="8429052" y="2477876"/>
            <a:ext cx="2129809" cy="46934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buClr>
                <a:srgbClr val="0058FF"/>
              </a:buClr>
              <a:defRPr/>
            </a:pPr>
            <a:r>
              <a:rPr lang="en-US" sz="2000" b="1" dirty="0">
                <a:solidFill>
                  <a:srgbClr val="363A3B"/>
                </a:solidFill>
                <a:latin typeface="Myriad for Rabobank"/>
              </a:rPr>
              <a:t>US soybean stocks</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Tree>
    <p:extLst>
      <p:ext uri="{BB962C8B-B14F-4D97-AF65-F5344CB8AC3E}">
        <p14:creationId xmlns:p14="http://schemas.microsoft.com/office/powerpoint/2010/main" val="3368542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33563-3E5E-5955-81C2-EEA7E050169D}"/>
            </a:ext>
          </a:extLst>
        </p:cNvPr>
        <p:cNvGrpSpPr/>
        <p:nvPr/>
      </p:nvGrpSpPr>
      <p:grpSpPr>
        <a:xfrm>
          <a:off x="0" y="0"/>
          <a:ext cx="0" cy="0"/>
          <a:chOff x="0" y="0"/>
          <a:chExt cx="0" cy="0"/>
        </a:xfrm>
      </p:grpSpPr>
      <p:graphicFrame>
        <p:nvGraphicFramePr>
          <p:cNvPr id="31" name="Object 30">
            <a:extLst>
              <a:ext uri="{FF2B5EF4-FFF2-40B4-BE49-F238E27FC236}">
                <a16:creationId xmlns:a16="http://schemas.microsoft.com/office/drawing/2014/main" id="{EA49D3ED-ABFF-5EE0-08D9-91EE94D9501C}"/>
              </a:ext>
            </a:extLst>
          </p:cNvPr>
          <p:cNvGraphicFramePr>
            <a:graphicFrameLocks noChangeAspect="1"/>
          </p:cNvGraphicFramePr>
          <p:nvPr/>
        </p:nvGraphicFramePr>
        <p:xfrm>
          <a:off x="785992" y="4981574"/>
          <a:ext cx="9320033" cy="1464195"/>
        </p:xfrm>
        <a:graphic>
          <a:graphicData uri="http://schemas.openxmlformats.org/presentationml/2006/ole">
            <mc:AlternateContent xmlns:mc="http://schemas.openxmlformats.org/markup-compatibility/2006">
              <mc:Choice xmlns:v="urn:schemas-microsoft-com:vml" Requires="v">
                <p:oleObj name="Worksheet" r:id="rId3" imgW="8615550" imgH="1214203" progId="Excel.Sheet.12">
                  <p:embed/>
                </p:oleObj>
              </mc:Choice>
              <mc:Fallback>
                <p:oleObj name="Worksheet" r:id="rId3" imgW="8615550" imgH="1214203" progId="Excel.Sheet.12">
                  <p:embed/>
                  <p:pic>
                    <p:nvPicPr>
                      <p:cNvPr id="31" name="Object 30">
                        <a:extLst>
                          <a:ext uri="{FF2B5EF4-FFF2-40B4-BE49-F238E27FC236}">
                            <a16:creationId xmlns:a16="http://schemas.microsoft.com/office/drawing/2014/main" id="{EA49D3ED-ABFF-5EE0-08D9-91EE94D9501C}"/>
                          </a:ext>
                        </a:extLst>
                      </p:cNvPr>
                      <p:cNvPicPr/>
                      <p:nvPr/>
                    </p:nvPicPr>
                    <p:blipFill>
                      <a:blip r:embed="rId4"/>
                      <a:stretch>
                        <a:fillRect/>
                      </a:stretch>
                    </p:blipFill>
                    <p:spPr>
                      <a:xfrm>
                        <a:off x="785992" y="4981574"/>
                        <a:ext cx="9320033" cy="1464195"/>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FD7C269B-0612-04C6-7D8E-82D59B9B8D91}"/>
              </a:ext>
            </a:extLst>
          </p:cNvPr>
          <p:cNvSpPr>
            <a:spLocks noGrp="1"/>
          </p:cNvSpPr>
          <p:nvPr>
            <p:ph type="title"/>
          </p:nvPr>
        </p:nvSpPr>
        <p:spPr>
          <a:xfrm>
            <a:off x="609600" y="585787"/>
            <a:ext cx="11434618" cy="640585"/>
          </a:xfrm>
        </p:spPr>
        <p:txBody>
          <a:bodyPr/>
          <a:lstStyle/>
          <a:p>
            <a:r>
              <a:rPr lang="en-US" dirty="0"/>
              <a:t>US farmers were able to avoid the worst of the spike in input prices on their 2026 crop</a:t>
            </a:r>
          </a:p>
        </p:txBody>
      </p:sp>
      <p:sp>
        <p:nvSpPr>
          <p:cNvPr id="4" name="Slide Number Placeholder 3">
            <a:extLst>
              <a:ext uri="{FF2B5EF4-FFF2-40B4-BE49-F238E27FC236}">
                <a16:creationId xmlns:a16="http://schemas.microsoft.com/office/drawing/2014/main" id="{D4DAC2AB-BD82-3A5D-7B6D-3B18420EBC5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8" name="Content Placeholder 7">
            <a:extLst>
              <a:ext uri="{FF2B5EF4-FFF2-40B4-BE49-F238E27FC236}">
                <a16:creationId xmlns:a16="http://schemas.microsoft.com/office/drawing/2014/main" id="{83F54424-8127-BFF9-7D08-70DFF96CB127}"/>
              </a:ext>
            </a:extLst>
          </p:cNvPr>
          <p:cNvSpPr txBox="1">
            <a:spLocks/>
          </p:cNvSpPr>
          <p:nvPr/>
        </p:nvSpPr>
        <p:spPr>
          <a:xfrm>
            <a:off x="504797" y="3189547"/>
            <a:ext cx="1118097" cy="285412"/>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0" indent="-285750">
              <a:buClr>
                <a:srgbClr val="0058FF"/>
              </a:buClr>
              <a:buFont typeface="Arial" panose="020B0604020202020204" pitchFamily="34" charset="0"/>
              <a:buChar char="•"/>
              <a:defRPr/>
            </a:pPr>
            <a:r>
              <a:rPr lang="en-US" sz="2200" b="1" dirty="0">
                <a:solidFill>
                  <a:srgbClr val="FF6700"/>
                </a:solidFill>
                <a:latin typeface="Myriad for Rabobank"/>
              </a:rPr>
              <a:t>Corn</a:t>
            </a:r>
          </a:p>
        </p:txBody>
      </p:sp>
      <p:grpSp>
        <p:nvGrpSpPr>
          <p:cNvPr id="18" name="Group 17">
            <a:extLst>
              <a:ext uri="{FF2B5EF4-FFF2-40B4-BE49-F238E27FC236}">
                <a16:creationId xmlns:a16="http://schemas.microsoft.com/office/drawing/2014/main" id="{664E370C-F16F-3ED9-BC73-7E31BE940B75}"/>
              </a:ext>
            </a:extLst>
          </p:cNvPr>
          <p:cNvGrpSpPr/>
          <p:nvPr/>
        </p:nvGrpSpPr>
        <p:grpSpPr>
          <a:xfrm>
            <a:off x="737879" y="3143589"/>
            <a:ext cx="9367715" cy="1587986"/>
            <a:chOff x="3050780" y="2821781"/>
            <a:chExt cx="8659439" cy="1214437"/>
          </a:xfrm>
        </p:grpSpPr>
        <p:graphicFrame>
          <p:nvGraphicFramePr>
            <p:cNvPr id="2" name="Object 1">
              <a:extLst>
                <a:ext uri="{FF2B5EF4-FFF2-40B4-BE49-F238E27FC236}">
                  <a16:creationId xmlns:a16="http://schemas.microsoft.com/office/drawing/2014/main" id="{47FF2467-B382-6C60-27AD-082DC2AA6117}"/>
                </a:ext>
              </a:extLst>
            </p:cNvPr>
            <p:cNvGraphicFramePr>
              <a:graphicFrameLocks noChangeAspect="1"/>
            </p:cNvGraphicFramePr>
            <p:nvPr/>
          </p:nvGraphicFramePr>
          <p:xfrm>
            <a:off x="3050780" y="2821781"/>
            <a:ext cx="8615362" cy="1214437"/>
          </p:xfrm>
          <a:graphic>
            <a:graphicData uri="http://schemas.openxmlformats.org/presentationml/2006/ole">
              <mc:AlternateContent xmlns:mc="http://schemas.openxmlformats.org/markup-compatibility/2006">
                <mc:Choice xmlns:v="urn:schemas-microsoft-com:vml" Requires="v">
                  <p:oleObj name="Worksheet" r:id="rId5" imgW="8615550" imgH="1214203" progId="Excel.Sheet.12">
                    <p:embed/>
                  </p:oleObj>
                </mc:Choice>
                <mc:Fallback>
                  <p:oleObj name="Worksheet" r:id="rId5" imgW="8615550" imgH="1214203" progId="Excel.Sheet.12">
                    <p:embed/>
                    <p:pic>
                      <p:nvPicPr>
                        <p:cNvPr id="2" name="Object 1">
                          <a:extLst>
                            <a:ext uri="{FF2B5EF4-FFF2-40B4-BE49-F238E27FC236}">
                              <a16:creationId xmlns:a16="http://schemas.microsoft.com/office/drawing/2014/main" id="{47FF2467-B382-6C60-27AD-082DC2AA6117}"/>
                            </a:ext>
                          </a:extLst>
                        </p:cNvPr>
                        <p:cNvPicPr/>
                        <p:nvPr/>
                      </p:nvPicPr>
                      <p:blipFill>
                        <a:blip r:embed="rId6"/>
                        <a:stretch>
                          <a:fillRect/>
                        </a:stretch>
                      </p:blipFill>
                      <p:spPr>
                        <a:xfrm>
                          <a:off x="3050780" y="2821781"/>
                          <a:ext cx="8615362" cy="1214437"/>
                        </a:xfrm>
                        <a:prstGeom prst="rect">
                          <a:avLst/>
                        </a:prstGeom>
                      </p:spPr>
                    </p:pic>
                  </p:oleObj>
                </mc:Fallback>
              </mc:AlternateContent>
            </a:graphicData>
          </a:graphic>
        </p:graphicFrame>
        <p:grpSp>
          <p:nvGrpSpPr>
            <p:cNvPr id="17" name="Group 16">
              <a:extLst>
                <a:ext uri="{FF2B5EF4-FFF2-40B4-BE49-F238E27FC236}">
                  <a16:creationId xmlns:a16="http://schemas.microsoft.com/office/drawing/2014/main" id="{F9D43584-E0E2-D1DE-4E6D-A153589ACD24}"/>
                </a:ext>
              </a:extLst>
            </p:cNvPr>
            <p:cNvGrpSpPr/>
            <p:nvPr/>
          </p:nvGrpSpPr>
          <p:grpSpPr>
            <a:xfrm>
              <a:off x="3911271" y="3015928"/>
              <a:ext cx="7798948" cy="1020290"/>
              <a:chOff x="3911271" y="3015928"/>
              <a:chExt cx="7798948" cy="1020290"/>
            </a:xfrm>
          </p:grpSpPr>
          <p:sp>
            <p:nvSpPr>
              <p:cNvPr id="3" name="Rectangle 2">
                <a:extLst>
                  <a:ext uri="{FF2B5EF4-FFF2-40B4-BE49-F238E27FC236}">
                    <a16:creationId xmlns:a16="http://schemas.microsoft.com/office/drawing/2014/main" id="{D3E20987-3523-09D0-6C4B-A1B6D1748F34}"/>
                  </a:ext>
                </a:extLst>
              </p:cNvPr>
              <p:cNvSpPr/>
              <p:nvPr/>
            </p:nvSpPr>
            <p:spPr>
              <a:xfrm>
                <a:off x="7710456" y="3363243"/>
                <a:ext cx="2064775" cy="347316"/>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D9BF46E-10C2-37AC-4382-36FCA1B56F10}"/>
                  </a:ext>
                </a:extLst>
              </p:cNvPr>
              <p:cNvSpPr/>
              <p:nvPr/>
            </p:nvSpPr>
            <p:spPr>
              <a:xfrm>
                <a:off x="10306173" y="3688902"/>
                <a:ext cx="1404046" cy="347316"/>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42E855FF-017E-1A2D-544E-1E1BC2BC5614}"/>
                  </a:ext>
                </a:extLst>
              </p:cNvPr>
              <p:cNvSpPr/>
              <p:nvPr/>
            </p:nvSpPr>
            <p:spPr>
              <a:xfrm>
                <a:off x="3911271" y="3688902"/>
                <a:ext cx="1992999" cy="347316"/>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ECDD256-31BE-7293-D672-450AF875197C}"/>
                  </a:ext>
                </a:extLst>
              </p:cNvPr>
              <p:cNvSpPr/>
              <p:nvPr/>
            </p:nvSpPr>
            <p:spPr>
              <a:xfrm>
                <a:off x="7710455" y="3015928"/>
                <a:ext cx="2725503" cy="347316"/>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
        <p:nvSpPr>
          <p:cNvPr id="21" name="Content Placeholder 7">
            <a:extLst>
              <a:ext uri="{FF2B5EF4-FFF2-40B4-BE49-F238E27FC236}">
                <a16:creationId xmlns:a16="http://schemas.microsoft.com/office/drawing/2014/main" id="{CD4F8418-B4E3-5F2D-948E-5CB1128390C8}"/>
              </a:ext>
            </a:extLst>
          </p:cNvPr>
          <p:cNvSpPr txBox="1">
            <a:spLocks/>
          </p:cNvSpPr>
          <p:nvPr/>
        </p:nvSpPr>
        <p:spPr>
          <a:xfrm>
            <a:off x="504798" y="5071420"/>
            <a:ext cx="1118097" cy="285412"/>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0" indent="-285750">
              <a:buClr>
                <a:srgbClr val="0058FF"/>
              </a:buClr>
              <a:buFont typeface="Arial" panose="020B0604020202020204" pitchFamily="34" charset="0"/>
              <a:buChar char="•"/>
              <a:defRPr/>
            </a:pPr>
            <a:r>
              <a:rPr lang="en-US" sz="2200" b="1" dirty="0">
                <a:solidFill>
                  <a:srgbClr val="FF6700"/>
                </a:solidFill>
                <a:latin typeface="Myriad for Rabobank"/>
              </a:rPr>
              <a:t>Soy</a:t>
            </a:r>
          </a:p>
        </p:txBody>
      </p:sp>
      <p:cxnSp>
        <p:nvCxnSpPr>
          <p:cNvPr id="23" name="Straight Connector 22">
            <a:extLst>
              <a:ext uri="{FF2B5EF4-FFF2-40B4-BE49-F238E27FC236}">
                <a16:creationId xmlns:a16="http://schemas.microsoft.com/office/drawing/2014/main" id="{4906E4EC-C451-28C4-9F23-184CF78B7F60}"/>
              </a:ext>
            </a:extLst>
          </p:cNvPr>
          <p:cNvCxnSpPr>
            <a:cxnSpLocks/>
          </p:cNvCxnSpPr>
          <p:nvPr/>
        </p:nvCxnSpPr>
        <p:spPr>
          <a:xfrm flipV="1">
            <a:off x="3008671" y="2990973"/>
            <a:ext cx="0" cy="3730502"/>
          </a:xfrm>
          <a:prstGeom prst="line">
            <a:avLst/>
          </a:prstGeom>
          <a:ln w="63500">
            <a:solidFill>
              <a:srgbClr val="7030A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5CB8AFB-2B40-F9C2-A819-E2875578797D}"/>
              </a:ext>
            </a:extLst>
          </p:cNvPr>
          <p:cNvSpPr txBox="1"/>
          <p:nvPr/>
        </p:nvSpPr>
        <p:spPr>
          <a:xfrm flipH="1">
            <a:off x="2591266" y="2588300"/>
            <a:ext cx="1063360" cy="430887"/>
          </a:xfrm>
          <a:prstGeom prst="rect">
            <a:avLst/>
          </a:prstGeom>
          <a:noFill/>
        </p:spPr>
        <p:txBody>
          <a:bodyPr wrap="square" rtlCol="0">
            <a:spAutoFit/>
          </a:bodyPr>
          <a:lstStyle/>
          <a:p>
            <a:r>
              <a:rPr lang="en-US" sz="2200" b="1" dirty="0">
                <a:solidFill>
                  <a:srgbClr val="7030A0"/>
                </a:solidFill>
              </a:rPr>
              <a:t>Iran</a:t>
            </a:r>
          </a:p>
        </p:txBody>
      </p:sp>
      <p:sp>
        <p:nvSpPr>
          <p:cNvPr id="28" name="Rectangle 27">
            <a:extLst>
              <a:ext uri="{FF2B5EF4-FFF2-40B4-BE49-F238E27FC236}">
                <a16:creationId xmlns:a16="http://schemas.microsoft.com/office/drawing/2014/main" id="{F4E1D297-AD56-9040-2C86-A42D45651B70}"/>
              </a:ext>
            </a:extLst>
          </p:cNvPr>
          <p:cNvSpPr/>
          <p:nvPr/>
        </p:nvSpPr>
        <p:spPr>
          <a:xfrm>
            <a:off x="1685872" y="6014882"/>
            <a:ext cx="2138891" cy="430887"/>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96732401-3BFE-6ABB-15FD-ADFD119906CC}"/>
              </a:ext>
            </a:extLst>
          </p:cNvPr>
          <p:cNvSpPr/>
          <p:nvPr/>
        </p:nvSpPr>
        <p:spPr>
          <a:xfrm>
            <a:off x="6573227" y="5583995"/>
            <a:ext cx="2138891" cy="430887"/>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B0D0588-E84E-F15E-B0B8-9345E2BD388A}"/>
              </a:ext>
            </a:extLst>
          </p:cNvPr>
          <p:cNvSpPr/>
          <p:nvPr/>
        </p:nvSpPr>
        <p:spPr>
          <a:xfrm>
            <a:off x="8679967" y="6014882"/>
            <a:ext cx="1483364" cy="430887"/>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2AF1FFD1-0931-9E80-5627-8FA0748DE1CB}"/>
              </a:ext>
            </a:extLst>
          </p:cNvPr>
          <p:cNvSpPr/>
          <p:nvPr/>
        </p:nvSpPr>
        <p:spPr>
          <a:xfrm>
            <a:off x="2428654" y="5214126"/>
            <a:ext cx="2750666" cy="430887"/>
          </a:xfrm>
          <a:prstGeom prst="rect">
            <a:avLst/>
          </a:prstGeom>
          <a:noFill/>
          <a:ln w="381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12964701-B12D-86EB-B1E5-E6F57A8B0E2C}"/>
              </a:ext>
            </a:extLst>
          </p:cNvPr>
          <p:cNvSpPr txBox="1"/>
          <p:nvPr/>
        </p:nvSpPr>
        <p:spPr>
          <a:xfrm>
            <a:off x="10385724" y="3372332"/>
            <a:ext cx="1206122" cy="923330"/>
          </a:xfrm>
          <a:prstGeom prst="rect">
            <a:avLst/>
          </a:prstGeom>
          <a:noFill/>
        </p:spPr>
        <p:txBody>
          <a:bodyPr wrap="square" rtlCol="0">
            <a:spAutoFit/>
          </a:bodyPr>
          <a:lstStyle/>
          <a:p>
            <a:r>
              <a:rPr lang="en-US" b="1" dirty="0">
                <a:solidFill>
                  <a:schemeClr val="accent3"/>
                </a:solidFill>
              </a:rPr>
              <a:t>Fertilizer purchase window</a:t>
            </a:r>
          </a:p>
        </p:txBody>
      </p:sp>
      <p:sp>
        <p:nvSpPr>
          <p:cNvPr id="40" name="TextBox 39">
            <a:extLst>
              <a:ext uri="{FF2B5EF4-FFF2-40B4-BE49-F238E27FC236}">
                <a16:creationId xmlns:a16="http://schemas.microsoft.com/office/drawing/2014/main" id="{BCAA584F-78F6-49B2-FE44-DEA176C170C4}"/>
              </a:ext>
            </a:extLst>
          </p:cNvPr>
          <p:cNvSpPr txBox="1"/>
          <p:nvPr/>
        </p:nvSpPr>
        <p:spPr>
          <a:xfrm>
            <a:off x="10385724" y="4443270"/>
            <a:ext cx="1206122" cy="369332"/>
          </a:xfrm>
          <a:prstGeom prst="rect">
            <a:avLst/>
          </a:prstGeom>
          <a:noFill/>
        </p:spPr>
        <p:txBody>
          <a:bodyPr wrap="square" rtlCol="0">
            <a:spAutoFit/>
          </a:bodyPr>
          <a:lstStyle/>
          <a:p>
            <a:r>
              <a:rPr lang="en-US" b="1" dirty="0">
                <a:solidFill>
                  <a:srgbClr val="70AD47"/>
                </a:solidFill>
              </a:rPr>
              <a:t>Planting</a:t>
            </a:r>
          </a:p>
        </p:txBody>
      </p:sp>
      <p:sp>
        <p:nvSpPr>
          <p:cNvPr id="42" name="TextBox 41">
            <a:extLst>
              <a:ext uri="{FF2B5EF4-FFF2-40B4-BE49-F238E27FC236}">
                <a16:creationId xmlns:a16="http://schemas.microsoft.com/office/drawing/2014/main" id="{583874FE-7230-1A9A-4E5F-1C04A266B0EB}"/>
              </a:ext>
            </a:extLst>
          </p:cNvPr>
          <p:cNvSpPr txBox="1"/>
          <p:nvPr/>
        </p:nvSpPr>
        <p:spPr>
          <a:xfrm>
            <a:off x="10387219" y="4942564"/>
            <a:ext cx="1206122" cy="369332"/>
          </a:xfrm>
          <a:prstGeom prst="rect">
            <a:avLst/>
          </a:prstGeom>
          <a:noFill/>
        </p:spPr>
        <p:txBody>
          <a:bodyPr wrap="square" rtlCol="0">
            <a:spAutoFit/>
          </a:bodyPr>
          <a:lstStyle/>
          <a:p>
            <a:r>
              <a:rPr lang="en-US" b="1" dirty="0">
                <a:solidFill>
                  <a:schemeClr val="accent4"/>
                </a:solidFill>
              </a:rPr>
              <a:t>Harvest</a:t>
            </a:r>
          </a:p>
        </p:txBody>
      </p:sp>
      <p:sp>
        <p:nvSpPr>
          <p:cNvPr id="44" name="TextBox 43">
            <a:extLst>
              <a:ext uri="{FF2B5EF4-FFF2-40B4-BE49-F238E27FC236}">
                <a16:creationId xmlns:a16="http://schemas.microsoft.com/office/drawing/2014/main" id="{89664B24-06A6-F3F1-938A-2E1C09248B42}"/>
              </a:ext>
            </a:extLst>
          </p:cNvPr>
          <p:cNvSpPr txBox="1"/>
          <p:nvPr/>
        </p:nvSpPr>
        <p:spPr>
          <a:xfrm>
            <a:off x="10387219" y="5430106"/>
            <a:ext cx="1206122" cy="369332"/>
          </a:xfrm>
          <a:prstGeom prst="rect">
            <a:avLst/>
          </a:prstGeom>
          <a:noFill/>
        </p:spPr>
        <p:txBody>
          <a:bodyPr wrap="square" rtlCol="0">
            <a:spAutoFit/>
          </a:bodyPr>
          <a:lstStyle/>
          <a:p>
            <a:r>
              <a:rPr lang="en-US" b="1" dirty="0">
                <a:solidFill>
                  <a:schemeClr val="accent6">
                    <a:lumMod val="75000"/>
                  </a:schemeClr>
                </a:solidFill>
              </a:rPr>
              <a:t>Growth</a:t>
            </a:r>
          </a:p>
        </p:txBody>
      </p:sp>
    </p:spTree>
    <p:extLst>
      <p:ext uri="{BB962C8B-B14F-4D97-AF65-F5344CB8AC3E}">
        <p14:creationId xmlns:p14="http://schemas.microsoft.com/office/powerpoint/2010/main" val="155820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ECDC3-FF40-40AB-9EAB-0E67BB1C0EF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CE24ABA-3F01-F19D-319B-D75DDDAB8920}"/>
              </a:ext>
            </a:extLst>
          </p:cNvPr>
          <p:cNvSpPr>
            <a:spLocks noGrp="1"/>
          </p:cNvSpPr>
          <p:nvPr>
            <p:ph type="title"/>
          </p:nvPr>
        </p:nvSpPr>
        <p:spPr>
          <a:xfrm>
            <a:off x="623102" y="224741"/>
            <a:ext cx="11161577" cy="640585"/>
          </a:xfrm>
        </p:spPr>
        <p:txBody>
          <a:bodyPr/>
          <a:lstStyle/>
          <a:p>
            <a:r>
              <a:rPr lang="en-US" dirty="0"/>
              <a:t>2026 US soybean yields</a:t>
            </a:r>
          </a:p>
        </p:txBody>
      </p:sp>
      <p:sp>
        <p:nvSpPr>
          <p:cNvPr id="4" name="Slide Number Placeholder 3">
            <a:extLst>
              <a:ext uri="{FF2B5EF4-FFF2-40B4-BE49-F238E27FC236}">
                <a16:creationId xmlns:a16="http://schemas.microsoft.com/office/drawing/2014/main" id="{806BA6FD-DECF-21EC-181E-7B38EE30750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10" name="Content Placeholder 7">
            <a:extLst>
              <a:ext uri="{FF2B5EF4-FFF2-40B4-BE49-F238E27FC236}">
                <a16:creationId xmlns:a16="http://schemas.microsoft.com/office/drawing/2014/main" id="{45A03CBE-0465-3A58-F934-3D2ADF799066}"/>
              </a:ext>
            </a:extLst>
          </p:cNvPr>
          <p:cNvSpPr txBox="1">
            <a:spLocks/>
          </p:cNvSpPr>
          <p:nvPr/>
        </p:nvSpPr>
        <p:spPr>
          <a:xfrm>
            <a:off x="287189" y="6633259"/>
            <a:ext cx="2133722" cy="17545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1000" dirty="0">
                <a:solidFill>
                  <a:srgbClr val="363A3B"/>
                </a:solidFill>
                <a:latin typeface="Myriad for Rabobank"/>
              </a:rPr>
              <a:t>Source: US EPA</a:t>
            </a:r>
            <a:endParaRPr kumimoji="0" lang="en-US" sz="1000"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1" name="Content Placeholder 7">
            <a:extLst>
              <a:ext uri="{FF2B5EF4-FFF2-40B4-BE49-F238E27FC236}">
                <a16:creationId xmlns:a16="http://schemas.microsoft.com/office/drawing/2014/main" id="{31E9D608-E2E8-878C-7430-9B9D640B062B}"/>
              </a:ext>
            </a:extLst>
          </p:cNvPr>
          <p:cNvSpPr txBox="1">
            <a:spLocks/>
          </p:cNvSpPr>
          <p:nvPr/>
        </p:nvSpPr>
        <p:spPr>
          <a:xfrm>
            <a:off x="6490849" y="6633259"/>
            <a:ext cx="2133722" cy="17545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1000" dirty="0">
                <a:solidFill>
                  <a:srgbClr val="363A3B"/>
                </a:solidFill>
                <a:latin typeface="Myriad for Rabobank"/>
              </a:rPr>
              <a:t>Source: WTO trade statistics</a:t>
            </a:r>
            <a:endParaRPr kumimoji="0" lang="en-US" sz="1000"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8" name="Content Placeholder 7">
            <a:extLst>
              <a:ext uri="{FF2B5EF4-FFF2-40B4-BE49-F238E27FC236}">
                <a16:creationId xmlns:a16="http://schemas.microsoft.com/office/drawing/2014/main" id="{26468A6E-AD64-B811-EEBB-3CBCBDB56872}"/>
              </a:ext>
            </a:extLst>
          </p:cNvPr>
          <p:cNvSpPr txBox="1">
            <a:spLocks/>
          </p:cNvSpPr>
          <p:nvPr/>
        </p:nvSpPr>
        <p:spPr>
          <a:xfrm>
            <a:off x="1158048" y="2208614"/>
            <a:ext cx="4266150" cy="200726"/>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b="1" dirty="0">
                <a:solidFill>
                  <a:srgbClr val="363A3B"/>
                </a:solidFill>
                <a:latin typeface="Myriad for Rabobank"/>
              </a:rPr>
              <a:t>Mid-Sept. – crop condition / yield correlation</a:t>
            </a:r>
            <a:endParaRPr kumimoji="0" lang="en-US"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2" name="Chart 1">
            <a:extLst>
              <a:ext uri="{FF2B5EF4-FFF2-40B4-BE49-F238E27FC236}">
                <a16:creationId xmlns:a16="http://schemas.microsoft.com/office/drawing/2014/main" id="{AC34C28C-8E32-4D2B-AF13-D369B1BFAD33}"/>
              </a:ext>
            </a:extLst>
          </p:cNvPr>
          <p:cNvGraphicFramePr>
            <a:graphicFrameLocks/>
          </p:cNvGraphicFramePr>
          <p:nvPr>
            <p:extLst>
              <p:ext uri="{D42A27DB-BD31-4B8C-83A1-F6EECF244321}">
                <p14:modId xmlns:p14="http://schemas.microsoft.com/office/powerpoint/2010/main" val="2742710332"/>
              </p:ext>
            </p:extLst>
          </p:nvPr>
        </p:nvGraphicFramePr>
        <p:xfrm>
          <a:off x="174170" y="2428632"/>
          <a:ext cx="5585927" cy="398460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A884A609-2C98-EAB3-FA7D-2A28466F14C2}"/>
              </a:ext>
            </a:extLst>
          </p:cNvPr>
          <p:cNvGraphicFramePr>
            <a:graphicFrameLocks/>
          </p:cNvGraphicFramePr>
          <p:nvPr>
            <p:extLst>
              <p:ext uri="{D42A27DB-BD31-4B8C-83A1-F6EECF244321}">
                <p14:modId xmlns:p14="http://schemas.microsoft.com/office/powerpoint/2010/main" val="3895127526"/>
              </p:ext>
            </p:extLst>
          </p:nvPr>
        </p:nvGraphicFramePr>
        <p:xfrm>
          <a:off x="6431905" y="2627976"/>
          <a:ext cx="5352774" cy="3443288"/>
        </p:xfrm>
        <a:graphic>
          <a:graphicData uri="http://schemas.openxmlformats.org/drawingml/2006/chart">
            <c:chart xmlns:c="http://schemas.openxmlformats.org/drawingml/2006/chart" xmlns:r="http://schemas.openxmlformats.org/officeDocument/2006/relationships" r:id="rId4"/>
          </a:graphicData>
        </a:graphic>
      </p:graphicFrame>
      <p:sp>
        <p:nvSpPr>
          <p:cNvPr id="9" name="Content Placeholder 7">
            <a:extLst>
              <a:ext uri="{FF2B5EF4-FFF2-40B4-BE49-F238E27FC236}">
                <a16:creationId xmlns:a16="http://schemas.microsoft.com/office/drawing/2014/main" id="{BF22626B-1159-5B57-8838-0195A204DB13}"/>
              </a:ext>
            </a:extLst>
          </p:cNvPr>
          <p:cNvSpPr txBox="1">
            <a:spLocks/>
          </p:cNvSpPr>
          <p:nvPr/>
        </p:nvSpPr>
        <p:spPr>
          <a:xfrm>
            <a:off x="7331804" y="2191789"/>
            <a:ext cx="4266150" cy="200726"/>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b="1" dirty="0">
                <a:solidFill>
                  <a:srgbClr val="363A3B"/>
                </a:solidFill>
                <a:latin typeface="Myriad for Rabobank"/>
              </a:rPr>
              <a:t>Mid-Sept. – crop condition / yield correlation</a:t>
            </a:r>
            <a:endParaRPr kumimoji="0" lang="en-US"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3" name="Content Placeholder 7">
            <a:extLst>
              <a:ext uri="{FF2B5EF4-FFF2-40B4-BE49-F238E27FC236}">
                <a16:creationId xmlns:a16="http://schemas.microsoft.com/office/drawing/2014/main" id="{E48FE75B-9007-D747-0ABC-1179AAF466BB}"/>
              </a:ext>
            </a:extLst>
          </p:cNvPr>
          <p:cNvSpPr txBox="1">
            <a:spLocks/>
          </p:cNvSpPr>
          <p:nvPr/>
        </p:nvSpPr>
        <p:spPr>
          <a:xfrm>
            <a:off x="623102" y="962164"/>
            <a:ext cx="11477192" cy="36512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kumimoji="0" lang="en-US" sz="1800" b="1" i="0" u="none" strike="noStrike" kern="1200" cap="none" spc="0" normalizeH="0" baseline="0" noProof="0" dirty="0">
                <a:ln>
                  <a:noFill/>
                </a:ln>
                <a:solidFill>
                  <a:srgbClr val="FF6700"/>
                </a:solidFill>
                <a:effectLst/>
                <a:uLnTx/>
                <a:uFillTx/>
                <a:latin typeface="Myriad for Rabobank"/>
                <a:ea typeface="+mn-ea"/>
                <a:cs typeface="+mn-cs"/>
              </a:rPr>
              <a:t>Current soybean yield projection is 53 </a:t>
            </a:r>
            <a:r>
              <a:rPr kumimoji="0" lang="en-US" sz="1800" b="1" i="0" u="none" strike="noStrike" kern="1200" cap="none" spc="0" normalizeH="0" baseline="0" noProof="0" dirty="0" err="1">
                <a:ln>
                  <a:noFill/>
                </a:ln>
                <a:solidFill>
                  <a:srgbClr val="FF6700"/>
                </a:solidFill>
                <a:effectLst/>
                <a:uLnTx/>
                <a:uFillTx/>
                <a:latin typeface="Myriad for Rabobank"/>
                <a:ea typeface="+mn-ea"/>
                <a:cs typeface="+mn-cs"/>
              </a:rPr>
              <a:t>bu</a:t>
            </a:r>
            <a:r>
              <a:rPr kumimoji="0" lang="en-US" sz="1800" b="1" i="0" u="none" strike="noStrike" kern="1200" cap="none" spc="0" normalizeH="0" baseline="0" noProof="0" dirty="0">
                <a:ln>
                  <a:noFill/>
                </a:ln>
                <a:solidFill>
                  <a:srgbClr val="FF6700"/>
                </a:solidFill>
                <a:effectLst/>
                <a:uLnTx/>
                <a:uFillTx/>
                <a:latin typeface="Myriad for Rabobank"/>
                <a:ea typeface="+mn-ea"/>
                <a:cs typeface="+mn-cs"/>
              </a:rPr>
              <a:t>/acre – 101% of trend</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But, soy yield estimates will become much more accurate in the next two weeks</a:t>
            </a:r>
            <a:endParaRPr kumimoji="0" lang="en-US" sz="1800" b="0" i="0" u="none" strike="noStrike" kern="1200" cap="none" spc="0" normalizeH="0" baseline="0" noProof="0" dirty="0">
              <a:ln>
                <a:noFill/>
              </a:ln>
              <a:solidFill>
                <a:srgbClr val="FF6700"/>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Tree>
    <p:extLst>
      <p:ext uri="{BB962C8B-B14F-4D97-AF65-F5344CB8AC3E}">
        <p14:creationId xmlns:p14="http://schemas.microsoft.com/office/powerpoint/2010/main" val="265878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C5ED8-6489-4089-AB1F-FDB0660338F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B1E142B-F08F-AC4B-BABF-E9D37EB87F46}"/>
              </a:ext>
            </a:extLst>
          </p:cNvPr>
          <p:cNvSpPr>
            <a:spLocks noGrp="1"/>
          </p:cNvSpPr>
          <p:nvPr>
            <p:ph type="title"/>
          </p:nvPr>
        </p:nvSpPr>
        <p:spPr>
          <a:xfrm>
            <a:off x="623102" y="224741"/>
            <a:ext cx="11161577" cy="640585"/>
          </a:xfrm>
        </p:spPr>
        <p:txBody>
          <a:bodyPr/>
          <a:lstStyle/>
          <a:p>
            <a:r>
              <a:rPr lang="en-US" dirty="0"/>
              <a:t>2026 US corn yields</a:t>
            </a:r>
          </a:p>
        </p:txBody>
      </p:sp>
      <p:sp>
        <p:nvSpPr>
          <p:cNvPr id="4" name="Slide Number Placeholder 3">
            <a:extLst>
              <a:ext uri="{FF2B5EF4-FFF2-40B4-BE49-F238E27FC236}">
                <a16:creationId xmlns:a16="http://schemas.microsoft.com/office/drawing/2014/main" id="{364BB2BE-1221-C61B-AA36-FD02B4392A7C}"/>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10" name="Content Placeholder 7">
            <a:extLst>
              <a:ext uri="{FF2B5EF4-FFF2-40B4-BE49-F238E27FC236}">
                <a16:creationId xmlns:a16="http://schemas.microsoft.com/office/drawing/2014/main" id="{3321E819-33F1-64A4-A159-8EBE817E4F89}"/>
              </a:ext>
            </a:extLst>
          </p:cNvPr>
          <p:cNvSpPr txBox="1">
            <a:spLocks/>
          </p:cNvSpPr>
          <p:nvPr/>
        </p:nvSpPr>
        <p:spPr>
          <a:xfrm>
            <a:off x="287189" y="6633259"/>
            <a:ext cx="2133722" cy="17545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1000" dirty="0">
                <a:solidFill>
                  <a:srgbClr val="363A3B"/>
                </a:solidFill>
                <a:latin typeface="Myriad for Rabobank"/>
              </a:rPr>
              <a:t>Source: US EPA</a:t>
            </a:r>
            <a:endParaRPr kumimoji="0" lang="en-US" sz="1000"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1" name="Content Placeholder 7">
            <a:extLst>
              <a:ext uri="{FF2B5EF4-FFF2-40B4-BE49-F238E27FC236}">
                <a16:creationId xmlns:a16="http://schemas.microsoft.com/office/drawing/2014/main" id="{001F7257-364D-87B6-485D-380E07A95A98}"/>
              </a:ext>
            </a:extLst>
          </p:cNvPr>
          <p:cNvSpPr txBox="1">
            <a:spLocks/>
          </p:cNvSpPr>
          <p:nvPr/>
        </p:nvSpPr>
        <p:spPr>
          <a:xfrm>
            <a:off x="6490849" y="6633259"/>
            <a:ext cx="2133722" cy="17545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1000" dirty="0">
                <a:solidFill>
                  <a:srgbClr val="363A3B"/>
                </a:solidFill>
                <a:latin typeface="Myriad for Rabobank"/>
              </a:rPr>
              <a:t>Source: WTO trade statistics</a:t>
            </a:r>
            <a:endParaRPr kumimoji="0" lang="en-US" sz="1000"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8" name="Content Placeholder 7">
            <a:extLst>
              <a:ext uri="{FF2B5EF4-FFF2-40B4-BE49-F238E27FC236}">
                <a16:creationId xmlns:a16="http://schemas.microsoft.com/office/drawing/2014/main" id="{F6B13ECF-001C-C04A-DA0E-431E6A0E095D}"/>
              </a:ext>
            </a:extLst>
          </p:cNvPr>
          <p:cNvSpPr txBox="1">
            <a:spLocks/>
          </p:cNvSpPr>
          <p:nvPr/>
        </p:nvSpPr>
        <p:spPr>
          <a:xfrm>
            <a:off x="1158048" y="2208614"/>
            <a:ext cx="4266150" cy="200726"/>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b="1" dirty="0">
                <a:solidFill>
                  <a:srgbClr val="363A3B"/>
                </a:solidFill>
                <a:latin typeface="Myriad for Rabobank"/>
              </a:rPr>
              <a:t>Mid-Sept. – crop condition / yield correlation</a:t>
            </a:r>
            <a:endParaRPr kumimoji="0" lang="en-US"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9" name="Content Placeholder 7">
            <a:extLst>
              <a:ext uri="{FF2B5EF4-FFF2-40B4-BE49-F238E27FC236}">
                <a16:creationId xmlns:a16="http://schemas.microsoft.com/office/drawing/2014/main" id="{46A9C4AA-C3F7-7260-8969-563317B15635}"/>
              </a:ext>
            </a:extLst>
          </p:cNvPr>
          <p:cNvSpPr txBox="1">
            <a:spLocks/>
          </p:cNvSpPr>
          <p:nvPr/>
        </p:nvSpPr>
        <p:spPr>
          <a:xfrm>
            <a:off x="7331804" y="2191789"/>
            <a:ext cx="4266150" cy="200726"/>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b="1" dirty="0">
                <a:solidFill>
                  <a:srgbClr val="363A3B"/>
                </a:solidFill>
                <a:latin typeface="Myriad for Rabobank"/>
              </a:rPr>
              <a:t>Mid-Sept. – crop condition / yield correlation</a:t>
            </a:r>
            <a:endParaRPr kumimoji="0" lang="en-US"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3" name="Content Placeholder 7">
            <a:extLst>
              <a:ext uri="{FF2B5EF4-FFF2-40B4-BE49-F238E27FC236}">
                <a16:creationId xmlns:a16="http://schemas.microsoft.com/office/drawing/2014/main" id="{3F21B7C2-B5BB-30F3-3630-2FE5F8C6ACA3}"/>
              </a:ext>
            </a:extLst>
          </p:cNvPr>
          <p:cNvSpPr txBox="1">
            <a:spLocks/>
          </p:cNvSpPr>
          <p:nvPr/>
        </p:nvSpPr>
        <p:spPr>
          <a:xfrm>
            <a:off x="623102" y="962164"/>
            <a:ext cx="11477192" cy="36512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kumimoji="0" lang="en-US" sz="1800" b="1" i="0" u="none" strike="noStrike" kern="1200" cap="none" spc="0" normalizeH="0" baseline="0" noProof="0" dirty="0">
                <a:ln>
                  <a:noFill/>
                </a:ln>
                <a:solidFill>
                  <a:srgbClr val="FF6700"/>
                </a:solidFill>
                <a:effectLst/>
                <a:uLnTx/>
                <a:uFillTx/>
                <a:latin typeface="Myriad for Rabobank"/>
                <a:ea typeface="+mn-ea"/>
                <a:cs typeface="+mn-cs"/>
              </a:rPr>
              <a:t>The consistent trend in yield improvements has made it hard to bet against US corn</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Even with corn at 57% good/excellent condition – yields of 180 </a:t>
            </a:r>
            <a:r>
              <a:rPr lang="en-US" sz="1800" b="1" dirty="0" err="1">
                <a:solidFill>
                  <a:srgbClr val="FF6700"/>
                </a:solidFill>
                <a:latin typeface="Myriad for Rabobank"/>
              </a:rPr>
              <a:t>bu</a:t>
            </a:r>
            <a:r>
              <a:rPr lang="en-US" sz="1800" b="1" dirty="0">
                <a:solidFill>
                  <a:srgbClr val="FF6700"/>
                </a:solidFill>
                <a:latin typeface="Myriad for Rabobank"/>
              </a:rPr>
              <a:t>/acre can be expected</a:t>
            </a:r>
            <a:endParaRPr kumimoji="0" lang="en-US" sz="1800" b="0" i="0" u="none" strike="noStrike" kern="1200" cap="none" spc="0" normalizeH="0" baseline="0" noProof="0" dirty="0">
              <a:ln>
                <a:noFill/>
              </a:ln>
              <a:solidFill>
                <a:srgbClr val="FF6700"/>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3" name="Chart 2">
            <a:extLst>
              <a:ext uri="{FF2B5EF4-FFF2-40B4-BE49-F238E27FC236}">
                <a16:creationId xmlns:a16="http://schemas.microsoft.com/office/drawing/2014/main" id="{E82ED1B8-7510-417E-A5E2-BDE7B62D2594}"/>
              </a:ext>
            </a:extLst>
          </p:cNvPr>
          <p:cNvGraphicFramePr>
            <a:graphicFrameLocks/>
          </p:cNvGraphicFramePr>
          <p:nvPr>
            <p:extLst>
              <p:ext uri="{D42A27DB-BD31-4B8C-83A1-F6EECF244321}">
                <p14:modId xmlns:p14="http://schemas.microsoft.com/office/powerpoint/2010/main" val="2510122995"/>
              </p:ext>
            </p:extLst>
          </p:nvPr>
        </p:nvGraphicFramePr>
        <p:xfrm>
          <a:off x="198007" y="2494384"/>
          <a:ext cx="5897993" cy="395617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C1573D02-38AF-2AF6-3869-FEFE88B8511C}"/>
              </a:ext>
            </a:extLst>
          </p:cNvPr>
          <p:cNvGraphicFramePr>
            <a:graphicFrameLocks/>
          </p:cNvGraphicFramePr>
          <p:nvPr>
            <p:extLst>
              <p:ext uri="{D42A27DB-BD31-4B8C-83A1-F6EECF244321}">
                <p14:modId xmlns:p14="http://schemas.microsoft.com/office/powerpoint/2010/main" val="3637527139"/>
              </p:ext>
            </p:extLst>
          </p:nvPr>
        </p:nvGraphicFramePr>
        <p:xfrm>
          <a:off x="6338571" y="2608674"/>
          <a:ext cx="5655422" cy="349354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510439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6A682-D7D5-D6B4-7B9F-3A157383BE7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538255C-8FB4-ED03-6E8E-00B4E8A85E24}"/>
              </a:ext>
            </a:extLst>
          </p:cNvPr>
          <p:cNvSpPr>
            <a:spLocks noGrp="1"/>
          </p:cNvSpPr>
          <p:nvPr>
            <p:ph type="title"/>
          </p:nvPr>
        </p:nvSpPr>
        <p:spPr>
          <a:xfrm>
            <a:off x="609600" y="585787"/>
            <a:ext cx="11434618" cy="640585"/>
          </a:xfrm>
        </p:spPr>
        <p:txBody>
          <a:bodyPr/>
          <a:lstStyle/>
          <a:p>
            <a:r>
              <a:rPr lang="en-US" dirty="0"/>
              <a:t>Temporary pause in Brazilian growth</a:t>
            </a:r>
          </a:p>
        </p:txBody>
      </p:sp>
      <p:sp>
        <p:nvSpPr>
          <p:cNvPr id="4" name="Slide Number Placeholder 3">
            <a:extLst>
              <a:ext uri="{FF2B5EF4-FFF2-40B4-BE49-F238E27FC236}">
                <a16:creationId xmlns:a16="http://schemas.microsoft.com/office/drawing/2014/main" id="{CD81D108-DE36-69E0-FAE7-F89102BAA05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5" name="Content Placeholder 7">
            <a:extLst>
              <a:ext uri="{FF2B5EF4-FFF2-40B4-BE49-F238E27FC236}">
                <a16:creationId xmlns:a16="http://schemas.microsoft.com/office/drawing/2014/main" id="{9BC6D59D-0E12-3C48-BAAC-3E397953865F}"/>
              </a:ext>
            </a:extLst>
          </p:cNvPr>
          <p:cNvSpPr txBox="1">
            <a:spLocks/>
          </p:cNvSpPr>
          <p:nvPr/>
        </p:nvSpPr>
        <p:spPr>
          <a:xfrm>
            <a:off x="857250" y="2323618"/>
            <a:ext cx="4810754" cy="46934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BZ corn and bean growth</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8" name="Content Placeholder 7">
            <a:extLst>
              <a:ext uri="{FF2B5EF4-FFF2-40B4-BE49-F238E27FC236}">
                <a16:creationId xmlns:a16="http://schemas.microsoft.com/office/drawing/2014/main" id="{3F6DAE1C-BF55-07A5-17B0-5809FFCACA34}"/>
              </a:ext>
            </a:extLst>
          </p:cNvPr>
          <p:cNvSpPr txBox="1">
            <a:spLocks/>
          </p:cNvSpPr>
          <p:nvPr/>
        </p:nvSpPr>
        <p:spPr>
          <a:xfrm>
            <a:off x="609600" y="1226372"/>
            <a:ext cx="11046691" cy="27742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2026/27 will mark the first pause in soy expansion in 20 years</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Brazilian corn export supremacy was short lived due to ethanol boom</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Conservatively, 70 million acres of expansion potential lie ahead</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mc:AlternateContent xmlns:mc="http://schemas.openxmlformats.org/markup-compatibility/2006">
        <mc:Choice xmlns:cx4="http://schemas.microsoft.com/office/drawing/2016/5/10/chartex" Requires="cx4">
          <p:graphicFrame>
            <p:nvGraphicFramePr>
              <p:cNvPr id="3" name="Chart 2">
                <a:extLst>
                  <a:ext uri="{FF2B5EF4-FFF2-40B4-BE49-F238E27FC236}">
                    <a16:creationId xmlns:a16="http://schemas.microsoft.com/office/drawing/2014/main" id="{287ABA94-EF41-AAB4-2CA1-79DD55C3AF94}"/>
                  </a:ext>
                </a:extLst>
              </p:cNvPr>
              <p:cNvGraphicFramePr/>
              <p:nvPr>
                <p:extLst>
                  <p:ext uri="{D42A27DB-BD31-4B8C-83A1-F6EECF244321}">
                    <p14:modId xmlns:p14="http://schemas.microsoft.com/office/powerpoint/2010/main" val="2285337542"/>
                  </p:ext>
                </p:extLst>
              </p:nvPr>
            </p:nvGraphicFramePr>
            <p:xfrm>
              <a:off x="6271491" y="2569029"/>
              <a:ext cx="4527138" cy="4214751"/>
            </p:xfrm>
            <a:graphic>
              <a:graphicData uri="http://schemas.microsoft.com/office/drawing/2014/chartex">
                <cx:chart xmlns:cx="http://schemas.microsoft.com/office/drawing/2014/chartex" xmlns:r="http://schemas.openxmlformats.org/officeDocument/2006/relationships" r:id="rId3"/>
              </a:graphicData>
            </a:graphic>
          </p:graphicFrame>
        </mc:Choice>
        <mc:Fallback>
          <p:pic>
            <p:nvPicPr>
              <p:cNvPr id="3" name="Chart 2">
                <a:extLst>
                  <a:ext uri="{FF2B5EF4-FFF2-40B4-BE49-F238E27FC236}">
                    <a16:creationId xmlns:a16="http://schemas.microsoft.com/office/drawing/2014/main" id="{287ABA94-EF41-AAB4-2CA1-79DD55C3AF94}"/>
                  </a:ext>
                </a:extLst>
              </p:cNvPr>
              <p:cNvPicPr>
                <a:picLocks noGrp="1" noRot="1" noChangeAspect="1" noMove="1" noResize="1" noEditPoints="1" noAdjustHandles="1" noChangeArrowheads="1" noChangeShapeType="1"/>
              </p:cNvPicPr>
              <p:nvPr/>
            </p:nvPicPr>
            <p:blipFill>
              <a:blip r:embed="rId4"/>
              <a:stretch>
                <a:fillRect/>
              </a:stretch>
            </p:blipFill>
            <p:spPr>
              <a:xfrm>
                <a:off x="6271491" y="2569029"/>
                <a:ext cx="4527138" cy="4214751"/>
              </a:xfrm>
              <a:prstGeom prst="rect">
                <a:avLst/>
              </a:prstGeom>
            </p:spPr>
          </p:pic>
        </mc:Fallback>
      </mc:AlternateContent>
      <p:sp>
        <p:nvSpPr>
          <p:cNvPr id="6" name="Content Placeholder 7">
            <a:extLst>
              <a:ext uri="{FF2B5EF4-FFF2-40B4-BE49-F238E27FC236}">
                <a16:creationId xmlns:a16="http://schemas.microsoft.com/office/drawing/2014/main" id="{F2787ADF-B559-16AF-82D5-8538581CD3C4}"/>
              </a:ext>
            </a:extLst>
          </p:cNvPr>
          <p:cNvSpPr txBox="1">
            <a:spLocks/>
          </p:cNvSpPr>
          <p:nvPr/>
        </p:nvSpPr>
        <p:spPr>
          <a:xfrm>
            <a:off x="6271491" y="2334356"/>
            <a:ext cx="4466729" cy="46934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Brazil row crop expansion potential</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2" name="Chart 1">
            <a:extLst>
              <a:ext uri="{FF2B5EF4-FFF2-40B4-BE49-F238E27FC236}">
                <a16:creationId xmlns:a16="http://schemas.microsoft.com/office/drawing/2014/main" id="{4633757C-2E9E-6CD6-E12D-776F80986A57}"/>
              </a:ext>
            </a:extLst>
          </p:cNvPr>
          <p:cNvGraphicFramePr>
            <a:graphicFrameLocks/>
          </p:cNvGraphicFramePr>
          <p:nvPr>
            <p:extLst>
              <p:ext uri="{D42A27DB-BD31-4B8C-83A1-F6EECF244321}">
                <p14:modId xmlns:p14="http://schemas.microsoft.com/office/powerpoint/2010/main" val="471056685"/>
              </p:ext>
            </p:extLst>
          </p:nvPr>
        </p:nvGraphicFramePr>
        <p:xfrm>
          <a:off x="609600" y="2824499"/>
          <a:ext cx="4292261" cy="3520223"/>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714687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89543-C506-D037-87EC-C119F2FD485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997A9B0-363A-D686-F2C9-03CC690D0FBD}"/>
              </a:ext>
            </a:extLst>
          </p:cNvPr>
          <p:cNvSpPr>
            <a:spLocks noGrp="1"/>
          </p:cNvSpPr>
          <p:nvPr>
            <p:ph type="title"/>
          </p:nvPr>
        </p:nvSpPr>
        <p:spPr>
          <a:xfrm>
            <a:off x="609600" y="585787"/>
            <a:ext cx="11434618" cy="640585"/>
          </a:xfrm>
        </p:spPr>
        <p:txBody>
          <a:bodyPr/>
          <a:lstStyle/>
          <a:p>
            <a:r>
              <a:rPr lang="en-US" dirty="0"/>
              <a:t>Crops roasting in western Europe</a:t>
            </a:r>
          </a:p>
        </p:txBody>
      </p:sp>
      <p:sp>
        <p:nvSpPr>
          <p:cNvPr id="4" name="Slide Number Placeholder 3">
            <a:extLst>
              <a:ext uri="{FF2B5EF4-FFF2-40B4-BE49-F238E27FC236}">
                <a16:creationId xmlns:a16="http://schemas.microsoft.com/office/drawing/2014/main" id="{111913FB-145D-6E7F-CC13-590392F592B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5" name="Content Placeholder 7">
            <a:extLst>
              <a:ext uri="{FF2B5EF4-FFF2-40B4-BE49-F238E27FC236}">
                <a16:creationId xmlns:a16="http://schemas.microsoft.com/office/drawing/2014/main" id="{787B4967-7ABE-746A-6C7E-82146001940C}"/>
              </a:ext>
            </a:extLst>
          </p:cNvPr>
          <p:cNvSpPr txBox="1">
            <a:spLocks/>
          </p:cNvSpPr>
          <p:nvPr/>
        </p:nvSpPr>
        <p:spPr>
          <a:xfrm>
            <a:off x="1045689" y="1799759"/>
            <a:ext cx="4810754" cy="46934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June 2026 average temperature anomaly</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8" name="Content Placeholder 7">
            <a:extLst>
              <a:ext uri="{FF2B5EF4-FFF2-40B4-BE49-F238E27FC236}">
                <a16:creationId xmlns:a16="http://schemas.microsoft.com/office/drawing/2014/main" id="{BA12A58C-111A-4AFB-551B-8F87104EC9E9}"/>
              </a:ext>
            </a:extLst>
          </p:cNvPr>
          <p:cNvSpPr txBox="1">
            <a:spLocks/>
          </p:cNvSpPr>
          <p:nvPr/>
        </p:nvSpPr>
        <p:spPr>
          <a:xfrm>
            <a:off x="803563" y="1293815"/>
            <a:ext cx="11046691" cy="27742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Smallest French corn crop in 50 years, smallest wheat crop in 50 years</a:t>
            </a:r>
          </a:p>
        </p:txBody>
      </p:sp>
      <p:sp>
        <p:nvSpPr>
          <p:cNvPr id="9" name="Content Placeholder 7">
            <a:extLst>
              <a:ext uri="{FF2B5EF4-FFF2-40B4-BE49-F238E27FC236}">
                <a16:creationId xmlns:a16="http://schemas.microsoft.com/office/drawing/2014/main" id="{E2E8BDEE-45F1-77A2-1FBC-D0499CFFDAC1}"/>
              </a:ext>
            </a:extLst>
          </p:cNvPr>
          <p:cNvSpPr txBox="1">
            <a:spLocks/>
          </p:cNvSpPr>
          <p:nvPr/>
        </p:nvSpPr>
        <p:spPr>
          <a:xfrm>
            <a:off x="7228115" y="1799759"/>
            <a:ext cx="4218000" cy="46934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French corn crop condition</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pic>
        <p:nvPicPr>
          <p:cNvPr id="11" name="Picture 10">
            <a:extLst>
              <a:ext uri="{FF2B5EF4-FFF2-40B4-BE49-F238E27FC236}">
                <a16:creationId xmlns:a16="http://schemas.microsoft.com/office/drawing/2014/main" id="{337F48A9-4C98-72A6-4E60-BBB068BB93F9}"/>
              </a:ext>
            </a:extLst>
          </p:cNvPr>
          <p:cNvPicPr>
            <a:picLocks noChangeAspect="1"/>
          </p:cNvPicPr>
          <p:nvPr/>
        </p:nvPicPr>
        <p:blipFill>
          <a:blip r:embed="rId3"/>
          <a:stretch>
            <a:fillRect/>
          </a:stretch>
        </p:blipFill>
        <p:spPr>
          <a:xfrm>
            <a:off x="981856" y="2119945"/>
            <a:ext cx="4928703" cy="4601529"/>
          </a:xfrm>
          <a:prstGeom prst="rect">
            <a:avLst/>
          </a:prstGeom>
        </p:spPr>
      </p:pic>
      <p:graphicFrame>
        <p:nvGraphicFramePr>
          <p:cNvPr id="2" name="Chart 1">
            <a:extLst>
              <a:ext uri="{FF2B5EF4-FFF2-40B4-BE49-F238E27FC236}">
                <a16:creationId xmlns:a16="http://schemas.microsoft.com/office/drawing/2014/main" id="{A9743357-BB59-6665-BBA3-2568D37C23BA}"/>
              </a:ext>
            </a:extLst>
          </p:cNvPr>
          <p:cNvGraphicFramePr>
            <a:graphicFrameLocks/>
          </p:cNvGraphicFramePr>
          <p:nvPr>
            <p:extLst>
              <p:ext uri="{D42A27DB-BD31-4B8C-83A1-F6EECF244321}">
                <p14:modId xmlns:p14="http://schemas.microsoft.com/office/powerpoint/2010/main" val="3088855559"/>
              </p:ext>
            </p:extLst>
          </p:nvPr>
        </p:nvGraphicFramePr>
        <p:xfrm>
          <a:off x="6635361" y="2362200"/>
          <a:ext cx="4679561" cy="385820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02599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8919A-9E81-50C1-8378-8B91C96B962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CBAC3EC-1150-080E-2922-F095693307A3}"/>
              </a:ext>
            </a:extLst>
          </p:cNvPr>
          <p:cNvSpPr>
            <a:spLocks noGrp="1"/>
          </p:cNvSpPr>
          <p:nvPr>
            <p:ph type="title"/>
          </p:nvPr>
        </p:nvSpPr>
        <p:spPr>
          <a:xfrm>
            <a:off x="609600" y="585787"/>
            <a:ext cx="11434618" cy="640585"/>
          </a:xfrm>
        </p:spPr>
        <p:txBody>
          <a:bodyPr/>
          <a:lstStyle/>
          <a:p>
            <a:r>
              <a:rPr lang="en-US" dirty="0"/>
              <a:t>Eastern European wheat locked in conflict</a:t>
            </a:r>
          </a:p>
        </p:txBody>
      </p:sp>
      <p:sp>
        <p:nvSpPr>
          <p:cNvPr id="4" name="Slide Number Placeholder 3">
            <a:extLst>
              <a:ext uri="{FF2B5EF4-FFF2-40B4-BE49-F238E27FC236}">
                <a16:creationId xmlns:a16="http://schemas.microsoft.com/office/drawing/2014/main" id="{C4F2BC69-D351-3C5A-EBDC-EC7D4158DD7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5" name="Content Placeholder 7">
            <a:extLst>
              <a:ext uri="{FF2B5EF4-FFF2-40B4-BE49-F238E27FC236}">
                <a16:creationId xmlns:a16="http://schemas.microsoft.com/office/drawing/2014/main" id="{3E3F4E1B-0748-EE0D-8A6C-8C1BB75C2293}"/>
              </a:ext>
            </a:extLst>
          </p:cNvPr>
          <p:cNvSpPr txBox="1">
            <a:spLocks/>
          </p:cNvSpPr>
          <p:nvPr/>
        </p:nvSpPr>
        <p:spPr>
          <a:xfrm>
            <a:off x="1495084" y="1947460"/>
            <a:ext cx="3010017" cy="46934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Golden Leo – 7/27/2026</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8" name="Content Placeholder 7">
            <a:extLst>
              <a:ext uri="{FF2B5EF4-FFF2-40B4-BE49-F238E27FC236}">
                <a16:creationId xmlns:a16="http://schemas.microsoft.com/office/drawing/2014/main" id="{0DAA8A20-C291-7057-7A5B-0F86BC2711C8}"/>
              </a:ext>
            </a:extLst>
          </p:cNvPr>
          <p:cNvSpPr txBox="1">
            <a:spLocks/>
          </p:cNvSpPr>
          <p:nvPr/>
        </p:nvSpPr>
        <p:spPr>
          <a:xfrm>
            <a:off x="609600" y="1141100"/>
            <a:ext cx="11046691" cy="27742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Smallest Russian wheat crop in 12 years</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Lowest wheat exports from region since conflict began</a:t>
            </a:r>
          </a:p>
        </p:txBody>
      </p:sp>
      <p:sp>
        <p:nvSpPr>
          <p:cNvPr id="9" name="Content Placeholder 7">
            <a:extLst>
              <a:ext uri="{FF2B5EF4-FFF2-40B4-BE49-F238E27FC236}">
                <a16:creationId xmlns:a16="http://schemas.microsoft.com/office/drawing/2014/main" id="{A1C598C0-99A2-291F-EA08-6D632F0665EB}"/>
              </a:ext>
            </a:extLst>
          </p:cNvPr>
          <p:cNvSpPr txBox="1">
            <a:spLocks/>
          </p:cNvSpPr>
          <p:nvPr/>
        </p:nvSpPr>
        <p:spPr>
          <a:xfrm>
            <a:off x="7487849" y="1973833"/>
            <a:ext cx="3758650" cy="46934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kumimoji="0" lang="en-US" sz="2000" b="1" i="0" u="none" strike="noStrike" kern="1200" cap="none" spc="0" normalizeH="0" baseline="0" noProof="0" dirty="0">
                <a:ln>
                  <a:noFill/>
                </a:ln>
                <a:solidFill>
                  <a:srgbClr val="363A3B"/>
                </a:solidFill>
                <a:effectLst/>
                <a:uLnTx/>
                <a:uFillTx/>
                <a:latin typeface="Myriad for Rabobank"/>
                <a:ea typeface="+mn-ea"/>
                <a:cs typeface="+mn-cs"/>
              </a:rPr>
              <a:t>Ukraine + Russia wheat exports</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pic>
        <p:nvPicPr>
          <p:cNvPr id="3" name="Picture 2" descr="A capsized cargo vessel with an orange/red belly and dark hull elsewhere floats on a deep blue sea">
            <a:extLst>
              <a:ext uri="{FF2B5EF4-FFF2-40B4-BE49-F238E27FC236}">
                <a16:creationId xmlns:a16="http://schemas.microsoft.com/office/drawing/2014/main" id="{F878C287-4A22-2247-F6BC-4F7B5317948C}"/>
              </a:ext>
            </a:extLst>
          </p:cNvPr>
          <p:cNvPicPr>
            <a:picLocks noChangeAspect="1"/>
          </p:cNvPicPr>
          <p:nvPr/>
        </p:nvPicPr>
        <p:blipFill>
          <a:blip r:embed="rId3"/>
          <a:stretch>
            <a:fillRect/>
          </a:stretch>
        </p:blipFill>
        <p:spPr>
          <a:xfrm>
            <a:off x="609600" y="2266270"/>
            <a:ext cx="4780986" cy="4005943"/>
          </a:xfrm>
          <a:prstGeom prst="rect">
            <a:avLst/>
          </a:prstGeom>
        </p:spPr>
      </p:pic>
      <p:graphicFrame>
        <p:nvGraphicFramePr>
          <p:cNvPr id="6" name="Chart 5">
            <a:extLst>
              <a:ext uri="{FF2B5EF4-FFF2-40B4-BE49-F238E27FC236}">
                <a16:creationId xmlns:a16="http://schemas.microsoft.com/office/drawing/2014/main" id="{481D3B15-A8BC-7766-B4FE-BEB526256FC8}"/>
              </a:ext>
            </a:extLst>
          </p:cNvPr>
          <p:cNvGraphicFramePr>
            <a:graphicFrameLocks/>
          </p:cNvGraphicFramePr>
          <p:nvPr>
            <p:extLst>
              <p:ext uri="{D42A27DB-BD31-4B8C-83A1-F6EECF244321}">
                <p14:modId xmlns:p14="http://schemas.microsoft.com/office/powerpoint/2010/main" val="513063739"/>
              </p:ext>
            </p:extLst>
          </p:nvPr>
        </p:nvGraphicFramePr>
        <p:xfrm>
          <a:off x="6540158" y="2266269"/>
          <a:ext cx="4706341" cy="400594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33406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1CCE6-48ED-3500-2585-F5BBE753BD9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78DCB4A-AFF4-4F59-7CDE-76B2FE3B84BF}"/>
              </a:ext>
            </a:extLst>
          </p:cNvPr>
          <p:cNvSpPr>
            <a:spLocks noGrp="1"/>
          </p:cNvSpPr>
          <p:nvPr>
            <p:ph type="title"/>
          </p:nvPr>
        </p:nvSpPr>
        <p:spPr>
          <a:xfrm>
            <a:off x="609599" y="585787"/>
            <a:ext cx="11534589" cy="640585"/>
          </a:xfrm>
        </p:spPr>
        <p:txBody>
          <a:bodyPr/>
          <a:lstStyle/>
          <a:p>
            <a:r>
              <a:rPr lang="en-US" dirty="0"/>
              <a:t>“Super” El Nino to compound fertilizer impacts</a:t>
            </a:r>
          </a:p>
        </p:txBody>
      </p:sp>
      <p:sp>
        <p:nvSpPr>
          <p:cNvPr id="4" name="Slide Number Placeholder 3">
            <a:extLst>
              <a:ext uri="{FF2B5EF4-FFF2-40B4-BE49-F238E27FC236}">
                <a16:creationId xmlns:a16="http://schemas.microsoft.com/office/drawing/2014/main" id="{941DFB31-5E60-9F08-27D4-29BC7A2604D5}"/>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3" name="Content Placeholder 7">
            <a:extLst>
              <a:ext uri="{FF2B5EF4-FFF2-40B4-BE49-F238E27FC236}">
                <a16:creationId xmlns:a16="http://schemas.microsoft.com/office/drawing/2014/main" id="{CA1131CE-E80E-3D99-242A-4D7C80F8167C}"/>
              </a:ext>
            </a:extLst>
          </p:cNvPr>
          <p:cNvSpPr txBox="1">
            <a:spLocks/>
          </p:cNvSpPr>
          <p:nvPr/>
        </p:nvSpPr>
        <p:spPr>
          <a:xfrm>
            <a:off x="7025005" y="1851430"/>
            <a:ext cx="4250029" cy="217792"/>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kumimoji="0" lang="en-US" b="1" i="0" u="none" strike="noStrike" kern="1200" cap="none" spc="0" normalizeH="0" baseline="0" noProof="0" dirty="0">
                <a:ln>
                  <a:noFill/>
                </a:ln>
                <a:solidFill>
                  <a:srgbClr val="363A3B"/>
                </a:solidFill>
                <a:effectLst/>
                <a:uLnTx/>
                <a:uFillTx/>
                <a:latin typeface="Myriad for Rabobank"/>
                <a:ea typeface="+mn-ea"/>
                <a:cs typeface="+mn-cs"/>
              </a:rPr>
              <a:t>El Nino </a:t>
            </a:r>
            <a:r>
              <a:rPr kumimoji="0" lang="en-US" b="1" i="0" u="none" strike="noStrike" kern="1200" cap="none" spc="0" normalizeH="0" baseline="0" noProof="0" dirty="0" err="1">
                <a:ln>
                  <a:noFill/>
                </a:ln>
                <a:solidFill>
                  <a:srgbClr val="363A3B"/>
                </a:solidFill>
                <a:effectLst/>
                <a:uLnTx/>
                <a:uFillTx/>
                <a:latin typeface="Myriad for Rabobank"/>
                <a:ea typeface="+mn-ea"/>
                <a:cs typeface="+mn-cs"/>
              </a:rPr>
              <a:t>regiona</a:t>
            </a:r>
            <a:r>
              <a:rPr lang="en-US" b="1" dirty="0">
                <a:solidFill>
                  <a:srgbClr val="363A3B"/>
                </a:solidFill>
                <a:latin typeface="Myriad for Rabobank"/>
              </a:rPr>
              <a:t>l impacts</a:t>
            </a:r>
            <a:endParaRPr kumimoji="0" lang="en-US"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3" name="Content Placeholder 7">
            <a:extLst>
              <a:ext uri="{FF2B5EF4-FFF2-40B4-BE49-F238E27FC236}">
                <a16:creationId xmlns:a16="http://schemas.microsoft.com/office/drawing/2014/main" id="{F60AE29C-8BE9-3683-2962-F7361548D0FE}"/>
              </a:ext>
            </a:extLst>
          </p:cNvPr>
          <p:cNvSpPr txBox="1">
            <a:spLocks/>
          </p:cNvSpPr>
          <p:nvPr/>
        </p:nvSpPr>
        <p:spPr>
          <a:xfrm>
            <a:off x="745386" y="1851430"/>
            <a:ext cx="4699944" cy="282567"/>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kumimoji="0" lang="en-US" b="1" i="0" u="none" strike="noStrike" kern="1200" cap="none" spc="0" normalizeH="0" baseline="0" noProof="0" dirty="0">
                <a:ln>
                  <a:noFill/>
                </a:ln>
                <a:solidFill>
                  <a:srgbClr val="363A3B"/>
                </a:solidFill>
                <a:effectLst/>
                <a:uLnTx/>
                <a:uFillTx/>
                <a:latin typeface="Myriad for Rabobank"/>
                <a:ea typeface="+mn-ea"/>
                <a:cs typeface="+mn-cs"/>
              </a:rPr>
              <a:t>Odds of forthcoming El Nino</a:t>
            </a:r>
            <a:endParaRPr kumimoji="0" lang="en-US"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2" name="Content Placeholder 7">
            <a:extLst>
              <a:ext uri="{FF2B5EF4-FFF2-40B4-BE49-F238E27FC236}">
                <a16:creationId xmlns:a16="http://schemas.microsoft.com/office/drawing/2014/main" id="{653068D7-7882-5350-BD60-0D7A902A7AB1}"/>
              </a:ext>
            </a:extLst>
          </p:cNvPr>
          <p:cNvSpPr txBox="1">
            <a:spLocks/>
          </p:cNvSpPr>
          <p:nvPr/>
        </p:nvSpPr>
        <p:spPr>
          <a:xfrm>
            <a:off x="687753" y="1226372"/>
            <a:ext cx="10240852" cy="36512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Increasingly likely we will see strongest El Nino in at least ten years</a:t>
            </a: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6" name="Chart 5">
            <a:extLst>
              <a:ext uri="{FF2B5EF4-FFF2-40B4-BE49-F238E27FC236}">
                <a16:creationId xmlns:a16="http://schemas.microsoft.com/office/drawing/2014/main" id="{2A28E8E8-719D-2628-E5F6-B93358FAB656}"/>
              </a:ext>
            </a:extLst>
          </p:cNvPr>
          <p:cNvGraphicFramePr>
            <a:graphicFrameLocks/>
          </p:cNvGraphicFramePr>
          <p:nvPr/>
        </p:nvGraphicFramePr>
        <p:xfrm>
          <a:off x="80018" y="2229014"/>
          <a:ext cx="4776291" cy="4040131"/>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a:extLst>
              <a:ext uri="{FF2B5EF4-FFF2-40B4-BE49-F238E27FC236}">
                <a16:creationId xmlns:a16="http://schemas.microsoft.com/office/drawing/2014/main" id="{56826E70-78F8-26FC-102E-87E2626CA508}"/>
              </a:ext>
            </a:extLst>
          </p:cNvPr>
          <p:cNvPicPr>
            <a:picLocks noChangeAspect="1"/>
          </p:cNvPicPr>
          <p:nvPr/>
        </p:nvPicPr>
        <p:blipFill>
          <a:blip r:embed="rId4"/>
          <a:srcRect t="761" b="1"/>
          <a:stretch>
            <a:fillRect/>
          </a:stretch>
        </p:blipFill>
        <p:spPr>
          <a:xfrm>
            <a:off x="4730731" y="2232083"/>
            <a:ext cx="7461269" cy="3952926"/>
          </a:xfrm>
          <a:prstGeom prst="rect">
            <a:avLst/>
          </a:prstGeom>
        </p:spPr>
      </p:pic>
    </p:spTree>
    <p:extLst>
      <p:ext uri="{BB962C8B-B14F-4D97-AF65-F5344CB8AC3E}">
        <p14:creationId xmlns:p14="http://schemas.microsoft.com/office/powerpoint/2010/main" val="2506126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B033F-54C7-FD33-54CB-F28E86A327F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66B57AD-8CA6-CA51-14DB-5B03C670A71D}"/>
              </a:ext>
            </a:extLst>
          </p:cNvPr>
          <p:cNvSpPr>
            <a:spLocks noGrp="1"/>
          </p:cNvSpPr>
          <p:nvPr>
            <p:ph type="title"/>
          </p:nvPr>
        </p:nvSpPr>
        <p:spPr>
          <a:xfrm>
            <a:off x="609599" y="585787"/>
            <a:ext cx="11508419" cy="640585"/>
          </a:xfrm>
        </p:spPr>
        <p:txBody>
          <a:bodyPr/>
          <a:lstStyle/>
          <a:p>
            <a:r>
              <a:rPr lang="en-US" dirty="0"/>
              <a:t>Biofuel prospects improve with RVO, 45z, Iran</a:t>
            </a:r>
          </a:p>
        </p:txBody>
      </p:sp>
      <p:sp>
        <p:nvSpPr>
          <p:cNvPr id="4" name="Slide Number Placeholder 3">
            <a:extLst>
              <a:ext uri="{FF2B5EF4-FFF2-40B4-BE49-F238E27FC236}">
                <a16:creationId xmlns:a16="http://schemas.microsoft.com/office/drawing/2014/main" id="{BC22B112-98AD-239C-918D-B9A8322F610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3" name="Content Placeholder 7">
            <a:extLst>
              <a:ext uri="{FF2B5EF4-FFF2-40B4-BE49-F238E27FC236}">
                <a16:creationId xmlns:a16="http://schemas.microsoft.com/office/drawing/2014/main" id="{8A32C235-3CA2-FEAC-63B2-C11CC24EB077}"/>
              </a:ext>
            </a:extLst>
          </p:cNvPr>
          <p:cNvSpPr txBox="1">
            <a:spLocks/>
          </p:cNvSpPr>
          <p:nvPr/>
        </p:nvSpPr>
        <p:spPr>
          <a:xfrm>
            <a:off x="685274" y="1370196"/>
            <a:ext cx="11046691" cy="27742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Biodiesel has returned to profitability with improved RVO and higher diesel price</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Gasoline usage in the US has peaked, ethanol continues focus on E15 blending</a:t>
            </a: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2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6" name="Content Placeholder 7">
            <a:extLst>
              <a:ext uri="{FF2B5EF4-FFF2-40B4-BE49-F238E27FC236}">
                <a16:creationId xmlns:a16="http://schemas.microsoft.com/office/drawing/2014/main" id="{0D3081C8-03BD-CCFB-D595-DF6E6A0468A2}"/>
              </a:ext>
            </a:extLst>
          </p:cNvPr>
          <p:cNvSpPr txBox="1">
            <a:spLocks/>
          </p:cNvSpPr>
          <p:nvPr/>
        </p:nvSpPr>
        <p:spPr>
          <a:xfrm>
            <a:off x="7417418" y="2211049"/>
            <a:ext cx="3338004" cy="538924"/>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E15 infrastructure by state</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8" name="Content Placeholder 7">
            <a:extLst>
              <a:ext uri="{FF2B5EF4-FFF2-40B4-BE49-F238E27FC236}">
                <a16:creationId xmlns:a16="http://schemas.microsoft.com/office/drawing/2014/main" id="{E107CB83-2F17-F067-0D92-B3B1850970E5}"/>
              </a:ext>
            </a:extLst>
          </p:cNvPr>
          <p:cNvSpPr txBox="1">
            <a:spLocks/>
          </p:cNvSpPr>
          <p:nvPr/>
        </p:nvSpPr>
        <p:spPr>
          <a:xfrm>
            <a:off x="1194602" y="2211049"/>
            <a:ext cx="4608886" cy="46934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Biodiesel profitability with credit stack</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mc:AlternateContent xmlns:mc="http://schemas.openxmlformats.org/markup-compatibility/2006" xmlns:cx4="http://schemas.microsoft.com/office/drawing/2016/5/10/chartex">
        <mc:Choice Requires="cx4">
          <p:graphicFrame>
            <p:nvGraphicFramePr>
              <p:cNvPr id="5" name="Chart 4">
                <a:extLst>
                  <a:ext uri="{FF2B5EF4-FFF2-40B4-BE49-F238E27FC236}">
                    <a16:creationId xmlns:a16="http://schemas.microsoft.com/office/drawing/2014/main" id="{4811F434-802E-2F29-8258-EC18133F33FF}"/>
                  </a:ext>
                </a:extLst>
              </p:cNvPr>
              <p:cNvGraphicFramePr/>
              <p:nvPr/>
            </p:nvGraphicFramePr>
            <p:xfrm>
              <a:off x="6095119" y="2325950"/>
              <a:ext cx="5916368" cy="4035347"/>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5" name="Chart 4">
                <a:extLst>
                  <a:ext uri="{FF2B5EF4-FFF2-40B4-BE49-F238E27FC236}">
                    <a16:creationId xmlns:a16="http://schemas.microsoft.com/office/drawing/2014/main" id="{4811F434-802E-2F29-8258-EC18133F33FF}"/>
                  </a:ext>
                </a:extLst>
              </p:cNvPr>
              <p:cNvPicPr>
                <a:picLocks noGrp="1" noRot="1" noChangeAspect="1" noMove="1" noResize="1" noEditPoints="1" noAdjustHandles="1" noChangeArrowheads="1" noChangeShapeType="1"/>
              </p:cNvPicPr>
              <p:nvPr/>
            </p:nvPicPr>
            <p:blipFill>
              <a:blip r:embed="rId5"/>
              <a:stretch>
                <a:fillRect/>
              </a:stretch>
            </p:blipFill>
            <p:spPr>
              <a:xfrm>
                <a:off x="6095119" y="2325950"/>
                <a:ext cx="5916368" cy="4035347"/>
              </a:xfrm>
              <a:prstGeom prst="rect">
                <a:avLst/>
              </a:prstGeom>
            </p:spPr>
          </p:pic>
        </mc:Fallback>
      </mc:AlternateContent>
      <p:graphicFrame>
        <p:nvGraphicFramePr>
          <p:cNvPr id="9" name="Chart 8">
            <a:extLst>
              <a:ext uri="{FF2B5EF4-FFF2-40B4-BE49-F238E27FC236}">
                <a16:creationId xmlns:a16="http://schemas.microsoft.com/office/drawing/2014/main" id="{D29C95B2-3939-56BB-03FE-72F89E415F3A}"/>
              </a:ext>
            </a:extLst>
          </p:cNvPr>
          <p:cNvGraphicFramePr>
            <a:graphicFrameLocks/>
          </p:cNvGraphicFramePr>
          <p:nvPr/>
        </p:nvGraphicFramePr>
        <p:xfrm>
          <a:off x="408490" y="2564648"/>
          <a:ext cx="5394998" cy="3791702"/>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614124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B4635-18CD-5A0B-E212-A2765B0882A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3806679-15BA-2AC8-D6CD-CCE3C83B05F4}"/>
              </a:ext>
            </a:extLst>
          </p:cNvPr>
          <p:cNvSpPr>
            <a:spLocks noGrp="1"/>
          </p:cNvSpPr>
          <p:nvPr>
            <p:ph type="title"/>
          </p:nvPr>
        </p:nvSpPr>
        <p:spPr>
          <a:xfrm>
            <a:off x="609599" y="585787"/>
            <a:ext cx="11508419" cy="640585"/>
          </a:xfrm>
        </p:spPr>
        <p:txBody>
          <a:bodyPr/>
          <a:lstStyle/>
          <a:p>
            <a:r>
              <a:rPr lang="en-US" dirty="0"/>
              <a:t>Mixed Chinese performance</a:t>
            </a:r>
          </a:p>
        </p:txBody>
      </p:sp>
      <p:sp>
        <p:nvSpPr>
          <p:cNvPr id="4" name="Slide Number Placeholder 3">
            <a:extLst>
              <a:ext uri="{FF2B5EF4-FFF2-40B4-BE49-F238E27FC236}">
                <a16:creationId xmlns:a16="http://schemas.microsoft.com/office/drawing/2014/main" id="{0CE9D668-84A1-D52E-72DB-7D1B67C9C848}"/>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3" name="Content Placeholder 7">
            <a:extLst>
              <a:ext uri="{FF2B5EF4-FFF2-40B4-BE49-F238E27FC236}">
                <a16:creationId xmlns:a16="http://schemas.microsoft.com/office/drawing/2014/main" id="{E2F53B9C-E2D5-95E5-B09A-4248DA045EF2}"/>
              </a:ext>
            </a:extLst>
          </p:cNvPr>
          <p:cNvSpPr txBox="1">
            <a:spLocks/>
          </p:cNvSpPr>
          <p:nvPr/>
        </p:nvSpPr>
        <p:spPr>
          <a:xfrm>
            <a:off x="685274" y="1370196"/>
            <a:ext cx="11046691" cy="27742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Meeting commitments for soybeans</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200" b="1" dirty="0">
                <a:solidFill>
                  <a:srgbClr val="FF6700"/>
                </a:solidFill>
                <a:latin typeface="Myriad for Rabobank"/>
              </a:rPr>
              <a:t>Woefully behind on total purchase commitment of $17 billion</a:t>
            </a: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2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6" name="Content Placeholder 7">
            <a:extLst>
              <a:ext uri="{FF2B5EF4-FFF2-40B4-BE49-F238E27FC236}">
                <a16:creationId xmlns:a16="http://schemas.microsoft.com/office/drawing/2014/main" id="{A4045E0F-718D-E7A7-34FD-BADA604913C4}"/>
              </a:ext>
            </a:extLst>
          </p:cNvPr>
          <p:cNvSpPr txBox="1">
            <a:spLocks/>
          </p:cNvSpPr>
          <p:nvPr/>
        </p:nvSpPr>
        <p:spPr>
          <a:xfrm>
            <a:off x="7417417" y="2211049"/>
            <a:ext cx="4411725" cy="538924"/>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Chinese purchases of US ag products</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8" name="Content Placeholder 7">
            <a:extLst>
              <a:ext uri="{FF2B5EF4-FFF2-40B4-BE49-F238E27FC236}">
                <a16:creationId xmlns:a16="http://schemas.microsoft.com/office/drawing/2014/main" id="{7B9112D4-B5E3-76ED-BFCB-FF1D2820A595}"/>
              </a:ext>
            </a:extLst>
          </p:cNvPr>
          <p:cNvSpPr txBox="1">
            <a:spLocks/>
          </p:cNvSpPr>
          <p:nvPr/>
        </p:nvSpPr>
        <p:spPr>
          <a:xfrm>
            <a:off x="1194602" y="2211049"/>
            <a:ext cx="4608886" cy="46934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Chinese purchases of US soybeans</a:t>
            </a:r>
            <a:endParaRPr kumimoji="0" lang="en-US" sz="2000"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2" name="Chart 1">
            <a:extLst>
              <a:ext uri="{FF2B5EF4-FFF2-40B4-BE49-F238E27FC236}">
                <a16:creationId xmlns:a16="http://schemas.microsoft.com/office/drawing/2014/main" id="{05D88AD6-B758-231C-64D1-8D2325ED7B5A}"/>
              </a:ext>
            </a:extLst>
          </p:cNvPr>
          <p:cNvGraphicFramePr>
            <a:graphicFrameLocks/>
          </p:cNvGraphicFramePr>
          <p:nvPr>
            <p:extLst>
              <p:ext uri="{D42A27DB-BD31-4B8C-83A1-F6EECF244321}">
                <p14:modId xmlns:p14="http://schemas.microsoft.com/office/powerpoint/2010/main" val="1932742070"/>
              </p:ext>
            </p:extLst>
          </p:nvPr>
        </p:nvGraphicFramePr>
        <p:xfrm>
          <a:off x="441649" y="2636724"/>
          <a:ext cx="5054082" cy="350043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a:extLst>
              <a:ext uri="{FF2B5EF4-FFF2-40B4-BE49-F238E27FC236}">
                <a16:creationId xmlns:a16="http://schemas.microsoft.com/office/drawing/2014/main" id="{6D31A6FA-5DC3-DB12-6359-61E4986B324E}"/>
              </a:ext>
            </a:extLst>
          </p:cNvPr>
          <p:cNvGraphicFramePr>
            <a:graphicFrameLocks/>
          </p:cNvGraphicFramePr>
          <p:nvPr>
            <p:extLst>
              <p:ext uri="{D42A27DB-BD31-4B8C-83A1-F6EECF244321}">
                <p14:modId xmlns:p14="http://schemas.microsoft.com/office/powerpoint/2010/main" val="4172014907"/>
              </p:ext>
            </p:extLst>
          </p:nvPr>
        </p:nvGraphicFramePr>
        <p:xfrm>
          <a:off x="6696271" y="2617295"/>
          <a:ext cx="5054082" cy="330877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7048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5B35E-783A-06C6-5714-15D5D591A1F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7669F30-292B-7485-B2F6-3837F9E38D39}"/>
              </a:ext>
            </a:extLst>
          </p:cNvPr>
          <p:cNvSpPr>
            <a:spLocks noGrp="1"/>
          </p:cNvSpPr>
          <p:nvPr>
            <p:ph type="title"/>
          </p:nvPr>
        </p:nvSpPr>
        <p:spPr>
          <a:xfrm>
            <a:off x="623102" y="224741"/>
            <a:ext cx="11407167" cy="640585"/>
          </a:xfrm>
        </p:spPr>
        <p:txBody>
          <a:bodyPr/>
          <a:lstStyle/>
          <a:p>
            <a:r>
              <a:rPr lang="en-US" dirty="0"/>
              <a:t>2026 soybean cost curve – US is not a monolith</a:t>
            </a:r>
          </a:p>
        </p:txBody>
      </p:sp>
      <p:sp>
        <p:nvSpPr>
          <p:cNvPr id="4" name="Slide Number Placeholder 3">
            <a:extLst>
              <a:ext uri="{FF2B5EF4-FFF2-40B4-BE49-F238E27FC236}">
                <a16:creationId xmlns:a16="http://schemas.microsoft.com/office/drawing/2014/main" id="{BB2A39C8-C483-8E6D-E82A-B10296866767}"/>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2" name="Content Placeholder 7">
            <a:extLst>
              <a:ext uri="{FF2B5EF4-FFF2-40B4-BE49-F238E27FC236}">
                <a16:creationId xmlns:a16="http://schemas.microsoft.com/office/drawing/2014/main" id="{3000BD78-7E90-B4B4-B9D6-AE18D3807D28}"/>
              </a:ext>
            </a:extLst>
          </p:cNvPr>
          <p:cNvSpPr txBox="1">
            <a:spLocks/>
          </p:cNvSpPr>
          <p:nvPr/>
        </p:nvSpPr>
        <p:spPr>
          <a:xfrm>
            <a:off x="609601" y="1116928"/>
            <a:ext cx="10663002" cy="36512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kumimoji="0" lang="en-US" sz="2000" b="1" i="0" u="none" strike="noStrike" kern="1200" cap="none" spc="0" normalizeH="0" baseline="0" noProof="0" dirty="0">
                <a:ln>
                  <a:noFill/>
                </a:ln>
                <a:solidFill>
                  <a:srgbClr val="FF6700"/>
                </a:solidFill>
                <a:effectLst/>
                <a:uLnTx/>
                <a:uFillTx/>
                <a:latin typeface="Myriad for Rabobank"/>
                <a:ea typeface="+mn-ea"/>
                <a:cs typeface="+mn-cs"/>
              </a:rPr>
              <a:t>Recent jump in futures has gone a long way in resolving profitability problem</a:t>
            </a:r>
            <a:endParaRPr kumimoji="0" lang="en-US" sz="2000" b="0" i="0" u="none" strike="noStrike" kern="1200" cap="none" spc="0" normalizeH="0" baseline="0" noProof="0" dirty="0">
              <a:ln>
                <a:noFill/>
              </a:ln>
              <a:solidFill>
                <a:srgbClr val="FF6700"/>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0" name="Content Placeholder 7">
            <a:extLst>
              <a:ext uri="{FF2B5EF4-FFF2-40B4-BE49-F238E27FC236}">
                <a16:creationId xmlns:a16="http://schemas.microsoft.com/office/drawing/2014/main" id="{A0BC989E-7EB8-FB5D-3896-B3E91B3B3658}"/>
              </a:ext>
            </a:extLst>
          </p:cNvPr>
          <p:cNvSpPr txBox="1">
            <a:spLocks/>
          </p:cNvSpPr>
          <p:nvPr/>
        </p:nvSpPr>
        <p:spPr>
          <a:xfrm>
            <a:off x="287189" y="6633259"/>
            <a:ext cx="2133722" cy="17545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1000" dirty="0">
                <a:solidFill>
                  <a:srgbClr val="363A3B"/>
                </a:solidFill>
                <a:latin typeface="Myriad for Rabobank"/>
              </a:rPr>
              <a:t>Source: US EPA</a:t>
            </a:r>
            <a:endParaRPr kumimoji="0" lang="en-US" sz="1000"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1" name="Content Placeholder 7">
            <a:extLst>
              <a:ext uri="{FF2B5EF4-FFF2-40B4-BE49-F238E27FC236}">
                <a16:creationId xmlns:a16="http://schemas.microsoft.com/office/drawing/2014/main" id="{F1F4683E-43D9-2340-FA7C-D77D18BBDC7F}"/>
              </a:ext>
            </a:extLst>
          </p:cNvPr>
          <p:cNvSpPr txBox="1">
            <a:spLocks/>
          </p:cNvSpPr>
          <p:nvPr/>
        </p:nvSpPr>
        <p:spPr>
          <a:xfrm>
            <a:off x="6490849" y="6633259"/>
            <a:ext cx="2133722" cy="17545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1000" dirty="0">
                <a:solidFill>
                  <a:srgbClr val="363A3B"/>
                </a:solidFill>
                <a:latin typeface="Myriad for Rabobank"/>
              </a:rPr>
              <a:t>Source: WTO trade statistics</a:t>
            </a:r>
            <a:endParaRPr kumimoji="0" lang="en-US" sz="1000"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6" name="Chart 5">
            <a:extLst>
              <a:ext uri="{FF2B5EF4-FFF2-40B4-BE49-F238E27FC236}">
                <a16:creationId xmlns:a16="http://schemas.microsoft.com/office/drawing/2014/main" id="{EF052106-C617-7ADF-D26E-02481EF5DC68}"/>
              </a:ext>
            </a:extLst>
          </p:cNvPr>
          <p:cNvGraphicFramePr>
            <a:graphicFrameLocks/>
          </p:cNvGraphicFramePr>
          <p:nvPr>
            <p:extLst>
              <p:ext uri="{D42A27DB-BD31-4B8C-83A1-F6EECF244321}">
                <p14:modId xmlns:p14="http://schemas.microsoft.com/office/powerpoint/2010/main" val="1263998557"/>
              </p:ext>
            </p:extLst>
          </p:nvPr>
        </p:nvGraphicFramePr>
        <p:xfrm>
          <a:off x="919397" y="1443036"/>
          <a:ext cx="10278374" cy="482607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83177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F6E31-7850-B08B-0C84-BBC234429C7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73E03B0-FFD8-0070-2A11-84E207C0111E}"/>
              </a:ext>
            </a:extLst>
          </p:cNvPr>
          <p:cNvSpPr>
            <a:spLocks noGrp="1"/>
          </p:cNvSpPr>
          <p:nvPr>
            <p:ph type="title"/>
          </p:nvPr>
        </p:nvSpPr>
        <p:spPr>
          <a:xfrm>
            <a:off x="623102" y="224741"/>
            <a:ext cx="11161577" cy="640585"/>
          </a:xfrm>
        </p:spPr>
        <p:txBody>
          <a:bodyPr/>
          <a:lstStyle/>
          <a:p>
            <a:r>
              <a:rPr lang="en-US" dirty="0"/>
              <a:t>2026 soybean cost curve – regional breakout</a:t>
            </a:r>
          </a:p>
        </p:txBody>
      </p:sp>
      <p:sp>
        <p:nvSpPr>
          <p:cNvPr id="4" name="Slide Number Placeholder 3">
            <a:extLst>
              <a:ext uri="{FF2B5EF4-FFF2-40B4-BE49-F238E27FC236}">
                <a16:creationId xmlns:a16="http://schemas.microsoft.com/office/drawing/2014/main" id="{E1109389-9ED0-E358-A1CC-A8D393434391}"/>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2" name="Content Placeholder 7">
            <a:extLst>
              <a:ext uri="{FF2B5EF4-FFF2-40B4-BE49-F238E27FC236}">
                <a16:creationId xmlns:a16="http://schemas.microsoft.com/office/drawing/2014/main" id="{C0D0823D-564F-77C1-F415-A3A730EB15E1}"/>
              </a:ext>
            </a:extLst>
          </p:cNvPr>
          <p:cNvSpPr txBox="1">
            <a:spLocks/>
          </p:cNvSpPr>
          <p:nvPr/>
        </p:nvSpPr>
        <p:spPr>
          <a:xfrm>
            <a:off x="609601" y="1116928"/>
            <a:ext cx="10663002" cy="36512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kumimoji="0" lang="en-US" sz="2000" b="1" i="0" u="none" strike="noStrike" kern="1200" cap="none" spc="0" normalizeH="0" baseline="0" noProof="0" dirty="0">
                <a:ln>
                  <a:noFill/>
                </a:ln>
                <a:solidFill>
                  <a:srgbClr val="FF6700"/>
                </a:solidFill>
                <a:effectLst/>
                <a:uLnTx/>
                <a:uFillTx/>
                <a:latin typeface="Myriad for Rabobank"/>
                <a:ea typeface="+mn-ea"/>
                <a:cs typeface="+mn-cs"/>
              </a:rPr>
              <a:t>S</a:t>
            </a:r>
            <a:r>
              <a:rPr lang="en-US" sz="2000" b="1" dirty="0" err="1">
                <a:solidFill>
                  <a:srgbClr val="FF6700"/>
                </a:solidFill>
                <a:latin typeface="Myriad for Rabobank"/>
              </a:rPr>
              <a:t>outhern</a:t>
            </a:r>
            <a:r>
              <a:rPr lang="en-US" sz="2000" b="1" dirty="0">
                <a:solidFill>
                  <a:srgbClr val="FF6700"/>
                </a:solidFill>
                <a:latin typeface="Myriad for Rabobank"/>
              </a:rPr>
              <a:t> tier of US is most in need of am alternative to the commodity corn-soy rotation</a:t>
            </a:r>
            <a:endParaRPr kumimoji="0" lang="en-US" sz="2000" b="0" i="0" u="none" strike="noStrike" kern="1200" cap="none" spc="0" normalizeH="0" baseline="0" noProof="0" dirty="0">
              <a:ln>
                <a:noFill/>
              </a:ln>
              <a:solidFill>
                <a:srgbClr val="FF6700"/>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0" name="Content Placeholder 7">
            <a:extLst>
              <a:ext uri="{FF2B5EF4-FFF2-40B4-BE49-F238E27FC236}">
                <a16:creationId xmlns:a16="http://schemas.microsoft.com/office/drawing/2014/main" id="{8654E624-D8F7-22DD-0B96-24B5D6C31CAB}"/>
              </a:ext>
            </a:extLst>
          </p:cNvPr>
          <p:cNvSpPr txBox="1">
            <a:spLocks/>
          </p:cNvSpPr>
          <p:nvPr/>
        </p:nvSpPr>
        <p:spPr>
          <a:xfrm>
            <a:off x="287189" y="6633259"/>
            <a:ext cx="2133722" cy="17545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1000" dirty="0">
                <a:solidFill>
                  <a:srgbClr val="363A3B"/>
                </a:solidFill>
                <a:latin typeface="Myriad for Rabobank"/>
              </a:rPr>
              <a:t>Source: US EPA</a:t>
            </a:r>
            <a:endParaRPr kumimoji="0" lang="en-US" sz="1000"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1" name="Content Placeholder 7">
            <a:extLst>
              <a:ext uri="{FF2B5EF4-FFF2-40B4-BE49-F238E27FC236}">
                <a16:creationId xmlns:a16="http://schemas.microsoft.com/office/drawing/2014/main" id="{8359BC01-838A-7E6F-AC16-8E6D551380A4}"/>
              </a:ext>
            </a:extLst>
          </p:cNvPr>
          <p:cNvSpPr txBox="1">
            <a:spLocks/>
          </p:cNvSpPr>
          <p:nvPr/>
        </p:nvSpPr>
        <p:spPr>
          <a:xfrm>
            <a:off x="6490849" y="6633259"/>
            <a:ext cx="2133722" cy="17545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1000" dirty="0">
                <a:solidFill>
                  <a:srgbClr val="363A3B"/>
                </a:solidFill>
                <a:latin typeface="Myriad for Rabobank"/>
              </a:rPr>
              <a:t>Source: WTO trade statistics</a:t>
            </a:r>
            <a:endParaRPr kumimoji="0" lang="en-US" sz="1000"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3" name="Chart 2">
            <a:extLst>
              <a:ext uri="{FF2B5EF4-FFF2-40B4-BE49-F238E27FC236}">
                <a16:creationId xmlns:a16="http://schemas.microsoft.com/office/drawing/2014/main" id="{C8A4F195-2373-03A2-77FB-EC5F848B743C}"/>
              </a:ext>
            </a:extLst>
          </p:cNvPr>
          <p:cNvGraphicFramePr>
            <a:graphicFrameLocks/>
          </p:cNvGraphicFramePr>
          <p:nvPr>
            <p:extLst>
              <p:ext uri="{D42A27DB-BD31-4B8C-83A1-F6EECF244321}">
                <p14:modId xmlns:p14="http://schemas.microsoft.com/office/powerpoint/2010/main" val="877459842"/>
              </p:ext>
            </p:extLst>
          </p:nvPr>
        </p:nvGraphicFramePr>
        <p:xfrm>
          <a:off x="696125" y="1439443"/>
          <a:ext cx="11161578" cy="48296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59836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FCD75-2942-E333-C25D-4A13509ED0D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70FA5D6-FD44-0E50-C169-502D5815682B}"/>
              </a:ext>
            </a:extLst>
          </p:cNvPr>
          <p:cNvSpPr>
            <a:spLocks noGrp="1"/>
          </p:cNvSpPr>
          <p:nvPr>
            <p:ph type="title"/>
          </p:nvPr>
        </p:nvSpPr>
        <p:spPr/>
        <p:txBody>
          <a:bodyPr/>
          <a:lstStyle/>
          <a:p>
            <a:r>
              <a:rPr lang="en-US" dirty="0"/>
              <a:t>Farm supports no longer countercyclical</a:t>
            </a:r>
          </a:p>
        </p:txBody>
      </p:sp>
      <p:sp>
        <p:nvSpPr>
          <p:cNvPr id="4" name="Slide Number Placeholder 3">
            <a:extLst>
              <a:ext uri="{FF2B5EF4-FFF2-40B4-BE49-F238E27FC236}">
                <a16:creationId xmlns:a16="http://schemas.microsoft.com/office/drawing/2014/main" id="{3E53BA00-13C7-8DCF-A172-3A79210D5164}"/>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3" name="Content Placeholder 7">
            <a:extLst>
              <a:ext uri="{FF2B5EF4-FFF2-40B4-BE49-F238E27FC236}">
                <a16:creationId xmlns:a16="http://schemas.microsoft.com/office/drawing/2014/main" id="{6D17DD82-89D7-9FE4-F6F3-2F26DB63E033}"/>
              </a:ext>
            </a:extLst>
          </p:cNvPr>
          <p:cNvSpPr txBox="1">
            <a:spLocks/>
          </p:cNvSpPr>
          <p:nvPr/>
        </p:nvSpPr>
        <p:spPr>
          <a:xfrm>
            <a:off x="7013393" y="2261010"/>
            <a:ext cx="4699944" cy="282567"/>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kumimoji="0" lang="en-US" b="1" i="0" u="none" strike="noStrike" kern="1200" cap="none" spc="0" normalizeH="0" baseline="0" noProof="0" dirty="0">
                <a:ln>
                  <a:noFill/>
                </a:ln>
                <a:solidFill>
                  <a:srgbClr val="363A3B"/>
                </a:solidFill>
                <a:effectLst/>
                <a:uLnTx/>
                <a:uFillTx/>
                <a:latin typeface="Myriad for Rabobank"/>
                <a:ea typeface="+mn-ea"/>
                <a:cs typeface="+mn-cs"/>
              </a:rPr>
              <a:t>Market returns vs gov’t support 2007/08-present</a:t>
            </a:r>
            <a:endParaRPr kumimoji="0" lang="en-US"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8" name="Chart 7">
            <a:extLst>
              <a:ext uri="{FF2B5EF4-FFF2-40B4-BE49-F238E27FC236}">
                <a16:creationId xmlns:a16="http://schemas.microsoft.com/office/drawing/2014/main" id="{B8D88B5B-E383-EFEA-1F63-BDB1E54CB991}"/>
              </a:ext>
            </a:extLst>
          </p:cNvPr>
          <p:cNvGraphicFramePr>
            <a:graphicFrameLocks/>
          </p:cNvGraphicFramePr>
          <p:nvPr/>
        </p:nvGraphicFramePr>
        <p:xfrm>
          <a:off x="422854" y="2479183"/>
          <a:ext cx="5426300" cy="37930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EB5AE220-C29C-1128-F366-E30E39DDDE2D}"/>
              </a:ext>
            </a:extLst>
          </p:cNvPr>
          <p:cNvGraphicFramePr>
            <a:graphicFrameLocks/>
          </p:cNvGraphicFramePr>
          <p:nvPr/>
        </p:nvGraphicFramePr>
        <p:xfrm>
          <a:off x="6342845" y="2479183"/>
          <a:ext cx="5426300" cy="3793029"/>
        </p:xfrm>
        <a:graphic>
          <a:graphicData uri="http://schemas.openxmlformats.org/drawingml/2006/chart">
            <c:chart xmlns:c="http://schemas.openxmlformats.org/drawingml/2006/chart" xmlns:r="http://schemas.openxmlformats.org/officeDocument/2006/relationships" r:id="rId4"/>
          </a:graphicData>
        </a:graphic>
      </p:graphicFrame>
      <p:sp>
        <p:nvSpPr>
          <p:cNvPr id="13" name="Content Placeholder 7">
            <a:extLst>
              <a:ext uri="{FF2B5EF4-FFF2-40B4-BE49-F238E27FC236}">
                <a16:creationId xmlns:a16="http://schemas.microsoft.com/office/drawing/2014/main" id="{8AB043E0-688B-39B4-1B11-ED93604D3893}"/>
              </a:ext>
            </a:extLst>
          </p:cNvPr>
          <p:cNvSpPr txBox="1">
            <a:spLocks/>
          </p:cNvSpPr>
          <p:nvPr/>
        </p:nvSpPr>
        <p:spPr>
          <a:xfrm>
            <a:off x="883010" y="2261393"/>
            <a:ext cx="4699944" cy="282567"/>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kumimoji="0" lang="en-US" b="1" i="0" u="none" strike="noStrike" kern="1200" cap="none" spc="0" normalizeH="0" baseline="0" noProof="0" dirty="0">
                <a:ln>
                  <a:noFill/>
                </a:ln>
                <a:solidFill>
                  <a:srgbClr val="363A3B"/>
                </a:solidFill>
                <a:effectLst/>
                <a:uLnTx/>
                <a:uFillTx/>
                <a:latin typeface="Myriad for Rabobank"/>
                <a:ea typeface="+mn-ea"/>
                <a:cs typeface="+mn-cs"/>
              </a:rPr>
              <a:t>Market returns vs gov’t support 1980/81-2006/07</a:t>
            </a:r>
            <a:endParaRPr kumimoji="0" lang="en-US"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4" name="Oval 13">
            <a:extLst>
              <a:ext uri="{FF2B5EF4-FFF2-40B4-BE49-F238E27FC236}">
                <a16:creationId xmlns:a16="http://schemas.microsoft.com/office/drawing/2014/main" id="{F5690B6E-31E4-074D-5CF5-98E1238EAEEB}"/>
              </a:ext>
            </a:extLst>
          </p:cNvPr>
          <p:cNvSpPr/>
          <p:nvPr/>
        </p:nvSpPr>
        <p:spPr>
          <a:xfrm rot="1337248">
            <a:off x="7479529" y="2434050"/>
            <a:ext cx="1552644" cy="3108231"/>
          </a:xfrm>
          <a:prstGeom prst="ellipse">
            <a:avLst/>
          </a:prstGeom>
          <a:noFill/>
          <a:ln w="444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7">
            <a:extLst>
              <a:ext uri="{FF2B5EF4-FFF2-40B4-BE49-F238E27FC236}">
                <a16:creationId xmlns:a16="http://schemas.microsoft.com/office/drawing/2014/main" id="{A1E5D2BC-6CDA-5088-50B2-82BAE8C82137}"/>
              </a:ext>
            </a:extLst>
          </p:cNvPr>
          <p:cNvSpPr txBox="1">
            <a:spLocks/>
          </p:cNvSpPr>
          <p:nvPr/>
        </p:nvSpPr>
        <p:spPr>
          <a:xfrm>
            <a:off x="609600" y="1261599"/>
            <a:ext cx="10831133" cy="36512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Risk of excessive support distorting market signal received by US farmers</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Shift coincided with 2008 Farm Bill</a:t>
            </a: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kumimoji="0" lang="en-US" sz="1800" b="1" i="0" strike="noStrike" kern="1200" cap="none" spc="0" normalizeH="0" baseline="0" noProof="0" dirty="0">
                <a:ln>
                  <a:noFill/>
                </a:ln>
                <a:solidFill>
                  <a:srgbClr val="FF6700"/>
                </a:solidFill>
                <a:effectLst/>
                <a:uLnTx/>
                <a:uFillTx/>
                <a:latin typeface="Myriad for Rabobank"/>
                <a:ea typeface="+mn-ea"/>
                <a:cs typeface="+mn-cs"/>
              </a:rPr>
              <a:t> </a:t>
            </a:r>
            <a:endParaRPr kumimoji="0" lang="en-US" sz="1800" b="0" i="0" strike="noStrike" kern="1200" cap="none" spc="0" normalizeH="0" baseline="0" noProof="0" dirty="0">
              <a:ln>
                <a:noFill/>
              </a:ln>
              <a:solidFill>
                <a:srgbClr val="FF6700"/>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Tree>
    <p:extLst>
      <p:ext uri="{BB962C8B-B14F-4D97-AF65-F5344CB8AC3E}">
        <p14:creationId xmlns:p14="http://schemas.microsoft.com/office/powerpoint/2010/main" val="205577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183AB-315D-13D8-CB78-8AD9EBFED16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79AF797-E263-4C64-A7FB-56470EE0DC81}"/>
              </a:ext>
            </a:extLst>
          </p:cNvPr>
          <p:cNvSpPr>
            <a:spLocks noGrp="1"/>
          </p:cNvSpPr>
          <p:nvPr>
            <p:ph type="title"/>
          </p:nvPr>
        </p:nvSpPr>
        <p:spPr>
          <a:xfrm>
            <a:off x="627769" y="224741"/>
            <a:ext cx="10771751" cy="640585"/>
          </a:xfrm>
        </p:spPr>
        <p:txBody>
          <a:bodyPr/>
          <a:lstStyle/>
          <a:p>
            <a:r>
              <a:rPr lang="en-US" dirty="0"/>
              <a:t>Cotton doing well under an enhanced US farm safety net</a:t>
            </a:r>
          </a:p>
        </p:txBody>
      </p:sp>
      <p:sp>
        <p:nvSpPr>
          <p:cNvPr id="4" name="Slide Number Placeholder 3">
            <a:extLst>
              <a:ext uri="{FF2B5EF4-FFF2-40B4-BE49-F238E27FC236}">
                <a16:creationId xmlns:a16="http://schemas.microsoft.com/office/drawing/2014/main" id="{1E53B6DF-84FF-124A-7DC6-7918C6A7724D}"/>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srgbClr val="D8D9DA"/>
              </a:solidFill>
              <a:effectLst/>
              <a:uLnTx/>
              <a:uFillTx/>
              <a:latin typeface="Myriad for Rabobank"/>
              <a:ea typeface="+mn-ea"/>
              <a:cs typeface="+mn-cs"/>
            </a:endParaRPr>
          </a:p>
        </p:txBody>
      </p:sp>
      <p:sp>
        <p:nvSpPr>
          <p:cNvPr id="9" name="Content Placeholder 7">
            <a:extLst>
              <a:ext uri="{FF2B5EF4-FFF2-40B4-BE49-F238E27FC236}">
                <a16:creationId xmlns:a16="http://schemas.microsoft.com/office/drawing/2014/main" id="{6E1E51A2-A4B8-53EC-F8B7-E484C462CFA5}"/>
              </a:ext>
            </a:extLst>
          </p:cNvPr>
          <p:cNvSpPr txBox="1">
            <a:spLocks/>
          </p:cNvSpPr>
          <p:nvPr/>
        </p:nvSpPr>
        <p:spPr>
          <a:xfrm>
            <a:off x="609600" y="2059456"/>
            <a:ext cx="5404043" cy="303418"/>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Increase in commodity safety net under OBBB</a:t>
            </a: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0" name="Content Placeholder 7">
            <a:extLst>
              <a:ext uri="{FF2B5EF4-FFF2-40B4-BE49-F238E27FC236}">
                <a16:creationId xmlns:a16="http://schemas.microsoft.com/office/drawing/2014/main" id="{ECBA21ED-6B79-3092-3A42-2E489AF3180A}"/>
              </a:ext>
            </a:extLst>
          </p:cNvPr>
          <p:cNvSpPr txBox="1">
            <a:spLocks/>
          </p:cNvSpPr>
          <p:nvPr/>
        </p:nvSpPr>
        <p:spPr>
          <a:xfrm>
            <a:off x="287189" y="6633259"/>
            <a:ext cx="2133722" cy="17545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1000" dirty="0">
                <a:solidFill>
                  <a:srgbClr val="363A3B"/>
                </a:solidFill>
                <a:latin typeface="Myriad for Rabobank"/>
              </a:rPr>
              <a:t>Source: Rabobank</a:t>
            </a:r>
            <a:endParaRPr kumimoji="0" lang="en-US" sz="1000"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1" name="Content Placeholder 7">
            <a:extLst>
              <a:ext uri="{FF2B5EF4-FFF2-40B4-BE49-F238E27FC236}">
                <a16:creationId xmlns:a16="http://schemas.microsoft.com/office/drawing/2014/main" id="{F989C422-7C4E-268B-C759-12F10E721867}"/>
              </a:ext>
            </a:extLst>
          </p:cNvPr>
          <p:cNvSpPr txBox="1">
            <a:spLocks/>
          </p:cNvSpPr>
          <p:nvPr/>
        </p:nvSpPr>
        <p:spPr>
          <a:xfrm>
            <a:off x="6490849" y="6633259"/>
            <a:ext cx="2133722" cy="175450"/>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1000" dirty="0">
                <a:solidFill>
                  <a:srgbClr val="363A3B"/>
                </a:solidFill>
                <a:latin typeface="Myriad for Rabobank"/>
              </a:rPr>
              <a:t>Source: USDA</a:t>
            </a:r>
            <a:endParaRPr kumimoji="0" lang="en-US" sz="1000"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6" name="Content Placeholder 7">
            <a:extLst>
              <a:ext uri="{FF2B5EF4-FFF2-40B4-BE49-F238E27FC236}">
                <a16:creationId xmlns:a16="http://schemas.microsoft.com/office/drawing/2014/main" id="{6139474E-1696-0698-7637-5D67EEBD36C8}"/>
              </a:ext>
            </a:extLst>
          </p:cNvPr>
          <p:cNvSpPr txBox="1">
            <a:spLocks/>
          </p:cNvSpPr>
          <p:nvPr/>
        </p:nvSpPr>
        <p:spPr>
          <a:xfrm>
            <a:off x="6574023" y="2059456"/>
            <a:ext cx="5404043" cy="303418"/>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sz="2000" b="1" dirty="0">
                <a:solidFill>
                  <a:srgbClr val="363A3B"/>
                </a:solidFill>
                <a:latin typeface="Myriad for Rabobank"/>
              </a:rPr>
              <a:t>Increase in insurance subsidies under OBBB</a:t>
            </a: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3" name="Content Placeholder 7">
            <a:extLst>
              <a:ext uri="{FF2B5EF4-FFF2-40B4-BE49-F238E27FC236}">
                <a16:creationId xmlns:a16="http://schemas.microsoft.com/office/drawing/2014/main" id="{F46CC987-35CE-B994-CED0-146CEC15577A}"/>
              </a:ext>
            </a:extLst>
          </p:cNvPr>
          <p:cNvSpPr txBox="1">
            <a:spLocks/>
          </p:cNvSpPr>
          <p:nvPr/>
        </p:nvSpPr>
        <p:spPr>
          <a:xfrm>
            <a:off x="627769" y="1585234"/>
            <a:ext cx="11564231" cy="394624"/>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000" b="1" dirty="0">
                <a:solidFill>
                  <a:srgbClr val="FF6700"/>
                </a:solidFill>
                <a:latin typeface="Myriad for Rabobank"/>
              </a:rPr>
              <a:t>Cotton will see the biggest relative increase in government support among all commodities  </a:t>
            </a:r>
            <a:endParaRPr kumimoji="0" lang="en-US" sz="2000" b="0" i="0" u="none" strike="noStrike" kern="1200" cap="none" spc="0" normalizeH="0" baseline="0" noProof="0" dirty="0">
              <a:ln>
                <a:noFill/>
              </a:ln>
              <a:solidFill>
                <a:srgbClr val="FF6700"/>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000" b="1"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2" name="Chart 1">
            <a:extLst>
              <a:ext uri="{FF2B5EF4-FFF2-40B4-BE49-F238E27FC236}">
                <a16:creationId xmlns:a16="http://schemas.microsoft.com/office/drawing/2014/main" id="{9FC428F3-81A7-7755-C389-9D0515D7590E}"/>
              </a:ext>
            </a:extLst>
          </p:cNvPr>
          <p:cNvGraphicFramePr>
            <a:graphicFrameLocks/>
          </p:cNvGraphicFramePr>
          <p:nvPr/>
        </p:nvGraphicFramePr>
        <p:xfrm>
          <a:off x="442266" y="2500630"/>
          <a:ext cx="5257869" cy="3855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252E1F9E-96A8-B844-7AEC-2BD70D45FBDA}"/>
              </a:ext>
            </a:extLst>
          </p:cNvPr>
          <p:cNvGraphicFramePr>
            <a:graphicFrameLocks/>
          </p:cNvGraphicFramePr>
          <p:nvPr/>
        </p:nvGraphicFramePr>
        <p:xfrm>
          <a:off x="6322995" y="2671336"/>
          <a:ext cx="5137485" cy="339853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858449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3160D-308D-F3AD-5E20-83CDC030397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8381024-E648-F23C-FE58-8B9CD63EFCEE}"/>
              </a:ext>
            </a:extLst>
          </p:cNvPr>
          <p:cNvSpPr>
            <a:spLocks noGrp="1"/>
          </p:cNvSpPr>
          <p:nvPr>
            <p:ph type="title"/>
          </p:nvPr>
        </p:nvSpPr>
        <p:spPr>
          <a:xfrm>
            <a:off x="609599" y="585787"/>
            <a:ext cx="7959635" cy="640585"/>
          </a:xfrm>
        </p:spPr>
        <p:txBody>
          <a:bodyPr/>
          <a:lstStyle/>
          <a:p>
            <a:r>
              <a:rPr lang="en-US" dirty="0"/>
              <a:t>Support culminating under the</a:t>
            </a:r>
            <a:br>
              <a:rPr lang="en-US" dirty="0"/>
            </a:br>
            <a:r>
              <a:rPr lang="en-US" dirty="0"/>
              <a:t>“Great American Cotton Plan”</a:t>
            </a:r>
          </a:p>
        </p:txBody>
      </p:sp>
      <p:sp>
        <p:nvSpPr>
          <p:cNvPr id="4" name="Slide Number Placeholder 3">
            <a:extLst>
              <a:ext uri="{FF2B5EF4-FFF2-40B4-BE49-F238E27FC236}">
                <a16:creationId xmlns:a16="http://schemas.microsoft.com/office/drawing/2014/main" id="{369CC5E9-D019-836C-9AA7-41FEF19699D9}"/>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pic>
        <p:nvPicPr>
          <p:cNvPr id="8" name="Picture 7" descr="USDA Launches Great American Cotton Plan to Revitalize the Cotton Farm Economy | Tennessee Farm Bureau">
            <a:extLst>
              <a:ext uri="{FF2B5EF4-FFF2-40B4-BE49-F238E27FC236}">
                <a16:creationId xmlns:a16="http://schemas.microsoft.com/office/drawing/2014/main" id="{BDB35082-7772-6F62-DF02-731642949500}"/>
              </a:ext>
            </a:extLst>
          </p:cNvPr>
          <p:cNvPicPr>
            <a:picLocks noChangeAspect="1"/>
          </p:cNvPicPr>
          <p:nvPr/>
        </p:nvPicPr>
        <p:blipFill>
          <a:blip r:embed="rId3"/>
          <a:stretch>
            <a:fillRect/>
          </a:stretch>
        </p:blipFill>
        <p:spPr>
          <a:xfrm>
            <a:off x="609599" y="2180153"/>
            <a:ext cx="3265715" cy="4092060"/>
          </a:xfrm>
          <a:prstGeom prst="rect">
            <a:avLst/>
          </a:prstGeom>
        </p:spPr>
      </p:pic>
      <p:sp>
        <p:nvSpPr>
          <p:cNvPr id="9" name="Rectangle: Rounded Corners 8">
            <a:extLst>
              <a:ext uri="{FF2B5EF4-FFF2-40B4-BE49-F238E27FC236}">
                <a16:creationId xmlns:a16="http://schemas.microsoft.com/office/drawing/2014/main" id="{E2CAF597-253E-93FA-450A-28BAAE0BB9A3}"/>
              </a:ext>
            </a:extLst>
          </p:cNvPr>
          <p:cNvSpPr/>
          <p:nvPr/>
        </p:nvSpPr>
        <p:spPr>
          <a:xfrm>
            <a:off x="3962400" y="1992923"/>
            <a:ext cx="8042031" cy="4363427"/>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ntent Placeholder 7">
            <a:extLst>
              <a:ext uri="{FF2B5EF4-FFF2-40B4-BE49-F238E27FC236}">
                <a16:creationId xmlns:a16="http://schemas.microsoft.com/office/drawing/2014/main" id="{F104C92E-0237-BA62-8E62-09715272A21E}"/>
              </a:ext>
            </a:extLst>
          </p:cNvPr>
          <p:cNvSpPr txBox="1">
            <a:spLocks/>
          </p:cNvSpPr>
          <p:nvPr/>
        </p:nvSpPr>
        <p:spPr>
          <a:xfrm>
            <a:off x="4499971" y="2219542"/>
            <a:ext cx="7355031" cy="436572"/>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600"/>
              </a:spcBef>
              <a:spcAft>
                <a:spcPts val="0"/>
              </a:spcAft>
              <a:buClr>
                <a:srgbClr val="0058FF"/>
              </a:buClr>
              <a:buSzTx/>
              <a:tabLst/>
              <a:defRPr/>
            </a:pPr>
            <a:r>
              <a:rPr kumimoji="0" lang="en-US" sz="2400" b="1" i="0" strike="noStrike" kern="1200" cap="none" spc="0" normalizeH="0" baseline="0" noProof="0" dirty="0">
                <a:ln>
                  <a:noFill/>
                </a:ln>
                <a:solidFill>
                  <a:srgbClr val="FF6700"/>
                </a:solidFill>
                <a:effectLst/>
                <a:uLnTx/>
                <a:uFillTx/>
                <a:latin typeface="Myriad for Rabobank"/>
                <a:ea typeface="+mn-ea"/>
                <a:cs typeface="+mn-cs"/>
              </a:rPr>
              <a:t>Consider the “Buy American Cotton Act”</a:t>
            </a: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2000" b="1" dirty="0">
                <a:solidFill>
                  <a:schemeClr val="accent1"/>
                </a:solidFill>
                <a:latin typeface="Myriad for Rabobank"/>
              </a:rPr>
              <a:t>Provides tax breaks for using US cotton and reshoring US textile capacity</a:t>
            </a:r>
          </a:p>
          <a:p>
            <a:pPr marR="0" lvl="0" algn="l" defTabSz="914400" rtl="0" eaLnBrk="1" fontAlgn="auto" latinLnBrk="0" hangingPunct="1">
              <a:lnSpc>
                <a:spcPct val="90000"/>
              </a:lnSpc>
              <a:spcBef>
                <a:spcPts val="600"/>
              </a:spcBef>
              <a:spcAft>
                <a:spcPts val="0"/>
              </a:spcAft>
              <a:buClr>
                <a:srgbClr val="0058FF"/>
              </a:buClr>
              <a:buSzTx/>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kumimoji="0" lang="en-US" sz="1800" b="1" i="0" strike="noStrike" kern="1200" cap="none" spc="0" normalizeH="0" baseline="0" noProof="0" dirty="0">
                <a:ln>
                  <a:noFill/>
                </a:ln>
                <a:solidFill>
                  <a:srgbClr val="FF6700"/>
                </a:solidFill>
                <a:effectLst/>
                <a:uLnTx/>
                <a:uFillTx/>
                <a:latin typeface="Myriad for Rabobank"/>
                <a:ea typeface="+mn-ea"/>
                <a:cs typeface="+mn-cs"/>
              </a:rPr>
              <a:t> </a:t>
            </a:r>
            <a:endParaRPr kumimoji="0" lang="en-US" sz="1800" b="0" i="0" strike="noStrike" kern="1200" cap="none" spc="0" normalizeH="0" baseline="0" noProof="0" dirty="0">
              <a:ln>
                <a:noFill/>
              </a:ln>
              <a:solidFill>
                <a:srgbClr val="FF6700"/>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12" name="Table 11">
            <a:extLst>
              <a:ext uri="{FF2B5EF4-FFF2-40B4-BE49-F238E27FC236}">
                <a16:creationId xmlns:a16="http://schemas.microsoft.com/office/drawing/2014/main" id="{1AA00012-3D6E-AA7A-8C89-16B46CD0E3AC}"/>
              </a:ext>
            </a:extLst>
          </p:cNvPr>
          <p:cNvGraphicFramePr>
            <a:graphicFrameLocks noGrp="1"/>
          </p:cNvGraphicFramePr>
          <p:nvPr/>
        </p:nvGraphicFramePr>
        <p:xfrm>
          <a:off x="4362994" y="3259092"/>
          <a:ext cx="7355032" cy="2865120"/>
        </p:xfrm>
        <a:graphic>
          <a:graphicData uri="http://schemas.openxmlformats.org/drawingml/2006/table">
            <a:tbl>
              <a:tblPr firstRow="1" bandRow="1">
                <a:tableStyleId>{5C22544A-7EE6-4342-B048-85BDC9FD1C3A}</a:tableStyleId>
              </a:tblPr>
              <a:tblGrid>
                <a:gridCol w="3668002">
                  <a:extLst>
                    <a:ext uri="{9D8B030D-6E8A-4147-A177-3AD203B41FA5}">
                      <a16:colId xmlns:a16="http://schemas.microsoft.com/office/drawing/2014/main" val="1567620161"/>
                    </a:ext>
                  </a:extLst>
                </a:gridCol>
                <a:gridCol w="941784">
                  <a:extLst>
                    <a:ext uri="{9D8B030D-6E8A-4147-A177-3AD203B41FA5}">
                      <a16:colId xmlns:a16="http://schemas.microsoft.com/office/drawing/2014/main" val="45044853"/>
                    </a:ext>
                  </a:extLst>
                </a:gridCol>
                <a:gridCol w="826127">
                  <a:extLst>
                    <a:ext uri="{9D8B030D-6E8A-4147-A177-3AD203B41FA5}">
                      <a16:colId xmlns:a16="http://schemas.microsoft.com/office/drawing/2014/main" val="1544792862"/>
                    </a:ext>
                  </a:extLst>
                </a:gridCol>
                <a:gridCol w="991352">
                  <a:extLst>
                    <a:ext uri="{9D8B030D-6E8A-4147-A177-3AD203B41FA5}">
                      <a16:colId xmlns:a16="http://schemas.microsoft.com/office/drawing/2014/main" val="3951166598"/>
                    </a:ext>
                  </a:extLst>
                </a:gridCol>
                <a:gridCol w="927767">
                  <a:extLst>
                    <a:ext uri="{9D8B030D-6E8A-4147-A177-3AD203B41FA5}">
                      <a16:colId xmlns:a16="http://schemas.microsoft.com/office/drawing/2014/main" val="3012514185"/>
                    </a:ext>
                  </a:extLst>
                </a:gridCol>
              </a:tblGrid>
              <a:tr h="370840">
                <a:tc>
                  <a:txBody>
                    <a:bodyPr/>
                    <a:lstStyle/>
                    <a:p>
                      <a:r>
                        <a:rPr lang="en-US" dirty="0"/>
                        <a:t>Scenario</a:t>
                      </a:r>
                    </a:p>
                  </a:txBody>
                  <a:tcPr/>
                </a:tc>
                <a:tc>
                  <a:txBody>
                    <a:bodyPr/>
                    <a:lstStyle/>
                    <a:p>
                      <a:r>
                        <a:rPr lang="en-US" dirty="0"/>
                        <a:t>Cotton price</a:t>
                      </a:r>
                    </a:p>
                  </a:txBody>
                  <a:tcPr/>
                </a:tc>
                <a:tc>
                  <a:txBody>
                    <a:bodyPr/>
                    <a:lstStyle/>
                    <a:p>
                      <a:r>
                        <a:rPr lang="en-US" dirty="0"/>
                        <a:t>Price factor</a:t>
                      </a:r>
                    </a:p>
                  </a:txBody>
                  <a:tcPr/>
                </a:tc>
                <a:tc>
                  <a:txBody>
                    <a:bodyPr/>
                    <a:lstStyle/>
                    <a:p>
                      <a:r>
                        <a:rPr lang="en-US" dirty="0"/>
                        <a:t>Loc. factor</a:t>
                      </a:r>
                    </a:p>
                  </a:txBody>
                  <a:tcPr/>
                </a:tc>
                <a:tc>
                  <a:txBody>
                    <a:bodyPr/>
                    <a:lstStyle/>
                    <a:p>
                      <a:r>
                        <a:rPr lang="en-US" dirty="0"/>
                        <a:t>Credit</a:t>
                      </a:r>
                    </a:p>
                  </a:txBody>
                  <a:tcPr/>
                </a:tc>
                <a:extLst>
                  <a:ext uri="{0D108BD9-81ED-4DB2-BD59-A6C34878D82A}">
                    <a16:rowId xmlns:a16="http://schemas.microsoft.com/office/drawing/2014/main" val="2133225592"/>
                  </a:ext>
                </a:extLst>
              </a:tr>
              <a:tr h="370840">
                <a:tc>
                  <a:txBody>
                    <a:bodyPr/>
                    <a:lstStyle/>
                    <a:p>
                      <a:r>
                        <a:rPr lang="en-US" b="1" dirty="0"/>
                        <a:t>US cotton to non-FTA country</a:t>
                      </a:r>
                    </a:p>
                  </a:txBody>
                  <a:tcPr/>
                </a:tc>
                <a:tc>
                  <a:txBody>
                    <a:bodyPr/>
                    <a:lstStyle/>
                    <a:p>
                      <a:r>
                        <a:rPr lang="en-US" dirty="0"/>
                        <a:t>$0.85</a:t>
                      </a:r>
                    </a:p>
                  </a:txBody>
                  <a:tcPr/>
                </a:tc>
                <a:tc>
                  <a:txBody>
                    <a:bodyPr/>
                    <a:lstStyle/>
                    <a:p>
                      <a:r>
                        <a:rPr lang="en-US" dirty="0"/>
                        <a:t>1</a:t>
                      </a:r>
                    </a:p>
                  </a:txBody>
                  <a:tcPr/>
                </a:tc>
                <a:tc>
                  <a:txBody>
                    <a:bodyPr/>
                    <a:lstStyle/>
                    <a:p>
                      <a:r>
                        <a:rPr lang="en-US" dirty="0"/>
                        <a:t>18%</a:t>
                      </a:r>
                    </a:p>
                  </a:txBody>
                  <a:tcPr/>
                </a:tc>
                <a:tc>
                  <a:txBody>
                    <a:bodyPr/>
                    <a:lstStyle/>
                    <a:p>
                      <a:r>
                        <a:rPr lang="en-US" b="1" dirty="0"/>
                        <a:t>$0.15</a:t>
                      </a:r>
                    </a:p>
                  </a:txBody>
                  <a:tcPr/>
                </a:tc>
                <a:extLst>
                  <a:ext uri="{0D108BD9-81ED-4DB2-BD59-A6C34878D82A}">
                    <a16:rowId xmlns:a16="http://schemas.microsoft.com/office/drawing/2014/main" val="170552374"/>
                  </a:ext>
                </a:extLst>
              </a:tr>
              <a:tr h="370840">
                <a:tc>
                  <a:txBody>
                    <a:bodyPr/>
                    <a:lstStyle/>
                    <a:p>
                      <a:r>
                        <a:rPr lang="en-US" b="1" dirty="0"/>
                        <a:t>US yarn to non-FTA country</a:t>
                      </a:r>
                    </a:p>
                  </a:txBody>
                  <a:tcPr/>
                </a:tc>
                <a:tc>
                  <a:txBody>
                    <a:bodyPr/>
                    <a:lstStyle/>
                    <a:p>
                      <a:r>
                        <a:rPr lang="en-US" dirty="0"/>
                        <a:t>$0.85</a:t>
                      </a:r>
                    </a:p>
                  </a:txBody>
                  <a:tcPr/>
                </a:tc>
                <a:tc>
                  <a:txBody>
                    <a:bodyPr/>
                    <a:lstStyle/>
                    <a:p>
                      <a:r>
                        <a:rPr lang="en-US" dirty="0"/>
                        <a:t>1.6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18%</a:t>
                      </a:r>
                    </a:p>
                  </a:txBody>
                  <a:tcPr/>
                </a:tc>
                <a:tc>
                  <a:txBody>
                    <a:bodyPr/>
                    <a:lstStyle/>
                    <a:p>
                      <a:r>
                        <a:rPr lang="en-US" b="1" dirty="0"/>
                        <a:t>$0.24</a:t>
                      </a:r>
                    </a:p>
                  </a:txBody>
                  <a:tcPr/>
                </a:tc>
                <a:extLst>
                  <a:ext uri="{0D108BD9-81ED-4DB2-BD59-A6C34878D82A}">
                    <a16:rowId xmlns:a16="http://schemas.microsoft.com/office/drawing/2014/main" val="1175370686"/>
                  </a:ext>
                </a:extLst>
              </a:tr>
              <a:tr h="370840">
                <a:tc>
                  <a:txBody>
                    <a:bodyPr/>
                    <a:lstStyle/>
                    <a:p>
                      <a:r>
                        <a:rPr lang="en-US" b="1" dirty="0"/>
                        <a:t>US fabric to non-FTA country</a:t>
                      </a:r>
                    </a:p>
                  </a:txBody>
                  <a:tcPr/>
                </a:tc>
                <a:tc>
                  <a:txBody>
                    <a:bodyPr/>
                    <a:lstStyle/>
                    <a:p>
                      <a:r>
                        <a:rPr lang="en-US" dirty="0"/>
                        <a:t>$0.85</a:t>
                      </a:r>
                    </a:p>
                  </a:txBody>
                  <a:tcPr/>
                </a:tc>
                <a:tc>
                  <a:txBody>
                    <a:bodyPr/>
                    <a:lstStyle/>
                    <a:p>
                      <a:r>
                        <a:rPr lang="en-US" dirty="0"/>
                        <a:t>6.5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18%</a:t>
                      </a:r>
                    </a:p>
                  </a:txBody>
                  <a:tcPr/>
                </a:tc>
                <a:tc>
                  <a:txBody>
                    <a:bodyPr/>
                    <a:lstStyle/>
                    <a:p>
                      <a:r>
                        <a:rPr lang="en-US" b="1" dirty="0"/>
                        <a:t>$0.99</a:t>
                      </a:r>
                    </a:p>
                  </a:txBody>
                  <a:tcPr/>
                </a:tc>
                <a:extLst>
                  <a:ext uri="{0D108BD9-81ED-4DB2-BD59-A6C34878D82A}">
                    <a16:rowId xmlns:a16="http://schemas.microsoft.com/office/drawing/2014/main" val="950108186"/>
                  </a:ext>
                </a:extLst>
              </a:tr>
              <a:tr h="370840">
                <a:tc>
                  <a:txBody>
                    <a:bodyPr/>
                    <a:lstStyle/>
                    <a:p>
                      <a:r>
                        <a:rPr lang="en-US" b="1" dirty="0"/>
                        <a:t>US cotton to FTA country or US</a:t>
                      </a:r>
                    </a:p>
                  </a:txBody>
                  <a:tcPr/>
                </a:tc>
                <a:tc>
                  <a:txBody>
                    <a:bodyPr/>
                    <a:lstStyle/>
                    <a:p>
                      <a:r>
                        <a:rPr lang="en-US" dirty="0"/>
                        <a:t>$0.85</a:t>
                      </a:r>
                    </a:p>
                  </a:txBody>
                  <a:tcPr/>
                </a:tc>
                <a:tc>
                  <a:txBody>
                    <a:bodyPr/>
                    <a:lstStyle/>
                    <a:p>
                      <a:r>
                        <a:rPr lang="en-US" dirty="0"/>
                        <a:t>1</a:t>
                      </a:r>
                    </a:p>
                  </a:txBody>
                  <a:tcPr/>
                </a:tc>
                <a:tc>
                  <a:txBody>
                    <a:bodyPr/>
                    <a:lstStyle/>
                    <a:p>
                      <a:r>
                        <a:rPr lang="en-US" dirty="0"/>
                        <a:t>24%</a:t>
                      </a:r>
                    </a:p>
                  </a:txBody>
                  <a:tcPr/>
                </a:tc>
                <a:tc>
                  <a:txBody>
                    <a:bodyPr/>
                    <a:lstStyle/>
                    <a:p>
                      <a:r>
                        <a:rPr lang="en-US" b="1" dirty="0"/>
                        <a:t>$0.20</a:t>
                      </a:r>
                    </a:p>
                  </a:txBody>
                  <a:tcPr/>
                </a:tc>
                <a:extLst>
                  <a:ext uri="{0D108BD9-81ED-4DB2-BD59-A6C34878D82A}">
                    <a16:rowId xmlns:a16="http://schemas.microsoft.com/office/drawing/2014/main" val="3677623566"/>
                  </a:ext>
                </a:extLst>
              </a:tr>
              <a:tr h="370840">
                <a:tc>
                  <a:txBody>
                    <a:bodyPr/>
                    <a:lstStyle/>
                    <a:p>
                      <a:r>
                        <a:rPr lang="en-US" b="1" dirty="0"/>
                        <a:t>US yarn to FTA country or US</a:t>
                      </a:r>
                    </a:p>
                  </a:txBody>
                  <a:tcPr/>
                </a:tc>
                <a:tc>
                  <a:txBody>
                    <a:bodyPr/>
                    <a:lstStyle/>
                    <a:p>
                      <a:r>
                        <a:rPr lang="en-US" dirty="0"/>
                        <a:t>$0.85</a:t>
                      </a:r>
                    </a:p>
                  </a:txBody>
                  <a:tcPr/>
                </a:tc>
                <a:tc>
                  <a:txBody>
                    <a:bodyPr/>
                    <a:lstStyle/>
                    <a:p>
                      <a:r>
                        <a:rPr lang="en-US" dirty="0"/>
                        <a:t>1.6</a:t>
                      </a:r>
                    </a:p>
                  </a:txBody>
                  <a:tcPr/>
                </a:tc>
                <a:tc>
                  <a:txBody>
                    <a:bodyPr/>
                    <a:lstStyle/>
                    <a:p>
                      <a:r>
                        <a:rPr lang="en-US" dirty="0"/>
                        <a:t>24%</a:t>
                      </a:r>
                    </a:p>
                  </a:txBody>
                  <a:tcPr/>
                </a:tc>
                <a:tc>
                  <a:txBody>
                    <a:bodyPr/>
                    <a:lstStyle/>
                    <a:p>
                      <a:r>
                        <a:rPr lang="en-US" b="1" dirty="0"/>
                        <a:t>$0.33</a:t>
                      </a:r>
                    </a:p>
                  </a:txBody>
                  <a:tcPr/>
                </a:tc>
                <a:extLst>
                  <a:ext uri="{0D108BD9-81ED-4DB2-BD59-A6C34878D82A}">
                    <a16:rowId xmlns:a16="http://schemas.microsoft.com/office/drawing/2014/main" val="2206763908"/>
                  </a:ext>
                </a:extLst>
              </a:tr>
              <a:tr h="370840">
                <a:tc>
                  <a:txBody>
                    <a:bodyPr/>
                    <a:lstStyle/>
                    <a:p>
                      <a:r>
                        <a:rPr lang="en-US" b="1" dirty="0"/>
                        <a:t>US fabric to FTA country or US</a:t>
                      </a:r>
                    </a:p>
                  </a:txBody>
                  <a:tcPr/>
                </a:tc>
                <a:tc>
                  <a:txBody>
                    <a:bodyPr/>
                    <a:lstStyle/>
                    <a:p>
                      <a:r>
                        <a:rPr lang="en-US" dirty="0"/>
                        <a:t>$0.85</a:t>
                      </a:r>
                    </a:p>
                  </a:txBody>
                  <a:tcPr/>
                </a:tc>
                <a:tc>
                  <a:txBody>
                    <a:bodyPr/>
                    <a:lstStyle/>
                    <a:p>
                      <a:r>
                        <a:rPr lang="en-US" dirty="0"/>
                        <a:t>6.5</a:t>
                      </a:r>
                    </a:p>
                  </a:txBody>
                  <a:tcPr/>
                </a:tc>
                <a:tc>
                  <a:txBody>
                    <a:bodyPr/>
                    <a:lstStyle/>
                    <a:p>
                      <a:r>
                        <a:rPr lang="en-US" dirty="0"/>
                        <a:t>24%</a:t>
                      </a:r>
                    </a:p>
                  </a:txBody>
                  <a:tcPr/>
                </a:tc>
                <a:tc>
                  <a:txBody>
                    <a:bodyPr/>
                    <a:lstStyle/>
                    <a:p>
                      <a:r>
                        <a:rPr lang="en-US" b="1" dirty="0"/>
                        <a:t>$1.33</a:t>
                      </a:r>
                    </a:p>
                  </a:txBody>
                  <a:tcPr/>
                </a:tc>
                <a:extLst>
                  <a:ext uri="{0D108BD9-81ED-4DB2-BD59-A6C34878D82A}">
                    <a16:rowId xmlns:a16="http://schemas.microsoft.com/office/drawing/2014/main" val="3379716911"/>
                  </a:ext>
                </a:extLst>
              </a:tr>
            </a:tbl>
          </a:graphicData>
        </a:graphic>
      </p:graphicFrame>
    </p:spTree>
    <p:extLst>
      <p:ext uri="{BB962C8B-B14F-4D97-AF65-F5344CB8AC3E}">
        <p14:creationId xmlns:p14="http://schemas.microsoft.com/office/powerpoint/2010/main" val="2658152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49E8F-A4B2-0362-C8B2-23C1652F93EF}"/>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8D3A8BF-1EDA-D54B-752F-5C52E95C1668}"/>
              </a:ext>
            </a:extLst>
          </p:cNvPr>
          <p:cNvSpPr>
            <a:spLocks noGrp="1"/>
          </p:cNvSpPr>
          <p:nvPr>
            <p:ph type="title"/>
          </p:nvPr>
        </p:nvSpPr>
        <p:spPr/>
        <p:txBody>
          <a:bodyPr/>
          <a:lstStyle/>
          <a:p>
            <a:r>
              <a:rPr lang="en-US" dirty="0"/>
              <a:t>More beans and cotton in 2027</a:t>
            </a:r>
          </a:p>
        </p:txBody>
      </p:sp>
      <p:sp>
        <p:nvSpPr>
          <p:cNvPr id="4" name="Slide Number Placeholder 3">
            <a:extLst>
              <a:ext uri="{FF2B5EF4-FFF2-40B4-BE49-F238E27FC236}">
                <a16:creationId xmlns:a16="http://schemas.microsoft.com/office/drawing/2014/main" id="{950F4D9A-9D49-B6FD-59A3-E4CBC61E1CA3}"/>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55B1587-59F1-4FB5-A363-0505DAC627C3}" type="slidenum">
              <a:rPr kumimoji="0" lang="en-US" sz="1200" b="0" i="0" u="none" strike="noStrike" kern="1200" cap="none" spc="0" normalizeH="0" baseline="0" noProof="0" smtClean="0">
                <a:ln>
                  <a:noFill/>
                </a:ln>
                <a:solidFill>
                  <a:srgbClr val="D8D9DA"/>
                </a:solidFill>
                <a:effectLst/>
                <a:uLnTx/>
                <a:uFillTx/>
                <a:latin typeface="Myriad for Raboban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rgbClr val="D8D9DA"/>
              </a:solidFill>
              <a:effectLst/>
              <a:uLnTx/>
              <a:uFillTx/>
              <a:latin typeface="Myriad for Rabobank"/>
              <a:ea typeface="+mn-ea"/>
              <a:cs typeface="+mn-cs"/>
            </a:endParaRPr>
          </a:p>
        </p:txBody>
      </p:sp>
      <p:sp>
        <p:nvSpPr>
          <p:cNvPr id="3" name="Content Placeholder 7">
            <a:extLst>
              <a:ext uri="{FF2B5EF4-FFF2-40B4-BE49-F238E27FC236}">
                <a16:creationId xmlns:a16="http://schemas.microsoft.com/office/drawing/2014/main" id="{756C49C9-45FE-7300-9EF3-A7BCB261752D}"/>
              </a:ext>
            </a:extLst>
          </p:cNvPr>
          <p:cNvSpPr txBox="1">
            <a:spLocks/>
          </p:cNvSpPr>
          <p:nvPr/>
        </p:nvSpPr>
        <p:spPr>
          <a:xfrm>
            <a:off x="7013393" y="2261010"/>
            <a:ext cx="4699944" cy="282567"/>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b="1" dirty="0">
                <a:solidFill>
                  <a:srgbClr val="363A3B"/>
                </a:solidFill>
                <a:latin typeface="Myriad for Rabobank"/>
              </a:rPr>
              <a:t>Corn/cotton price and acreage ratios</a:t>
            </a:r>
            <a:endParaRPr kumimoji="0" lang="en-US"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sp>
        <p:nvSpPr>
          <p:cNvPr id="13" name="Content Placeholder 7">
            <a:extLst>
              <a:ext uri="{FF2B5EF4-FFF2-40B4-BE49-F238E27FC236}">
                <a16:creationId xmlns:a16="http://schemas.microsoft.com/office/drawing/2014/main" id="{BA865BFD-322B-4373-588C-9DE5032AC758}"/>
              </a:ext>
            </a:extLst>
          </p:cNvPr>
          <p:cNvSpPr txBox="1">
            <a:spLocks/>
          </p:cNvSpPr>
          <p:nvPr/>
        </p:nvSpPr>
        <p:spPr>
          <a:xfrm>
            <a:off x="883010" y="2261393"/>
            <a:ext cx="4699944" cy="282567"/>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None/>
              <a:tabLst/>
              <a:defRPr/>
            </a:pPr>
            <a:r>
              <a:rPr lang="en-US" b="1" dirty="0">
                <a:solidFill>
                  <a:srgbClr val="363A3B"/>
                </a:solidFill>
                <a:latin typeface="Myriad for Rabobank"/>
              </a:rPr>
              <a:t>Corn/soy price and acreage ratios</a:t>
            </a:r>
            <a:endParaRPr kumimoji="0" lang="en-US" b="0" i="0" u="none" strike="noStrike" kern="1200" cap="none" spc="0" normalizeH="0" baseline="0" noProof="0" dirty="0">
              <a:ln>
                <a:noFill/>
              </a:ln>
              <a:solidFill>
                <a:srgbClr val="363A3B"/>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2" name="Chart 1">
            <a:extLst>
              <a:ext uri="{FF2B5EF4-FFF2-40B4-BE49-F238E27FC236}">
                <a16:creationId xmlns:a16="http://schemas.microsoft.com/office/drawing/2014/main" id="{7B161BA8-8201-282B-D263-46CE4B35F25D}"/>
              </a:ext>
            </a:extLst>
          </p:cNvPr>
          <p:cNvGraphicFramePr>
            <a:graphicFrameLocks/>
          </p:cNvGraphicFramePr>
          <p:nvPr>
            <p:extLst>
              <p:ext uri="{D42A27DB-BD31-4B8C-83A1-F6EECF244321}">
                <p14:modId xmlns:p14="http://schemas.microsoft.com/office/powerpoint/2010/main" val="2229501960"/>
              </p:ext>
            </p:extLst>
          </p:nvPr>
        </p:nvGraphicFramePr>
        <p:xfrm>
          <a:off x="609600" y="2752323"/>
          <a:ext cx="5261429" cy="3519890"/>
        </p:xfrm>
        <a:graphic>
          <a:graphicData uri="http://schemas.openxmlformats.org/drawingml/2006/chart">
            <c:chart xmlns:c="http://schemas.openxmlformats.org/drawingml/2006/chart" xmlns:r="http://schemas.openxmlformats.org/officeDocument/2006/relationships" r:id="rId3"/>
          </a:graphicData>
        </a:graphic>
      </p:graphicFrame>
      <p:sp>
        <p:nvSpPr>
          <p:cNvPr id="9" name="Content Placeholder 7">
            <a:extLst>
              <a:ext uri="{FF2B5EF4-FFF2-40B4-BE49-F238E27FC236}">
                <a16:creationId xmlns:a16="http://schemas.microsoft.com/office/drawing/2014/main" id="{CE328FC1-FA80-BCD2-6274-7EA61D389543}"/>
              </a:ext>
            </a:extLst>
          </p:cNvPr>
          <p:cNvSpPr txBox="1">
            <a:spLocks/>
          </p:cNvSpPr>
          <p:nvPr/>
        </p:nvSpPr>
        <p:spPr>
          <a:xfrm>
            <a:off x="636607" y="1310509"/>
            <a:ext cx="10945792" cy="365125"/>
          </a:xfrm>
          <a:prstGeom prst="rect">
            <a:avLst/>
          </a:prstGeom>
        </p:spPr>
        <p:txBody>
          <a:bodyPr vert="horz" lIns="0" tIns="0" rIns="0" bIns="0" rtlCol="0">
            <a:noAutofit/>
          </a:bodyPr>
          <a:lstStyle>
            <a:lvl1pPr marL="0" indent="0" algn="l" defTabSz="914400" rtl="0" eaLnBrk="1" latinLnBrk="0" hangingPunct="1">
              <a:lnSpc>
                <a:spcPct val="90000"/>
              </a:lnSpc>
              <a:spcBef>
                <a:spcPts val="600"/>
              </a:spcBef>
              <a:buClr>
                <a:schemeClr val="accent1"/>
              </a:buClr>
              <a:buFont typeface="Arial" panose="020B0604020202020204" pitchFamily="34" charset="0"/>
              <a:buNone/>
              <a:defRPr sz="1600" kern="1200">
                <a:solidFill>
                  <a:schemeClr val="tx1"/>
                </a:solidFill>
                <a:latin typeface="+mn-lt"/>
                <a:ea typeface="+mn-ea"/>
                <a:cs typeface="+mn-cs"/>
              </a:defRPr>
            </a:lvl1pPr>
            <a:lvl2pPr marL="2304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4608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691200" indent="-228600" algn="l" defTabSz="914400" rtl="0" eaLnBrk="1" latinLnBrk="0" hangingPunct="1">
              <a:lnSpc>
                <a:spcPct val="9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4pPr>
            <a:lvl5pPr marL="0" indent="0" algn="l" defTabSz="914400" rtl="0" eaLnBrk="1" latinLnBrk="0" hangingPunct="1">
              <a:lnSpc>
                <a:spcPct val="90000"/>
              </a:lnSpc>
              <a:spcBef>
                <a:spcPts val="500"/>
              </a:spcBef>
              <a:buClr>
                <a:schemeClr val="accent1"/>
              </a:buClr>
              <a:buFont typeface="Arial" panose="020B0604020202020204" pitchFamily="34" charset="0"/>
              <a:buNone/>
              <a:defRPr sz="1800" i="0" kern="1200">
                <a:solidFill>
                  <a:schemeClr val="accent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lang="en-US" sz="1800" b="1" dirty="0">
                <a:solidFill>
                  <a:srgbClr val="FF6700"/>
                </a:solidFill>
                <a:latin typeface="Myriad for Rabobank"/>
              </a:rPr>
              <a:t>Prices telling farmers to shift a million acres (each) into soy and cotton in the </a:t>
            </a:r>
            <a:r>
              <a:rPr lang="en-US" sz="1800" b="1">
                <a:solidFill>
                  <a:srgbClr val="FF6700"/>
                </a:solidFill>
                <a:latin typeface="Myriad for Rabobank"/>
              </a:rPr>
              <a:t>year ahead</a:t>
            </a: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lang="en-US" sz="1800" b="1" dirty="0">
              <a:solidFill>
                <a:srgbClr val="FF6700"/>
              </a:solidFill>
              <a:latin typeface="Myriad for Rabobank"/>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1800" b="1" i="0" strike="noStrike" kern="1200" cap="none" spc="0" normalizeH="0" baseline="0" noProof="0" dirty="0">
              <a:ln>
                <a:noFill/>
              </a:ln>
              <a:solidFill>
                <a:srgbClr val="FF6700"/>
              </a:solidFill>
              <a:effectLst/>
              <a:uLnTx/>
              <a:uFillTx/>
              <a:latin typeface="Myriad for Rabobank"/>
              <a:ea typeface="+mn-ea"/>
              <a:cs typeface="+mn-cs"/>
            </a:endParaRPr>
          </a:p>
          <a:p>
            <a:pPr marL="285750" marR="0" lvl="0" indent="-28575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r>
              <a:rPr kumimoji="0" lang="en-US" sz="1800" b="1" i="0" strike="noStrike" kern="1200" cap="none" spc="0" normalizeH="0" baseline="0" noProof="0" dirty="0">
                <a:ln>
                  <a:noFill/>
                </a:ln>
                <a:solidFill>
                  <a:srgbClr val="FF6700"/>
                </a:solidFill>
                <a:effectLst/>
                <a:uLnTx/>
                <a:uFillTx/>
                <a:latin typeface="Myriad for Rabobank"/>
                <a:ea typeface="+mn-ea"/>
                <a:cs typeface="+mn-cs"/>
              </a:rPr>
              <a:t> </a:t>
            </a:r>
            <a:endParaRPr kumimoji="0" lang="en-US" sz="1800" b="0" i="0" strike="noStrike" kern="1200" cap="none" spc="0" normalizeH="0" baseline="0" noProof="0" dirty="0">
              <a:ln>
                <a:noFill/>
              </a:ln>
              <a:solidFill>
                <a:srgbClr val="FF6700"/>
              </a:solidFill>
              <a:effectLst/>
              <a:uLnTx/>
              <a:uFillTx/>
              <a:latin typeface="Myriad for Rabobank"/>
              <a:ea typeface="+mn-ea"/>
              <a:cs typeface="+mn-cs"/>
            </a:endParaRPr>
          </a:p>
          <a:p>
            <a:pPr marL="342900" marR="0" lvl="0" indent="-342900" algn="l" defTabSz="914400" rtl="0" eaLnBrk="1" fontAlgn="auto" latinLnBrk="0" hangingPunct="1">
              <a:lnSpc>
                <a:spcPct val="90000"/>
              </a:lnSpc>
              <a:spcBef>
                <a:spcPts val="600"/>
              </a:spcBef>
              <a:spcAft>
                <a:spcPts val="0"/>
              </a:spcAft>
              <a:buClr>
                <a:srgbClr val="0058FF"/>
              </a:buClr>
              <a:buSzTx/>
              <a:buFont typeface="Arial" panose="020B0604020202020204" pitchFamily="34" charset="0"/>
              <a:buChar char="•"/>
              <a:tabLst/>
              <a:defRPr/>
            </a:pPr>
            <a:endParaRPr kumimoji="0" lang="en-US" sz="2400" b="1" i="0" u="none" strike="noStrike" kern="1200" cap="none" spc="0" normalizeH="0" baseline="0" noProof="0" dirty="0">
              <a:ln>
                <a:noFill/>
              </a:ln>
              <a:solidFill>
                <a:srgbClr val="363A3B"/>
              </a:solidFill>
              <a:effectLst/>
              <a:uLnTx/>
              <a:uFillTx/>
              <a:latin typeface="Myriad for Rabobank"/>
              <a:ea typeface="+mn-ea"/>
              <a:cs typeface="+mn-cs"/>
            </a:endParaRPr>
          </a:p>
        </p:txBody>
      </p:sp>
      <p:graphicFrame>
        <p:nvGraphicFramePr>
          <p:cNvPr id="10" name="Chart 9">
            <a:extLst>
              <a:ext uri="{FF2B5EF4-FFF2-40B4-BE49-F238E27FC236}">
                <a16:creationId xmlns:a16="http://schemas.microsoft.com/office/drawing/2014/main" id="{6E2AE36E-DA9E-9259-A53E-E650E7DCCFE5}"/>
              </a:ext>
            </a:extLst>
          </p:cNvPr>
          <p:cNvGraphicFramePr>
            <a:graphicFrameLocks/>
          </p:cNvGraphicFramePr>
          <p:nvPr>
            <p:extLst>
              <p:ext uri="{D42A27DB-BD31-4B8C-83A1-F6EECF244321}">
                <p14:modId xmlns:p14="http://schemas.microsoft.com/office/powerpoint/2010/main" val="1184893630"/>
              </p:ext>
            </p:extLst>
          </p:nvPr>
        </p:nvGraphicFramePr>
        <p:xfrm>
          <a:off x="6393542" y="2713029"/>
          <a:ext cx="5188857" cy="353853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02803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abobank (2021)">
  <a:themeElements>
    <a:clrScheme name="Rabobank (2021)">
      <a:dk1>
        <a:srgbClr val="363A3B"/>
      </a:dk1>
      <a:lt1>
        <a:sysClr val="window" lastClr="FFFFFF"/>
      </a:lt1>
      <a:dk2>
        <a:srgbClr val="000060"/>
      </a:dk2>
      <a:lt2>
        <a:srgbClr val="FFFFFF"/>
      </a:lt2>
      <a:accent1>
        <a:srgbClr val="0058FF"/>
      </a:accent1>
      <a:accent2>
        <a:srgbClr val="000FAA"/>
      </a:accent2>
      <a:accent3>
        <a:srgbClr val="FF6700"/>
      </a:accent3>
      <a:accent4>
        <a:srgbClr val="FFB42D"/>
      </a:accent4>
      <a:accent5>
        <a:srgbClr val="00B269"/>
      </a:accent5>
      <a:accent6>
        <a:srgbClr val="D8D9DA"/>
      </a:accent6>
      <a:hlink>
        <a:srgbClr val="FF6700"/>
      </a:hlink>
      <a:folHlink>
        <a:srgbClr val="FFB42D"/>
      </a:folHlink>
    </a:clrScheme>
    <a:fontScheme name="Rabobank (2021)">
      <a:majorFont>
        <a:latin typeface="Myriad for Rabobank It"/>
        <a:ea typeface=""/>
        <a:cs typeface=""/>
      </a:majorFont>
      <a:minorFont>
        <a:latin typeface="Myriad for Raboban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Gray 1">
      <a:srgbClr val="000000"/>
    </a:custClr>
    <a:custClr name="Gray 2">
      <a:srgbClr val="202122"/>
    </a:custClr>
    <a:custClr name="Gray 3">
      <a:srgbClr val="414244"/>
    </a:custClr>
    <a:custClr name="Gray 4">
      <a:srgbClr val="5F6063"/>
    </a:custClr>
    <a:custClr name="Gray 5">
      <a:srgbClr val="737578"/>
    </a:custClr>
    <a:custClr name="Gray 6">
      <a:srgbClr val="9C9EA0"/>
    </a:custClr>
    <a:custClr name="Gray 7">
      <a:srgbClr val="BBBCBE"/>
    </a:custClr>
    <a:custClr name="Gray 8">
      <a:srgbClr val="E0E0E1"/>
    </a:custClr>
    <a:custClr name="Gray 9">
      <a:srgbClr val="EDEDEE"/>
    </a:custClr>
    <a:custClr name="Gray 10">
      <a:srgbClr val="F5F5F5"/>
    </a:custClr>
    <a:custClr name="Blue 1">
      <a:srgbClr val="000060"/>
    </a:custClr>
    <a:custClr name="Brand Dark Blue">
      <a:srgbClr val="000FAA"/>
    </a:custClr>
    <a:custClr name="Brand Bright Blue">
      <a:srgbClr val="0058FF"/>
    </a:custClr>
    <a:custClr name="Blue 4">
      <a:srgbClr val="0089FF"/>
    </a:custClr>
    <a:custClr name="Info Blue">
      <a:srgbClr val="58C9FF"/>
    </a:custClr>
    <a:custClr name="Orange 1">
      <a:srgbClr val="801604"/>
    </a:custClr>
    <a:custClr name="Error Red">
      <a:srgbClr val="E03000"/>
    </a:custClr>
    <a:custClr name="Orange 3">
      <a:srgbClr val="FF6700"/>
    </a:custClr>
    <a:custClr name="Brand Yellow-Orange">
      <a:srgbClr val="FFBC1F"/>
    </a:custClr>
    <a:custClr name="Orange 5">
      <a:srgbClr val="FFD983"/>
    </a:custClr>
    <a:custClr name="Green 1">
      <a:srgbClr val="006E46"/>
    </a:custClr>
    <a:custClr name="Green 2">
      <a:srgbClr val="009354"/>
    </a:custClr>
    <a:custClr name="Success Green">
      <a:srgbClr val="00B269"/>
    </a:custClr>
    <a:custClr name="Illustration Green">
      <a:srgbClr val="00CD87"/>
    </a:custClr>
    <a:custClr name="Green 5">
      <a:srgbClr val="55E6B4"/>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TemplafyTemplateConfiguration><![CDATA[{"elementsMetadata":[],"transformationConfigurations":[{"language":"{{UserProfile.DocumentLanguage.Iana}}","disableUpdates":false,"type":"proofingLanguage"}],"enableDocumentContentUpdater":false,"version":"1.10"}]]></TemplafyTemplateConfiguration>
</file>

<file path=customXml/item2.xml><?xml version="1.0" encoding="utf-8"?>
<p:properties xmlns:p="http://schemas.microsoft.com/office/2006/metadata/properties" xmlns:xsi="http://www.w3.org/2001/XMLSchema-instance" xmlns:pc="http://schemas.microsoft.com/office/infopath/2007/PartnerControls">
  <documentManagement>
    <Resource xmlns="e625874c-163d-4e2e-8d7d-0de675793cc9">Template</Resource>
    <rh_status xmlns="cf6c1569-058e-4d22-97d1-23d4dfcd3f8a">Orphaned</rh_statu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63FBB3503FC9D048AAEE012C6F09FB4A" ma:contentTypeVersion="7" ma:contentTypeDescription="Create a new document." ma:contentTypeScope="" ma:versionID="2feb1e0c2416a3aa719a64b608daef3a">
  <xsd:schema xmlns:xsd="http://www.w3.org/2001/XMLSchema" xmlns:xs="http://www.w3.org/2001/XMLSchema" xmlns:p="http://schemas.microsoft.com/office/2006/metadata/properties" xmlns:ns2="e625874c-163d-4e2e-8d7d-0de675793cc9" xmlns:ns3="cf6c1569-058e-4d22-97d1-23d4dfcd3f8a" targetNamespace="http://schemas.microsoft.com/office/2006/metadata/properties" ma:root="true" ma:fieldsID="66773607e700c81dbb312e11b35aab92" ns2:_="" ns3:_="">
    <xsd:import namespace="e625874c-163d-4e2e-8d7d-0de675793cc9"/>
    <xsd:import namespace="cf6c1569-058e-4d22-97d1-23d4dfcd3f8a"/>
    <xsd:element name="properties">
      <xsd:complexType>
        <xsd:sequence>
          <xsd:element name="documentManagement">
            <xsd:complexType>
              <xsd:all>
                <xsd:element ref="ns2:MediaServiceMetadata" minOccurs="0"/>
                <xsd:element ref="ns2:MediaServiceFastMetadata" minOccurs="0"/>
                <xsd:element ref="ns2:Resource" minOccurs="0"/>
                <xsd:element ref="ns3:SharedWithUsers" minOccurs="0"/>
                <xsd:element ref="ns3:SharedWithDetails" minOccurs="0"/>
                <xsd:element ref="ns3:rh_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25874c-163d-4e2e-8d7d-0de675793c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Resource" ma:index="10" nillable="true" ma:displayName="Resource" ma:format="Dropdown" ma:internalName="Resource">
      <xsd:simpleType>
        <xsd:restriction base="dms:Choice">
          <xsd:enumeration value="Template"/>
          <xsd:enumeration value="Guideline"/>
          <xsd:enumeration value="RPP"/>
        </xsd:restriction>
      </xsd:simpleType>
    </xsd:element>
  </xsd:schema>
  <xsd:schema xmlns:xsd="http://www.w3.org/2001/XMLSchema" xmlns:xs="http://www.w3.org/2001/XMLSchema" xmlns:dms="http://schemas.microsoft.com/office/2006/documentManagement/types" xmlns:pc="http://schemas.microsoft.com/office/infopath/2007/PartnerControls" targetNamespace="cf6c1569-058e-4d22-97d1-23d4dfcd3f8a"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rh_status" ma:index="13" nillable="true" ma:displayName="Status" ma:format="Dropdown" ma:internalName="rh_status">
      <xsd:simpleType>
        <xsd:restriction base="dms:Choice">
          <xsd:enumeration value="Orphaned"/>
          <xsd:enumeration value="Archiving..."/>
          <xsd:enumeration value="Archiving error"/>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TemplafyFormConfiguration><![CDATA[{"formFields":[],"formDataEntries":[]}]]></TemplafyFormConfiguration>
</file>

<file path=customXml/itemProps1.xml><?xml version="1.0" encoding="utf-8"?>
<ds:datastoreItem xmlns:ds="http://schemas.openxmlformats.org/officeDocument/2006/customXml" ds:itemID="{C9B96071-12D7-45F2-BE4E-8DF39564C746}">
  <ds:schemaRefs/>
</ds:datastoreItem>
</file>

<file path=customXml/itemProps2.xml><?xml version="1.0" encoding="utf-8"?>
<ds:datastoreItem xmlns:ds="http://schemas.openxmlformats.org/officeDocument/2006/customXml" ds:itemID="{154DA79A-DB40-4798-A8AC-D02DEC5E0D43}">
  <ds:schemaRefs>
    <ds:schemaRef ds:uri="http://schemas.microsoft.com/office/2006/metadata/properties"/>
    <ds:schemaRef ds:uri="http://schemas.microsoft.com/office/infopath/2007/PartnerControls"/>
    <ds:schemaRef ds:uri="http://schemas.microsoft.com/sharepoint/v3"/>
    <ds:schemaRef ds:uri="aacb7df8-672f-46f2-977f-893ce5cef86b"/>
    <ds:schemaRef ds:uri="e625874c-163d-4e2e-8d7d-0de675793cc9"/>
    <ds:schemaRef ds:uri="cf6c1569-058e-4d22-97d1-23d4dfcd3f8a"/>
  </ds:schemaRefs>
</ds:datastoreItem>
</file>

<file path=customXml/itemProps3.xml><?xml version="1.0" encoding="utf-8"?>
<ds:datastoreItem xmlns:ds="http://schemas.openxmlformats.org/officeDocument/2006/customXml" ds:itemID="{315C6B6F-3F60-4A48-A01A-A17079FA84ED}">
  <ds:schemaRefs>
    <ds:schemaRef ds:uri="http://schemas.microsoft.com/sharepoint/v3/contenttype/forms"/>
  </ds:schemaRefs>
</ds:datastoreItem>
</file>

<file path=customXml/itemProps4.xml><?xml version="1.0" encoding="utf-8"?>
<ds:datastoreItem xmlns:ds="http://schemas.openxmlformats.org/officeDocument/2006/customXml" ds:itemID="{90C82A5C-63F1-4C61-B9C3-4944BC736E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25874c-163d-4e2e-8d7d-0de675793cc9"/>
    <ds:schemaRef ds:uri="cf6c1569-058e-4d22-97d1-23d4dfcd3f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6DF3E12A-6C1E-4E88-8400-118A6A2BB65F}">
  <ds:schemaRefs/>
</ds:datastoreItem>
</file>

<file path=docProps/app.xml><?xml version="1.0" encoding="utf-8"?>
<Properties xmlns="http://schemas.openxmlformats.org/officeDocument/2006/extended-properties" xmlns:vt="http://schemas.openxmlformats.org/officeDocument/2006/docPropsVTypes">
  <TotalTime>0</TotalTime>
  <Words>919</Words>
  <Application>Microsoft Office PowerPoint</Application>
  <PresentationFormat>Widescreen</PresentationFormat>
  <Paragraphs>234</Paragraphs>
  <Slides>18</Slides>
  <Notes>17</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31" baseType="lpstr">
      <vt:lpstr>Myriad for Rabobank Lt It</vt:lpstr>
      <vt:lpstr>Arial</vt:lpstr>
      <vt:lpstr>Myriad for Rabobank SBd</vt:lpstr>
      <vt:lpstr>Myriad for Rabobank Bd</vt:lpstr>
      <vt:lpstr>Myriad for Rabobank Blk It</vt:lpstr>
      <vt:lpstr>Myriad for Rabobank It</vt:lpstr>
      <vt:lpstr>Myriad for Rabobank</vt:lpstr>
      <vt:lpstr>Myriad for Rabobank Lt</vt:lpstr>
      <vt:lpstr>Myriad for Rabobank Bd It</vt:lpstr>
      <vt:lpstr>Myriad for Rabobank SBd It</vt:lpstr>
      <vt:lpstr>Myriad for Rabobank Blk</vt:lpstr>
      <vt:lpstr>Rabobank (2021)</vt:lpstr>
      <vt:lpstr>Worksheet</vt:lpstr>
      <vt:lpstr>2026 US Agriculture:  The best house in a bad neighborhood</vt:lpstr>
      <vt:lpstr>Glass half full: </vt:lpstr>
      <vt:lpstr>Global surpluses have translated to a build up in domestic stocks</vt:lpstr>
      <vt:lpstr>US farmers were able to avoid the worst of the spike in input prices on their 2026 crop</vt:lpstr>
      <vt:lpstr>2026 US soybean yields</vt:lpstr>
      <vt:lpstr>2026 US corn yields</vt:lpstr>
      <vt:lpstr>Temporary pause in Brazilian growth</vt:lpstr>
      <vt:lpstr>Crops roasting in western Europe</vt:lpstr>
      <vt:lpstr>Eastern European wheat locked in conflict</vt:lpstr>
      <vt:lpstr>“Super” El Nino to compound fertilizer impacts</vt:lpstr>
      <vt:lpstr>Biofuel prospects improve with RVO, 45z, Iran</vt:lpstr>
      <vt:lpstr>Mixed Chinese performance</vt:lpstr>
      <vt:lpstr>2026 soybean cost curve – US is not a monolith</vt:lpstr>
      <vt:lpstr>2026 soybean cost curve – regional breakout</vt:lpstr>
      <vt:lpstr>Farm supports no longer countercyclical</vt:lpstr>
      <vt:lpstr>Cotton doing well under an enhanced US farm safety net</vt:lpstr>
      <vt:lpstr>Support culminating under the “Great American Cotton Plan”</vt:lpstr>
      <vt:lpstr>More beans and cotton in 2027</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 2022</dc:title>
  <dc:creator/>
  <cp:lastModifiedBy/>
  <cp:revision>4</cp:revision>
  <dcterms:created xsi:type="dcterms:W3CDTF">2021-10-25T17:55:24Z</dcterms:created>
  <dcterms:modified xsi:type="dcterms:W3CDTF">2026-09-24T11:41:50Z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0x01010063FBB3503FC9D048AAEE012C6F09FB4A</vt:lpwstr>
  </property>
</Properties>
</file>