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ags/tag1.xml" ContentType="application/vnd.openxmlformats-officedocument.presentationml.tags+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omments/modernComment_437_DFBFC23E.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xml" ContentType="application/vnd.openxmlformats-officedocument.presentationml.notesSlide+xml"/>
  <Override PartName="/ppt/comments/modernComment_43B_9213F4D.xml" ContentType="application/vnd.ms-powerpoint.comment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1.xml" ContentType="application/vnd.openxmlformats-officedocument.drawingml.chartshapes+xml"/>
  <Override PartName="/ppt/notesSlides/notesSlide3.xml" ContentType="application/vnd.openxmlformats-officedocument.presentationml.notesSlide+xml"/>
  <Override PartName="/ppt/comments/modernComment_439_706E6B8F.xml" ContentType="application/vnd.ms-powerpoint.comment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981" r:id="rId4"/>
    <p:sldMasterId id="2147484368" r:id="rId5"/>
  </p:sldMasterIdLst>
  <p:notesMasterIdLst>
    <p:notesMasterId r:id="rId9"/>
  </p:notesMasterIdLst>
  <p:handoutMasterIdLst>
    <p:handoutMasterId r:id="rId10"/>
  </p:handoutMasterIdLst>
  <p:sldIdLst>
    <p:sldId id="1079" r:id="rId6"/>
    <p:sldId id="1083" r:id="rId7"/>
    <p:sldId id="1081" r:id="rId8"/>
  </p:sldIdLst>
  <p:sldSz cx="10691813" cy="7559675"/>
  <p:notesSz cx="7010400" cy="9296400"/>
  <p:defaultTextStyle>
    <a:defPPr>
      <a:defRPr lang="en-AU"/>
    </a:defPPr>
    <a:lvl1pPr algn="l" rtl="0" fontAlgn="base">
      <a:spcBef>
        <a:spcPct val="0"/>
      </a:spcBef>
      <a:spcAft>
        <a:spcPct val="0"/>
      </a:spcAft>
      <a:defRPr kern="1200">
        <a:solidFill>
          <a:schemeClr val="tx1"/>
        </a:solidFill>
        <a:latin typeface="Arial" charset="0"/>
        <a:ea typeface="+mn-ea"/>
        <a:cs typeface="+mn-cs"/>
      </a:defRPr>
    </a:lvl1pPr>
    <a:lvl2pPr marL="497754" algn="l" rtl="0" fontAlgn="base">
      <a:spcBef>
        <a:spcPct val="0"/>
      </a:spcBef>
      <a:spcAft>
        <a:spcPct val="0"/>
      </a:spcAft>
      <a:defRPr kern="1200">
        <a:solidFill>
          <a:schemeClr val="tx1"/>
        </a:solidFill>
        <a:latin typeface="Arial" charset="0"/>
        <a:ea typeface="+mn-ea"/>
        <a:cs typeface="+mn-cs"/>
      </a:defRPr>
    </a:lvl2pPr>
    <a:lvl3pPr marL="995507" algn="l" rtl="0" fontAlgn="base">
      <a:spcBef>
        <a:spcPct val="0"/>
      </a:spcBef>
      <a:spcAft>
        <a:spcPct val="0"/>
      </a:spcAft>
      <a:defRPr kern="1200">
        <a:solidFill>
          <a:schemeClr val="tx1"/>
        </a:solidFill>
        <a:latin typeface="Arial" charset="0"/>
        <a:ea typeface="+mn-ea"/>
        <a:cs typeface="+mn-cs"/>
      </a:defRPr>
    </a:lvl3pPr>
    <a:lvl4pPr marL="1493261" algn="l" rtl="0" fontAlgn="base">
      <a:spcBef>
        <a:spcPct val="0"/>
      </a:spcBef>
      <a:spcAft>
        <a:spcPct val="0"/>
      </a:spcAft>
      <a:defRPr kern="1200">
        <a:solidFill>
          <a:schemeClr val="tx1"/>
        </a:solidFill>
        <a:latin typeface="Arial" charset="0"/>
        <a:ea typeface="+mn-ea"/>
        <a:cs typeface="+mn-cs"/>
      </a:defRPr>
    </a:lvl4pPr>
    <a:lvl5pPr marL="1991015" algn="l" rtl="0" fontAlgn="base">
      <a:spcBef>
        <a:spcPct val="0"/>
      </a:spcBef>
      <a:spcAft>
        <a:spcPct val="0"/>
      </a:spcAft>
      <a:defRPr kern="1200">
        <a:solidFill>
          <a:schemeClr val="tx1"/>
        </a:solidFill>
        <a:latin typeface="Arial" charset="0"/>
        <a:ea typeface="+mn-ea"/>
        <a:cs typeface="+mn-cs"/>
      </a:defRPr>
    </a:lvl5pPr>
    <a:lvl6pPr marL="2488768" algn="l" defTabSz="995507" rtl="0" eaLnBrk="1" latinLnBrk="0" hangingPunct="1">
      <a:defRPr kern="1200">
        <a:solidFill>
          <a:schemeClr val="tx1"/>
        </a:solidFill>
        <a:latin typeface="Arial" charset="0"/>
        <a:ea typeface="+mn-ea"/>
        <a:cs typeface="+mn-cs"/>
      </a:defRPr>
    </a:lvl6pPr>
    <a:lvl7pPr marL="2986522" algn="l" defTabSz="995507" rtl="0" eaLnBrk="1" latinLnBrk="0" hangingPunct="1">
      <a:defRPr kern="1200">
        <a:solidFill>
          <a:schemeClr val="tx1"/>
        </a:solidFill>
        <a:latin typeface="Arial" charset="0"/>
        <a:ea typeface="+mn-ea"/>
        <a:cs typeface="+mn-cs"/>
      </a:defRPr>
    </a:lvl7pPr>
    <a:lvl8pPr marL="3484275" algn="l" defTabSz="995507" rtl="0" eaLnBrk="1" latinLnBrk="0" hangingPunct="1">
      <a:defRPr kern="1200">
        <a:solidFill>
          <a:schemeClr val="tx1"/>
        </a:solidFill>
        <a:latin typeface="Arial" charset="0"/>
        <a:ea typeface="+mn-ea"/>
        <a:cs typeface="+mn-cs"/>
      </a:defRPr>
    </a:lvl8pPr>
    <a:lvl9pPr marL="3982029" algn="l" defTabSz="995507" rtl="0" eaLnBrk="1" latinLnBrk="0" hangingPunct="1">
      <a:defRPr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D5B8E0D7-EC5D-476D-A90C-A53750F4E1F7}">
          <p14:sldIdLst>
            <p14:sldId id="1079"/>
            <p14:sldId id="1083"/>
            <p14:sldId id="1081"/>
          </p14:sldIdLst>
        </p14:section>
      </p14:sectionLst>
    </p:ext>
    <p:ext uri="{EFAFB233-063F-42B5-8137-9DF3F51BA10A}">
      <p15:sldGuideLst xmlns:p15="http://schemas.microsoft.com/office/powerpoint/2012/main">
        <p15:guide id="1" orient="horz" pos="995" userDrawn="1">
          <p15:clr>
            <a:srgbClr val="A4A3A4"/>
          </p15:clr>
        </p15:guide>
        <p15:guide id="4" pos="1178" userDrawn="1">
          <p15:clr>
            <a:srgbClr val="A4A3A4"/>
          </p15:clr>
        </p15:guide>
        <p15:guide id="5" pos="2304" userDrawn="1">
          <p15:clr>
            <a:srgbClr val="A4A3A4"/>
          </p15:clr>
        </p15:guide>
        <p15:guide id="6" orient="horz" pos="2669" userDrawn="1">
          <p15:clr>
            <a:srgbClr val="A4A3A4"/>
          </p15:clr>
        </p15:guide>
        <p15:guide id="7" orient="horz" pos="3533" userDrawn="1">
          <p15:clr>
            <a:srgbClr val="A4A3A4"/>
          </p15:clr>
        </p15:guide>
        <p15:guide id="8" pos="5845" userDrawn="1">
          <p15:clr>
            <a:srgbClr val="A4A3A4"/>
          </p15:clr>
        </p15:guide>
        <p15:guide id="9" pos="4747" userDrawn="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437178A-E4E6-0EC1-381D-FB812D835630}" name="Griffin, A (Al)" initials="GA(" userId="S::Al.Griffin@rabobank.com::ac30c7f7-e133-4456-8601-baffbabe527b" providerId="AD"/>
  <p188:author id="{EA0E89AE-7478-E11F-6937-9555EAE0D1EA}" name="Geursen, PS (Patricia)" initials="GP(" userId="S::Patricia.Geursen@rabobank.com::afe0730b-15c9-429f-972c-3878f613ea34" providerId="AD"/>
  <p188:author id="{44E3C8DB-12A4-CC99-FA0D-48E62B3A221C}" name="Li, X (Xinnan)" initials="LX(" userId="S::Xinnan.Li@rabobank.com::dc7bd9d4-2c13-48c6-bcc7-2881e8013a6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moynihanh1" initials="m" lastIdx="1" clrIdx="0"/>
  <p:cmAuthor id="1" name="Al Griffin" initials="ACG" lastIdx="19" clrIdx="1"/>
  <p:cmAuthor id="2" name="Cordingleyb" initials="C" lastIdx="2" clrIdx="2"/>
  <p:cmAuthor id="3" name="Janice" initials="JB" lastIdx="33" clrIdx="3"/>
  <p:cmAuthor id="4" name="Tobin, AP (Alex)" initials="AT" lastIdx="55" clrIdx="4"/>
  <p:cmAuthor id="5" name="Geursen, P (Patricia)" initials="GP(" lastIdx="43" clrIdx="5">
    <p:extLst>
      <p:ext uri="{19B8F6BF-5375-455C-9EA6-DF929625EA0E}">
        <p15:presenceInfo xmlns:p15="http://schemas.microsoft.com/office/powerpoint/2012/main" userId="Geursen, P (Patricia)" providerId="None"/>
      </p:ext>
    </p:extLst>
  </p:cmAuthor>
  <p:cmAuthor id="6" name="Mulders, WM (Wouter)" initials="MW(" lastIdx="90" clrIdx="6">
    <p:extLst>
      <p:ext uri="{19B8F6BF-5375-455C-9EA6-DF929625EA0E}">
        <p15:presenceInfo xmlns:p15="http://schemas.microsoft.com/office/powerpoint/2012/main" userId="S-1-5-21-1214440339-329068152-725345543-212458" providerId="AD"/>
      </p:ext>
    </p:extLst>
  </p:cmAuthor>
  <p:cmAuthor id="7" name="Tobin, AP (Alex)" initials="TA(" lastIdx="15" clrIdx="7">
    <p:extLst>
      <p:ext uri="{19B8F6BF-5375-455C-9EA6-DF929625EA0E}">
        <p15:presenceInfo xmlns:p15="http://schemas.microsoft.com/office/powerpoint/2012/main" userId="S-1-5-21-1214440339-329068152-725345543-218089" providerId="AD"/>
      </p:ext>
    </p:extLst>
  </p:cmAuthor>
  <p:cmAuthor id="8" name="Griffin, A (Al)" initials="GA(" lastIdx="120" clrIdx="8">
    <p:extLst>
      <p:ext uri="{19B8F6BF-5375-455C-9EA6-DF929625EA0E}">
        <p15:presenceInfo xmlns:p15="http://schemas.microsoft.com/office/powerpoint/2012/main" userId="S-1-5-21-1957994488-682003330-948186599-115207" providerId="AD"/>
      </p:ext>
    </p:extLst>
  </p:cmAuthor>
  <p:cmAuthor id="9" name="Hemant Tewari" initials="HT" lastIdx="4" clrIdx="9">
    <p:extLst>
      <p:ext uri="{19B8F6BF-5375-455C-9EA6-DF929625EA0E}">
        <p15:presenceInfo xmlns:p15="http://schemas.microsoft.com/office/powerpoint/2012/main" userId="S-1-5-21-2574218944-3126719464-1273704470-6534" providerId="AD"/>
      </p:ext>
    </p:extLst>
  </p:cmAuthor>
  <p:cmAuthor id="10" name="Geursen, P (Patricia)" initials="GP( [2]" lastIdx="98" clrIdx="10">
    <p:extLst>
      <p:ext uri="{19B8F6BF-5375-455C-9EA6-DF929625EA0E}">
        <p15:presenceInfo xmlns:p15="http://schemas.microsoft.com/office/powerpoint/2012/main" userId="S-1-5-21-1214440339-329068152-725345543-107111" providerId="AD"/>
      </p:ext>
    </p:extLst>
  </p:cmAuthor>
  <p:cmAuthor id="11" name="Pijnappel, J (Julio)" initials="PJ(" lastIdx="1" clrIdx="11">
    <p:extLst>
      <p:ext uri="{19B8F6BF-5375-455C-9EA6-DF929625EA0E}">
        <p15:presenceInfo xmlns:p15="http://schemas.microsoft.com/office/powerpoint/2012/main" userId="S-1-5-21-1214440339-329068152-725345543-190953" providerId="AD"/>
      </p:ext>
    </p:extLst>
  </p:cmAuthor>
  <p:cmAuthor id="12" name="Dong, ZTR (Cici)" initials="DZ(" lastIdx="9" clrIdx="12">
    <p:extLst>
      <p:ext uri="{19B8F6BF-5375-455C-9EA6-DF929625EA0E}">
        <p15:presenceInfo xmlns:p15="http://schemas.microsoft.com/office/powerpoint/2012/main" userId="S-1-5-21-1957994488-682003330-948186599-194781" providerId="AD"/>
      </p:ext>
    </p:extLst>
  </p:cmAuthor>
  <p:cmAuthor id="13" name="Alex Tobin" initials="AT(" lastIdx="3" clrIdx="13">
    <p:extLst>
      <p:ext uri="{19B8F6BF-5375-455C-9EA6-DF929625EA0E}">
        <p15:presenceInfo xmlns:p15="http://schemas.microsoft.com/office/powerpoint/2012/main" userId="Alex Tobin" providerId="None"/>
      </p:ext>
    </p:extLst>
  </p:cmAuthor>
  <p:cmAuthor id="14" name="Brown, C (Carly)" initials="BC(" lastIdx="97" clrIdx="14">
    <p:extLst>
      <p:ext uri="{19B8F6BF-5375-455C-9EA6-DF929625EA0E}">
        <p15:presenceInfo xmlns:p15="http://schemas.microsoft.com/office/powerpoint/2012/main" userId="S-1-5-21-1957994488-682003330-948186599-158541" providerId="AD"/>
      </p:ext>
    </p:extLst>
  </p:cmAuthor>
  <p:cmAuthor id="15" name="Julio Pijnappel" initials="JP" lastIdx="3" clrIdx="15">
    <p:extLst>
      <p:ext uri="{19B8F6BF-5375-455C-9EA6-DF929625EA0E}">
        <p15:presenceInfo xmlns:p15="http://schemas.microsoft.com/office/powerpoint/2012/main" userId="Julio Pijnappel" providerId="None"/>
      </p:ext>
    </p:extLst>
  </p:cmAuthor>
  <p:cmAuthor id="16" name="Nicholson, S (Stephen)" initials="NS(" lastIdx="2" clrIdx="18">
    <p:extLst>
      <p:ext uri="{19B8F6BF-5375-455C-9EA6-DF929625EA0E}">
        <p15:presenceInfo xmlns:p15="http://schemas.microsoft.com/office/powerpoint/2012/main" userId="S-1-5-21-1957994488-682003330-948186599-156746" providerId="AD"/>
      </p:ext>
    </p:extLst>
  </p:cmAuthor>
  <p:cmAuthor id="17" name="Sherwell, P (Pablo)" initials="SP(" lastIdx="5" clrIdx="19">
    <p:extLst>
      <p:ext uri="{19B8F6BF-5375-455C-9EA6-DF929625EA0E}">
        <p15:presenceInfo xmlns:p15="http://schemas.microsoft.com/office/powerpoint/2012/main" userId="S-1-5-21-1957994488-682003330-948186599-141494" providerId="AD"/>
      </p:ext>
    </p:extLst>
  </p:cmAuthor>
  <p:cmAuthor id="18" name="Li, X (Xinnan)" initials="LX(" lastIdx="2" clrIdx="20">
    <p:extLst>
      <p:ext uri="{19B8F6BF-5375-455C-9EA6-DF929625EA0E}">
        <p15:presenceInfo xmlns:p15="http://schemas.microsoft.com/office/powerpoint/2012/main" userId="S-1-5-21-1957994488-682003330-948186599-171500" providerId="AD"/>
      </p:ext>
    </p:extLst>
  </p:cmAuthor>
  <p:cmAuthor id="19" name="Brown, C (Carly)" initials="BC( [2]" lastIdx="76" clrIdx="21">
    <p:extLst>
      <p:ext uri="{19B8F6BF-5375-455C-9EA6-DF929625EA0E}">
        <p15:presenceInfo xmlns:p15="http://schemas.microsoft.com/office/powerpoint/2012/main" userId="S::Carly.Brown@rabobank.com::c5faf65e-f4cd-4abc-b4e8-306614fbf59c" providerId="AD"/>
      </p:ext>
    </p:extLst>
  </p:cmAuthor>
  <p:cmAuthor id="20" name="Taylor, S (Samuel)" initials="TS(" lastIdx="4" clrIdx="22">
    <p:extLst>
      <p:ext uri="{19B8F6BF-5375-455C-9EA6-DF929625EA0E}">
        <p15:presenceInfo xmlns:p15="http://schemas.microsoft.com/office/powerpoint/2012/main" userId="S-1-5-21-1957994488-682003330-948186599-205793" providerId="AD"/>
      </p:ext>
    </p:extLst>
  </p:cmAuthor>
  <p:cmAuthor id="21" name="Rondón Fontein, BL (Babette Louise)" initials="RFB(L" lastIdx="8" clrIdx="23">
    <p:extLst>
      <p:ext uri="{19B8F6BF-5375-455C-9EA6-DF929625EA0E}">
        <p15:presenceInfo xmlns:p15="http://schemas.microsoft.com/office/powerpoint/2012/main" userId="S-1-5-21-1214440339-329068152-725345543-89403" providerId="AD"/>
      </p:ext>
    </p:extLst>
  </p:cmAuthor>
  <p:cmAuthor id="22" name="Griffin, A (Al)" initials="GA( [2]" lastIdx="70" clrIdx="24">
    <p:extLst>
      <p:ext uri="{19B8F6BF-5375-455C-9EA6-DF929625EA0E}">
        <p15:presenceInfo xmlns:p15="http://schemas.microsoft.com/office/powerpoint/2012/main" userId="S::Al.Griffin@rabobank.com::ac30c7f7-e133-4456-8601-baffbabe527b" providerId="AD"/>
      </p:ext>
    </p:extLst>
  </p:cmAuthor>
  <p:cmAuthor id="23" name="Rondón Fontein, BL (Babette Louise)" initials="RFB(L [2]" lastIdx="76" clrIdx="25">
    <p:extLst>
      <p:ext uri="{19B8F6BF-5375-455C-9EA6-DF929625EA0E}">
        <p15:presenceInfo xmlns:p15="http://schemas.microsoft.com/office/powerpoint/2012/main" userId="S::Babette.Rondon@rabobank.com::e7fffa47-d38b-404e-979a-e53c1d82bcc3" providerId="AD"/>
      </p:ext>
    </p:extLst>
  </p:cmAuthor>
  <p:cmAuthor id="24" name="Payen Diaz Vega de la, A (Andrick)" initials="PDVdlA(" lastIdx="1" clrIdx="26">
    <p:extLst>
      <p:ext uri="{19B8F6BF-5375-455C-9EA6-DF929625EA0E}">
        <p15:presenceInfo xmlns:p15="http://schemas.microsoft.com/office/powerpoint/2012/main" userId="S::Andrick.Payen@rabobank.com::306702d4-4841-4acd-8b95-f2e55f6f5eaa" providerId="AD"/>
      </p:ext>
    </p:extLst>
  </p:cmAuthor>
  <p:cmAuthor id="25" name="Geursen, PS (Patricia)" initials="GP(" lastIdx="27" clrIdx="27">
    <p:extLst>
      <p:ext uri="{19B8F6BF-5375-455C-9EA6-DF929625EA0E}">
        <p15:presenceInfo xmlns:p15="http://schemas.microsoft.com/office/powerpoint/2012/main" userId="S::Patricia.Geursen@rabobank.com::afe0730b-15c9-429f-972c-3878f613ea34" providerId="AD"/>
      </p:ext>
    </p:extLst>
  </p:cmAuthor>
  <p:cmAuthor id="26" name="Alessi, AR (Andrea)" initials="AA(" lastIdx="7" clrIdx="28">
    <p:extLst>
      <p:ext uri="{19B8F6BF-5375-455C-9EA6-DF929625EA0E}">
        <p15:presenceInfo xmlns:p15="http://schemas.microsoft.com/office/powerpoint/2012/main" userId="S::Andrea.Alessi@rabobank.nl::11c4f00d-89c0-4faa-9932-1a2ed44cda3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019C"/>
    <a:srgbClr val="90D1E3"/>
    <a:srgbClr val="FF6600"/>
    <a:srgbClr val="80BA27"/>
    <a:srgbClr val="FFCC00"/>
    <a:srgbClr val="133359"/>
    <a:srgbClr val="5E6A71"/>
    <a:srgbClr val="000099"/>
    <a:srgbClr val="FD6400"/>
    <a:srgbClr val="AB9D7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F5AA24-EEA0-4330-AD38-FA597958E0F9}" v="27" dt="2026-08-13T21:04:31.9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732" autoAdjust="0"/>
    <p:restoredTop sz="96357" autoAdjust="0"/>
  </p:normalViewPr>
  <p:slideViewPr>
    <p:cSldViewPr snapToObjects="1">
      <p:cViewPr>
        <p:scale>
          <a:sx n="100" d="100"/>
          <a:sy n="100" d="100"/>
        </p:scale>
        <p:origin x="54" y="-1632"/>
      </p:cViewPr>
      <p:guideLst>
        <p:guide orient="horz" pos="995"/>
        <p:guide pos="1178"/>
        <p:guide pos="2304"/>
        <p:guide orient="horz" pos="2669"/>
        <p:guide orient="horz" pos="3533"/>
        <p:guide pos="5845"/>
        <p:guide pos="4747"/>
      </p:guideLst>
    </p:cSldViewPr>
  </p:slideViewPr>
  <p:outlineViewPr>
    <p:cViewPr>
      <p:scale>
        <a:sx n="66" d="100"/>
        <a:sy n="66" d="100"/>
      </p:scale>
      <p:origin x="0" y="-48570"/>
    </p:cViewPr>
  </p:outlineViewPr>
  <p:notesTextViewPr>
    <p:cViewPr>
      <p:scale>
        <a:sx n="3" d="2"/>
        <a:sy n="3" d="2"/>
      </p:scale>
      <p:origin x="0" y="0"/>
    </p:cViewPr>
  </p:notesTextViewPr>
  <p:sorterViewPr>
    <p:cViewPr>
      <p:scale>
        <a:sx n="150" d="100"/>
        <a:sy n="150" d="100"/>
      </p:scale>
      <p:origin x="0" y="-12690"/>
    </p:cViewPr>
  </p:sorterViewPr>
  <p:notesViewPr>
    <p:cSldViewPr snapToObjects="1">
      <p:cViewPr varScale="1">
        <p:scale>
          <a:sx n="86" d="100"/>
          <a:sy n="86" d="100"/>
        </p:scale>
        <p:origin x="3822" y="96"/>
      </p:cViewPr>
      <p:guideLst>
        <p:guide orient="horz" pos="2928"/>
        <p:guide pos="2209"/>
      </p:guideLst>
    </p:cSldViewPr>
  </p:notesViewPr>
  <p:gridSpacing cx="457200" cy="457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viewProps" Target="viewProp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en Wagner" userId="957930577e6e4bc8" providerId="LiveId" clId="{ED16B416-0E3A-4DE9-81D5-7178F824F329}"/>
    <pc:docChg chg="undo custSel modSld delMainMaster">
      <pc:chgData name="Owen Wagner" userId="957930577e6e4bc8" providerId="LiveId" clId="{ED16B416-0E3A-4DE9-81D5-7178F824F329}" dt="2026-08-13T21:04:45.201" v="10539" actId="14100"/>
      <pc:docMkLst>
        <pc:docMk/>
      </pc:docMkLst>
      <pc:sldChg chg="addSp delSp modSp mod">
        <pc:chgData name="Owen Wagner" userId="957930577e6e4bc8" providerId="LiveId" clId="{ED16B416-0E3A-4DE9-81D5-7178F824F329}" dt="2026-08-13T18:24:21.136" v="7599" actId="20577"/>
        <pc:sldMkLst>
          <pc:docMk/>
          <pc:sldMk cId="3753886270" sldId="1079"/>
        </pc:sldMkLst>
        <pc:spChg chg="mod">
          <ac:chgData name="Owen Wagner" userId="957930577e6e4bc8" providerId="LiveId" clId="{ED16B416-0E3A-4DE9-81D5-7178F824F329}" dt="2026-08-13T18:24:21.136" v="7599" actId="20577"/>
          <ac:spMkLst>
            <pc:docMk/>
            <pc:sldMk cId="3753886270" sldId="1079"/>
            <ac:spMk id="7" creationId="{41A16CC3-A2DC-B44A-AE72-BD972E10CAAA}"/>
          </ac:spMkLst>
        </pc:spChg>
        <pc:spChg chg="mod">
          <ac:chgData name="Owen Wagner" userId="957930577e6e4bc8" providerId="LiveId" clId="{ED16B416-0E3A-4DE9-81D5-7178F824F329}" dt="2026-08-13T14:58:23.477" v="2786" actId="20577"/>
          <ac:spMkLst>
            <pc:docMk/>
            <pc:sldMk cId="3753886270" sldId="1079"/>
            <ac:spMk id="15" creationId="{00000000-0000-0000-0000-000000000000}"/>
          </ac:spMkLst>
        </pc:spChg>
        <pc:spChg chg="mod">
          <ac:chgData name="Owen Wagner" userId="957930577e6e4bc8" providerId="LiveId" clId="{ED16B416-0E3A-4DE9-81D5-7178F824F329}" dt="2026-08-13T14:58:46.468" v="2817" actId="20577"/>
          <ac:spMkLst>
            <pc:docMk/>
            <pc:sldMk cId="3753886270" sldId="1079"/>
            <ac:spMk id="16" creationId="{00000000-0000-0000-0000-000000000000}"/>
          </ac:spMkLst>
        </pc:spChg>
        <pc:spChg chg="mod">
          <ac:chgData name="Owen Wagner" userId="957930577e6e4bc8" providerId="LiveId" clId="{ED16B416-0E3A-4DE9-81D5-7178F824F329}" dt="2026-08-13T14:58:57.245" v="2838" actId="20577"/>
          <ac:spMkLst>
            <pc:docMk/>
            <pc:sldMk cId="3753886270" sldId="1079"/>
            <ac:spMk id="17" creationId="{00000000-0000-0000-0000-000000000000}"/>
          </ac:spMkLst>
        </pc:spChg>
        <pc:graphicFrameChg chg="del">
          <ac:chgData name="Owen Wagner" userId="957930577e6e4bc8" providerId="LiveId" clId="{ED16B416-0E3A-4DE9-81D5-7178F824F329}" dt="2026-08-13T14:58:36.226" v="2788" actId="478"/>
          <ac:graphicFrameMkLst>
            <pc:docMk/>
            <pc:sldMk cId="3753886270" sldId="1079"/>
            <ac:graphicFrameMk id="3" creationId="{C97F8AF6-07F0-43F3-A72F-4E538BD808F3}"/>
          </ac:graphicFrameMkLst>
        </pc:graphicFrameChg>
        <pc:graphicFrameChg chg="add mod">
          <ac:chgData name="Owen Wagner" userId="957930577e6e4bc8" providerId="LiveId" clId="{ED16B416-0E3A-4DE9-81D5-7178F824F329}" dt="2026-08-13T15:57:42.499" v="2846" actId="14100"/>
          <ac:graphicFrameMkLst>
            <pc:docMk/>
            <pc:sldMk cId="3753886270" sldId="1079"/>
            <ac:graphicFrameMk id="4" creationId="{4ED6C2C2-2F06-ACD4-604C-B4DAF73CACD6}"/>
          </ac:graphicFrameMkLst>
        </pc:graphicFrameChg>
        <pc:graphicFrameChg chg="add mod">
          <ac:chgData name="Owen Wagner" userId="957930577e6e4bc8" providerId="LiveId" clId="{ED16B416-0E3A-4DE9-81D5-7178F824F329}" dt="2026-08-13T15:59:43.951" v="2883" actId="20577"/>
          <ac:graphicFrameMkLst>
            <pc:docMk/>
            <pc:sldMk cId="3753886270" sldId="1079"/>
            <ac:graphicFrameMk id="5" creationId="{44DCF5C0-8E41-C74E-3538-6F924E281264}"/>
          </ac:graphicFrameMkLst>
        </pc:graphicFrameChg>
        <pc:graphicFrameChg chg="del">
          <ac:chgData name="Owen Wagner" userId="957930577e6e4bc8" providerId="LiveId" clId="{ED16B416-0E3A-4DE9-81D5-7178F824F329}" dt="2026-08-13T14:58:32.841" v="2787" actId="478"/>
          <ac:graphicFrameMkLst>
            <pc:docMk/>
            <pc:sldMk cId="3753886270" sldId="1079"/>
            <ac:graphicFrameMk id="6" creationId="{A884A609-2C98-EAB3-FA7D-2A28466F14C2}"/>
          </ac:graphicFrameMkLst>
        </pc:graphicFrameChg>
      </pc:sldChg>
      <pc:sldChg chg="addSp delSp modSp mod">
        <pc:chgData name="Owen Wagner" userId="957930577e6e4bc8" providerId="LiveId" clId="{ED16B416-0E3A-4DE9-81D5-7178F824F329}" dt="2026-08-13T21:04:45.201" v="10539" actId="14100"/>
        <pc:sldMkLst>
          <pc:docMk/>
          <pc:sldMk cId="1886284687" sldId="1081"/>
        </pc:sldMkLst>
        <pc:spChg chg="mod">
          <ac:chgData name="Owen Wagner" userId="957930577e6e4bc8" providerId="LiveId" clId="{ED16B416-0E3A-4DE9-81D5-7178F824F329}" dt="2026-08-13T14:45:17.382" v="2579" actId="20577"/>
          <ac:spMkLst>
            <pc:docMk/>
            <pc:sldMk cId="1886284687" sldId="1081"/>
            <ac:spMk id="8" creationId="{A3513587-7C33-CCCF-5EF9-7E9EB199BF08}"/>
          </ac:spMkLst>
        </pc:spChg>
        <pc:spChg chg="add mod">
          <ac:chgData name="Owen Wagner" userId="957930577e6e4bc8" providerId="LiveId" clId="{ED16B416-0E3A-4DE9-81D5-7178F824F329}" dt="2026-08-13T20:56:10.548" v="10459" actId="5793"/>
          <ac:spMkLst>
            <pc:docMk/>
            <pc:sldMk cId="1886284687" sldId="1081"/>
            <ac:spMk id="11" creationId="{E97FBDE8-89D4-CAB1-7E41-F150B583DD71}"/>
          </ac:spMkLst>
        </pc:spChg>
        <pc:spChg chg="mod">
          <ac:chgData name="Owen Wagner" userId="957930577e6e4bc8" providerId="LiveId" clId="{ED16B416-0E3A-4DE9-81D5-7178F824F329}" dt="2026-08-13T20:57:15.217" v="10533" actId="20577"/>
          <ac:spMkLst>
            <pc:docMk/>
            <pc:sldMk cId="1886284687" sldId="1081"/>
            <ac:spMk id="22" creationId="{00000000-0000-0000-0000-000000000000}"/>
          </ac:spMkLst>
        </pc:spChg>
        <pc:spChg chg="mod">
          <ac:chgData name="Owen Wagner" userId="957930577e6e4bc8" providerId="LiveId" clId="{ED16B416-0E3A-4DE9-81D5-7178F824F329}" dt="2026-08-13T18:43:54.462" v="7608" actId="1076"/>
          <ac:spMkLst>
            <pc:docMk/>
            <pc:sldMk cId="1886284687" sldId="1081"/>
            <ac:spMk id="24" creationId="{00000000-0000-0000-0000-000000000000}"/>
          </ac:spMkLst>
        </pc:spChg>
        <pc:spChg chg="mod">
          <ac:chgData name="Owen Wagner" userId="957930577e6e4bc8" providerId="LiveId" clId="{ED16B416-0E3A-4DE9-81D5-7178F824F329}" dt="2026-08-13T14:13:42.486" v="142" actId="20577"/>
          <ac:spMkLst>
            <pc:docMk/>
            <pc:sldMk cId="1886284687" sldId="1081"/>
            <ac:spMk id="26" creationId="{00000000-0000-0000-0000-000000000000}"/>
          </ac:spMkLst>
        </pc:spChg>
        <pc:spChg chg="mod">
          <ac:chgData name="Owen Wagner" userId="957930577e6e4bc8" providerId="LiveId" clId="{ED16B416-0E3A-4DE9-81D5-7178F824F329}" dt="2026-08-13T14:45:42.304" v="2588" actId="20577"/>
          <ac:spMkLst>
            <pc:docMk/>
            <pc:sldMk cId="1886284687" sldId="1081"/>
            <ac:spMk id="28" creationId="{00000000-0000-0000-0000-000000000000}"/>
          </ac:spMkLst>
        </pc:spChg>
        <pc:spChg chg="mod">
          <ac:chgData name="Owen Wagner" userId="957930577e6e4bc8" providerId="LiveId" clId="{ED16B416-0E3A-4DE9-81D5-7178F824F329}" dt="2026-08-13T14:43:28.790" v="2494" actId="1076"/>
          <ac:spMkLst>
            <pc:docMk/>
            <pc:sldMk cId="1886284687" sldId="1081"/>
            <ac:spMk id="34" creationId="{00000000-0000-0000-0000-000000000000}"/>
          </ac:spMkLst>
        </pc:spChg>
        <pc:graphicFrameChg chg="del">
          <ac:chgData name="Owen Wagner" userId="957930577e6e4bc8" providerId="LiveId" clId="{ED16B416-0E3A-4DE9-81D5-7178F824F329}" dt="2026-08-13T14:11:24.546" v="0" actId="478"/>
          <ac:graphicFrameMkLst>
            <pc:docMk/>
            <pc:sldMk cId="1886284687" sldId="1081"/>
            <ac:graphicFrameMk id="2" creationId="{A8C6F1F5-5D59-AC45-0156-24350C8598DB}"/>
          </ac:graphicFrameMkLst>
        </pc:graphicFrameChg>
        <pc:graphicFrameChg chg="add mod">
          <ac:chgData name="Owen Wagner" userId="957930577e6e4bc8" providerId="LiveId" clId="{ED16B416-0E3A-4DE9-81D5-7178F824F329}" dt="2026-08-13T14:43:18.786" v="2492" actId="14100"/>
          <ac:graphicFrameMkLst>
            <pc:docMk/>
            <pc:sldMk cId="1886284687" sldId="1081"/>
            <ac:graphicFrameMk id="9" creationId="{20A0C91B-CCC1-3240-1C1B-2C9AE7165424}"/>
          </ac:graphicFrameMkLst>
        </pc:graphicFrameChg>
        <pc:graphicFrameChg chg="add mod">
          <ac:chgData name="Owen Wagner" userId="957930577e6e4bc8" providerId="LiveId" clId="{ED16B416-0E3A-4DE9-81D5-7178F824F329}" dt="2026-08-13T21:04:45.201" v="10539" actId="14100"/>
          <ac:graphicFrameMkLst>
            <pc:docMk/>
            <pc:sldMk cId="1886284687" sldId="1081"/>
            <ac:graphicFrameMk id="12" creationId="{9D35D296-0BF1-CE08-2134-852306D05E93}"/>
          </ac:graphicFrameMkLst>
        </pc:graphicFrameChg>
      </pc:sldChg>
      <pc:sldMasterChg chg="del delSldLayout">
        <pc:chgData name="Owen Wagner" userId="957930577e6e4bc8" providerId="LiveId" clId="{ED16B416-0E3A-4DE9-81D5-7178F824F329}" dt="2026-08-13T14:11:35.382" v="1"/>
        <pc:sldMasterMkLst>
          <pc:docMk/>
          <pc:sldMasterMk cId="1399094128" sldId="2147484163"/>
        </pc:sldMasterMkLst>
        <pc:sldLayoutChg chg="del">
          <pc:chgData name="Owen Wagner" userId="957930577e6e4bc8" providerId="LiveId" clId="{ED16B416-0E3A-4DE9-81D5-7178F824F329}" dt="2026-08-13T14:11:35.382" v="1"/>
          <pc:sldLayoutMkLst>
            <pc:docMk/>
            <pc:sldMasterMk cId="1399094128" sldId="2147484163"/>
            <pc:sldLayoutMk cId="1591847868" sldId="2147484164"/>
          </pc:sldLayoutMkLst>
        </pc:sldLayoutChg>
        <pc:sldLayoutChg chg="del">
          <pc:chgData name="Owen Wagner" userId="957930577e6e4bc8" providerId="LiveId" clId="{ED16B416-0E3A-4DE9-81D5-7178F824F329}" dt="2026-08-13T14:11:35.382" v="1"/>
          <pc:sldLayoutMkLst>
            <pc:docMk/>
            <pc:sldMasterMk cId="1399094128" sldId="2147484163"/>
            <pc:sldLayoutMk cId="964289845" sldId="2147484165"/>
          </pc:sldLayoutMkLst>
        </pc:sldLayoutChg>
        <pc:sldLayoutChg chg="del">
          <pc:chgData name="Owen Wagner" userId="957930577e6e4bc8" providerId="LiveId" clId="{ED16B416-0E3A-4DE9-81D5-7178F824F329}" dt="2026-08-13T14:11:35.382" v="1"/>
          <pc:sldLayoutMkLst>
            <pc:docMk/>
            <pc:sldMasterMk cId="1399094128" sldId="2147484163"/>
            <pc:sldLayoutMk cId="862862266" sldId="2147484166"/>
          </pc:sldLayoutMkLst>
        </pc:sldLayoutChg>
        <pc:sldLayoutChg chg="del">
          <pc:chgData name="Owen Wagner" userId="957930577e6e4bc8" providerId="LiveId" clId="{ED16B416-0E3A-4DE9-81D5-7178F824F329}" dt="2026-08-13T14:11:35.382" v="1"/>
          <pc:sldLayoutMkLst>
            <pc:docMk/>
            <pc:sldMasterMk cId="1399094128" sldId="2147484163"/>
            <pc:sldLayoutMk cId="3823751358" sldId="2147484167"/>
          </pc:sldLayoutMkLst>
        </pc:sldLayoutChg>
        <pc:sldLayoutChg chg="del">
          <pc:chgData name="Owen Wagner" userId="957930577e6e4bc8" providerId="LiveId" clId="{ED16B416-0E3A-4DE9-81D5-7178F824F329}" dt="2026-08-13T14:11:35.382" v="1"/>
          <pc:sldLayoutMkLst>
            <pc:docMk/>
            <pc:sldMasterMk cId="1399094128" sldId="2147484163"/>
            <pc:sldLayoutMk cId="331110849" sldId="2147484168"/>
          </pc:sldLayoutMkLst>
        </pc:sldLayoutChg>
        <pc:sldLayoutChg chg="del">
          <pc:chgData name="Owen Wagner" userId="957930577e6e4bc8" providerId="LiveId" clId="{ED16B416-0E3A-4DE9-81D5-7178F824F329}" dt="2026-08-13T14:11:35.382" v="1"/>
          <pc:sldLayoutMkLst>
            <pc:docMk/>
            <pc:sldMasterMk cId="1399094128" sldId="2147484163"/>
            <pc:sldLayoutMk cId="478969347" sldId="2147484169"/>
          </pc:sldLayoutMkLst>
        </pc:sldLayoutChg>
        <pc:sldLayoutChg chg="del">
          <pc:chgData name="Owen Wagner" userId="957930577e6e4bc8" providerId="LiveId" clId="{ED16B416-0E3A-4DE9-81D5-7178F824F329}" dt="2026-08-13T14:11:35.382" v="1"/>
          <pc:sldLayoutMkLst>
            <pc:docMk/>
            <pc:sldMasterMk cId="1399094128" sldId="2147484163"/>
            <pc:sldLayoutMk cId="503125941" sldId="2147484170"/>
          </pc:sldLayoutMkLst>
        </pc:sldLayoutChg>
        <pc:sldLayoutChg chg="del">
          <pc:chgData name="Owen Wagner" userId="957930577e6e4bc8" providerId="LiveId" clId="{ED16B416-0E3A-4DE9-81D5-7178F824F329}" dt="2026-08-13T14:11:35.382" v="1"/>
          <pc:sldLayoutMkLst>
            <pc:docMk/>
            <pc:sldMasterMk cId="1399094128" sldId="2147484163"/>
            <pc:sldLayoutMk cId="1071903240" sldId="2147484171"/>
          </pc:sldLayoutMkLst>
        </pc:sldLayoutChg>
        <pc:sldLayoutChg chg="del">
          <pc:chgData name="Owen Wagner" userId="957930577e6e4bc8" providerId="LiveId" clId="{ED16B416-0E3A-4DE9-81D5-7178F824F329}" dt="2026-08-13T14:11:35.382" v="1"/>
          <pc:sldLayoutMkLst>
            <pc:docMk/>
            <pc:sldMasterMk cId="1399094128" sldId="2147484163"/>
            <pc:sldLayoutMk cId="405247126" sldId="2147484172"/>
          </pc:sldLayoutMkLst>
        </pc:sldLayoutChg>
        <pc:sldLayoutChg chg="del">
          <pc:chgData name="Owen Wagner" userId="957930577e6e4bc8" providerId="LiveId" clId="{ED16B416-0E3A-4DE9-81D5-7178F824F329}" dt="2026-08-13T14:11:35.382" v="1"/>
          <pc:sldLayoutMkLst>
            <pc:docMk/>
            <pc:sldMasterMk cId="1399094128" sldId="2147484163"/>
            <pc:sldLayoutMk cId="135028078" sldId="2147484173"/>
          </pc:sldLayoutMkLst>
        </pc:sldLayoutChg>
        <pc:sldLayoutChg chg="del">
          <pc:chgData name="Owen Wagner" userId="957930577e6e4bc8" providerId="LiveId" clId="{ED16B416-0E3A-4DE9-81D5-7178F824F329}" dt="2026-08-13T14:11:35.382" v="1"/>
          <pc:sldLayoutMkLst>
            <pc:docMk/>
            <pc:sldMasterMk cId="1399094128" sldId="2147484163"/>
            <pc:sldLayoutMk cId="138896511" sldId="2147484174"/>
          </pc:sldLayoutMkLst>
        </pc:sldLayoutChg>
        <pc:sldLayoutChg chg="del">
          <pc:chgData name="Owen Wagner" userId="957930577e6e4bc8" providerId="LiveId" clId="{ED16B416-0E3A-4DE9-81D5-7178F824F329}" dt="2026-08-13T14:11:35.382" v="1"/>
          <pc:sldLayoutMkLst>
            <pc:docMk/>
            <pc:sldMasterMk cId="1399094128" sldId="2147484163"/>
            <pc:sldLayoutMk cId="3220391329" sldId="2147484175"/>
          </pc:sldLayoutMkLst>
        </pc:sldLayoutChg>
        <pc:sldLayoutChg chg="del">
          <pc:chgData name="Owen Wagner" userId="957930577e6e4bc8" providerId="LiveId" clId="{ED16B416-0E3A-4DE9-81D5-7178F824F329}" dt="2026-08-13T14:11:35.382" v="1"/>
          <pc:sldLayoutMkLst>
            <pc:docMk/>
            <pc:sldMasterMk cId="1399094128" sldId="2147484163"/>
            <pc:sldLayoutMk cId="1039362468" sldId="2147484176"/>
          </pc:sldLayoutMkLst>
        </pc:sldLayoutChg>
        <pc:sldLayoutChg chg="del">
          <pc:chgData name="Owen Wagner" userId="957930577e6e4bc8" providerId="LiveId" clId="{ED16B416-0E3A-4DE9-81D5-7178F824F329}" dt="2026-08-13T14:11:35.382" v="1"/>
          <pc:sldLayoutMkLst>
            <pc:docMk/>
            <pc:sldMasterMk cId="1399094128" sldId="2147484163"/>
            <pc:sldLayoutMk cId="2793285071" sldId="2147484177"/>
          </pc:sldLayoutMkLst>
        </pc:sldLayoutChg>
        <pc:sldLayoutChg chg="del">
          <pc:chgData name="Owen Wagner" userId="957930577e6e4bc8" providerId="LiveId" clId="{ED16B416-0E3A-4DE9-81D5-7178F824F329}" dt="2026-08-13T14:11:35.382" v="1"/>
          <pc:sldLayoutMkLst>
            <pc:docMk/>
            <pc:sldMasterMk cId="1399094128" sldId="2147484163"/>
            <pc:sldLayoutMk cId="3585972620" sldId="2147484178"/>
          </pc:sldLayoutMkLst>
        </pc:sldLayoutChg>
        <pc:sldLayoutChg chg="del">
          <pc:chgData name="Owen Wagner" userId="957930577e6e4bc8" providerId="LiveId" clId="{ED16B416-0E3A-4DE9-81D5-7178F824F329}" dt="2026-08-13T14:11:35.382" v="1"/>
          <pc:sldLayoutMkLst>
            <pc:docMk/>
            <pc:sldMasterMk cId="1399094128" sldId="2147484163"/>
            <pc:sldLayoutMk cId="802728835" sldId="2147484179"/>
          </pc:sldLayoutMkLst>
        </pc:sldLayoutChg>
        <pc:sldLayoutChg chg="del">
          <pc:chgData name="Owen Wagner" userId="957930577e6e4bc8" providerId="LiveId" clId="{ED16B416-0E3A-4DE9-81D5-7178F824F329}" dt="2026-08-13T14:11:35.382" v="1"/>
          <pc:sldLayoutMkLst>
            <pc:docMk/>
            <pc:sldMasterMk cId="1399094128" sldId="2147484163"/>
            <pc:sldLayoutMk cId="843532507" sldId="2147484180"/>
          </pc:sldLayoutMkLst>
        </pc:sldLayoutChg>
        <pc:sldLayoutChg chg="del">
          <pc:chgData name="Owen Wagner" userId="957930577e6e4bc8" providerId="LiveId" clId="{ED16B416-0E3A-4DE9-81D5-7178F824F329}" dt="2026-08-13T14:11:35.382" v="1"/>
          <pc:sldLayoutMkLst>
            <pc:docMk/>
            <pc:sldMasterMk cId="1399094128" sldId="2147484163"/>
            <pc:sldLayoutMk cId="1918644427" sldId="2147484181"/>
          </pc:sldLayoutMkLst>
        </pc:sldLayoutChg>
        <pc:sldLayoutChg chg="del">
          <pc:chgData name="Owen Wagner" userId="957930577e6e4bc8" providerId="LiveId" clId="{ED16B416-0E3A-4DE9-81D5-7178F824F329}" dt="2026-08-13T14:11:35.382" v="1"/>
          <pc:sldLayoutMkLst>
            <pc:docMk/>
            <pc:sldMasterMk cId="1399094128" sldId="2147484163"/>
            <pc:sldLayoutMk cId="18447841" sldId="2147484182"/>
          </pc:sldLayoutMkLst>
        </pc:sldLayoutChg>
        <pc:sldLayoutChg chg="del">
          <pc:chgData name="Owen Wagner" userId="957930577e6e4bc8" providerId="LiveId" clId="{ED16B416-0E3A-4DE9-81D5-7178F824F329}" dt="2026-08-13T14:11:35.382" v="1"/>
          <pc:sldLayoutMkLst>
            <pc:docMk/>
            <pc:sldMasterMk cId="1399094128" sldId="2147484163"/>
            <pc:sldLayoutMk cId="515976693" sldId="2147484183"/>
          </pc:sldLayoutMkLst>
        </pc:sldLayoutChg>
        <pc:sldLayoutChg chg="del">
          <pc:chgData name="Owen Wagner" userId="957930577e6e4bc8" providerId="LiveId" clId="{ED16B416-0E3A-4DE9-81D5-7178F824F329}" dt="2026-08-13T14:11:35.382" v="1"/>
          <pc:sldLayoutMkLst>
            <pc:docMk/>
            <pc:sldMasterMk cId="1399094128" sldId="2147484163"/>
            <pc:sldLayoutMk cId="1520626391" sldId="2147484184"/>
          </pc:sldLayoutMkLst>
        </pc:sldLayoutChg>
        <pc:sldLayoutChg chg="del">
          <pc:chgData name="Owen Wagner" userId="957930577e6e4bc8" providerId="LiveId" clId="{ED16B416-0E3A-4DE9-81D5-7178F824F329}" dt="2026-08-13T14:11:35.382" v="1"/>
          <pc:sldLayoutMkLst>
            <pc:docMk/>
            <pc:sldMasterMk cId="1399094128" sldId="2147484163"/>
            <pc:sldLayoutMk cId="684919178" sldId="2147484185"/>
          </pc:sldLayoutMkLst>
        </pc:sldLayoutChg>
        <pc:sldLayoutChg chg="del">
          <pc:chgData name="Owen Wagner" userId="957930577e6e4bc8" providerId="LiveId" clId="{ED16B416-0E3A-4DE9-81D5-7178F824F329}" dt="2026-08-13T14:11:35.382" v="1"/>
          <pc:sldLayoutMkLst>
            <pc:docMk/>
            <pc:sldMasterMk cId="1399094128" sldId="2147484163"/>
            <pc:sldLayoutMk cId="1792511285" sldId="2147484186"/>
          </pc:sldLayoutMkLst>
        </pc:sldLayoutChg>
        <pc:sldLayoutChg chg="del">
          <pc:chgData name="Owen Wagner" userId="957930577e6e4bc8" providerId="LiveId" clId="{ED16B416-0E3A-4DE9-81D5-7178F824F329}" dt="2026-08-13T14:11:35.382" v="1"/>
          <pc:sldLayoutMkLst>
            <pc:docMk/>
            <pc:sldMasterMk cId="1399094128" sldId="2147484163"/>
            <pc:sldLayoutMk cId="4100099779" sldId="2147484187"/>
          </pc:sldLayoutMkLst>
        </pc:sldLayoutChg>
        <pc:sldLayoutChg chg="del">
          <pc:chgData name="Owen Wagner" userId="957930577e6e4bc8" providerId="LiveId" clId="{ED16B416-0E3A-4DE9-81D5-7178F824F329}" dt="2026-08-13T14:11:35.382" v="1"/>
          <pc:sldLayoutMkLst>
            <pc:docMk/>
            <pc:sldMasterMk cId="1399094128" sldId="2147484163"/>
            <pc:sldLayoutMk cId="2561387791" sldId="2147484188"/>
          </pc:sldLayoutMkLst>
        </pc:sldLayoutChg>
        <pc:sldLayoutChg chg="del">
          <pc:chgData name="Owen Wagner" userId="957930577e6e4bc8" providerId="LiveId" clId="{ED16B416-0E3A-4DE9-81D5-7178F824F329}" dt="2026-08-13T14:11:35.382" v="1"/>
          <pc:sldLayoutMkLst>
            <pc:docMk/>
            <pc:sldMasterMk cId="1399094128" sldId="2147484163"/>
            <pc:sldLayoutMk cId="3694466368" sldId="2147484189"/>
          </pc:sldLayoutMkLst>
        </pc:sldLayoutChg>
        <pc:sldLayoutChg chg="del">
          <pc:chgData name="Owen Wagner" userId="957930577e6e4bc8" providerId="LiveId" clId="{ED16B416-0E3A-4DE9-81D5-7178F824F329}" dt="2026-08-13T14:11:35.382" v="1"/>
          <pc:sldLayoutMkLst>
            <pc:docMk/>
            <pc:sldMasterMk cId="1399094128" sldId="2147484163"/>
            <pc:sldLayoutMk cId="3488647603" sldId="2147484190"/>
          </pc:sldLayoutMkLst>
        </pc:sldLayoutChg>
        <pc:sldLayoutChg chg="del">
          <pc:chgData name="Owen Wagner" userId="957930577e6e4bc8" providerId="LiveId" clId="{ED16B416-0E3A-4DE9-81D5-7178F824F329}" dt="2026-08-13T14:11:35.382" v="1"/>
          <pc:sldLayoutMkLst>
            <pc:docMk/>
            <pc:sldMasterMk cId="1399094128" sldId="2147484163"/>
            <pc:sldLayoutMk cId="1541248566" sldId="2147484191"/>
          </pc:sldLayoutMkLst>
        </pc:sldLayoutChg>
        <pc:sldLayoutChg chg="del">
          <pc:chgData name="Owen Wagner" userId="957930577e6e4bc8" providerId="LiveId" clId="{ED16B416-0E3A-4DE9-81D5-7178F824F329}" dt="2026-08-13T14:11:35.382" v="1"/>
          <pc:sldLayoutMkLst>
            <pc:docMk/>
            <pc:sldMasterMk cId="1399094128" sldId="2147484163"/>
            <pc:sldLayoutMk cId="644515196" sldId="2147484192"/>
          </pc:sldLayoutMkLst>
        </pc:sldLayoutChg>
        <pc:sldLayoutChg chg="del">
          <pc:chgData name="Owen Wagner" userId="957930577e6e4bc8" providerId="LiveId" clId="{ED16B416-0E3A-4DE9-81D5-7178F824F329}" dt="2026-08-13T14:11:35.382" v="1"/>
          <pc:sldLayoutMkLst>
            <pc:docMk/>
            <pc:sldMasterMk cId="1399094128" sldId="2147484163"/>
            <pc:sldLayoutMk cId="235727213" sldId="2147484193"/>
          </pc:sldLayoutMkLst>
        </pc:sldLayoutChg>
        <pc:sldLayoutChg chg="del">
          <pc:chgData name="Owen Wagner" userId="957930577e6e4bc8" providerId="LiveId" clId="{ED16B416-0E3A-4DE9-81D5-7178F824F329}" dt="2026-08-13T14:11:35.382" v="1"/>
          <pc:sldLayoutMkLst>
            <pc:docMk/>
            <pc:sldMasterMk cId="1399094128" sldId="2147484163"/>
            <pc:sldLayoutMk cId="3173701982" sldId="2147484194"/>
          </pc:sldLayoutMkLst>
        </pc:sldLayoutChg>
        <pc:sldLayoutChg chg="del">
          <pc:chgData name="Owen Wagner" userId="957930577e6e4bc8" providerId="LiveId" clId="{ED16B416-0E3A-4DE9-81D5-7178F824F329}" dt="2026-08-13T14:11:35.382" v="1"/>
          <pc:sldLayoutMkLst>
            <pc:docMk/>
            <pc:sldMasterMk cId="1399094128" sldId="2147484163"/>
            <pc:sldLayoutMk cId="2531302067" sldId="2147484195"/>
          </pc:sldLayoutMkLst>
        </pc:sldLayoutChg>
        <pc:sldLayoutChg chg="del">
          <pc:chgData name="Owen Wagner" userId="957930577e6e4bc8" providerId="LiveId" clId="{ED16B416-0E3A-4DE9-81D5-7178F824F329}" dt="2026-08-13T14:11:35.382" v="1"/>
          <pc:sldLayoutMkLst>
            <pc:docMk/>
            <pc:sldMasterMk cId="1399094128" sldId="2147484163"/>
            <pc:sldLayoutMk cId="2939496492" sldId="2147484196"/>
          </pc:sldLayoutMkLst>
        </pc:sldLayoutChg>
        <pc:sldLayoutChg chg="del">
          <pc:chgData name="Owen Wagner" userId="957930577e6e4bc8" providerId="LiveId" clId="{ED16B416-0E3A-4DE9-81D5-7178F824F329}" dt="2026-08-13T14:11:35.382" v="1"/>
          <pc:sldLayoutMkLst>
            <pc:docMk/>
            <pc:sldMasterMk cId="1399094128" sldId="2147484163"/>
            <pc:sldLayoutMk cId="1771401257" sldId="2147484197"/>
          </pc:sldLayoutMkLst>
        </pc:sldLayoutChg>
        <pc:sldLayoutChg chg="del">
          <pc:chgData name="Owen Wagner" userId="957930577e6e4bc8" providerId="LiveId" clId="{ED16B416-0E3A-4DE9-81D5-7178F824F329}" dt="2026-08-13T14:11:35.382" v="1"/>
          <pc:sldLayoutMkLst>
            <pc:docMk/>
            <pc:sldMasterMk cId="1399094128" sldId="2147484163"/>
            <pc:sldLayoutMk cId="1810485063" sldId="2147484198"/>
          </pc:sldLayoutMkLst>
        </pc:sldLayoutChg>
        <pc:sldLayoutChg chg="del">
          <pc:chgData name="Owen Wagner" userId="957930577e6e4bc8" providerId="LiveId" clId="{ED16B416-0E3A-4DE9-81D5-7178F824F329}" dt="2026-08-13T14:11:35.382" v="1"/>
          <pc:sldLayoutMkLst>
            <pc:docMk/>
            <pc:sldMasterMk cId="1399094128" sldId="2147484163"/>
            <pc:sldLayoutMk cId="1610062767" sldId="2147484199"/>
          </pc:sldLayoutMkLst>
        </pc:sldLayoutChg>
        <pc:sldLayoutChg chg="del">
          <pc:chgData name="Owen Wagner" userId="957930577e6e4bc8" providerId="LiveId" clId="{ED16B416-0E3A-4DE9-81D5-7178F824F329}" dt="2026-08-13T14:11:35.382" v="1"/>
          <pc:sldLayoutMkLst>
            <pc:docMk/>
            <pc:sldMasterMk cId="1399094128" sldId="2147484163"/>
            <pc:sldLayoutMk cId="410337323" sldId="2147484200"/>
          </pc:sldLayoutMkLst>
        </pc:sldLayoutChg>
        <pc:sldLayoutChg chg="del">
          <pc:chgData name="Owen Wagner" userId="957930577e6e4bc8" providerId="LiveId" clId="{ED16B416-0E3A-4DE9-81D5-7178F824F329}" dt="2026-08-13T14:11:35.382" v="1"/>
          <pc:sldLayoutMkLst>
            <pc:docMk/>
            <pc:sldMasterMk cId="1399094128" sldId="2147484163"/>
            <pc:sldLayoutMk cId="2676359761" sldId="2147484201"/>
          </pc:sldLayoutMkLst>
        </pc:sldLayoutChg>
        <pc:sldLayoutChg chg="del">
          <pc:chgData name="Owen Wagner" userId="957930577e6e4bc8" providerId="LiveId" clId="{ED16B416-0E3A-4DE9-81D5-7178F824F329}" dt="2026-08-13T14:11:35.382" v="1"/>
          <pc:sldLayoutMkLst>
            <pc:docMk/>
            <pc:sldMasterMk cId="1399094128" sldId="2147484163"/>
            <pc:sldLayoutMk cId="2668777421" sldId="2147484202"/>
          </pc:sldLayoutMkLst>
        </pc:sldLayoutChg>
        <pc:sldLayoutChg chg="del">
          <pc:chgData name="Owen Wagner" userId="957930577e6e4bc8" providerId="LiveId" clId="{ED16B416-0E3A-4DE9-81D5-7178F824F329}" dt="2026-08-13T14:11:35.382" v="1"/>
          <pc:sldLayoutMkLst>
            <pc:docMk/>
            <pc:sldMasterMk cId="1399094128" sldId="2147484163"/>
            <pc:sldLayoutMk cId="1306874952" sldId="2147484203"/>
          </pc:sldLayoutMkLst>
        </pc:sldLayoutChg>
        <pc:sldLayoutChg chg="del">
          <pc:chgData name="Owen Wagner" userId="957930577e6e4bc8" providerId="LiveId" clId="{ED16B416-0E3A-4DE9-81D5-7178F824F329}" dt="2026-08-13T14:11:35.382" v="1"/>
          <pc:sldLayoutMkLst>
            <pc:docMk/>
            <pc:sldMasterMk cId="1399094128" sldId="2147484163"/>
            <pc:sldLayoutMk cId="904992298" sldId="2147484204"/>
          </pc:sldLayoutMkLst>
        </pc:sldLayoutChg>
        <pc:sldLayoutChg chg="del">
          <pc:chgData name="Owen Wagner" userId="957930577e6e4bc8" providerId="LiveId" clId="{ED16B416-0E3A-4DE9-81D5-7178F824F329}" dt="2026-08-13T14:11:35.382" v="1"/>
          <pc:sldLayoutMkLst>
            <pc:docMk/>
            <pc:sldMasterMk cId="1399094128" sldId="2147484163"/>
            <pc:sldLayoutMk cId="679051091" sldId="2147484207"/>
          </pc:sldLayoutMkLst>
        </pc:sldLayoutChg>
        <pc:sldLayoutChg chg="del">
          <pc:chgData name="Owen Wagner" userId="957930577e6e4bc8" providerId="LiveId" clId="{ED16B416-0E3A-4DE9-81D5-7178F824F329}" dt="2026-08-13T14:11:35.382" v="1"/>
          <pc:sldLayoutMkLst>
            <pc:docMk/>
            <pc:sldMasterMk cId="1399094128" sldId="2147484163"/>
            <pc:sldLayoutMk cId="4218372848" sldId="2147484208"/>
          </pc:sldLayoutMkLst>
        </pc:sldLayoutChg>
        <pc:sldLayoutChg chg="del">
          <pc:chgData name="Owen Wagner" userId="957930577e6e4bc8" providerId="LiveId" clId="{ED16B416-0E3A-4DE9-81D5-7178F824F329}" dt="2026-08-13T14:11:35.382" v="1"/>
          <pc:sldLayoutMkLst>
            <pc:docMk/>
            <pc:sldMasterMk cId="1399094128" sldId="2147484163"/>
            <pc:sldLayoutMk cId="4136039292" sldId="2147484209"/>
          </pc:sldLayoutMkLst>
        </pc:sldLayoutChg>
        <pc:sldLayoutChg chg="del">
          <pc:chgData name="Owen Wagner" userId="957930577e6e4bc8" providerId="LiveId" clId="{ED16B416-0E3A-4DE9-81D5-7178F824F329}" dt="2026-08-13T14:11:35.382" v="1"/>
          <pc:sldLayoutMkLst>
            <pc:docMk/>
            <pc:sldMasterMk cId="1399094128" sldId="2147484163"/>
            <pc:sldLayoutMk cId="3744848845" sldId="2147484211"/>
          </pc:sldLayoutMkLst>
        </pc:sldLayoutChg>
        <pc:sldLayoutChg chg="del">
          <pc:chgData name="Owen Wagner" userId="957930577e6e4bc8" providerId="LiveId" clId="{ED16B416-0E3A-4DE9-81D5-7178F824F329}" dt="2026-08-13T14:11:35.382" v="1"/>
          <pc:sldLayoutMkLst>
            <pc:docMk/>
            <pc:sldMasterMk cId="1399094128" sldId="2147484163"/>
            <pc:sldLayoutMk cId="853597276" sldId="2147484212"/>
          </pc:sldLayoutMkLst>
        </pc:sldLayoutChg>
        <pc:sldLayoutChg chg="del">
          <pc:chgData name="Owen Wagner" userId="957930577e6e4bc8" providerId="LiveId" clId="{ED16B416-0E3A-4DE9-81D5-7178F824F329}" dt="2026-08-13T14:11:35.382" v="1"/>
          <pc:sldLayoutMkLst>
            <pc:docMk/>
            <pc:sldMasterMk cId="1399094128" sldId="2147484163"/>
            <pc:sldLayoutMk cId="3479496968" sldId="2147484213"/>
          </pc:sldLayoutMkLst>
        </pc:sldLayoutChg>
        <pc:sldLayoutChg chg="del">
          <pc:chgData name="Owen Wagner" userId="957930577e6e4bc8" providerId="LiveId" clId="{ED16B416-0E3A-4DE9-81D5-7178F824F329}" dt="2026-08-13T14:11:35.382" v="1"/>
          <pc:sldLayoutMkLst>
            <pc:docMk/>
            <pc:sldMasterMk cId="1399094128" sldId="2147484163"/>
            <pc:sldLayoutMk cId="3013277851" sldId="2147484216"/>
          </pc:sldLayoutMkLst>
        </pc:sldLayoutChg>
        <pc:sldLayoutChg chg="del">
          <pc:chgData name="Owen Wagner" userId="957930577e6e4bc8" providerId="LiveId" clId="{ED16B416-0E3A-4DE9-81D5-7178F824F329}" dt="2026-08-13T14:11:35.382" v="1"/>
          <pc:sldLayoutMkLst>
            <pc:docMk/>
            <pc:sldMasterMk cId="1399094128" sldId="2147484163"/>
            <pc:sldLayoutMk cId="2231115270" sldId="2147484218"/>
          </pc:sldLayoutMkLst>
        </pc:sldLayoutChg>
      </pc:sldMasterChg>
      <pc:sldMasterChg chg="del delSldLayout">
        <pc:chgData name="Owen Wagner" userId="957930577e6e4bc8" providerId="LiveId" clId="{ED16B416-0E3A-4DE9-81D5-7178F824F329}" dt="2026-08-13T14:11:35.382" v="1"/>
        <pc:sldMasterMkLst>
          <pc:docMk/>
          <pc:sldMasterMk cId="3187563079" sldId="2147484221"/>
        </pc:sldMasterMkLst>
        <pc:sldLayoutChg chg="del">
          <pc:chgData name="Owen Wagner" userId="957930577e6e4bc8" providerId="LiveId" clId="{ED16B416-0E3A-4DE9-81D5-7178F824F329}" dt="2026-08-13T14:11:35.382" v="1"/>
          <pc:sldLayoutMkLst>
            <pc:docMk/>
            <pc:sldMasterMk cId="3187563079" sldId="2147484221"/>
            <pc:sldLayoutMk cId="701126197" sldId="2147484222"/>
          </pc:sldLayoutMkLst>
        </pc:sldLayoutChg>
        <pc:sldLayoutChg chg="del">
          <pc:chgData name="Owen Wagner" userId="957930577e6e4bc8" providerId="LiveId" clId="{ED16B416-0E3A-4DE9-81D5-7178F824F329}" dt="2026-08-13T14:11:35.382" v="1"/>
          <pc:sldLayoutMkLst>
            <pc:docMk/>
            <pc:sldMasterMk cId="3187563079" sldId="2147484221"/>
            <pc:sldLayoutMk cId="3435696182" sldId="2147484223"/>
          </pc:sldLayoutMkLst>
        </pc:sldLayoutChg>
        <pc:sldLayoutChg chg="del">
          <pc:chgData name="Owen Wagner" userId="957930577e6e4bc8" providerId="LiveId" clId="{ED16B416-0E3A-4DE9-81D5-7178F824F329}" dt="2026-08-13T14:11:35.382" v="1"/>
          <pc:sldLayoutMkLst>
            <pc:docMk/>
            <pc:sldMasterMk cId="3187563079" sldId="2147484221"/>
            <pc:sldLayoutMk cId="2716190186" sldId="2147484224"/>
          </pc:sldLayoutMkLst>
        </pc:sldLayoutChg>
        <pc:sldLayoutChg chg="del">
          <pc:chgData name="Owen Wagner" userId="957930577e6e4bc8" providerId="LiveId" clId="{ED16B416-0E3A-4DE9-81D5-7178F824F329}" dt="2026-08-13T14:11:35.382" v="1"/>
          <pc:sldLayoutMkLst>
            <pc:docMk/>
            <pc:sldMasterMk cId="3187563079" sldId="2147484221"/>
            <pc:sldLayoutMk cId="3609486932" sldId="2147484225"/>
          </pc:sldLayoutMkLst>
        </pc:sldLayoutChg>
        <pc:sldLayoutChg chg="del">
          <pc:chgData name="Owen Wagner" userId="957930577e6e4bc8" providerId="LiveId" clId="{ED16B416-0E3A-4DE9-81D5-7178F824F329}" dt="2026-08-13T14:11:35.382" v="1"/>
          <pc:sldLayoutMkLst>
            <pc:docMk/>
            <pc:sldMasterMk cId="3187563079" sldId="2147484221"/>
            <pc:sldLayoutMk cId="1950935574" sldId="2147484226"/>
          </pc:sldLayoutMkLst>
        </pc:sldLayoutChg>
        <pc:sldLayoutChg chg="del">
          <pc:chgData name="Owen Wagner" userId="957930577e6e4bc8" providerId="LiveId" clId="{ED16B416-0E3A-4DE9-81D5-7178F824F329}" dt="2026-08-13T14:11:35.382" v="1"/>
          <pc:sldLayoutMkLst>
            <pc:docMk/>
            <pc:sldMasterMk cId="3187563079" sldId="2147484221"/>
            <pc:sldLayoutMk cId="100044378" sldId="2147484227"/>
          </pc:sldLayoutMkLst>
        </pc:sldLayoutChg>
        <pc:sldLayoutChg chg="del">
          <pc:chgData name="Owen Wagner" userId="957930577e6e4bc8" providerId="LiveId" clId="{ED16B416-0E3A-4DE9-81D5-7178F824F329}" dt="2026-08-13T14:11:35.382" v="1"/>
          <pc:sldLayoutMkLst>
            <pc:docMk/>
            <pc:sldMasterMk cId="3187563079" sldId="2147484221"/>
            <pc:sldLayoutMk cId="1810192688" sldId="2147484228"/>
          </pc:sldLayoutMkLst>
        </pc:sldLayoutChg>
        <pc:sldLayoutChg chg="del">
          <pc:chgData name="Owen Wagner" userId="957930577e6e4bc8" providerId="LiveId" clId="{ED16B416-0E3A-4DE9-81D5-7178F824F329}" dt="2026-08-13T14:11:35.382" v="1"/>
          <pc:sldLayoutMkLst>
            <pc:docMk/>
            <pc:sldMasterMk cId="3187563079" sldId="2147484221"/>
            <pc:sldLayoutMk cId="1114797417" sldId="2147484229"/>
          </pc:sldLayoutMkLst>
        </pc:sldLayoutChg>
        <pc:sldLayoutChg chg="del">
          <pc:chgData name="Owen Wagner" userId="957930577e6e4bc8" providerId="LiveId" clId="{ED16B416-0E3A-4DE9-81D5-7178F824F329}" dt="2026-08-13T14:11:35.382" v="1"/>
          <pc:sldLayoutMkLst>
            <pc:docMk/>
            <pc:sldMasterMk cId="3187563079" sldId="2147484221"/>
            <pc:sldLayoutMk cId="2693788896" sldId="2147484230"/>
          </pc:sldLayoutMkLst>
        </pc:sldLayoutChg>
        <pc:sldLayoutChg chg="del">
          <pc:chgData name="Owen Wagner" userId="957930577e6e4bc8" providerId="LiveId" clId="{ED16B416-0E3A-4DE9-81D5-7178F824F329}" dt="2026-08-13T14:11:35.382" v="1"/>
          <pc:sldLayoutMkLst>
            <pc:docMk/>
            <pc:sldMasterMk cId="3187563079" sldId="2147484221"/>
            <pc:sldLayoutMk cId="1461987132" sldId="2147484231"/>
          </pc:sldLayoutMkLst>
        </pc:sldLayoutChg>
        <pc:sldLayoutChg chg="del">
          <pc:chgData name="Owen Wagner" userId="957930577e6e4bc8" providerId="LiveId" clId="{ED16B416-0E3A-4DE9-81D5-7178F824F329}" dt="2026-08-13T14:11:35.382" v="1"/>
          <pc:sldLayoutMkLst>
            <pc:docMk/>
            <pc:sldMasterMk cId="3187563079" sldId="2147484221"/>
            <pc:sldLayoutMk cId="1340621102" sldId="2147484232"/>
          </pc:sldLayoutMkLst>
        </pc:sldLayoutChg>
        <pc:sldLayoutChg chg="del">
          <pc:chgData name="Owen Wagner" userId="957930577e6e4bc8" providerId="LiveId" clId="{ED16B416-0E3A-4DE9-81D5-7178F824F329}" dt="2026-08-13T14:11:35.382" v="1"/>
          <pc:sldLayoutMkLst>
            <pc:docMk/>
            <pc:sldMasterMk cId="3187563079" sldId="2147484221"/>
            <pc:sldLayoutMk cId="3304749897" sldId="2147484233"/>
          </pc:sldLayoutMkLst>
        </pc:sldLayoutChg>
        <pc:sldLayoutChg chg="del">
          <pc:chgData name="Owen Wagner" userId="957930577e6e4bc8" providerId="LiveId" clId="{ED16B416-0E3A-4DE9-81D5-7178F824F329}" dt="2026-08-13T14:11:35.382" v="1"/>
          <pc:sldLayoutMkLst>
            <pc:docMk/>
            <pc:sldMasterMk cId="3187563079" sldId="2147484221"/>
            <pc:sldLayoutMk cId="3983032875" sldId="2147484234"/>
          </pc:sldLayoutMkLst>
        </pc:sldLayoutChg>
        <pc:sldLayoutChg chg="del">
          <pc:chgData name="Owen Wagner" userId="957930577e6e4bc8" providerId="LiveId" clId="{ED16B416-0E3A-4DE9-81D5-7178F824F329}" dt="2026-08-13T14:11:35.382" v="1"/>
          <pc:sldLayoutMkLst>
            <pc:docMk/>
            <pc:sldMasterMk cId="3187563079" sldId="2147484221"/>
            <pc:sldLayoutMk cId="2242052382" sldId="2147484235"/>
          </pc:sldLayoutMkLst>
        </pc:sldLayoutChg>
        <pc:sldLayoutChg chg="del">
          <pc:chgData name="Owen Wagner" userId="957930577e6e4bc8" providerId="LiveId" clId="{ED16B416-0E3A-4DE9-81D5-7178F824F329}" dt="2026-08-13T14:11:35.382" v="1"/>
          <pc:sldLayoutMkLst>
            <pc:docMk/>
            <pc:sldMasterMk cId="3187563079" sldId="2147484221"/>
            <pc:sldLayoutMk cId="1042361585" sldId="2147484236"/>
          </pc:sldLayoutMkLst>
        </pc:sldLayoutChg>
        <pc:sldLayoutChg chg="del">
          <pc:chgData name="Owen Wagner" userId="957930577e6e4bc8" providerId="LiveId" clId="{ED16B416-0E3A-4DE9-81D5-7178F824F329}" dt="2026-08-13T14:11:35.382" v="1"/>
          <pc:sldLayoutMkLst>
            <pc:docMk/>
            <pc:sldMasterMk cId="3187563079" sldId="2147484221"/>
            <pc:sldLayoutMk cId="279585144" sldId="2147484237"/>
          </pc:sldLayoutMkLst>
        </pc:sldLayoutChg>
        <pc:sldLayoutChg chg="del">
          <pc:chgData name="Owen Wagner" userId="957930577e6e4bc8" providerId="LiveId" clId="{ED16B416-0E3A-4DE9-81D5-7178F824F329}" dt="2026-08-13T14:11:35.382" v="1"/>
          <pc:sldLayoutMkLst>
            <pc:docMk/>
            <pc:sldMasterMk cId="3187563079" sldId="2147484221"/>
            <pc:sldLayoutMk cId="219999924" sldId="2147484238"/>
          </pc:sldLayoutMkLst>
        </pc:sldLayoutChg>
        <pc:sldLayoutChg chg="del">
          <pc:chgData name="Owen Wagner" userId="957930577e6e4bc8" providerId="LiveId" clId="{ED16B416-0E3A-4DE9-81D5-7178F824F329}" dt="2026-08-13T14:11:35.382" v="1"/>
          <pc:sldLayoutMkLst>
            <pc:docMk/>
            <pc:sldMasterMk cId="3187563079" sldId="2147484221"/>
            <pc:sldLayoutMk cId="3966823575" sldId="2147484239"/>
          </pc:sldLayoutMkLst>
        </pc:sldLayoutChg>
        <pc:sldLayoutChg chg="del">
          <pc:chgData name="Owen Wagner" userId="957930577e6e4bc8" providerId="LiveId" clId="{ED16B416-0E3A-4DE9-81D5-7178F824F329}" dt="2026-08-13T14:11:35.382" v="1"/>
          <pc:sldLayoutMkLst>
            <pc:docMk/>
            <pc:sldMasterMk cId="3187563079" sldId="2147484221"/>
            <pc:sldLayoutMk cId="2271507542" sldId="2147484240"/>
          </pc:sldLayoutMkLst>
        </pc:sldLayoutChg>
        <pc:sldLayoutChg chg="del">
          <pc:chgData name="Owen Wagner" userId="957930577e6e4bc8" providerId="LiveId" clId="{ED16B416-0E3A-4DE9-81D5-7178F824F329}" dt="2026-08-13T14:11:35.382" v="1"/>
          <pc:sldLayoutMkLst>
            <pc:docMk/>
            <pc:sldMasterMk cId="3187563079" sldId="2147484221"/>
            <pc:sldLayoutMk cId="1484700569" sldId="2147484241"/>
          </pc:sldLayoutMkLst>
        </pc:sldLayoutChg>
        <pc:sldLayoutChg chg="del">
          <pc:chgData name="Owen Wagner" userId="957930577e6e4bc8" providerId="LiveId" clId="{ED16B416-0E3A-4DE9-81D5-7178F824F329}" dt="2026-08-13T14:11:35.382" v="1"/>
          <pc:sldLayoutMkLst>
            <pc:docMk/>
            <pc:sldMasterMk cId="3187563079" sldId="2147484221"/>
            <pc:sldLayoutMk cId="2136728196" sldId="2147484242"/>
          </pc:sldLayoutMkLst>
        </pc:sldLayoutChg>
        <pc:sldLayoutChg chg="del">
          <pc:chgData name="Owen Wagner" userId="957930577e6e4bc8" providerId="LiveId" clId="{ED16B416-0E3A-4DE9-81D5-7178F824F329}" dt="2026-08-13T14:11:35.382" v="1"/>
          <pc:sldLayoutMkLst>
            <pc:docMk/>
            <pc:sldMasterMk cId="3187563079" sldId="2147484221"/>
            <pc:sldLayoutMk cId="3757237760" sldId="2147484243"/>
          </pc:sldLayoutMkLst>
        </pc:sldLayoutChg>
        <pc:sldLayoutChg chg="del">
          <pc:chgData name="Owen Wagner" userId="957930577e6e4bc8" providerId="LiveId" clId="{ED16B416-0E3A-4DE9-81D5-7178F824F329}" dt="2026-08-13T14:11:35.382" v="1"/>
          <pc:sldLayoutMkLst>
            <pc:docMk/>
            <pc:sldMasterMk cId="3187563079" sldId="2147484221"/>
            <pc:sldLayoutMk cId="256454498" sldId="2147484244"/>
          </pc:sldLayoutMkLst>
        </pc:sldLayoutChg>
        <pc:sldLayoutChg chg="del">
          <pc:chgData name="Owen Wagner" userId="957930577e6e4bc8" providerId="LiveId" clId="{ED16B416-0E3A-4DE9-81D5-7178F824F329}" dt="2026-08-13T14:11:35.382" v="1"/>
          <pc:sldLayoutMkLst>
            <pc:docMk/>
            <pc:sldMasterMk cId="3187563079" sldId="2147484221"/>
            <pc:sldLayoutMk cId="3971266325" sldId="2147484245"/>
          </pc:sldLayoutMkLst>
        </pc:sldLayoutChg>
        <pc:sldLayoutChg chg="del">
          <pc:chgData name="Owen Wagner" userId="957930577e6e4bc8" providerId="LiveId" clId="{ED16B416-0E3A-4DE9-81D5-7178F824F329}" dt="2026-08-13T14:11:35.382" v="1"/>
          <pc:sldLayoutMkLst>
            <pc:docMk/>
            <pc:sldMasterMk cId="3187563079" sldId="2147484221"/>
            <pc:sldLayoutMk cId="1558511230" sldId="2147484246"/>
          </pc:sldLayoutMkLst>
        </pc:sldLayoutChg>
        <pc:sldLayoutChg chg="del">
          <pc:chgData name="Owen Wagner" userId="957930577e6e4bc8" providerId="LiveId" clId="{ED16B416-0E3A-4DE9-81D5-7178F824F329}" dt="2026-08-13T14:11:35.382" v="1"/>
          <pc:sldLayoutMkLst>
            <pc:docMk/>
            <pc:sldMasterMk cId="3187563079" sldId="2147484221"/>
            <pc:sldLayoutMk cId="4042091714" sldId="2147484247"/>
          </pc:sldLayoutMkLst>
        </pc:sldLayoutChg>
        <pc:sldLayoutChg chg="del">
          <pc:chgData name="Owen Wagner" userId="957930577e6e4bc8" providerId="LiveId" clId="{ED16B416-0E3A-4DE9-81D5-7178F824F329}" dt="2026-08-13T14:11:35.382" v="1"/>
          <pc:sldLayoutMkLst>
            <pc:docMk/>
            <pc:sldMasterMk cId="3187563079" sldId="2147484221"/>
            <pc:sldLayoutMk cId="2354840932" sldId="2147484248"/>
          </pc:sldLayoutMkLst>
        </pc:sldLayoutChg>
        <pc:sldLayoutChg chg="del">
          <pc:chgData name="Owen Wagner" userId="957930577e6e4bc8" providerId="LiveId" clId="{ED16B416-0E3A-4DE9-81D5-7178F824F329}" dt="2026-08-13T14:11:35.382" v="1"/>
          <pc:sldLayoutMkLst>
            <pc:docMk/>
            <pc:sldMasterMk cId="3187563079" sldId="2147484221"/>
            <pc:sldLayoutMk cId="4037633823" sldId="2147484249"/>
          </pc:sldLayoutMkLst>
        </pc:sldLayoutChg>
        <pc:sldLayoutChg chg="del">
          <pc:chgData name="Owen Wagner" userId="957930577e6e4bc8" providerId="LiveId" clId="{ED16B416-0E3A-4DE9-81D5-7178F824F329}" dt="2026-08-13T14:11:35.382" v="1"/>
          <pc:sldLayoutMkLst>
            <pc:docMk/>
            <pc:sldMasterMk cId="3187563079" sldId="2147484221"/>
            <pc:sldLayoutMk cId="2597737903" sldId="2147484250"/>
          </pc:sldLayoutMkLst>
        </pc:sldLayoutChg>
        <pc:sldLayoutChg chg="del">
          <pc:chgData name="Owen Wagner" userId="957930577e6e4bc8" providerId="LiveId" clId="{ED16B416-0E3A-4DE9-81D5-7178F824F329}" dt="2026-08-13T14:11:35.382" v="1"/>
          <pc:sldLayoutMkLst>
            <pc:docMk/>
            <pc:sldMasterMk cId="3187563079" sldId="2147484221"/>
            <pc:sldLayoutMk cId="2050741661" sldId="2147484251"/>
          </pc:sldLayoutMkLst>
        </pc:sldLayoutChg>
        <pc:sldLayoutChg chg="del">
          <pc:chgData name="Owen Wagner" userId="957930577e6e4bc8" providerId="LiveId" clId="{ED16B416-0E3A-4DE9-81D5-7178F824F329}" dt="2026-08-13T14:11:35.382" v="1"/>
          <pc:sldLayoutMkLst>
            <pc:docMk/>
            <pc:sldMasterMk cId="3187563079" sldId="2147484221"/>
            <pc:sldLayoutMk cId="180009547" sldId="2147484252"/>
          </pc:sldLayoutMkLst>
        </pc:sldLayoutChg>
        <pc:sldLayoutChg chg="del">
          <pc:chgData name="Owen Wagner" userId="957930577e6e4bc8" providerId="LiveId" clId="{ED16B416-0E3A-4DE9-81D5-7178F824F329}" dt="2026-08-13T14:11:35.382" v="1"/>
          <pc:sldLayoutMkLst>
            <pc:docMk/>
            <pc:sldMasterMk cId="3187563079" sldId="2147484221"/>
            <pc:sldLayoutMk cId="3734161143" sldId="2147484253"/>
          </pc:sldLayoutMkLst>
        </pc:sldLayoutChg>
        <pc:sldLayoutChg chg="del">
          <pc:chgData name="Owen Wagner" userId="957930577e6e4bc8" providerId="LiveId" clId="{ED16B416-0E3A-4DE9-81D5-7178F824F329}" dt="2026-08-13T14:11:35.382" v="1"/>
          <pc:sldLayoutMkLst>
            <pc:docMk/>
            <pc:sldMasterMk cId="3187563079" sldId="2147484221"/>
            <pc:sldLayoutMk cId="3453281972" sldId="2147484254"/>
          </pc:sldLayoutMkLst>
        </pc:sldLayoutChg>
        <pc:sldLayoutChg chg="del">
          <pc:chgData name="Owen Wagner" userId="957930577e6e4bc8" providerId="LiveId" clId="{ED16B416-0E3A-4DE9-81D5-7178F824F329}" dt="2026-08-13T14:11:35.382" v="1"/>
          <pc:sldLayoutMkLst>
            <pc:docMk/>
            <pc:sldMasterMk cId="3187563079" sldId="2147484221"/>
            <pc:sldLayoutMk cId="2568810361" sldId="2147484255"/>
          </pc:sldLayoutMkLst>
        </pc:sldLayoutChg>
        <pc:sldLayoutChg chg="del">
          <pc:chgData name="Owen Wagner" userId="957930577e6e4bc8" providerId="LiveId" clId="{ED16B416-0E3A-4DE9-81D5-7178F824F329}" dt="2026-08-13T14:11:35.382" v="1"/>
          <pc:sldLayoutMkLst>
            <pc:docMk/>
            <pc:sldMasterMk cId="3187563079" sldId="2147484221"/>
            <pc:sldLayoutMk cId="679439222" sldId="2147484256"/>
          </pc:sldLayoutMkLst>
        </pc:sldLayoutChg>
        <pc:sldLayoutChg chg="del">
          <pc:chgData name="Owen Wagner" userId="957930577e6e4bc8" providerId="LiveId" clId="{ED16B416-0E3A-4DE9-81D5-7178F824F329}" dt="2026-08-13T14:11:35.382" v="1"/>
          <pc:sldLayoutMkLst>
            <pc:docMk/>
            <pc:sldMasterMk cId="3187563079" sldId="2147484221"/>
            <pc:sldLayoutMk cId="1580505628" sldId="2147484257"/>
          </pc:sldLayoutMkLst>
        </pc:sldLayoutChg>
        <pc:sldLayoutChg chg="del">
          <pc:chgData name="Owen Wagner" userId="957930577e6e4bc8" providerId="LiveId" clId="{ED16B416-0E3A-4DE9-81D5-7178F824F329}" dt="2026-08-13T14:11:35.382" v="1"/>
          <pc:sldLayoutMkLst>
            <pc:docMk/>
            <pc:sldMasterMk cId="3187563079" sldId="2147484221"/>
            <pc:sldLayoutMk cId="3516536393" sldId="2147484258"/>
          </pc:sldLayoutMkLst>
        </pc:sldLayoutChg>
        <pc:sldLayoutChg chg="del">
          <pc:chgData name="Owen Wagner" userId="957930577e6e4bc8" providerId="LiveId" clId="{ED16B416-0E3A-4DE9-81D5-7178F824F329}" dt="2026-08-13T14:11:35.382" v="1"/>
          <pc:sldLayoutMkLst>
            <pc:docMk/>
            <pc:sldMasterMk cId="3187563079" sldId="2147484221"/>
            <pc:sldLayoutMk cId="1033828641" sldId="2147484259"/>
          </pc:sldLayoutMkLst>
        </pc:sldLayoutChg>
        <pc:sldLayoutChg chg="del">
          <pc:chgData name="Owen Wagner" userId="957930577e6e4bc8" providerId="LiveId" clId="{ED16B416-0E3A-4DE9-81D5-7178F824F329}" dt="2026-08-13T14:11:35.382" v="1"/>
          <pc:sldLayoutMkLst>
            <pc:docMk/>
            <pc:sldMasterMk cId="3187563079" sldId="2147484221"/>
            <pc:sldLayoutMk cId="2416917173" sldId="2147484260"/>
          </pc:sldLayoutMkLst>
        </pc:sldLayoutChg>
        <pc:sldLayoutChg chg="del">
          <pc:chgData name="Owen Wagner" userId="957930577e6e4bc8" providerId="LiveId" clId="{ED16B416-0E3A-4DE9-81D5-7178F824F329}" dt="2026-08-13T14:11:35.382" v="1"/>
          <pc:sldLayoutMkLst>
            <pc:docMk/>
            <pc:sldMasterMk cId="3187563079" sldId="2147484221"/>
            <pc:sldLayoutMk cId="4090433539" sldId="2147484261"/>
          </pc:sldLayoutMkLst>
        </pc:sldLayoutChg>
        <pc:sldLayoutChg chg="del">
          <pc:chgData name="Owen Wagner" userId="957930577e6e4bc8" providerId="LiveId" clId="{ED16B416-0E3A-4DE9-81D5-7178F824F329}" dt="2026-08-13T14:11:35.382" v="1"/>
          <pc:sldLayoutMkLst>
            <pc:docMk/>
            <pc:sldMasterMk cId="3187563079" sldId="2147484221"/>
            <pc:sldLayoutMk cId="882779820" sldId="2147484264"/>
          </pc:sldLayoutMkLst>
        </pc:sldLayoutChg>
        <pc:sldLayoutChg chg="del">
          <pc:chgData name="Owen Wagner" userId="957930577e6e4bc8" providerId="LiveId" clId="{ED16B416-0E3A-4DE9-81D5-7178F824F329}" dt="2026-08-13T14:11:35.382" v="1"/>
          <pc:sldLayoutMkLst>
            <pc:docMk/>
            <pc:sldMasterMk cId="3187563079" sldId="2147484221"/>
            <pc:sldLayoutMk cId="725742087" sldId="2147484265"/>
          </pc:sldLayoutMkLst>
        </pc:sldLayoutChg>
        <pc:sldLayoutChg chg="del">
          <pc:chgData name="Owen Wagner" userId="957930577e6e4bc8" providerId="LiveId" clId="{ED16B416-0E3A-4DE9-81D5-7178F824F329}" dt="2026-08-13T14:11:35.382" v="1"/>
          <pc:sldLayoutMkLst>
            <pc:docMk/>
            <pc:sldMasterMk cId="3187563079" sldId="2147484221"/>
            <pc:sldLayoutMk cId="1158231190" sldId="2147484266"/>
          </pc:sldLayoutMkLst>
        </pc:sldLayoutChg>
        <pc:sldLayoutChg chg="del">
          <pc:chgData name="Owen Wagner" userId="957930577e6e4bc8" providerId="LiveId" clId="{ED16B416-0E3A-4DE9-81D5-7178F824F329}" dt="2026-08-13T14:11:35.382" v="1"/>
          <pc:sldLayoutMkLst>
            <pc:docMk/>
            <pc:sldMasterMk cId="3187563079" sldId="2147484221"/>
            <pc:sldLayoutMk cId="874140396" sldId="2147484268"/>
          </pc:sldLayoutMkLst>
        </pc:sldLayoutChg>
        <pc:sldLayoutChg chg="del">
          <pc:chgData name="Owen Wagner" userId="957930577e6e4bc8" providerId="LiveId" clId="{ED16B416-0E3A-4DE9-81D5-7178F824F329}" dt="2026-08-13T14:11:35.382" v="1"/>
          <pc:sldLayoutMkLst>
            <pc:docMk/>
            <pc:sldMasterMk cId="3187563079" sldId="2147484221"/>
            <pc:sldLayoutMk cId="529931341" sldId="2147484269"/>
          </pc:sldLayoutMkLst>
        </pc:sldLayoutChg>
      </pc:sldMasterChg>
      <pc:sldMasterChg chg="del delSldLayout">
        <pc:chgData name="Owen Wagner" userId="957930577e6e4bc8" providerId="LiveId" clId="{ED16B416-0E3A-4DE9-81D5-7178F824F329}" dt="2026-08-13T14:11:35.382" v="1"/>
        <pc:sldMasterMkLst>
          <pc:docMk/>
          <pc:sldMasterMk cId="3205995315" sldId="2147484270"/>
        </pc:sldMasterMkLst>
        <pc:sldLayoutChg chg="del">
          <pc:chgData name="Owen Wagner" userId="957930577e6e4bc8" providerId="LiveId" clId="{ED16B416-0E3A-4DE9-81D5-7178F824F329}" dt="2026-08-13T14:11:35.382" v="1"/>
          <pc:sldLayoutMkLst>
            <pc:docMk/>
            <pc:sldMasterMk cId="3205995315" sldId="2147484270"/>
            <pc:sldLayoutMk cId="2615702588" sldId="2147484271"/>
          </pc:sldLayoutMkLst>
        </pc:sldLayoutChg>
        <pc:sldLayoutChg chg="del">
          <pc:chgData name="Owen Wagner" userId="957930577e6e4bc8" providerId="LiveId" clId="{ED16B416-0E3A-4DE9-81D5-7178F824F329}" dt="2026-08-13T14:11:35.382" v="1"/>
          <pc:sldLayoutMkLst>
            <pc:docMk/>
            <pc:sldMasterMk cId="3205995315" sldId="2147484270"/>
            <pc:sldLayoutMk cId="2387454323" sldId="2147484272"/>
          </pc:sldLayoutMkLst>
        </pc:sldLayoutChg>
        <pc:sldLayoutChg chg="del">
          <pc:chgData name="Owen Wagner" userId="957930577e6e4bc8" providerId="LiveId" clId="{ED16B416-0E3A-4DE9-81D5-7178F824F329}" dt="2026-08-13T14:11:35.382" v="1"/>
          <pc:sldLayoutMkLst>
            <pc:docMk/>
            <pc:sldMasterMk cId="3205995315" sldId="2147484270"/>
            <pc:sldLayoutMk cId="1071302563" sldId="2147484273"/>
          </pc:sldLayoutMkLst>
        </pc:sldLayoutChg>
        <pc:sldLayoutChg chg="del">
          <pc:chgData name="Owen Wagner" userId="957930577e6e4bc8" providerId="LiveId" clId="{ED16B416-0E3A-4DE9-81D5-7178F824F329}" dt="2026-08-13T14:11:35.382" v="1"/>
          <pc:sldLayoutMkLst>
            <pc:docMk/>
            <pc:sldMasterMk cId="3205995315" sldId="2147484270"/>
            <pc:sldLayoutMk cId="137989200" sldId="2147484274"/>
          </pc:sldLayoutMkLst>
        </pc:sldLayoutChg>
        <pc:sldLayoutChg chg="del">
          <pc:chgData name="Owen Wagner" userId="957930577e6e4bc8" providerId="LiveId" clId="{ED16B416-0E3A-4DE9-81D5-7178F824F329}" dt="2026-08-13T14:11:35.382" v="1"/>
          <pc:sldLayoutMkLst>
            <pc:docMk/>
            <pc:sldMasterMk cId="3205995315" sldId="2147484270"/>
            <pc:sldLayoutMk cId="2451945400" sldId="2147484275"/>
          </pc:sldLayoutMkLst>
        </pc:sldLayoutChg>
        <pc:sldLayoutChg chg="del">
          <pc:chgData name="Owen Wagner" userId="957930577e6e4bc8" providerId="LiveId" clId="{ED16B416-0E3A-4DE9-81D5-7178F824F329}" dt="2026-08-13T14:11:35.382" v="1"/>
          <pc:sldLayoutMkLst>
            <pc:docMk/>
            <pc:sldMasterMk cId="3205995315" sldId="2147484270"/>
            <pc:sldLayoutMk cId="3252249099" sldId="2147484276"/>
          </pc:sldLayoutMkLst>
        </pc:sldLayoutChg>
        <pc:sldLayoutChg chg="del">
          <pc:chgData name="Owen Wagner" userId="957930577e6e4bc8" providerId="LiveId" clId="{ED16B416-0E3A-4DE9-81D5-7178F824F329}" dt="2026-08-13T14:11:35.382" v="1"/>
          <pc:sldLayoutMkLst>
            <pc:docMk/>
            <pc:sldMasterMk cId="3205995315" sldId="2147484270"/>
            <pc:sldLayoutMk cId="2133964256" sldId="2147484277"/>
          </pc:sldLayoutMkLst>
        </pc:sldLayoutChg>
        <pc:sldLayoutChg chg="del">
          <pc:chgData name="Owen Wagner" userId="957930577e6e4bc8" providerId="LiveId" clId="{ED16B416-0E3A-4DE9-81D5-7178F824F329}" dt="2026-08-13T14:11:35.382" v="1"/>
          <pc:sldLayoutMkLst>
            <pc:docMk/>
            <pc:sldMasterMk cId="3205995315" sldId="2147484270"/>
            <pc:sldLayoutMk cId="905751431" sldId="2147484278"/>
          </pc:sldLayoutMkLst>
        </pc:sldLayoutChg>
        <pc:sldLayoutChg chg="del">
          <pc:chgData name="Owen Wagner" userId="957930577e6e4bc8" providerId="LiveId" clId="{ED16B416-0E3A-4DE9-81D5-7178F824F329}" dt="2026-08-13T14:11:35.382" v="1"/>
          <pc:sldLayoutMkLst>
            <pc:docMk/>
            <pc:sldMasterMk cId="3205995315" sldId="2147484270"/>
            <pc:sldLayoutMk cId="3071679117" sldId="2147484279"/>
          </pc:sldLayoutMkLst>
        </pc:sldLayoutChg>
        <pc:sldLayoutChg chg="del">
          <pc:chgData name="Owen Wagner" userId="957930577e6e4bc8" providerId="LiveId" clId="{ED16B416-0E3A-4DE9-81D5-7178F824F329}" dt="2026-08-13T14:11:35.382" v="1"/>
          <pc:sldLayoutMkLst>
            <pc:docMk/>
            <pc:sldMasterMk cId="3205995315" sldId="2147484270"/>
            <pc:sldLayoutMk cId="3731116711" sldId="2147484280"/>
          </pc:sldLayoutMkLst>
        </pc:sldLayoutChg>
        <pc:sldLayoutChg chg="del">
          <pc:chgData name="Owen Wagner" userId="957930577e6e4bc8" providerId="LiveId" clId="{ED16B416-0E3A-4DE9-81D5-7178F824F329}" dt="2026-08-13T14:11:35.382" v="1"/>
          <pc:sldLayoutMkLst>
            <pc:docMk/>
            <pc:sldMasterMk cId="3205995315" sldId="2147484270"/>
            <pc:sldLayoutMk cId="3872868924" sldId="2147484281"/>
          </pc:sldLayoutMkLst>
        </pc:sldLayoutChg>
        <pc:sldLayoutChg chg="del">
          <pc:chgData name="Owen Wagner" userId="957930577e6e4bc8" providerId="LiveId" clId="{ED16B416-0E3A-4DE9-81D5-7178F824F329}" dt="2026-08-13T14:11:35.382" v="1"/>
          <pc:sldLayoutMkLst>
            <pc:docMk/>
            <pc:sldMasterMk cId="3205995315" sldId="2147484270"/>
            <pc:sldLayoutMk cId="740435696" sldId="2147484282"/>
          </pc:sldLayoutMkLst>
        </pc:sldLayoutChg>
        <pc:sldLayoutChg chg="del">
          <pc:chgData name="Owen Wagner" userId="957930577e6e4bc8" providerId="LiveId" clId="{ED16B416-0E3A-4DE9-81D5-7178F824F329}" dt="2026-08-13T14:11:35.382" v="1"/>
          <pc:sldLayoutMkLst>
            <pc:docMk/>
            <pc:sldMasterMk cId="3205995315" sldId="2147484270"/>
            <pc:sldLayoutMk cId="2577045393" sldId="2147484283"/>
          </pc:sldLayoutMkLst>
        </pc:sldLayoutChg>
        <pc:sldLayoutChg chg="del">
          <pc:chgData name="Owen Wagner" userId="957930577e6e4bc8" providerId="LiveId" clId="{ED16B416-0E3A-4DE9-81D5-7178F824F329}" dt="2026-08-13T14:11:35.382" v="1"/>
          <pc:sldLayoutMkLst>
            <pc:docMk/>
            <pc:sldMasterMk cId="3205995315" sldId="2147484270"/>
            <pc:sldLayoutMk cId="2859997298" sldId="2147484284"/>
          </pc:sldLayoutMkLst>
        </pc:sldLayoutChg>
        <pc:sldLayoutChg chg="del">
          <pc:chgData name="Owen Wagner" userId="957930577e6e4bc8" providerId="LiveId" clId="{ED16B416-0E3A-4DE9-81D5-7178F824F329}" dt="2026-08-13T14:11:35.382" v="1"/>
          <pc:sldLayoutMkLst>
            <pc:docMk/>
            <pc:sldMasterMk cId="3205995315" sldId="2147484270"/>
            <pc:sldLayoutMk cId="1491480513" sldId="2147484285"/>
          </pc:sldLayoutMkLst>
        </pc:sldLayoutChg>
        <pc:sldLayoutChg chg="del">
          <pc:chgData name="Owen Wagner" userId="957930577e6e4bc8" providerId="LiveId" clId="{ED16B416-0E3A-4DE9-81D5-7178F824F329}" dt="2026-08-13T14:11:35.382" v="1"/>
          <pc:sldLayoutMkLst>
            <pc:docMk/>
            <pc:sldMasterMk cId="3205995315" sldId="2147484270"/>
            <pc:sldLayoutMk cId="623953436" sldId="2147484286"/>
          </pc:sldLayoutMkLst>
        </pc:sldLayoutChg>
        <pc:sldLayoutChg chg="del">
          <pc:chgData name="Owen Wagner" userId="957930577e6e4bc8" providerId="LiveId" clId="{ED16B416-0E3A-4DE9-81D5-7178F824F329}" dt="2026-08-13T14:11:35.382" v="1"/>
          <pc:sldLayoutMkLst>
            <pc:docMk/>
            <pc:sldMasterMk cId="3205995315" sldId="2147484270"/>
            <pc:sldLayoutMk cId="4153083122" sldId="2147484287"/>
          </pc:sldLayoutMkLst>
        </pc:sldLayoutChg>
        <pc:sldLayoutChg chg="del">
          <pc:chgData name="Owen Wagner" userId="957930577e6e4bc8" providerId="LiveId" clId="{ED16B416-0E3A-4DE9-81D5-7178F824F329}" dt="2026-08-13T14:11:35.382" v="1"/>
          <pc:sldLayoutMkLst>
            <pc:docMk/>
            <pc:sldMasterMk cId="3205995315" sldId="2147484270"/>
            <pc:sldLayoutMk cId="2824882054" sldId="2147484288"/>
          </pc:sldLayoutMkLst>
        </pc:sldLayoutChg>
        <pc:sldLayoutChg chg="del">
          <pc:chgData name="Owen Wagner" userId="957930577e6e4bc8" providerId="LiveId" clId="{ED16B416-0E3A-4DE9-81D5-7178F824F329}" dt="2026-08-13T14:11:35.382" v="1"/>
          <pc:sldLayoutMkLst>
            <pc:docMk/>
            <pc:sldMasterMk cId="3205995315" sldId="2147484270"/>
            <pc:sldLayoutMk cId="3561352642" sldId="2147484289"/>
          </pc:sldLayoutMkLst>
        </pc:sldLayoutChg>
        <pc:sldLayoutChg chg="del">
          <pc:chgData name="Owen Wagner" userId="957930577e6e4bc8" providerId="LiveId" clId="{ED16B416-0E3A-4DE9-81D5-7178F824F329}" dt="2026-08-13T14:11:35.382" v="1"/>
          <pc:sldLayoutMkLst>
            <pc:docMk/>
            <pc:sldMasterMk cId="3205995315" sldId="2147484270"/>
            <pc:sldLayoutMk cId="4198938911" sldId="2147484290"/>
          </pc:sldLayoutMkLst>
        </pc:sldLayoutChg>
        <pc:sldLayoutChg chg="del">
          <pc:chgData name="Owen Wagner" userId="957930577e6e4bc8" providerId="LiveId" clId="{ED16B416-0E3A-4DE9-81D5-7178F824F329}" dt="2026-08-13T14:11:35.382" v="1"/>
          <pc:sldLayoutMkLst>
            <pc:docMk/>
            <pc:sldMasterMk cId="3205995315" sldId="2147484270"/>
            <pc:sldLayoutMk cId="1203029184" sldId="2147484291"/>
          </pc:sldLayoutMkLst>
        </pc:sldLayoutChg>
        <pc:sldLayoutChg chg="del">
          <pc:chgData name="Owen Wagner" userId="957930577e6e4bc8" providerId="LiveId" clId="{ED16B416-0E3A-4DE9-81D5-7178F824F329}" dt="2026-08-13T14:11:35.382" v="1"/>
          <pc:sldLayoutMkLst>
            <pc:docMk/>
            <pc:sldMasterMk cId="3205995315" sldId="2147484270"/>
            <pc:sldLayoutMk cId="2816109833" sldId="2147484292"/>
          </pc:sldLayoutMkLst>
        </pc:sldLayoutChg>
        <pc:sldLayoutChg chg="del">
          <pc:chgData name="Owen Wagner" userId="957930577e6e4bc8" providerId="LiveId" clId="{ED16B416-0E3A-4DE9-81D5-7178F824F329}" dt="2026-08-13T14:11:35.382" v="1"/>
          <pc:sldLayoutMkLst>
            <pc:docMk/>
            <pc:sldMasterMk cId="3205995315" sldId="2147484270"/>
            <pc:sldLayoutMk cId="2919095149" sldId="2147484293"/>
          </pc:sldLayoutMkLst>
        </pc:sldLayoutChg>
        <pc:sldLayoutChg chg="del">
          <pc:chgData name="Owen Wagner" userId="957930577e6e4bc8" providerId="LiveId" clId="{ED16B416-0E3A-4DE9-81D5-7178F824F329}" dt="2026-08-13T14:11:35.382" v="1"/>
          <pc:sldLayoutMkLst>
            <pc:docMk/>
            <pc:sldMasterMk cId="3205995315" sldId="2147484270"/>
            <pc:sldLayoutMk cId="3979932791" sldId="2147484294"/>
          </pc:sldLayoutMkLst>
        </pc:sldLayoutChg>
        <pc:sldLayoutChg chg="del">
          <pc:chgData name="Owen Wagner" userId="957930577e6e4bc8" providerId="LiveId" clId="{ED16B416-0E3A-4DE9-81D5-7178F824F329}" dt="2026-08-13T14:11:35.382" v="1"/>
          <pc:sldLayoutMkLst>
            <pc:docMk/>
            <pc:sldMasterMk cId="3205995315" sldId="2147484270"/>
            <pc:sldLayoutMk cId="1624553995" sldId="2147484295"/>
          </pc:sldLayoutMkLst>
        </pc:sldLayoutChg>
        <pc:sldLayoutChg chg="del">
          <pc:chgData name="Owen Wagner" userId="957930577e6e4bc8" providerId="LiveId" clId="{ED16B416-0E3A-4DE9-81D5-7178F824F329}" dt="2026-08-13T14:11:35.382" v="1"/>
          <pc:sldLayoutMkLst>
            <pc:docMk/>
            <pc:sldMasterMk cId="3205995315" sldId="2147484270"/>
            <pc:sldLayoutMk cId="111466742" sldId="2147484296"/>
          </pc:sldLayoutMkLst>
        </pc:sldLayoutChg>
        <pc:sldLayoutChg chg="del">
          <pc:chgData name="Owen Wagner" userId="957930577e6e4bc8" providerId="LiveId" clId="{ED16B416-0E3A-4DE9-81D5-7178F824F329}" dt="2026-08-13T14:11:35.382" v="1"/>
          <pc:sldLayoutMkLst>
            <pc:docMk/>
            <pc:sldMasterMk cId="3205995315" sldId="2147484270"/>
            <pc:sldLayoutMk cId="1494025113" sldId="2147484297"/>
          </pc:sldLayoutMkLst>
        </pc:sldLayoutChg>
        <pc:sldLayoutChg chg="del">
          <pc:chgData name="Owen Wagner" userId="957930577e6e4bc8" providerId="LiveId" clId="{ED16B416-0E3A-4DE9-81D5-7178F824F329}" dt="2026-08-13T14:11:35.382" v="1"/>
          <pc:sldLayoutMkLst>
            <pc:docMk/>
            <pc:sldMasterMk cId="3205995315" sldId="2147484270"/>
            <pc:sldLayoutMk cId="3029726347" sldId="2147484298"/>
          </pc:sldLayoutMkLst>
        </pc:sldLayoutChg>
        <pc:sldLayoutChg chg="del">
          <pc:chgData name="Owen Wagner" userId="957930577e6e4bc8" providerId="LiveId" clId="{ED16B416-0E3A-4DE9-81D5-7178F824F329}" dt="2026-08-13T14:11:35.382" v="1"/>
          <pc:sldLayoutMkLst>
            <pc:docMk/>
            <pc:sldMasterMk cId="3205995315" sldId="2147484270"/>
            <pc:sldLayoutMk cId="1052119083" sldId="2147484299"/>
          </pc:sldLayoutMkLst>
        </pc:sldLayoutChg>
        <pc:sldLayoutChg chg="del">
          <pc:chgData name="Owen Wagner" userId="957930577e6e4bc8" providerId="LiveId" clId="{ED16B416-0E3A-4DE9-81D5-7178F824F329}" dt="2026-08-13T14:11:35.382" v="1"/>
          <pc:sldLayoutMkLst>
            <pc:docMk/>
            <pc:sldMasterMk cId="3205995315" sldId="2147484270"/>
            <pc:sldLayoutMk cId="127169088" sldId="2147484300"/>
          </pc:sldLayoutMkLst>
        </pc:sldLayoutChg>
        <pc:sldLayoutChg chg="del">
          <pc:chgData name="Owen Wagner" userId="957930577e6e4bc8" providerId="LiveId" clId="{ED16B416-0E3A-4DE9-81D5-7178F824F329}" dt="2026-08-13T14:11:35.382" v="1"/>
          <pc:sldLayoutMkLst>
            <pc:docMk/>
            <pc:sldMasterMk cId="3205995315" sldId="2147484270"/>
            <pc:sldLayoutMk cId="2718217455" sldId="2147484301"/>
          </pc:sldLayoutMkLst>
        </pc:sldLayoutChg>
        <pc:sldLayoutChg chg="del">
          <pc:chgData name="Owen Wagner" userId="957930577e6e4bc8" providerId="LiveId" clId="{ED16B416-0E3A-4DE9-81D5-7178F824F329}" dt="2026-08-13T14:11:35.382" v="1"/>
          <pc:sldLayoutMkLst>
            <pc:docMk/>
            <pc:sldMasterMk cId="3205995315" sldId="2147484270"/>
            <pc:sldLayoutMk cId="3356888056" sldId="2147484302"/>
          </pc:sldLayoutMkLst>
        </pc:sldLayoutChg>
        <pc:sldLayoutChg chg="del">
          <pc:chgData name="Owen Wagner" userId="957930577e6e4bc8" providerId="LiveId" clId="{ED16B416-0E3A-4DE9-81D5-7178F824F329}" dt="2026-08-13T14:11:35.382" v="1"/>
          <pc:sldLayoutMkLst>
            <pc:docMk/>
            <pc:sldMasterMk cId="3205995315" sldId="2147484270"/>
            <pc:sldLayoutMk cId="2454175051" sldId="2147484303"/>
          </pc:sldLayoutMkLst>
        </pc:sldLayoutChg>
        <pc:sldLayoutChg chg="del">
          <pc:chgData name="Owen Wagner" userId="957930577e6e4bc8" providerId="LiveId" clId="{ED16B416-0E3A-4DE9-81D5-7178F824F329}" dt="2026-08-13T14:11:35.382" v="1"/>
          <pc:sldLayoutMkLst>
            <pc:docMk/>
            <pc:sldMasterMk cId="3205995315" sldId="2147484270"/>
            <pc:sldLayoutMk cId="1466035519" sldId="2147484304"/>
          </pc:sldLayoutMkLst>
        </pc:sldLayoutChg>
        <pc:sldLayoutChg chg="del">
          <pc:chgData name="Owen Wagner" userId="957930577e6e4bc8" providerId="LiveId" clId="{ED16B416-0E3A-4DE9-81D5-7178F824F329}" dt="2026-08-13T14:11:35.382" v="1"/>
          <pc:sldLayoutMkLst>
            <pc:docMk/>
            <pc:sldMasterMk cId="3205995315" sldId="2147484270"/>
            <pc:sldLayoutMk cId="2896898964" sldId="2147484305"/>
          </pc:sldLayoutMkLst>
        </pc:sldLayoutChg>
        <pc:sldLayoutChg chg="del">
          <pc:chgData name="Owen Wagner" userId="957930577e6e4bc8" providerId="LiveId" clId="{ED16B416-0E3A-4DE9-81D5-7178F824F329}" dt="2026-08-13T14:11:35.382" v="1"/>
          <pc:sldLayoutMkLst>
            <pc:docMk/>
            <pc:sldMasterMk cId="3205995315" sldId="2147484270"/>
            <pc:sldLayoutMk cId="3813361770" sldId="2147484306"/>
          </pc:sldLayoutMkLst>
        </pc:sldLayoutChg>
        <pc:sldLayoutChg chg="del">
          <pc:chgData name="Owen Wagner" userId="957930577e6e4bc8" providerId="LiveId" clId="{ED16B416-0E3A-4DE9-81D5-7178F824F329}" dt="2026-08-13T14:11:35.382" v="1"/>
          <pc:sldLayoutMkLst>
            <pc:docMk/>
            <pc:sldMasterMk cId="3205995315" sldId="2147484270"/>
            <pc:sldLayoutMk cId="333176483" sldId="2147484307"/>
          </pc:sldLayoutMkLst>
        </pc:sldLayoutChg>
        <pc:sldLayoutChg chg="del">
          <pc:chgData name="Owen Wagner" userId="957930577e6e4bc8" providerId="LiveId" clId="{ED16B416-0E3A-4DE9-81D5-7178F824F329}" dt="2026-08-13T14:11:35.382" v="1"/>
          <pc:sldLayoutMkLst>
            <pc:docMk/>
            <pc:sldMasterMk cId="3205995315" sldId="2147484270"/>
            <pc:sldLayoutMk cId="3126491104" sldId="2147484308"/>
          </pc:sldLayoutMkLst>
        </pc:sldLayoutChg>
        <pc:sldLayoutChg chg="del">
          <pc:chgData name="Owen Wagner" userId="957930577e6e4bc8" providerId="LiveId" clId="{ED16B416-0E3A-4DE9-81D5-7178F824F329}" dt="2026-08-13T14:11:35.382" v="1"/>
          <pc:sldLayoutMkLst>
            <pc:docMk/>
            <pc:sldMasterMk cId="3205995315" sldId="2147484270"/>
            <pc:sldLayoutMk cId="3952222695" sldId="2147484309"/>
          </pc:sldLayoutMkLst>
        </pc:sldLayoutChg>
        <pc:sldLayoutChg chg="del">
          <pc:chgData name="Owen Wagner" userId="957930577e6e4bc8" providerId="LiveId" clId="{ED16B416-0E3A-4DE9-81D5-7178F824F329}" dt="2026-08-13T14:11:35.382" v="1"/>
          <pc:sldLayoutMkLst>
            <pc:docMk/>
            <pc:sldMasterMk cId="3205995315" sldId="2147484270"/>
            <pc:sldLayoutMk cId="932857711" sldId="2147484310"/>
          </pc:sldLayoutMkLst>
        </pc:sldLayoutChg>
        <pc:sldLayoutChg chg="del">
          <pc:chgData name="Owen Wagner" userId="957930577e6e4bc8" providerId="LiveId" clId="{ED16B416-0E3A-4DE9-81D5-7178F824F329}" dt="2026-08-13T14:11:35.382" v="1"/>
          <pc:sldLayoutMkLst>
            <pc:docMk/>
            <pc:sldMasterMk cId="3205995315" sldId="2147484270"/>
            <pc:sldLayoutMk cId="3725604036" sldId="2147484313"/>
          </pc:sldLayoutMkLst>
        </pc:sldLayoutChg>
        <pc:sldLayoutChg chg="del">
          <pc:chgData name="Owen Wagner" userId="957930577e6e4bc8" providerId="LiveId" clId="{ED16B416-0E3A-4DE9-81D5-7178F824F329}" dt="2026-08-13T14:11:35.382" v="1"/>
          <pc:sldLayoutMkLst>
            <pc:docMk/>
            <pc:sldMasterMk cId="3205995315" sldId="2147484270"/>
            <pc:sldLayoutMk cId="242795192" sldId="2147484314"/>
          </pc:sldLayoutMkLst>
        </pc:sldLayoutChg>
        <pc:sldLayoutChg chg="del">
          <pc:chgData name="Owen Wagner" userId="957930577e6e4bc8" providerId="LiveId" clId="{ED16B416-0E3A-4DE9-81D5-7178F824F329}" dt="2026-08-13T14:11:35.382" v="1"/>
          <pc:sldLayoutMkLst>
            <pc:docMk/>
            <pc:sldMasterMk cId="3205995315" sldId="2147484270"/>
            <pc:sldLayoutMk cId="562741862" sldId="2147484315"/>
          </pc:sldLayoutMkLst>
        </pc:sldLayoutChg>
        <pc:sldLayoutChg chg="del">
          <pc:chgData name="Owen Wagner" userId="957930577e6e4bc8" providerId="LiveId" clId="{ED16B416-0E3A-4DE9-81D5-7178F824F329}" dt="2026-08-13T14:11:35.382" v="1"/>
          <pc:sldLayoutMkLst>
            <pc:docMk/>
            <pc:sldMasterMk cId="3205995315" sldId="2147484270"/>
            <pc:sldLayoutMk cId="3797076238" sldId="2147484317"/>
          </pc:sldLayoutMkLst>
        </pc:sldLayoutChg>
        <pc:sldLayoutChg chg="del">
          <pc:chgData name="Owen Wagner" userId="957930577e6e4bc8" providerId="LiveId" clId="{ED16B416-0E3A-4DE9-81D5-7178F824F329}" dt="2026-08-13T14:11:35.382" v="1"/>
          <pc:sldLayoutMkLst>
            <pc:docMk/>
            <pc:sldMasterMk cId="3205995315" sldId="2147484270"/>
            <pc:sldLayoutMk cId="2856987711" sldId="2147484318"/>
          </pc:sldLayoutMkLst>
        </pc:sldLayoutChg>
      </pc:sldMasterChg>
      <pc:sldMasterChg chg="del delSldLayout">
        <pc:chgData name="Owen Wagner" userId="957930577e6e4bc8" providerId="LiveId" clId="{ED16B416-0E3A-4DE9-81D5-7178F824F329}" dt="2026-08-13T14:11:35.382" v="1"/>
        <pc:sldMasterMkLst>
          <pc:docMk/>
          <pc:sldMasterMk cId="832031885" sldId="2147484319"/>
        </pc:sldMasterMkLst>
        <pc:sldLayoutChg chg="del">
          <pc:chgData name="Owen Wagner" userId="957930577e6e4bc8" providerId="LiveId" clId="{ED16B416-0E3A-4DE9-81D5-7178F824F329}" dt="2026-08-13T14:11:35.382" v="1"/>
          <pc:sldLayoutMkLst>
            <pc:docMk/>
            <pc:sldMasterMk cId="832031885" sldId="2147484319"/>
            <pc:sldLayoutMk cId="4176771865" sldId="2147484320"/>
          </pc:sldLayoutMkLst>
        </pc:sldLayoutChg>
        <pc:sldLayoutChg chg="del">
          <pc:chgData name="Owen Wagner" userId="957930577e6e4bc8" providerId="LiveId" clId="{ED16B416-0E3A-4DE9-81D5-7178F824F329}" dt="2026-08-13T14:11:35.382" v="1"/>
          <pc:sldLayoutMkLst>
            <pc:docMk/>
            <pc:sldMasterMk cId="832031885" sldId="2147484319"/>
            <pc:sldLayoutMk cId="1476178747" sldId="2147484321"/>
          </pc:sldLayoutMkLst>
        </pc:sldLayoutChg>
        <pc:sldLayoutChg chg="del">
          <pc:chgData name="Owen Wagner" userId="957930577e6e4bc8" providerId="LiveId" clId="{ED16B416-0E3A-4DE9-81D5-7178F824F329}" dt="2026-08-13T14:11:35.382" v="1"/>
          <pc:sldLayoutMkLst>
            <pc:docMk/>
            <pc:sldMasterMk cId="832031885" sldId="2147484319"/>
            <pc:sldLayoutMk cId="3102005377" sldId="2147484322"/>
          </pc:sldLayoutMkLst>
        </pc:sldLayoutChg>
        <pc:sldLayoutChg chg="del">
          <pc:chgData name="Owen Wagner" userId="957930577e6e4bc8" providerId="LiveId" clId="{ED16B416-0E3A-4DE9-81D5-7178F824F329}" dt="2026-08-13T14:11:35.382" v="1"/>
          <pc:sldLayoutMkLst>
            <pc:docMk/>
            <pc:sldMasterMk cId="832031885" sldId="2147484319"/>
            <pc:sldLayoutMk cId="1780076107" sldId="2147484323"/>
          </pc:sldLayoutMkLst>
        </pc:sldLayoutChg>
        <pc:sldLayoutChg chg="del">
          <pc:chgData name="Owen Wagner" userId="957930577e6e4bc8" providerId="LiveId" clId="{ED16B416-0E3A-4DE9-81D5-7178F824F329}" dt="2026-08-13T14:11:35.382" v="1"/>
          <pc:sldLayoutMkLst>
            <pc:docMk/>
            <pc:sldMasterMk cId="832031885" sldId="2147484319"/>
            <pc:sldLayoutMk cId="1545665482" sldId="2147484324"/>
          </pc:sldLayoutMkLst>
        </pc:sldLayoutChg>
        <pc:sldLayoutChg chg="del">
          <pc:chgData name="Owen Wagner" userId="957930577e6e4bc8" providerId="LiveId" clId="{ED16B416-0E3A-4DE9-81D5-7178F824F329}" dt="2026-08-13T14:11:35.382" v="1"/>
          <pc:sldLayoutMkLst>
            <pc:docMk/>
            <pc:sldMasterMk cId="832031885" sldId="2147484319"/>
            <pc:sldLayoutMk cId="3016440903" sldId="2147484325"/>
          </pc:sldLayoutMkLst>
        </pc:sldLayoutChg>
        <pc:sldLayoutChg chg="del">
          <pc:chgData name="Owen Wagner" userId="957930577e6e4bc8" providerId="LiveId" clId="{ED16B416-0E3A-4DE9-81D5-7178F824F329}" dt="2026-08-13T14:11:35.382" v="1"/>
          <pc:sldLayoutMkLst>
            <pc:docMk/>
            <pc:sldMasterMk cId="832031885" sldId="2147484319"/>
            <pc:sldLayoutMk cId="1713666193" sldId="2147484326"/>
          </pc:sldLayoutMkLst>
        </pc:sldLayoutChg>
        <pc:sldLayoutChg chg="del">
          <pc:chgData name="Owen Wagner" userId="957930577e6e4bc8" providerId="LiveId" clId="{ED16B416-0E3A-4DE9-81D5-7178F824F329}" dt="2026-08-13T14:11:35.382" v="1"/>
          <pc:sldLayoutMkLst>
            <pc:docMk/>
            <pc:sldMasterMk cId="832031885" sldId="2147484319"/>
            <pc:sldLayoutMk cId="613510450" sldId="2147484327"/>
          </pc:sldLayoutMkLst>
        </pc:sldLayoutChg>
        <pc:sldLayoutChg chg="del">
          <pc:chgData name="Owen Wagner" userId="957930577e6e4bc8" providerId="LiveId" clId="{ED16B416-0E3A-4DE9-81D5-7178F824F329}" dt="2026-08-13T14:11:35.382" v="1"/>
          <pc:sldLayoutMkLst>
            <pc:docMk/>
            <pc:sldMasterMk cId="832031885" sldId="2147484319"/>
            <pc:sldLayoutMk cId="1218919214" sldId="2147484328"/>
          </pc:sldLayoutMkLst>
        </pc:sldLayoutChg>
        <pc:sldLayoutChg chg="del">
          <pc:chgData name="Owen Wagner" userId="957930577e6e4bc8" providerId="LiveId" clId="{ED16B416-0E3A-4DE9-81D5-7178F824F329}" dt="2026-08-13T14:11:35.382" v="1"/>
          <pc:sldLayoutMkLst>
            <pc:docMk/>
            <pc:sldMasterMk cId="832031885" sldId="2147484319"/>
            <pc:sldLayoutMk cId="1790881550" sldId="2147484329"/>
          </pc:sldLayoutMkLst>
        </pc:sldLayoutChg>
        <pc:sldLayoutChg chg="del">
          <pc:chgData name="Owen Wagner" userId="957930577e6e4bc8" providerId="LiveId" clId="{ED16B416-0E3A-4DE9-81D5-7178F824F329}" dt="2026-08-13T14:11:35.382" v="1"/>
          <pc:sldLayoutMkLst>
            <pc:docMk/>
            <pc:sldMasterMk cId="832031885" sldId="2147484319"/>
            <pc:sldLayoutMk cId="2454542127" sldId="2147484330"/>
          </pc:sldLayoutMkLst>
        </pc:sldLayoutChg>
        <pc:sldLayoutChg chg="del">
          <pc:chgData name="Owen Wagner" userId="957930577e6e4bc8" providerId="LiveId" clId="{ED16B416-0E3A-4DE9-81D5-7178F824F329}" dt="2026-08-13T14:11:35.382" v="1"/>
          <pc:sldLayoutMkLst>
            <pc:docMk/>
            <pc:sldMasterMk cId="832031885" sldId="2147484319"/>
            <pc:sldLayoutMk cId="2144143982" sldId="2147484331"/>
          </pc:sldLayoutMkLst>
        </pc:sldLayoutChg>
        <pc:sldLayoutChg chg="del">
          <pc:chgData name="Owen Wagner" userId="957930577e6e4bc8" providerId="LiveId" clId="{ED16B416-0E3A-4DE9-81D5-7178F824F329}" dt="2026-08-13T14:11:35.382" v="1"/>
          <pc:sldLayoutMkLst>
            <pc:docMk/>
            <pc:sldMasterMk cId="832031885" sldId="2147484319"/>
            <pc:sldLayoutMk cId="2164126994" sldId="2147484332"/>
          </pc:sldLayoutMkLst>
        </pc:sldLayoutChg>
        <pc:sldLayoutChg chg="del">
          <pc:chgData name="Owen Wagner" userId="957930577e6e4bc8" providerId="LiveId" clId="{ED16B416-0E3A-4DE9-81D5-7178F824F329}" dt="2026-08-13T14:11:35.382" v="1"/>
          <pc:sldLayoutMkLst>
            <pc:docMk/>
            <pc:sldMasterMk cId="832031885" sldId="2147484319"/>
            <pc:sldLayoutMk cId="4128822914" sldId="2147484333"/>
          </pc:sldLayoutMkLst>
        </pc:sldLayoutChg>
        <pc:sldLayoutChg chg="del">
          <pc:chgData name="Owen Wagner" userId="957930577e6e4bc8" providerId="LiveId" clId="{ED16B416-0E3A-4DE9-81D5-7178F824F329}" dt="2026-08-13T14:11:35.382" v="1"/>
          <pc:sldLayoutMkLst>
            <pc:docMk/>
            <pc:sldMasterMk cId="832031885" sldId="2147484319"/>
            <pc:sldLayoutMk cId="3160624775" sldId="2147484334"/>
          </pc:sldLayoutMkLst>
        </pc:sldLayoutChg>
        <pc:sldLayoutChg chg="del">
          <pc:chgData name="Owen Wagner" userId="957930577e6e4bc8" providerId="LiveId" clId="{ED16B416-0E3A-4DE9-81D5-7178F824F329}" dt="2026-08-13T14:11:35.382" v="1"/>
          <pc:sldLayoutMkLst>
            <pc:docMk/>
            <pc:sldMasterMk cId="832031885" sldId="2147484319"/>
            <pc:sldLayoutMk cId="1179472975" sldId="2147484335"/>
          </pc:sldLayoutMkLst>
        </pc:sldLayoutChg>
        <pc:sldLayoutChg chg="del">
          <pc:chgData name="Owen Wagner" userId="957930577e6e4bc8" providerId="LiveId" clId="{ED16B416-0E3A-4DE9-81D5-7178F824F329}" dt="2026-08-13T14:11:35.382" v="1"/>
          <pc:sldLayoutMkLst>
            <pc:docMk/>
            <pc:sldMasterMk cId="832031885" sldId="2147484319"/>
            <pc:sldLayoutMk cId="1384907970" sldId="2147484336"/>
          </pc:sldLayoutMkLst>
        </pc:sldLayoutChg>
        <pc:sldLayoutChg chg="del">
          <pc:chgData name="Owen Wagner" userId="957930577e6e4bc8" providerId="LiveId" clId="{ED16B416-0E3A-4DE9-81D5-7178F824F329}" dt="2026-08-13T14:11:35.382" v="1"/>
          <pc:sldLayoutMkLst>
            <pc:docMk/>
            <pc:sldMasterMk cId="832031885" sldId="2147484319"/>
            <pc:sldLayoutMk cId="1563486443" sldId="2147484337"/>
          </pc:sldLayoutMkLst>
        </pc:sldLayoutChg>
        <pc:sldLayoutChg chg="del">
          <pc:chgData name="Owen Wagner" userId="957930577e6e4bc8" providerId="LiveId" clId="{ED16B416-0E3A-4DE9-81D5-7178F824F329}" dt="2026-08-13T14:11:35.382" v="1"/>
          <pc:sldLayoutMkLst>
            <pc:docMk/>
            <pc:sldMasterMk cId="832031885" sldId="2147484319"/>
            <pc:sldLayoutMk cId="377279557" sldId="2147484338"/>
          </pc:sldLayoutMkLst>
        </pc:sldLayoutChg>
        <pc:sldLayoutChg chg="del">
          <pc:chgData name="Owen Wagner" userId="957930577e6e4bc8" providerId="LiveId" clId="{ED16B416-0E3A-4DE9-81D5-7178F824F329}" dt="2026-08-13T14:11:35.382" v="1"/>
          <pc:sldLayoutMkLst>
            <pc:docMk/>
            <pc:sldMasterMk cId="832031885" sldId="2147484319"/>
            <pc:sldLayoutMk cId="1030724343" sldId="2147484339"/>
          </pc:sldLayoutMkLst>
        </pc:sldLayoutChg>
        <pc:sldLayoutChg chg="del">
          <pc:chgData name="Owen Wagner" userId="957930577e6e4bc8" providerId="LiveId" clId="{ED16B416-0E3A-4DE9-81D5-7178F824F329}" dt="2026-08-13T14:11:35.382" v="1"/>
          <pc:sldLayoutMkLst>
            <pc:docMk/>
            <pc:sldMasterMk cId="832031885" sldId="2147484319"/>
            <pc:sldLayoutMk cId="1312434924" sldId="2147484340"/>
          </pc:sldLayoutMkLst>
        </pc:sldLayoutChg>
        <pc:sldLayoutChg chg="del">
          <pc:chgData name="Owen Wagner" userId="957930577e6e4bc8" providerId="LiveId" clId="{ED16B416-0E3A-4DE9-81D5-7178F824F329}" dt="2026-08-13T14:11:35.382" v="1"/>
          <pc:sldLayoutMkLst>
            <pc:docMk/>
            <pc:sldMasterMk cId="832031885" sldId="2147484319"/>
            <pc:sldLayoutMk cId="1406371660" sldId="2147484341"/>
          </pc:sldLayoutMkLst>
        </pc:sldLayoutChg>
        <pc:sldLayoutChg chg="del">
          <pc:chgData name="Owen Wagner" userId="957930577e6e4bc8" providerId="LiveId" clId="{ED16B416-0E3A-4DE9-81D5-7178F824F329}" dt="2026-08-13T14:11:35.382" v="1"/>
          <pc:sldLayoutMkLst>
            <pc:docMk/>
            <pc:sldMasterMk cId="832031885" sldId="2147484319"/>
            <pc:sldLayoutMk cId="3024128977" sldId="2147484342"/>
          </pc:sldLayoutMkLst>
        </pc:sldLayoutChg>
        <pc:sldLayoutChg chg="del">
          <pc:chgData name="Owen Wagner" userId="957930577e6e4bc8" providerId="LiveId" clId="{ED16B416-0E3A-4DE9-81D5-7178F824F329}" dt="2026-08-13T14:11:35.382" v="1"/>
          <pc:sldLayoutMkLst>
            <pc:docMk/>
            <pc:sldMasterMk cId="832031885" sldId="2147484319"/>
            <pc:sldLayoutMk cId="3166388839" sldId="2147484343"/>
          </pc:sldLayoutMkLst>
        </pc:sldLayoutChg>
        <pc:sldLayoutChg chg="del">
          <pc:chgData name="Owen Wagner" userId="957930577e6e4bc8" providerId="LiveId" clId="{ED16B416-0E3A-4DE9-81D5-7178F824F329}" dt="2026-08-13T14:11:35.382" v="1"/>
          <pc:sldLayoutMkLst>
            <pc:docMk/>
            <pc:sldMasterMk cId="832031885" sldId="2147484319"/>
            <pc:sldLayoutMk cId="519960189" sldId="2147484344"/>
          </pc:sldLayoutMkLst>
        </pc:sldLayoutChg>
        <pc:sldLayoutChg chg="del">
          <pc:chgData name="Owen Wagner" userId="957930577e6e4bc8" providerId="LiveId" clId="{ED16B416-0E3A-4DE9-81D5-7178F824F329}" dt="2026-08-13T14:11:35.382" v="1"/>
          <pc:sldLayoutMkLst>
            <pc:docMk/>
            <pc:sldMasterMk cId="832031885" sldId="2147484319"/>
            <pc:sldLayoutMk cId="2097913484" sldId="2147484345"/>
          </pc:sldLayoutMkLst>
        </pc:sldLayoutChg>
        <pc:sldLayoutChg chg="del">
          <pc:chgData name="Owen Wagner" userId="957930577e6e4bc8" providerId="LiveId" clId="{ED16B416-0E3A-4DE9-81D5-7178F824F329}" dt="2026-08-13T14:11:35.382" v="1"/>
          <pc:sldLayoutMkLst>
            <pc:docMk/>
            <pc:sldMasterMk cId="832031885" sldId="2147484319"/>
            <pc:sldLayoutMk cId="3952132829" sldId="2147484346"/>
          </pc:sldLayoutMkLst>
        </pc:sldLayoutChg>
        <pc:sldLayoutChg chg="del">
          <pc:chgData name="Owen Wagner" userId="957930577e6e4bc8" providerId="LiveId" clId="{ED16B416-0E3A-4DE9-81D5-7178F824F329}" dt="2026-08-13T14:11:35.382" v="1"/>
          <pc:sldLayoutMkLst>
            <pc:docMk/>
            <pc:sldMasterMk cId="832031885" sldId="2147484319"/>
            <pc:sldLayoutMk cId="757612962" sldId="2147484347"/>
          </pc:sldLayoutMkLst>
        </pc:sldLayoutChg>
        <pc:sldLayoutChg chg="del">
          <pc:chgData name="Owen Wagner" userId="957930577e6e4bc8" providerId="LiveId" clId="{ED16B416-0E3A-4DE9-81D5-7178F824F329}" dt="2026-08-13T14:11:35.382" v="1"/>
          <pc:sldLayoutMkLst>
            <pc:docMk/>
            <pc:sldMasterMk cId="832031885" sldId="2147484319"/>
            <pc:sldLayoutMk cId="3283241720" sldId="2147484348"/>
          </pc:sldLayoutMkLst>
        </pc:sldLayoutChg>
        <pc:sldLayoutChg chg="del">
          <pc:chgData name="Owen Wagner" userId="957930577e6e4bc8" providerId="LiveId" clId="{ED16B416-0E3A-4DE9-81D5-7178F824F329}" dt="2026-08-13T14:11:35.382" v="1"/>
          <pc:sldLayoutMkLst>
            <pc:docMk/>
            <pc:sldMasterMk cId="832031885" sldId="2147484319"/>
            <pc:sldLayoutMk cId="959893713" sldId="2147484349"/>
          </pc:sldLayoutMkLst>
        </pc:sldLayoutChg>
        <pc:sldLayoutChg chg="del">
          <pc:chgData name="Owen Wagner" userId="957930577e6e4bc8" providerId="LiveId" clId="{ED16B416-0E3A-4DE9-81D5-7178F824F329}" dt="2026-08-13T14:11:35.382" v="1"/>
          <pc:sldLayoutMkLst>
            <pc:docMk/>
            <pc:sldMasterMk cId="832031885" sldId="2147484319"/>
            <pc:sldLayoutMk cId="2934253501" sldId="2147484350"/>
          </pc:sldLayoutMkLst>
        </pc:sldLayoutChg>
        <pc:sldLayoutChg chg="del">
          <pc:chgData name="Owen Wagner" userId="957930577e6e4bc8" providerId="LiveId" clId="{ED16B416-0E3A-4DE9-81D5-7178F824F329}" dt="2026-08-13T14:11:35.382" v="1"/>
          <pc:sldLayoutMkLst>
            <pc:docMk/>
            <pc:sldMasterMk cId="832031885" sldId="2147484319"/>
            <pc:sldLayoutMk cId="73019288" sldId="2147484351"/>
          </pc:sldLayoutMkLst>
        </pc:sldLayoutChg>
        <pc:sldLayoutChg chg="del">
          <pc:chgData name="Owen Wagner" userId="957930577e6e4bc8" providerId="LiveId" clId="{ED16B416-0E3A-4DE9-81D5-7178F824F329}" dt="2026-08-13T14:11:35.382" v="1"/>
          <pc:sldLayoutMkLst>
            <pc:docMk/>
            <pc:sldMasterMk cId="832031885" sldId="2147484319"/>
            <pc:sldLayoutMk cId="3417310909" sldId="2147484352"/>
          </pc:sldLayoutMkLst>
        </pc:sldLayoutChg>
        <pc:sldLayoutChg chg="del">
          <pc:chgData name="Owen Wagner" userId="957930577e6e4bc8" providerId="LiveId" clId="{ED16B416-0E3A-4DE9-81D5-7178F824F329}" dt="2026-08-13T14:11:35.382" v="1"/>
          <pc:sldLayoutMkLst>
            <pc:docMk/>
            <pc:sldMasterMk cId="832031885" sldId="2147484319"/>
            <pc:sldLayoutMk cId="2922696622" sldId="2147484353"/>
          </pc:sldLayoutMkLst>
        </pc:sldLayoutChg>
        <pc:sldLayoutChg chg="del">
          <pc:chgData name="Owen Wagner" userId="957930577e6e4bc8" providerId="LiveId" clId="{ED16B416-0E3A-4DE9-81D5-7178F824F329}" dt="2026-08-13T14:11:35.382" v="1"/>
          <pc:sldLayoutMkLst>
            <pc:docMk/>
            <pc:sldMasterMk cId="832031885" sldId="2147484319"/>
            <pc:sldLayoutMk cId="4054155122" sldId="2147484354"/>
          </pc:sldLayoutMkLst>
        </pc:sldLayoutChg>
        <pc:sldLayoutChg chg="del">
          <pc:chgData name="Owen Wagner" userId="957930577e6e4bc8" providerId="LiveId" clId="{ED16B416-0E3A-4DE9-81D5-7178F824F329}" dt="2026-08-13T14:11:35.382" v="1"/>
          <pc:sldLayoutMkLst>
            <pc:docMk/>
            <pc:sldMasterMk cId="832031885" sldId="2147484319"/>
            <pc:sldLayoutMk cId="315657939" sldId="2147484355"/>
          </pc:sldLayoutMkLst>
        </pc:sldLayoutChg>
        <pc:sldLayoutChg chg="del">
          <pc:chgData name="Owen Wagner" userId="957930577e6e4bc8" providerId="LiveId" clId="{ED16B416-0E3A-4DE9-81D5-7178F824F329}" dt="2026-08-13T14:11:35.382" v="1"/>
          <pc:sldLayoutMkLst>
            <pc:docMk/>
            <pc:sldMasterMk cId="832031885" sldId="2147484319"/>
            <pc:sldLayoutMk cId="131263792" sldId="2147484356"/>
          </pc:sldLayoutMkLst>
        </pc:sldLayoutChg>
        <pc:sldLayoutChg chg="del">
          <pc:chgData name="Owen Wagner" userId="957930577e6e4bc8" providerId="LiveId" clId="{ED16B416-0E3A-4DE9-81D5-7178F824F329}" dt="2026-08-13T14:11:35.382" v="1"/>
          <pc:sldLayoutMkLst>
            <pc:docMk/>
            <pc:sldMasterMk cId="832031885" sldId="2147484319"/>
            <pc:sldLayoutMk cId="4033196967" sldId="2147484357"/>
          </pc:sldLayoutMkLst>
        </pc:sldLayoutChg>
        <pc:sldLayoutChg chg="del">
          <pc:chgData name="Owen Wagner" userId="957930577e6e4bc8" providerId="LiveId" clId="{ED16B416-0E3A-4DE9-81D5-7178F824F329}" dt="2026-08-13T14:11:35.382" v="1"/>
          <pc:sldLayoutMkLst>
            <pc:docMk/>
            <pc:sldMasterMk cId="832031885" sldId="2147484319"/>
            <pc:sldLayoutMk cId="3541434141" sldId="2147484358"/>
          </pc:sldLayoutMkLst>
        </pc:sldLayoutChg>
        <pc:sldLayoutChg chg="del">
          <pc:chgData name="Owen Wagner" userId="957930577e6e4bc8" providerId="LiveId" clId="{ED16B416-0E3A-4DE9-81D5-7178F824F329}" dt="2026-08-13T14:11:35.382" v="1"/>
          <pc:sldLayoutMkLst>
            <pc:docMk/>
            <pc:sldMasterMk cId="832031885" sldId="2147484319"/>
            <pc:sldLayoutMk cId="1652993147" sldId="2147484359"/>
          </pc:sldLayoutMkLst>
        </pc:sldLayoutChg>
        <pc:sldLayoutChg chg="del">
          <pc:chgData name="Owen Wagner" userId="957930577e6e4bc8" providerId="LiveId" clId="{ED16B416-0E3A-4DE9-81D5-7178F824F329}" dt="2026-08-13T14:11:35.382" v="1"/>
          <pc:sldLayoutMkLst>
            <pc:docMk/>
            <pc:sldMasterMk cId="832031885" sldId="2147484319"/>
            <pc:sldLayoutMk cId="3591469537" sldId="2147484362"/>
          </pc:sldLayoutMkLst>
        </pc:sldLayoutChg>
        <pc:sldLayoutChg chg="del">
          <pc:chgData name="Owen Wagner" userId="957930577e6e4bc8" providerId="LiveId" clId="{ED16B416-0E3A-4DE9-81D5-7178F824F329}" dt="2026-08-13T14:11:35.382" v="1"/>
          <pc:sldLayoutMkLst>
            <pc:docMk/>
            <pc:sldMasterMk cId="832031885" sldId="2147484319"/>
            <pc:sldLayoutMk cId="980132070" sldId="2147484363"/>
          </pc:sldLayoutMkLst>
        </pc:sldLayoutChg>
        <pc:sldLayoutChg chg="del">
          <pc:chgData name="Owen Wagner" userId="957930577e6e4bc8" providerId="LiveId" clId="{ED16B416-0E3A-4DE9-81D5-7178F824F329}" dt="2026-08-13T14:11:35.382" v="1"/>
          <pc:sldLayoutMkLst>
            <pc:docMk/>
            <pc:sldMasterMk cId="832031885" sldId="2147484319"/>
            <pc:sldLayoutMk cId="1810911400" sldId="2147484364"/>
          </pc:sldLayoutMkLst>
        </pc:sldLayoutChg>
        <pc:sldLayoutChg chg="del">
          <pc:chgData name="Owen Wagner" userId="957930577e6e4bc8" providerId="LiveId" clId="{ED16B416-0E3A-4DE9-81D5-7178F824F329}" dt="2026-08-13T14:11:35.382" v="1"/>
          <pc:sldLayoutMkLst>
            <pc:docMk/>
            <pc:sldMasterMk cId="832031885" sldId="2147484319"/>
            <pc:sldLayoutMk cId="31012338" sldId="2147484366"/>
          </pc:sldLayoutMkLst>
        </pc:sldLayoutChg>
        <pc:sldLayoutChg chg="del">
          <pc:chgData name="Owen Wagner" userId="957930577e6e4bc8" providerId="LiveId" clId="{ED16B416-0E3A-4DE9-81D5-7178F824F329}" dt="2026-08-13T14:11:35.382" v="1"/>
          <pc:sldLayoutMkLst>
            <pc:docMk/>
            <pc:sldMasterMk cId="832031885" sldId="2147484319"/>
            <pc:sldLayoutMk cId="2816675864" sldId="2147484367"/>
          </pc:sldLayoutMkLst>
        </pc:sldLayoutChg>
      </pc:sldMasterChg>
      <pc:sldMasterChg chg="del delSldLayout">
        <pc:chgData name="Owen Wagner" userId="957930577e6e4bc8" providerId="LiveId" clId="{ED16B416-0E3A-4DE9-81D5-7178F824F329}" dt="2026-08-13T14:11:35.382" v="1"/>
        <pc:sldMasterMkLst>
          <pc:docMk/>
          <pc:sldMasterMk cId="4214202905" sldId="2147484417"/>
        </pc:sldMasterMkLst>
        <pc:sldLayoutChg chg="del">
          <pc:chgData name="Owen Wagner" userId="957930577e6e4bc8" providerId="LiveId" clId="{ED16B416-0E3A-4DE9-81D5-7178F824F329}" dt="2026-08-13T14:11:35.382" v="1"/>
          <pc:sldLayoutMkLst>
            <pc:docMk/>
            <pc:sldMasterMk cId="4214202905" sldId="2147484417"/>
            <pc:sldLayoutMk cId="592406978" sldId="2147484418"/>
          </pc:sldLayoutMkLst>
        </pc:sldLayoutChg>
        <pc:sldLayoutChg chg="del">
          <pc:chgData name="Owen Wagner" userId="957930577e6e4bc8" providerId="LiveId" clId="{ED16B416-0E3A-4DE9-81D5-7178F824F329}" dt="2026-08-13T14:11:35.382" v="1"/>
          <pc:sldLayoutMkLst>
            <pc:docMk/>
            <pc:sldMasterMk cId="4214202905" sldId="2147484417"/>
            <pc:sldLayoutMk cId="562255174" sldId="2147484419"/>
          </pc:sldLayoutMkLst>
        </pc:sldLayoutChg>
        <pc:sldLayoutChg chg="del">
          <pc:chgData name="Owen Wagner" userId="957930577e6e4bc8" providerId="LiveId" clId="{ED16B416-0E3A-4DE9-81D5-7178F824F329}" dt="2026-08-13T14:11:35.382" v="1"/>
          <pc:sldLayoutMkLst>
            <pc:docMk/>
            <pc:sldMasterMk cId="4214202905" sldId="2147484417"/>
            <pc:sldLayoutMk cId="2224080941" sldId="2147484420"/>
          </pc:sldLayoutMkLst>
        </pc:sldLayoutChg>
        <pc:sldLayoutChg chg="del">
          <pc:chgData name="Owen Wagner" userId="957930577e6e4bc8" providerId="LiveId" clId="{ED16B416-0E3A-4DE9-81D5-7178F824F329}" dt="2026-08-13T14:11:35.382" v="1"/>
          <pc:sldLayoutMkLst>
            <pc:docMk/>
            <pc:sldMasterMk cId="4214202905" sldId="2147484417"/>
            <pc:sldLayoutMk cId="1695717875" sldId="2147484421"/>
          </pc:sldLayoutMkLst>
        </pc:sldLayoutChg>
        <pc:sldLayoutChg chg="del">
          <pc:chgData name="Owen Wagner" userId="957930577e6e4bc8" providerId="LiveId" clId="{ED16B416-0E3A-4DE9-81D5-7178F824F329}" dt="2026-08-13T14:11:35.382" v="1"/>
          <pc:sldLayoutMkLst>
            <pc:docMk/>
            <pc:sldMasterMk cId="4214202905" sldId="2147484417"/>
            <pc:sldLayoutMk cId="4130256912" sldId="2147484422"/>
          </pc:sldLayoutMkLst>
        </pc:sldLayoutChg>
        <pc:sldLayoutChg chg="del">
          <pc:chgData name="Owen Wagner" userId="957930577e6e4bc8" providerId="LiveId" clId="{ED16B416-0E3A-4DE9-81D5-7178F824F329}" dt="2026-08-13T14:11:35.382" v="1"/>
          <pc:sldLayoutMkLst>
            <pc:docMk/>
            <pc:sldMasterMk cId="4214202905" sldId="2147484417"/>
            <pc:sldLayoutMk cId="1106436154" sldId="2147484423"/>
          </pc:sldLayoutMkLst>
        </pc:sldLayoutChg>
        <pc:sldLayoutChg chg="del">
          <pc:chgData name="Owen Wagner" userId="957930577e6e4bc8" providerId="LiveId" clId="{ED16B416-0E3A-4DE9-81D5-7178F824F329}" dt="2026-08-13T14:11:35.382" v="1"/>
          <pc:sldLayoutMkLst>
            <pc:docMk/>
            <pc:sldMasterMk cId="4214202905" sldId="2147484417"/>
            <pc:sldLayoutMk cId="1541783266" sldId="2147484424"/>
          </pc:sldLayoutMkLst>
        </pc:sldLayoutChg>
        <pc:sldLayoutChg chg="del">
          <pc:chgData name="Owen Wagner" userId="957930577e6e4bc8" providerId="LiveId" clId="{ED16B416-0E3A-4DE9-81D5-7178F824F329}" dt="2026-08-13T14:11:35.382" v="1"/>
          <pc:sldLayoutMkLst>
            <pc:docMk/>
            <pc:sldMasterMk cId="4214202905" sldId="2147484417"/>
            <pc:sldLayoutMk cId="3687828976" sldId="2147484425"/>
          </pc:sldLayoutMkLst>
        </pc:sldLayoutChg>
        <pc:sldLayoutChg chg="del">
          <pc:chgData name="Owen Wagner" userId="957930577e6e4bc8" providerId="LiveId" clId="{ED16B416-0E3A-4DE9-81D5-7178F824F329}" dt="2026-08-13T14:11:35.382" v="1"/>
          <pc:sldLayoutMkLst>
            <pc:docMk/>
            <pc:sldMasterMk cId="4214202905" sldId="2147484417"/>
            <pc:sldLayoutMk cId="3545832182" sldId="2147484426"/>
          </pc:sldLayoutMkLst>
        </pc:sldLayoutChg>
        <pc:sldLayoutChg chg="del">
          <pc:chgData name="Owen Wagner" userId="957930577e6e4bc8" providerId="LiveId" clId="{ED16B416-0E3A-4DE9-81D5-7178F824F329}" dt="2026-08-13T14:11:35.382" v="1"/>
          <pc:sldLayoutMkLst>
            <pc:docMk/>
            <pc:sldMasterMk cId="4214202905" sldId="2147484417"/>
            <pc:sldLayoutMk cId="3674257515" sldId="2147484427"/>
          </pc:sldLayoutMkLst>
        </pc:sldLayoutChg>
        <pc:sldLayoutChg chg="del">
          <pc:chgData name="Owen Wagner" userId="957930577e6e4bc8" providerId="LiveId" clId="{ED16B416-0E3A-4DE9-81D5-7178F824F329}" dt="2026-08-13T14:11:35.382" v="1"/>
          <pc:sldLayoutMkLst>
            <pc:docMk/>
            <pc:sldMasterMk cId="4214202905" sldId="2147484417"/>
            <pc:sldLayoutMk cId="4026374949" sldId="2147484428"/>
          </pc:sldLayoutMkLst>
        </pc:sldLayoutChg>
        <pc:sldLayoutChg chg="del">
          <pc:chgData name="Owen Wagner" userId="957930577e6e4bc8" providerId="LiveId" clId="{ED16B416-0E3A-4DE9-81D5-7178F824F329}" dt="2026-08-13T14:11:35.382" v="1"/>
          <pc:sldLayoutMkLst>
            <pc:docMk/>
            <pc:sldMasterMk cId="4214202905" sldId="2147484417"/>
            <pc:sldLayoutMk cId="4066522356" sldId="2147484429"/>
          </pc:sldLayoutMkLst>
        </pc:sldLayoutChg>
        <pc:sldLayoutChg chg="del">
          <pc:chgData name="Owen Wagner" userId="957930577e6e4bc8" providerId="LiveId" clId="{ED16B416-0E3A-4DE9-81D5-7178F824F329}" dt="2026-08-13T14:11:35.382" v="1"/>
          <pc:sldLayoutMkLst>
            <pc:docMk/>
            <pc:sldMasterMk cId="4214202905" sldId="2147484417"/>
            <pc:sldLayoutMk cId="3768136741" sldId="2147484430"/>
          </pc:sldLayoutMkLst>
        </pc:sldLayoutChg>
        <pc:sldLayoutChg chg="del">
          <pc:chgData name="Owen Wagner" userId="957930577e6e4bc8" providerId="LiveId" clId="{ED16B416-0E3A-4DE9-81D5-7178F824F329}" dt="2026-08-13T14:11:35.382" v="1"/>
          <pc:sldLayoutMkLst>
            <pc:docMk/>
            <pc:sldMasterMk cId="4214202905" sldId="2147484417"/>
            <pc:sldLayoutMk cId="2312779476" sldId="2147484431"/>
          </pc:sldLayoutMkLst>
        </pc:sldLayoutChg>
        <pc:sldLayoutChg chg="del">
          <pc:chgData name="Owen Wagner" userId="957930577e6e4bc8" providerId="LiveId" clId="{ED16B416-0E3A-4DE9-81D5-7178F824F329}" dt="2026-08-13T14:11:35.382" v="1"/>
          <pc:sldLayoutMkLst>
            <pc:docMk/>
            <pc:sldMasterMk cId="4214202905" sldId="2147484417"/>
            <pc:sldLayoutMk cId="595691499" sldId="2147484432"/>
          </pc:sldLayoutMkLst>
        </pc:sldLayoutChg>
        <pc:sldLayoutChg chg="del">
          <pc:chgData name="Owen Wagner" userId="957930577e6e4bc8" providerId="LiveId" clId="{ED16B416-0E3A-4DE9-81D5-7178F824F329}" dt="2026-08-13T14:11:35.382" v="1"/>
          <pc:sldLayoutMkLst>
            <pc:docMk/>
            <pc:sldMasterMk cId="4214202905" sldId="2147484417"/>
            <pc:sldLayoutMk cId="1299529262" sldId="2147484433"/>
          </pc:sldLayoutMkLst>
        </pc:sldLayoutChg>
        <pc:sldLayoutChg chg="del">
          <pc:chgData name="Owen Wagner" userId="957930577e6e4bc8" providerId="LiveId" clId="{ED16B416-0E3A-4DE9-81D5-7178F824F329}" dt="2026-08-13T14:11:35.382" v="1"/>
          <pc:sldLayoutMkLst>
            <pc:docMk/>
            <pc:sldMasterMk cId="4214202905" sldId="2147484417"/>
            <pc:sldLayoutMk cId="141271899" sldId="2147484434"/>
          </pc:sldLayoutMkLst>
        </pc:sldLayoutChg>
        <pc:sldLayoutChg chg="del">
          <pc:chgData name="Owen Wagner" userId="957930577e6e4bc8" providerId="LiveId" clId="{ED16B416-0E3A-4DE9-81D5-7178F824F329}" dt="2026-08-13T14:11:35.382" v="1"/>
          <pc:sldLayoutMkLst>
            <pc:docMk/>
            <pc:sldMasterMk cId="4214202905" sldId="2147484417"/>
            <pc:sldLayoutMk cId="1980434106" sldId="2147484435"/>
          </pc:sldLayoutMkLst>
        </pc:sldLayoutChg>
        <pc:sldLayoutChg chg="del">
          <pc:chgData name="Owen Wagner" userId="957930577e6e4bc8" providerId="LiveId" clId="{ED16B416-0E3A-4DE9-81D5-7178F824F329}" dt="2026-08-13T14:11:35.382" v="1"/>
          <pc:sldLayoutMkLst>
            <pc:docMk/>
            <pc:sldMasterMk cId="4214202905" sldId="2147484417"/>
            <pc:sldLayoutMk cId="1987186179" sldId="2147484436"/>
          </pc:sldLayoutMkLst>
        </pc:sldLayoutChg>
        <pc:sldLayoutChg chg="del">
          <pc:chgData name="Owen Wagner" userId="957930577e6e4bc8" providerId="LiveId" clId="{ED16B416-0E3A-4DE9-81D5-7178F824F329}" dt="2026-08-13T14:11:35.382" v="1"/>
          <pc:sldLayoutMkLst>
            <pc:docMk/>
            <pc:sldMasterMk cId="4214202905" sldId="2147484417"/>
            <pc:sldLayoutMk cId="2895947292" sldId="2147484437"/>
          </pc:sldLayoutMkLst>
        </pc:sldLayoutChg>
        <pc:sldLayoutChg chg="del">
          <pc:chgData name="Owen Wagner" userId="957930577e6e4bc8" providerId="LiveId" clId="{ED16B416-0E3A-4DE9-81D5-7178F824F329}" dt="2026-08-13T14:11:35.382" v="1"/>
          <pc:sldLayoutMkLst>
            <pc:docMk/>
            <pc:sldMasterMk cId="4214202905" sldId="2147484417"/>
            <pc:sldLayoutMk cId="722406988" sldId="2147484438"/>
          </pc:sldLayoutMkLst>
        </pc:sldLayoutChg>
        <pc:sldLayoutChg chg="del">
          <pc:chgData name="Owen Wagner" userId="957930577e6e4bc8" providerId="LiveId" clId="{ED16B416-0E3A-4DE9-81D5-7178F824F329}" dt="2026-08-13T14:11:35.382" v="1"/>
          <pc:sldLayoutMkLst>
            <pc:docMk/>
            <pc:sldMasterMk cId="4214202905" sldId="2147484417"/>
            <pc:sldLayoutMk cId="1426216518" sldId="2147484439"/>
          </pc:sldLayoutMkLst>
        </pc:sldLayoutChg>
        <pc:sldLayoutChg chg="del">
          <pc:chgData name="Owen Wagner" userId="957930577e6e4bc8" providerId="LiveId" clId="{ED16B416-0E3A-4DE9-81D5-7178F824F329}" dt="2026-08-13T14:11:35.382" v="1"/>
          <pc:sldLayoutMkLst>
            <pc:docMk/>
            <pc:sldMasterMk cId="4214202905" sldId="2147484417"/>
            <pc:sldLayoutMk cId="1584465773" sldId="2147484440"/>
          </pc:sldLayoutMkLst>
        </pc:sldLayoutChg>
        <pc:sldLayoutChg chg="del">
          <pc:chgData name="Owen Wagner" userId="957930577e6e4bc8" providerId="LiveId" clId="{ED16B416-0E3A-4DE9-81D5-7178F824F329}" dt="2026-08-13T14:11:35.382" v="1"/>
          <pc:sldLayoutMkLst>
            <pc:docMk/>
            <pc:sldMasterMk cId="4214202905" sldId="2147484417"/>
            <pc:sldLayoutMk cId="685633505" sldId="2147484441"/>
          </pc:sldLayoutMkLst>
        </pc:sldLayoutChg>
        <pc:sldLayoutChg chg="del">
          <pc:chgData name="Owen Wagner" userId="957930577e6e4bc8" providerId="LiveId" clId="{ED16B416-0E3A-4DE9-81D5-7178F824F329}" dt="2026-08-13T14:11:35.382" v="1"/>
          <pc:sldLayoutMkLst>
            <pc:docMk/>
            <pc:sldMasterMk cId="4214202905" sldId="2147484417"/>
            <pc:sldLayoutMk cId="640581725" sldId="2147484442"/>
          </pc:sldLayoutMkLst>
        </pc:sldLayoutChg>
        <pc:sldLayoutChg chg="del">
          <pc:chgData name="Owen Wagner" userId="957930577e6e4bc8" providerId="LiveId" clId="{ED16B416-0E3A-4DE9-81D5-7178F824F329}" dt="2026-08-13T14:11:35.382" v="1"/>
          <pc:sldLayoutMkLst>
            <pc:docMk/>
            <pc:sldMasterMk cId="4214202905" sldId="2147484417"/>
            <pc:sldLayoutMk cId="2262447078" sldId="2147484443"/>
          </pc:sldLayoutMkLst>
        </pc:sldLayoutChg>
        <pc:sldLayoutChg chg="del">
          <pc:chgData name="Owen Wagner" userId="957930577e6e4bc8" providerId="LiveId" clId="{ED16B416-0E3A-4DE9-81D5-7178F824F329}" dt="2026-08-13T14:11:35.382" v="1"/>
          <pc:sldLayoutMkLst>
            <pc:docMk/>
            <pc:sldMasterMk cId="4214202905" sldId="2147484417"/>
            <pc:sldLayoutMk cId="2366226224" sldId="2147484444"/>
          </pc:sldLayoutMkLst>
        </pc:sldLayoutChg>
        <pc:sldLayoutChg chg="del">
          <pc:chgData name="Owen Wagner" userId="957930577e6e4bc8" providerId="LiveId" clId="{ED16B416-0E3A-4DE9-81D5-7178F824F329}" dt="2026-08-13T14:11:35.382" v="1"/>
          <pc:sldLayoutMkLst>
            <pc:docMk/>
            <pc:sldMasterMk cId="4214202905" sldId="2147484417"/>
            <pc:sldLayoutMk cId="1217021063" sldId="2147484445"/>
          </pc:sldLayoutMkLst>
        </pc:sldLayoutChg>
        <pc:sldLayoutChg chg="del">
          <pc:chgData name="Owen Wagner" userId="957930577e6e4bc8" providerId="LiveId" clId="{ED16B416-0E3A-4DE9-81D5-7178F824F329}" dt="2026-08-13T14:11:35.382" v="1"/>
          <pc:sldLayoutMkLst>
            <pc:docMk/>
            <pc:sldMasterMk cId="4214202905" sldId="2147484417"/>
            <pc:sldLayoutMk cId="3165654112" sldId="2147484446"/>
          </pc:sldLayoutMkLst>
        </pc:sldLayoutChg>
        <pc:sldLayoutChg chg="del">
          <pc:chgData name="Owen Wagner" userId="957930577e6e4bc8" providerId="LiveId" clId="{ED16B416-0E3A-4DE9-81D5-7178F824F329}" dt="2026-08-13T14:11:35.382" v="1"/>
          <pc:sldLayoutMkLst>
            <pc:docMk/>
            <pc:sldMasterMk cId="4214202905" sldId="2147484417"/>
            <pc:sldLayoutMk cId="4148238530" sldId="2147484447"/>
          </pc:sldLayoutMkLst>
        </pc:sldLayoutChg>
        <pc:sldLayoutChg chg="del">
          <pc:chgData name="Owen Wagner" userId="957930577e6e4bc8" providerId="LiveId" clId="{ED16B416-0E3A-4DE9-81D5-7178F824F329}" dt="2026-08-13T14:11:35.382" v="1"/>
          <pc:sldLayoutMkLst>
            <pc:docMk/>
            <pc:sldMasterMk cId="4214202905" sldId="2147484417"/>
            <pc:sldLayoutMk cId="3411096173" sldId="2147484448"/>
          </pc:sldLayoutMkLst>
        </pc:sldLayoutChg>
        <pc:sldLayoutChg chg="del">
          <pc:chgData name="Owen Wagner" userId="957930577e6e4bc8" providerId="LiveId" clId="{ED16B416-0E3A-4DE9-81D5-7178F824F329}" dt="2026-08-13T14:11:35.382" v="1"/>
          <pc:sldLayoutMkLst>
            <pc:docMk/>
            <pc:sldMasterMk cId="4214202905" sldId="2147484417"/>
            <pc:sldLayoutMk cId="2711414474" sldId="2147484449"/>
          </pc:sldLayoutMkLst>
        </pc:sldLayoutChg>
        <pc:sldLayoutChg chg="del">
          <pc:chgData name="Owen Wagner" userId="957930577e6e4bc8" providerId="LiveId" clId="{ED16B416-0E3A-4DE9-81D5-7178F824F329}" dt="2026-08-13T14:11:35.382" v="1"/>
          <pc:sldLayoutMkLst>
            <pc:docMk/>
            <pc:sldMasterMk cId="4214202905" sldId="2147484417"/>
            <pc:sldLayoutMk cId="1813121297" sldId="2147484450"/>
          </pc:sldLayoutMkLst>
        </pc:sldLayoutChg>
        <pc:sldLayoutChg chg="del">
          <pc:chgData name="Owen Wagner" userId="957930577e6e4bc8" providerId="LiveId" clId="{ED16B416-0E3A-4DE9-81D5-7178F824F329}" dt="2026-08-13T14:11:35.382" v="1"/>
          <pc:sldLayoutMkLst>
            <pc:docMk/>
            <pc:sldMasterMk cId="4214202905" sldId="2147484417"/>
            <pc:sldLayoutMk cId="4096633651" sldId="2147484451"/>
          </pc:sldLayoutMkLst>
        </pc:sldLayoutChg>
        <pc:sldLayoutChg chg="del">
          <pc:chgData name="Owen Wagner" userId="957930577e6e4bc8" providerId="LiveId" clId="{ED16B416-0E3A-4DE9-81D5-7178F824F329}" dt="2026-08-13T14:11:35.382" v="1"/>
          <pc:sldLayoutMkLst>
            <pc:docMk/>
            <pc:sldMasterMk cId="4214202905" sldId="2147484417"/>
            <pc:sldLayoutMk cId="159982837" sldId="2147484452"/>
          </pc:sldLayoutMkLst>
        </pc:sldLayoutChg>
        <pc:sldLayoutChg chg="del">
          <pc:chgData name="Owen Wagner" userId="957930577e6e4bc8" providerId="LiveId" clId="{ED16B416-0E3A-4DE9-81D5-7178F824F329}" dt="2026-08-13T14:11:35.382" v="1"/>
          <pc:sldLayoutMkLst>
            <pc:docMk/>
            <pc:sldMasterMk cId="4214202905" sldId="2147484417"/>
            <pc:sldLayoutMk cId="2300931348" sldId="2147484453"/>
          </pc:sldLayoutMkLst>
        </pc:sldLayoutChg>
        <pc:sldLayoutChg chg="del">
          <pc:chgData name="Owen Wagner" userId="957930577e6e4bc8" providerId="LiveId" clId="{ED16B416-0E3A-4DE9-81D5-7178F824F329}" dt="2026-08-13T14:11:35.382" v="1"/>
          <pc:sldLayoutMkLst>
            <pc:docMk/>
            <pc:sldMasterMk cId="4214202905" sldId="2147484417"/>
            <pc:sldLayoutMk cId="1463917565" sldId="2147484454"/>
          </pc:sldLayoutMkLst>
        </pc:sldLayoutChg>
        <pc:sldLayoutChg chg="del">
          <pc:chgData name="Owen Wagner" userId="957930577e6e4bc8" providerId="LiveId" clId="{ED16B416-0E3A-4DE9-81D5-7178F824F329}" dt="2026-08-13T14:11:35.382" v="1"/>
          <pc:sldLayoutMkLst>
            <pc:docMk/>
            <pc:sldMasterMk cId="4214202905" sldId="2147484417"/>
            <pc:sldLayoutMk cId="947227147" sldId="2147484455"/>
          </pc:sldLayoutMkLst>
        </pc:sldLayoutChg>
        <pc:sldLayoutChg chg="del">
          <pc:chgData name="Owen Wagner" userId="957930577e6e4bc8" providerId="LiveId" clId="{ED16B416-0E3A-4DE9-81D5-7178F824F329}" dt="2026-08-13T14:11:35.382" v="1"/>
          <pc:sldLayoutMkLst>
            <pc:docMk/>
            <pc:sldMasterMk cId="4214202905" sldId="2147484417"/>
            <pc:sldLayoutMk cId="1959815603" sldId="2147484456"/>
          </pc:sldLayoutMkLst>
        </pc:sldLayoutChg>
        <pc:sldLayoutChg chg="del">
          <pc:chgData name="Owen Wagner" userId="957930577e6e4bc8" providerId="LiveId" clId="{ED16B416-0E3A-4DE9-81D5-7178F824F329}" dt="2026-08-13T14:11:35.382" v="1"/>
          <pc:sldLayoutMkLst>
            <pc:docMk/>
            <pc:sldMasterMk cId="4214202905" sldId="2147484417"/>
            <pc:sldLayoutMk cId="4127089437" sldId="2147484457"/>
          </pc:sldLayoutMkLst>
        </pc:sldLayoutChg>
        <pc:sldLayoutChg chg="del">
          <pc:chgData name="Owen Wagner" userId="957930577e6e4bc8" providerId="LiveId" clId="{ED16B416-0E3A-4DE9-81D5-7178F824F329}" dt="2026-08-13T14:11:35.382" v="1"/>
          <pc:sldLayoutMkLst>
            <pc:docMk/>
            <pc:sldMasterMk cId="4214202905" sldId="2147484417"/>
            <pc:sldLayoutMk cId="205331310" sldId="2147484458"/>
          </pc:sldLayoutMkLst>
        </pc:sldLayoutChg>
        <pc:sldLayoutChg chg="del">
          <pc:chgData name="Owen Wagner" userId="957930577e6e4bc8" providerId="LiveId" clId="{ED16B416-0E3A-4DE9-81D5-7178F824F329}" dt="2026-08-13T14:11:35.382" v="1"/>
          <pc:sldLayoutMkLst>
            <pc:docMk/>
            <pc:sldMasterMk cId="4214202905" sldId="2147484417"/>
            <pc:sldLayoutMk cId="2668907608" sldId="2147484459"/>
          </pc:sldLayoutMkLst>
        </pc:sldLayoutChg>
        <pc:sldLayoutChg chg="del">
          <pc:chgData name="Owen Wagner" userId="957930577e6e4bc8" providerId="LiveId" clId="{ED16B416-0E3A-4DE9-81D5-7178F824F329}" dt="2026-08-13T14:11:35.382" v="1"/>
          <pc:sldLayoutMkLst>
            <pc:docMk/>
            <pc:sldMasterMk cId="4214202905" sldId="2147484417"/>
            <pc:sldLayoutMk cId="1576197658" sldId="2147484460"/>
          </pc:sldLayoutMkLst>
        </pc:sldLayoutChg>
        <pc:sldLayoutChg chg="del">
          <pc:chgData name="Owen Wagner" userId="957930577e6e4bc8" providerId="LiveId" clId="{ED16B416-0E3A-4DE9-81D5-7178F824F329}" dt="2026-08-13T14:11:35.382" v="1"/>
          <pc:sldLayoutMkLst>
            <pc:docMk/>
            <pc:sldMasterMk cId="4214202905" sldId="2147484417"/>
            <pc:sldLayoutMk cId="246038572" sldId="2147484461"/>
          </pc:sldLayoutMkLst>
        </pc:sldLayoutChg>
        <pc:sldLayoutChg chg="del">
          <pc:chgData name="Owen Wagner" userId="957930577e6e4bc8" providerId="LiveId" clId="{ED16B416-0E3A-4DE9-81D5-7178F824F329}" dt="2026-08-13T14:11:35.382" v="1"/>
          <pc:sldLayoutMkLst>
            <pc:docMk/>
            <pc:sldMasterMk cId="4214202905" sldId="2147484417"/>
            <pc:sldLayoutMk cId="653658004" sldId="2147484462"/>
          </pc:sldLayoutMkLst>
        </pc:sldLayoutChg>
      </pc:sldMasterChg>
      <pc:sldMasterChg chg="del delSldLayout">
        <pc:chgData name="Owen Wagner" userId="957930577e6e4bc8" providerId="LiveId" clId="{ED16B416-0E3A-4DE9-81D5-7178F824F329}" dt="2026-08-13T14:11:35.382" v="1"/>
        <pc:sldMasterMkLst>
          <pc:docMk/>
          <pc:sldMasterMk cId="2702157394" sldId="2147484463"/>
        </pc:sldMasterMkLst>
        <pc:sldLayoutChg chg="del">
          <pc:chgData name="Owen Wagner" userId="957930577e6e4bc8" providerId="LiveId" clId="{ED16B416-0E3A-4DE9-81D5-7178F824F329}" dt="2026-08-13T14:11:35.382" v="1"/>
          <pc:sldLayoutMkLst>
            <pc:docMk/>
            <pc:sldMasterMk cId="2702157394" sldId="2147484463"/>
            <pc:sldLayoutMk cId="1043711640" sldId="2147484464"/>
          </pc:sldLayoutMkLst>
        </pc:sldLayoutChg>
        <pc:sldLayoutChg chg="del">
          <pc:chgData name="Owen Wagner" userId="957930577e6e4bc8" providerId="LiveId" clId="{ED16B416-0E3A-4DE9-81D5-7178F824F329}" dt="2026-08-13T14:11:35.382" v="1"/>
          <pc:sldLayoutMkLst>
            <pc:docMk/>
            <pc:sldMasterMk cId="2702157394" sldId="2147484463"/>
            <pc:sldLayoutMk cId="2202146974" sldId="2147484465"/>
          </pc:sldLayoutMkLst>
        </pc:sldLayoutChg>
        <pc:sldLayoutChg chg="del">
          <pc:chgData name="Owen Wagner" userId="957930577e6e4bc8" providerId="LiveId" clId="{ED16B416-0E3A-4DE9-81D5-7178F824F329}" dt="2026-08-13T14:11:35.382" v="1"/>
          <pc:sldLayoutMkLst>
            <pc:docMk/>
            <pc:sldMasterMk cId="2702157394" sldId="2147484463"/>
            <pc:sldLayoutMk cId="2737363780" sldId="2147484466"/>
          </pc:sldLayoutMkLst>
        </pc:sldLayoutChg>
        <pc:sldLayoutChg chg="del">
          <pc:chgData name="Owen Wagner" userId="957930577e6e4bc8" providerId="LiveId" clId="{ED16B416-0E3A-4DE9-81D5-7178F824F329}" dt="2026-08-13T14:11:35.382" v="1"/>
          <pc:sldLayoutMkLst>
            <pc:docMk/>
            <pc:sldMasterMk cId="2702157394" sldId="2147484463"/>
            <pc:sldLayoutMk cId="2634945056" sldId="2147484467"/>
          </pc:sldLayoutMkLst>
        </pc:sldLayoutChg>
        <pc:sldLayoutChg chg="del">
          <pc:chgData name="Owen Wagner" userId="957930577e6e4bc8" providerId="LiveId" clId="{ED16B416-0E3A-4DE9-81D5-7178F824F329}" dt="2026-08-13T14:11:35.382" v="1"/>
          <pc:sldLayoutMkLst>
            <pc:docMk/>
            <pc:sldMasterMk cId="2702157394" sldId="2147484463"/>
            <pc:sldLayoutMk cId="759254078" sldId="2147484468"/>
          </pc:sldLayoutMkLst>
        </pc:sldLayoutChg>
        <pc:sldLayoutChg chg="del">
          <pc:chgData name="Owen Wagner" userId="957930577e6e4bc8" providerId="LiveId" clId="{ED16B416-0E3A-4DE9-81D5-7178F824F329}" dt="2026-08-13T14:11:35.382" v="1"/>
          <pc:sldLayoutMkLst>
            <pc:docMk/>
            <pc:sldMasterMk cId="2702157394" sldId="2147484463"/>
            <pc:sldLayoutMk cId="3552194812" sldId="2147484469"/>
          </pc:sldLayoutMkLst>
        </pc:sldLayoutChg>
        <pc:sldLayoutChg chg="del">
          <pc:chgData name="Owen Wagner" userId="957930577e6e4bc8" providerId="LiveId" clId="{ED16B416-0E3A-4DE9-81D5-7178F824F329}" dt="2026-08-13T14:11:35.382" v="1"/>
          <pc:sldLayoutMkLst>
            <pc:docMk/>
            <pc:sldMasterMk cId="2702157394" sldId="2147484463"/>
            <pc:sldLayoutMk cId="364480656" sldId="2147484470"/>
          </pc:sldLayoutMkLst>
        </pc:sldLayoutChg>
        <pc:sldLayoutChg chg="del">
          <pc:chgData name="Owen Wagner" userId="957930577e6e4bc8" providerId="LiveId" clId="{ED16B416-0E3A-4DE9-81D5-7178F824F329}" dt="2026-08-13T14:11:35.382" v="1"/>
          <pc:sldLayoutMkLst>
            <pc:docMk/>
            <pc:sldMasterMk cId="2702157394" sldId="2147484463"/>
            <pc:sldLayoutMk cId="1569956808" sldId="2147484471"/>
          </pc:sldLayoutMkLst>
        </pc:sldLayoutChg>
        <pc:sldLayoutChg chg="del">
          <pc:chgData name="Owen Wagner" userId="957930577e6e4bc8" providerId="LiveId" clId="{ED16B416-0E3A-4DE9-81D5-7178F824F329}" dt="2026-08-13T14:11:35.382" v="1"/>
          <pc:sldLayoutMkLst>
            <pc:docMk/>
            <pc:sldMasterMk cId="2702157394" sldId="2147484463"/>
            <pc:sldLayoutMk cId="1116384406" sldId="2147484472"/>
          </pc:sldLayoutMkLst>
        </pc:sldLayoutChg>
        <pc:sldLayoutChg chg="del">
          <pc:chgData name="Owen Wagner" userId="957930577e6e4bc8" providerId="LiveId" clId="{ED16B416-0E3A-4DE9-81D5-7178F824F329}" dt="2026-08-13T14:11:35.382" v="1"/>
          <pc:sldLayoutMkLst>
            <pc:docMk/>
            <pc:sldMasterMk cId="2702157394" sldId="2147484463"/>
            <pc:sldLayoutMk cId="2833105157" sldId="2147484473"/>
          </pc:sldLayoutMkLst>
        </pc:sldLayoutChg>
        <pc:sldLayoutChg chg="del">
          <pc:chgData name="Owen Wagner" userId="957930577e6e4bc8" providerId="LiveId" clId="{ED16B416-0E3A-4DE9-81D5-7178F824F329}" dt="2026-08-13T14:11:35.382" v="1"/>
          <pc:sldLayoutMkLst>
            <pc:docMk/>
            <pc:sldMasterMk cId="2702157394" sldId="2147484463"/>
            <pc:sldLayoutMk cId="3278313062" sldId="2147484474"/>
          </pc:sldLayoutMkLst>
        </pc:sldLayoutChg>
        <pc:sldLayoutChg chg="del">
          <pc:chgData name="Owen Wagner" userId="957930577e6e4bc8" providerId="LiveId" clId="{ED16B416-0E3A-4DE9-81D5-7178F824F329}" dt="2026-08-13T14:11:35.382" v="1"/>
          <pc:sldLayoutMkLst>
            <pc:docMk/>
            <pc:sldMasterMk cId="2702157394" sldId="2147484463"/>
            <pc:sldLayoutMk cId="2354417359" sldId="2147484475"/>
          </pc:sldLayoutMkLst>
        </pc:sldLayoutChg>
        <pc:sldLayoutChg chg="del">
          <pc:chgData name="Owen Wagner" userId="957930577e6e4bc8" providerId="LiveId" clId="{ED16B416-0E3A-4DE9-81D5-7178F824F329}" dt="2026-08-13T14:11:35.382" v="1"/>
          <pc:sldLayoutMkLst>
            <pc:docMk/>
            <pc:sldMasterMk cId="2702157394" sldId="2147484463"/>
            <pc:sldLayoutMk cId="1379667667" sldId="2147484476"/>
          </pc:sldLayoutMkLst>
        </pc:sldLayoutChg>
        <pc:sldLayoutChg chg="del">
          <pc:chgData name="Owen Wagner" userId="957930577e6e4bc8" providerId="LiveId" clId="{ED16B416-0E3A-4DE9-81D5-7178F824F329}" dt="2026-08-13T14:11:35.382" v="1"/>
          <pc:sldLayoutMkLst>
            <pc:docMk/>
            <pc:sldMasterMk cId="2702157394" sldId="2147484463"/>
            <pc:sldLayoutMk cId="3682551224" sldId="2147484477"/>
          </pc:sldLayoutMkLst>
        </pc:sldLayoutChg>
        <pc:sldLayoutChg chg="del">
          <pc:chgData name="Owen Wagner" userId="957930577e6e4bc8" providerId="LiveId" clId="{ED16B416-0E3A-4DE9-81D5-7178F824F329}" dt="2026-08-13T14:11:35.382" v="1"/>
          <pc:sldLayoutMkLst>
            <pc:docMk/>
            <pc:sldMasterMk cId="2702157394" sldId="2147484463"/>
            <pc:sldLayoutMk cId="3295746263" sldId="2147484478"/>
          </pc:sldLayoutMkLst>
        </pc:sldLayoutChg>
        <pc:sldLayoutChg chg="del">
          <pc:chgData name="Owen Wagner" userId="957930577e6e4bc8" providerId="LiveId" clId="{ED16B416-0E3A-4DE9-81D5-7178F824F329}" dt="2026-08-13T14:11:35.382" v="1"/>
          <pc:sldLayoutMkLst>
            <pc:docMk/>
            <pc:sldMasterMk cId="2702157394" sldId="2147484463"/>
            <pc:sldLayoutMk cId="1655415395" sldId="2147484479"/>
          </pc:sldLayoutMkLst>
        </pc:sldLayoutChg>
        <pc:sldLayoutChg chg="del">
          <pc:chgData name="Owen Wagner" userId="957930577e6e4bc8" providerId="LiveId" clId="{ED16B416-0E3A-4DE9-81D5-7178F824F329}" dt="2026-08-13T14:11:35.382" v="1"/>
          <pc:sldLayoutMkLst>
            <pc:docMk/>
            <pc:sldMasterMk cId="2702157394" sldId="2147484463"/>
            <pc:sldLayoutMk cId="3330817567" sldId="2147484480"/>
          </pc:sldLayoutMkLst>
        </pc:sldLayoutChg>
        <pc:sldLayoutChg chg="del">
          <pc:chgData name="Owen Wagner" userId="957930577e6e4bc8" providerId="LiveId" clId="{ED16B416-0E3A-4DE9-81D5-7178F824F329}" dt="2026-08-13T14:11:35.382" v="1"/>
          <pc:sldLayoutMkLst>
            <pc:docMk/>
            <pc:sldMasterMk cId="2702157394" sldId="2147484463"/>
            <pc:sldLayoutMk cId="3261314845" sldId="2147484481"/>
          </pc:sldLayoutMkLst>
        </pc:sldLayoutChg>
        <pc:sldLayoutChg chg="del">
          <pc:chgData name="Owen Wagner" userId="957930577e6e4bc8" providerId="LiveId" clId="{ED16B416-0E3A-4DE9-81D5-7178F824F329}" dt="2026-08-13T14:11:35.382" v="1"/>
          <pc:sldLayoutMkLst>
            <pc:docMk/>
            <pc:sldMasterMk cId="2702157394" sldId="2147484463"/>
            <pc:sldLayoutMk cId="1465225012" sldId="2147484482"/>
          </pc:sldLayoutMkLst>
        </pc:sldLayoutChg>
        <pc:sldLayoutChg chg="del">
          <pc:chgData name="Owen Wagner" userId="957930577e6e4bc8" providerId="LiveId" clId="{ED16B416-0E3A-4DE9-81D5-7178F824F329}" dt="2026-08-13T14:11:35.382" v="1"/>
          <pc:sldLayoutMkLst>
            <pc:docMk/>
            <pc:sldMasterMk cId="2702157394" sldId="2147484463"/>
            <pc:sldLayoutMk cId="461056436" sldId="2147484483"/>
          </pc:sldLayoutMkLst>
        </pc:sldLayoutChg>
        <pc:sldLayoutChg chg="del">
          <pc:chgData name="Owen Wagner" userId="957930577e6e4bc8" providerId="LiveId" clId="{ED16B416-0E3A-4DE9-81D5-7178F824F329}" dt="2026-08-13T14:11:35.382" v="1"/>
          <pc:sldLayoutMkLst>
            <pc:docMk/>
            <pc:sldMasterMk cId="2702157394" sldId="2147484463"/>
            <pc:sldLayoutMk cId="1534201142" sldId="2147484484"/>
          </pc:sldLayoutMkLst>
        </pc:sldLayoutChg>
        <pc:sldLayoutChg chg="del">
          <pc:chgData name="Owen Wagner" userId="957930577e6e4bc8" providerId="LiveId" clId="{ED16B416-0E3A-4DE9-81D5-7178F824F329}" dt="2026-08-13T14:11:35.382" v="1"/>
          <pc:sldLayoutMkLst>
            <pc:docMk/>
            <pc:sldMasterMk cId="2702157394" sldId="2147484463"/>
            <pc:sldLayoutMk cId="569174444" sldId="2147484485"/>
          </pc:sldLayoutMkLst>
        </pc:sldLayoutChg>
        <pc:sldLayoutChg chg="del">
          <pc:chgData name="Owen Wagner" userId="957930577e6e4bc8" providerId="LiveId" clId="{ED16B416-0E3A-4DE9-81D5-7178F824F329}" dt="2026-08-13T14:11:35.382" v="1"/>
          <pc:sldLayoutMkLst>
            <pc:docMk/>
            <pc:sldMasterMk cId="2702157394" sldId="2147484463"/>
            <pc:sldLayoutMk cId="2137351268" sldId="2147484486"/>
          </pc:sldLayoutMkLst>
        </pc:sldLayoutChg>
        <pc:sldLayoutChg chg="del">
          <pc:chgData name="Owen Wagner" userId="957930577e6e4bc8" providerId="LiveId" clId="{ED16B416-0E3A-4DE9-81D5-7178F824F329}" dt="2026-08-13T14:11:35.382" v="1"/>
          <pc:sldLayoutMkLst>
            <pc:docMk/>
            <pc:sldMasterMk cId="2702157394" sldId="2147484463"/>
            <pc:sldLayoutMk cId="3058424258" sldId="2147484487"/>
          </pc:sldLayoutMkLst>
        </pc:sldLayoutChg>
        <pc:sldLayoutChg chg="del">
          <pc:chgData name="Owen Wagner" userId="957930577e6e4bc8" providerId="LiveId" clId="{ED16B416-0E3A-4DE9-81D5-7178F824F329}" dt="2026-08-13T14:11:35.382" v="1"/>
          <pc:sldLayoutMkLst>
            <pc:docMk/>
            <pc:sldMasterMk cId="2702157394" sldId="2147484463"/>
            <pc:sldLayoutMk cId="2423649993" sldId="2147484488"/>
          </pc:sldLayoutMkLst>
        </pc:sldLayoutChg>
        <pc:sldLayoutChg chg="del">
          <pc:chgData name="Owen Wagner" userId="957930577e6e4bc8" providerId="LiveId" clId="{ED16B416-0E3A-4DE9-81D5-7178F824F329}" dt="2026-08-13T14:11:35.382" v="1"/>
          <pc:sldLayoutMkLst>
            <pc:docMk/>
            <pc:sldMasterMk cId="2702157394" sldId="2147484463"/>
            <pc:sldLayoutMk cId="1873744590" sldId="2147484489"/>
          </pc:sldLayoutMkLst>
        </pc:sldLayoutChg>
        <pc:sldLayoutChg chg="del">
          <pc:chgData name="Owen Wagner" userId="957930577e6e4bc8" providerId="LiveId" clId="{ED16B416-0E3A-4DE9-81D5-7178F824F329}" dt="2026-08-13T14:11:35.382" v="1"/>
          <pc:sldLayoutMkLst>
            <pc:docMk/>
            <pc:sldMasterMk cId="2702157394" sldId="2147484463"/>
            <pc:sldLayoutMk cId="620385875" sldId="2147484490"/>
          </pc:sldLayoutMkLst>
        </pc:sldLayoutChg>
        <pc:sldLayoutChg chg="del">
          <pc:chgData name="Owen Wagner" userId="957930577e6e4bc8" providerId="LiveId" clId="{ED16B416-0E3A-4DE9-81D5-7178F824F329}" dt="2026-08-13T14:11:35.382" v="1"/>
          <pc:sldLayoutMkLst>
            <pc:docMk/>
            <pc:sldMasterMk cId="2702157394" sldId="2147484463"/>
            <pc:sldLayoutMk cId="917727265" sldId="2147484491"/>
          </pc:sldLayoutMkLst>
        </pc:sldLayoutChg>
        <pc:sldLayoutChg chg="del">
          <pc:chgData name="Owen Wagner" userId="957930577e6e4bc8" providerId="LiveId" clId="{ED16B416-0E3A-4DE9-81D5-7178F824F329}" dt="2026-08-13T14:11:35.382" v="1"/>
          <pc:sldLayoutMkLst>
            <pc:docMk/>
            <pc:sldMasterMk cId="2702157394" sldId="2147484463"/>
            <pc:sldLayoutMk cId="3049767056" sldId="2147484492"/>
          </pc:sldLayoutMkLst>
        </pc:sldLayoutChg>
        <pc:sldLayoutChg chg="del">
          <pc:chgData name="Owen Wagner" userId="957930577e6e4bc8" providerId="LiveId" clId="{ED16B416-0E3A-4DE9-81D5-7178F824F329}" dt="2026-08-13T14:11:35.382" v="1"/>
          <pc:sldLayoutMkLst>
            <pc:docMk/>
            <pc:sldMasterMk cId="2702157394" sldId="2147484463"/>
            <pc:sldLayoutMk cId="3103762395" sldId="2147484493"/>
          </pc:sldLayoutMkLst>
        </pc:sldLayoutChg>
        <pc:sldLayoutChg chg="del">
          <pc:chgData name="Owen Wagner" userId="957930577e6e4bc8" providerId="LiveId" clId="{ED16B416-0E3A-4DE9-81D5-7178F824F329}" dt="2026-08-13T14:11:35.382" v="1"/>
          <pc:sldLayoutMkLst>
            <pc:docMk/>
            <pc:sldMasterMk cId="2702157394" sldId="2147484463"/>
            <pc:sldLayoutMk cId="3824660867" sldId="2147484494"/>
          </pc:sldLayoutMkLst>
        </pc:sldLayoutChg>
        <pc:sldLayoutChg chg="del">
          <pc:chgData name="Owen Wagner" userId="957930577e6e4bc8" providerId="LiveId" clId="{ED16B416-0E3A-4DE9-81D5-7178F824F329}" dt="2026-08-13T14:11:35.382" v="1"/>
          <pc:sldLayoutMkLst>
            <pc:docMk/>
            <pc:sldMasterMk cId="2702157394" sldId="2147484463"/>
            <pc:sldLayoutMk cId="2617743378" sldId="2147484495"/>
          </pc:sldLayoutMkLst>
        </pc:sldLayoutChg>
        <pc:sldLayoutChg chg="del">
          <pc:chgData name="Owen Wagner" userId="957930577e6e4bc8" providerId="LiveId" clId="{ED16B416-0E3A-4DE9-81D5-7178F824F329}" dt="2026-08-13T14:11:35.382" v="1"/>
          <pc:sldLayoutMkLst>
            <pc:docMk/>
            <pc:sldMasterMk cId="2702157394" sldId="2147484463"/>
            <pc:sldLayoutMk cId="716937252" sldId="2147484496"/>
          </pc:sldLayoutMkLst>
        </pc:sldLayoutChg>
        <pc:sldLayoutChg chg="del">
          <pc:chgData name="Owen Wagner" userId="957930577e6e4bc8" providerId="LiveId" clId="{ED16B416-0E3A-4DE9-81D5-7178F824F329}" dt="2026-08-13T14:11:35.382" v="1"/>
          <pc:sldLayoutMkLst>
            <pc:docMk/>
            <pc:sldMasterMk cId="2702157394" sldId="2147484463"/>
            <pc:sldLayoutMk cId="1791360806" sldId="2147484497"/>
          </pc:sldLayoutMkLst>
        </pc:sldLayoutChg>
        <pc:sldLayoutChg chg="del">
          <pc:chgData name="Owen Wagner" userId="957930577e6e4bc8" providerId="LiveId" clId="{ED16B416-0E3A-4DE9-81D5-7178F824F329}" dt="2026-08-13T14:11:35.382" v="1"/>
          <pc:sldLayoutMkLst>
            <pc:docMk/>
            <pc:sldMasterMk cId="2702157394" sldId="2147484463"/>
            <pc:sldLayoutMk cId="4172132279" sldId="2147484498"/>
          </pc:sldLayoutMkLst>
        </pc:sldLayoutChg>
        <pc:sldLayoutChg chg="del">
          <pc:chgData name="Owen Wagner" userId="957930577e6e4bc8" providerId="LiveId" clId="{ED16B416-0E3A-4DE9-81D5-7178F824F329}" dt="2026-08-13T14:11:35.382" v="1"/>
          <pc:sldLayoutMkLst>
            <pc:docMk/>
            <pc:sldMasterMk cId="2702157394" sldId="2147484463"/>
            <pc:sldLayoutMk cId="3119236678" sldId="2147484499"/>
          </pc:sldLayoutMkLst>
        </pc:sldLayoutChg>
        <pc:sldLayoutChg chg="del">
          <pc:chgData name="Owen Wagner" userId="957930577e6e4bc8" providerId="LiveId" clId="{ED16B416-0E3A-4DE9-81D5-7178F824F329}" dt="2026-08-13T14:11:35.382" v="1"/>
          <pc:sldLayoutMkLst>
            <pc:docMk/>
            <pc:sldMasterMk cId="2702157394" sldId="2147484463"/>
            <pc:sldLayoutMk cId="849861883" sldId="2147484500"/>
          </pc:sldLayoutMkLst>
        </pc:sldLayoutChg>
        <pc:sldLayoutChg chg="del">
          <pc:chgData name="Owen Wagner" userId="957930577e6e4bc8" providerId="LiveId" clId="{ED16B416-0E3A-4DE9-81D5-7178F824F329}" dt="2026-08-13T14:11:35.382" v="1"/>
          <pc:sldLayoutMkLst>
            <pc:docMk/>
            <pc:sldMasterMk cId="2702157394" sldId="2147484463"/>
            <pc:sldLayoutMk cId="1516083543" sldId="2147484501"/>
          </pc:sldLayoutMkLst>
        </pc:sldLayoutChg>
        <pc:sldLayoutChg chg="del">
          <pc:chgData name="Owen Wagner" userId="957930577e6e4bc8" providerId="LiveId" clId="{ED16B416-0E3A-4DE9-81D5-7178F824F329}" dt="2026-08-13T14:11:35.382" v="1"/>
          <pc:sldLayoutMkLst>
            <pc:docMk/>
            <pc:sldMasterMk cId="2702157394" sldId="2147484463"/>
            <pc:sldLayoutMk cId="3906028459" sldId="2147484502"/>
          </pc:sldLayoutMkLst>
        </pc:sldLayoutChg>
        <pc:sldLayoutChg chg="del">
          <pc:chgData name="Owen Wagner" userId="957930577e6e4bc8" providerId="LiveId" clId="{ED16B416-0E3A-4DE9-81D5-7178F824F329}" dt="2026-08-13T14:11:35.382" v="1"/>
          <pc:sldLayoutMkLst>
            <pc:docMk/>
            <pc:sldMasterMk cId="2702157394" sldId="2147484463"/>
            <pc:sldLayoutMk cId="1683367080" sldId="2147484503"/>
          </pc:sldLayoutMkLst>
        </pc:sldLayoutChg>
        <pc:sldLayoutChg chg="del">
          <pc:chgData name="Owen Wagner" userId="957930577e6e4bc8" providerId="LiveId" clId="{ED16B416-0E3A-4DE9-81D5-7178F824F329}" dt="2026-08-13T14:11:35.382" v="1"/>
          <pc:sldLayoutMkLst>
            <pc:docMk/>
            <pc:sldMasterMk cId="2702157394" sldId="2147484463"/>
            <pc:sldLayoutMk cId="1589604406" sldId="2147484504"/>
          </pc:sldLayoutMkLst>
        </pc:sldLayoutChg>
        <pc:sldLayoutChg chg="del">
          <pc:chgData name="Owen Wagner" userId="957930577e6e4bc8" providerId="LiveId" clId="{ED16B416-0E3A-4DE9-81D5-7178F824F329}" dt="2026-08-13T14:11:35.382" v="1"/>
          <pc:sldLayoutMkLst>
            <pc:docMk/>
            <pc:sldMasterMk cId="2702157394" sldId="2147484463"/>
            <pc:sldLayoutMk cId="137644099" sldId="2147484505"/>
          </pc:sldLayoutMkLst>
        </pc:sldLayoutChg>
        <pc:sldLayoutChg chg="del">
          <pc:chgData name="Owen Wagner" userId="957930577e6e4bc8" providerId="LiveId" clId="{ED16B416-0E3A-4DE9-81D5-7178F824F329}" dt="2026-08-13T14:11:35.382" v="1"/>
          <pc:sldLayoutMkLst>
            <pc:docMk/>
            <pc:sldMasterMk cId="2702157394" sldId="2147484463"/>
            <pc:sldLayoutMk cId="4290393478" sldId="2147484506"/>
          </pc:sldLayoutMkLst>
        </pc:sldLayoutChg>
        <pc:sldLayoutChg chg="del">
          <pc:chgData name="Owen Wagner" userId="957930577e6e4bc8" providerId="LiveId" clId="{ED16B416-0E3A-4DE9-81D5-7178F824F329}" dt="2026-08-13T14:11:35.382" v="1"/>
          <pc:sldLayoutMkLst>
            <pc:docMk/>
            <pc:sldMasterMk cId="2702157394" sldId="2147484463"/>
            <pc:sldLayoutMk cId="3887974362" sldId="2147484507"/>
          </pc:sldLayoutMkLst>
        </pc:sldLayoutChg>
        <pc:sldLayoutChg chg="del">
          <pc:chgData name="Owen Wagner" userId="957930577e6e4bc8" providerId="LiveId" clId="{ED16B416-0E3A-4DE9-81D5-7178F824F329}" dt="2026-08-13T14:11:35.382" v="1"/>
          <pc:sldLayoutMkLst>
            <pc:docMk/>
            <pc:sldMasterMk cId="2702157394" sldId="2147484463"/>
            <pc:sldLayoutMk cId="3062579228" sldId="2147484508"/>
          </pc:sldLayoutMkLst>
        </pc:sldLayoutChg>
      </pc:sldMasterChg>
      <pc:sldMasterChg chg="del delSldLayout">
        <pc:chgData name="Owen Wagner" userId="957930577e6e4bc8" providerId="LiveId" clId="{ED16B416-0E3A-4DE9-81D5-7178F824F329}" dt="2026-08-13T14:11:35.382" v="1"/>
        <pc:sldMasterMkLst>
          <pc:docMk/>
          <pc:sldMasterMk cId="771018059" sldId="2147484509"/>
        </pc:sldMasterMkLst>
        <pc:sldLayoutChg chg="del">
          <pc:chgData name="Owen Wagner" userId="957930577e6e4bc8" providerId="LiveId" clId="{ED16B416-0E3A-4DE9-81D5-7178F824F329}" dt="2026-08-13T14:11:35.382" v="1"/>
          <pc:sldLayoutMkLst>
            <pc:docMk/>
            <pc:sldMasterMk cId="771018059" sldId="2147484509"/>
            <pc:sldLayoutMk cId="1233876251" sldId="2147484510"/>
          </pc:sldLayoutMkLst>
        </pc:sldLayoutChg>
        <pc:sldLayoutChg chg="del">
          <pc:chgData name="Owen Wagner" userId="957930577e6e4bc8" providerId="LiveId" clId="{ED16B416-0E3A-4DE9-81D5-7178F824F329}" dt="2026-08-13T14:11:35.382" v="1"/>
          <pc:sldLayoutMkLst>
            <pc:docMk/>
            <pc:sldMasterMk cId="771018059" sldId="2147484509"/>
            <pc:sldLayoutMk cId="852499895" sldId="2147484511"/>
          </pc:sldLayoutMkLst>
        </pc:sldLayoutChg>
        <pc:sldLayoutChg chg="del">
          <pc:chgData name="Owen Wagner" userId="957930577e6e4bc8" providerId="LiveId" clId="{ED16B416-0E3A-4DE9-81D5-7178F824F329}" dt="2026-08-13T14:11:35.382" v="1"/>
          <pc:sldLayoutMkLst>
            <pc:docMk/>
            <pc:sldMasterMk cId="771018059" sldId="2147484509"/>
            <pc:sldLayoutMk cId="3058024136" sldId="2147484512"/>
          </pc:sldLayoutMkLst>
        </pc:sldLayoutChg>
        <pc:sldLayoutChg chg="del">
          <pc:chgData name="Owen Wagner" userId="957930577e6e4bc8" providerId="LiveId" clId="{ED16B416-0E3A-4DE9-81D5-7178F824F329}" dt="2026-08-13T14:11:35.382" v="1"/>
          <pc:sldLayoutMkLst>
            <pc:docMk/>
            <pc:sldMasterMk cId="771018059" sldId="2147484509"/>
            <pc:sldLayoutMk cId="2048680854" sldId="2147484513"/>
          </pc:sldLayoutMkLst>
        </pc:sldLayoutChg>
        <pc:sldLayoutChg chg="del">
          <pc:chgData name="Owen Wagner" userId="957930577e6e4bc8" providerId="LiveId" clId="{ED16B416-0E3A-4DE9-81D5-7178F824F329}" dt="2026-08-13T14:11:35.382" v="1"/>
          <pc:sldLayoutMkLst>
            <pc:docMk/>
            <pc:sldMasterMk cId="771018059" sldId="2147484509"/>
            <pc:sldLayoutMk cId="3095419427" sldId="2147484514"/>
          </pc:sldLayoutMkLst>
        </pc:sldLayoutChg>
        <pc:sldLayoutChg chg="del">
          <pc:chgData name="Owen Wagner" userId="957930577e6e4bc8" providerId="LiveId" clId="{ED16B416-0E3A-4DE9-81D5-7178F824F329}" dt="2026-08-13T14:11:35.382" v="1"/>
          <pc:sldLayoutMkLst>
            <pc:docMk/>
            <pc:sldMasterMk cId="771018059" sldId="2147484509"/>
            <pc:sldLayoutMk cId="3514224707" sldId="2147484515"/>
          </pc:sldLayoutMkLst>
        </pc:sldLayoutChg>
        <pc:sldLayoutChg chg="del">
          <pc:chgData name="Owen Wagner" userId="957930577e6e4bc8" providerId="LiveId" clId="{ED16B416-0E3A-4DE9-81D5-7178F824F329}" dt="2026-08-13T14:11:35.382" v="1"/>
          <pc:sldLayoutMkLst>
            <pc:docMk/>
            <pc:sldMasterMk cId="771018059" sldId="2147484509"/>
            <pc:sldLayoutMk cId="1688676412" sldId="2147484516"/>
          </pc:sldLayoutMkLst>
        </pc:sldLayoutChg>
        <pc:sldLayoutChg chg="del">
          <pc:chgData name="Owen Wagner" userId="957930577e6e4bc8" providerId="LiveId" clId="{ED16B416-0E3A-4DE9-81D5-7178F824F329}" dt="2026-08-13T14:11:35.382" v="1"/>
          <pc:sldLayoutMkLst>
            <pc:docMk/>
            <pc:sldMasterMk cId="771018059" sldId="2147484509"/>
            <pc:sldLayoutMk cId="944439612" sldId="2147484517"/>
          </pc:sldLayoutMkLst>
        </pc:sldLayoutChg>
        <pc:sldLayoutChg chg="del">
          <pc:chgData name="Owen Wagner" userId="957930577e6e4bc8" providerId="LiveId" clId="{ED16B416-0E3A-4DE9-81D5-7178F824F329}" dt="2026-08-13T14:11:35.382" v="1"/>
          <pc:sldLayoutMkLst>
            <pc:docMk/>
            <pc:sldMasterMk cId="771018059" sldId="2147484509"/>
            <pc:sldLayoutMk cId="2177182421" sldId="2147484518"/>
          </pc:sldLayoutMkLst>
        </pc:sldLayoutChg>
        <pc:sldLayoutChg chg="del">
          <pc:chgData name="Owen Wagner" userId="957930577e6e4bc8" providerId="LiveId" clId="{ED16B416-0E3A-4DE9-81D5-7178F824F329}" dt="2026-08-13T14:11:35.382" v="1"/>
          <pc:sldLayoutMkLst>
            <pc:docMk/>
            <pc:sldMasterMk cId="771018059" sldId="2147484509"/>
            <pc:sldLayoutMk cId="4011438025" sldId="2147484519"/>
          </pc:sldLayoutMkLst>
        </pc:sldLayoutChg>
        <pc:sldLayoutChg chg="del">
          <pc:chgData name="Owen Wagner" userId="957930577e6e4bc8" providerId="LiveId" clId="{ED16B416-0E3A-4DE9-81D5-7178F824F329}" dt="2026-08-13T14:11:35.382" v="1"/>
          <pc:sldLayoutMkLst>
            <pc:docMk/>
            <pc:sldMasterMk cId="771018059" sldId="2147484509"/>
            <pc:sldLayoutMk cId="528788948" sldId="2147484520"/>
          </pc:sldLayoutMkLst>
        </pc:sldLayoutChg>
        <pc:sldLayoutChg chg="del">
          <pc:chgData name="Owen Wagner" userId="957930577e6e4bc8" providerId="LiveId" clId="{ED16B416-0E3A-4DE9-81D5-7178F824F329}" dt="2026-08-13T14:11:35.382" v="1"/>
          <pc:sldLayoutMkLst>
            <pc:docMk/>
            <pc:sldMasterMk cId="771018059" sldId="2147484509"/>
            <pc:sldLayoutMk cId="2665817245" sldId="2147484521"/>
          </pc:sldLayoutMkLst>
        </pc:sldLayoutChg>
        <pc:sldLayoutChg chg="del">
          <pc:chgData name="Owen Wagner" userId="957930577e6e4bc8" providerId="LiveId" clId="{ED16B416-0E3A-4DE9-81D5-7178F824F329}" dt="2026-08-13T14:11:35.382" v="1"/>
          <pc:sldLayoutMkLst>
            <pc:docMk/>
            <pc:sldMasterMk cId="771018059" sldId="2147484509"/>
            <pc:sldLayoutMk cId="3438373615" sldId="2147484522"/>
          </pc:sldLayoutMkLst>
        </pc:sldLayoutChg>
        <pc:sldLayoutChg chg="del">
          <pc:chgData name="Owen Wagner" userId="957930577e6e4bc8" providerId="LiveId" clId="{ED16B416-0E3A-4DE9-81D5-7178F824F329}" dt="2026-08-13T14:11:35.382" v="1"/>
          <pc:sldLayoutMkLst>
            <pc:docMk/>
            <pc:sldMasterMk cId="771018059" sldId="2147484509"/>
            <pc:sldLayoutMk cId="525984183" sldId="2147484523"/>
          </pc:sldLayoutMkLst>
        </pc:sldLayoutChg>
        <pc:sldLayoutChg chg="del">
          <pc:chgData name="Owen Wagner" userId="957930577e6e4bc8" providerId="LiveId" clId="{ED16B416-0E3A-4DE9-81D5-7178F824F329}" dt="2026-08-13T14:11:35.382" v="1"/>
          <pc:sldLayoutMkLst>
            <pc:docMk/>
            <pc:sldMasterMk cId="771018059" sldId="2147484509"/>
            <pc:sldLayoutMk cId="2585023981" sldId="2147484524"/>
          </pc:sldLayoutMkLst>
        </pc:sldLayoutChg>
        <pc:sldLayoutChg chg="del">
          <pc:chgData name="Owen Wagner" userId="957930577e6e4bc8" providerId="LiveId" clId="{ED16B416-0E3A-4DE9-81D5-7178F824F329}" dt="2026-08-13T14:11:35.382" v="1"/>
          <pc:sldLayoutMkLst>
            <pc:docMk/>
            <pc:sldMasterMk cId="771018059" sldId="2147484509"/>
            <pc:sldLayoutMk cId="2823752818" sldId="2147484525"/>
          </pc:sldLayoutMkLst>
        </pc:sldLayoutChg>
        <pc:sldLayoutChg chg="del">
          <pc:chgData name="Owen Wagner" userId="957930577e6e4bc8" providerId="LiveId" clId="{ED16B416-0E3A-4DE9-81D5-7178F824F329}" dt="2026-08-13T14:11:35.382" v="1"/>
          <pc:sldLayoutMkLst>
            <pc:docMk/>
            <pc:sldMasterMk cId="771018059" sldId="2147484509"/>
            <pc:sldLayoutMk cId="1474662530" sldId="2147484526"/>
          </pc:sldLayoutMkLst>
        </pc:sldLayoutChg>
        <pc:sldLayoutChg chg="del">
          <pc:chgData name="Owen Wagner" userId="957930577e6e4bc8" providerId="LiveId" clId="{ED16B416-0E3A-4DE9-81D5-7178F824F329}" dt="2026-08-13T14:11:35.382" v="1"/>
          <pc:sldLayoutMkLst>
            <pc:docMk/>
            <pc:sldMasterMk cId="771018059" sldId="2147484509"/>
            <pc:sldLayoutMk cId="1186225991" sldId="2147484527"/>
          </pc:sldLayoutMkLst>
        </pc:sldLayoutChg>
        <pc:sldLayoutChg chg="del">
          <pc:chgData name="Owen Wagner" userId="957930577e6e4bc8" providerId="LiveId" clId="{ED16B416-0E3A-4DE9-81D5-7178F824F329}" dt="2026-08-13T14:11:35.382" v="1"/>
          <pc:sldLayoutMkLst>
            <pc:docMk/>
            <pc:sldMasterMk cId="771018059" sldId="2147484509"/>
            <pc:sldLayoutMk cId="272179547" sldId="2147484528"/>
          </pc:sldLayoutMkLst>
        </pc:sldLayoutChg>
        <pc:sldLayoutChg chg="del">
          <pc:chgData name="Owen Wagner" userId="957930577e6e4bc8" providerId="LiveId" clId="{ED16B416-0E3A-4DE9-81D5-7178F824F329}" dt="2026-08-13T14:11:35.382" v="1"/>
          <pc:sldLayoutMkLst>
            <pc:docMk/>
            <pc:sldMasterMk cId="771018059" sldId="2147484509"/>
            <pc:sldLayoutMk cId="3409511797" sldId="2147484529"/>
          </pc:sldLayoutMkLst>
        </pc:sldLayoutChg>
        <pc:sldLayoutChg chg="del">
          <pc:chgData name="Owen Wagner" userId="957930577e6e4bc8" providerId="LiveId" clId="{ED16B416-0E3A-4DE9-81D5-7178F824F329}" dt="2026-08-13T14:11:35.382" v="1"/>
          <pc:sldLayoutMkLst>
            <pc:docMk/>
            <pc:sldMasterMk cId="771018059" sldId="2147484509"/>
            <pc:sldLayoutMk cId="2606401278" sldId="2147484530"/>
          </pc:sldLayoutMkLst>
        </pc:sldLayoutChg>
        <pc:sldLayoutChg chg="del">
          <pc:chgData name="Owen Wagner" userId="957930577e6e4bc8" providerId="LiveId" clId="{ED16B416-0E3A-4DE9-81D5-7178F824F329}" dt="2026-08-13T14:11:35.382" v="1"/>
          <pc:sldLayoutMkLst>
            <pc:docMk/>
            <pc:sldMasterMk cId="771018059" sldId="2147484509"/>
            <pc:sldLayoutMk cId="483840613" sldId="2147484531"/>
          </pc:sldLayoutMkLst>
        </pc:sldLayoutChg>
        <pc:sldLayoutChg chg="del">
          <pc:chgData name="Owen Wagner" userId="957930577e6e4bc8" providerId="LiveId" clId="{ED16B416-0E3A-4DE9-81D5-7178F824F329}" dt="2026-08-13T14:11:35.382" v="1"/>
          <pc:sldLayoutMkLst>
            <pc:docMk/>
            <pc:sldMasterMk cId="771018059" sldId="2147484509"/>
            <pc:sldLayoutMk cId="2740295789" sldId="2147484532"/>
          </pc:sldLayoutMkLst>
        </pc:sldLayoutChg>
        <pc:sldLayoutChg chg="del">
          <pc:chgData name="Owen Wagner" userId="957930577e6e4bc8" providerId="LiveId" clId="{ED16B416-0E3A-4DE9-81D5-7178F824F329}" dt="2026-08-13T14:11:35.382" v="1"/>
          <pc:sldLayoutMkLst>
            <pc:docMk/>
            <pc:sldMasterMk cId="771018059" sldId="2147484509"/>
            <pc:sldLayoutMk cId="402921818" sldId="2147484533"/>
          </pc:sldLayoutMkLst>
        </pc:sldLayoutChg>
        <pc:sldLayoutChg chg="del">
          <pc:chgData name="Owen Wagner" userId="957930577e6e4bc8" providerId="LiveId" clId="{ED16B416-0E3A-4DE9-81D5-7178F824F329}" dt="2026-08-13T14:11:35.382" v="1"/>
          <pc:sldLayoutMkLst>
            <pc:docMk/>
            <pc:sldMasterMk cId="771018059" sldId="2147484509"/>
            <pc:sldLayoutMk cId="8202178" sldId="2147484534"/>
          </pc:sldLayoutMkLst>
        </pc:sldLayoutChg>
        <pc:sldLayoutChg chg="del">
          <pc:chgData name="Owen Wagner" userId="957930577e6e4bc8" providerId="LiveId" clId="{ED16B416-0E3A-4DE9-81D5-7178F824F329}" dt="2026-08-13T14:11:35.382" v="1"/>
          <pc:sldLayoutMkLst>
            <pc:docMk/>
            <pc:sldMasterMk cId="771018059" sldId="2147484509"/>
            <pc:sldLayoutMk cId="2398895378" sldId="2147484535"/>
          </pc:sldLayoutMkLst>
        </pc:sldLayoutChg>
        <pc:sldLayoutChg chg="del">
          <pc:chgData name="Owen Wagner" userId="957930577e6e4bc8" providerId="LiveId" clId="{ED16B416-0E3A-4DE9-81D5-7178F824F329}" dt="2026-08-13T14:11:35.382" v="1"/>
          <pc:sldLayoutMkLst>
            <pc:docMk/>
            <pc:sldMasterMk cId="771018059" sldId="2147484509"/>
            <pc:sldLayoutMk cId="2485406269" sldId="2147484536"/>
          </pc:sldLayoutMkLst>
        </pc:sldLayoutChg>
        <pc:sldLayoutChg chg="del">
          <pc:chgData name="Owen Wagner" userId="957930577e6e4bc8" providerId="LiveId" clId="{ED16B416-0E3A-4DE9-81D5-7178F824F329}" dt="2026-08-13T14:11:35.382" v="1"/>
          <pc:sldLayoutMkLst>
            <pc:docMk/>
            <pc:sldMasterMk cId="771018059" sldId="2147484509"/>
            <pc:sldLayoutMk cId="1768052478" sldId="2147484537"/>
          </pc:sldLayoutMkLst>
        </pc:sldLayoutChg>
        <pc:sldLayoutChg chg="del">
          <pc:chgData name="Owen Wagner" userId="957930577e6e4bc8" providerId="LiveId" clId="{ED16B416-0E3A-4DE9-81D5-7178F824F329}" dt="2026-08-13T14:11:35.382" v="1"/>
          <pc:sldLayoutMkLst>
            <pc:docMk/>
            <pc:sldMasterMk cId="771018059" sldId="2147484509"/>
            <pc:sldLayoutMk cId="2965488580" sldId="2147484538"/>
          </pc:sldLayoutMkLst>
        </pc:sldLayoutChg>
        <pc:sldLayoutChg chg="del">
          <pc:chgData name="Owen Wagner" userId="957930577e6e4bc8" providerId="LiveId" clId="{ED16B416-0E3A-4DE9-81D5-7178F824F329}" dt="2026-08-13T14:11:35.382" v="1"/>
          <pc:sldLayoutMkLst>
            <pc:docMk/>
            <pc:sldMasterMk cId="771018059" sldId="2147484509"/>
            <pc:sldLayoutMk cId="694842952" sldId="2147484539"/>
          </pc:sldLayoutMkLst>
        </pc:sldLayoutChg>
        <pc:sldLayoutChg chg="del">
          <pc:chgData name="Owen Wagner" userId="957930577e6e4bc8" providerId="LiveId" clId="{ED16B416-0E3A-4DE9-81D5-7178F824F329}" dt="2026-08-13T14:11:35.382" v="1"/>
          <pc:sldLayoutMkLst>
            <pc:docMk/>
            <pc:sldMasterMk cId="771018059" sldId="2147484509"/>
            <pc:sldLayoutMk cId="257133938" sldId="2147484540"/>
          </pc:sldLayoutMkLst>
        </pc:sldLayoutChg>
        <pc:sldLayoutChg chg="del">
          <pc:chgData name="Owen Wagner" userId="957930577e6e4bc8" providerId="LiveId" clId="{ED16B416-0E3A-4DE9-81D5-7178F824F329}" dt="2026-08-13T14:11:35.382" v="1"/>
          <pc:sldLayoutMkLst>
            <pc:docMk/>
            <pc:sldMasterMk cId="771018059" sldId="2147484509"/>
            <pc:sldLayoutMk cId="1563507709" sldId="2147484541"/>
          </pc:sldLayoutMkLst>
        </pc:sldLayoutChg>
        <pc:sldLayoutChg chg="del">
          <pc:chgData name="Owen Wagner" userId="957930577e6e4bc8" providerId="LiveId" clId="{ED16B416-0E3A-4DE9-81D5-7178F824F329}" dt="2026-08-13T14:11:35.382" v="1"/>
          <pc:sldLayoutMkLst>
            <pc:docMk/>
            <pc:sldMasterMk cId="771018059" sldId="2147484509"/>
            <pc:sldLayoutMk cId="4199884134" sldId="2147484542"/>
          </pc:sldLayoutMkLst>
        </pc:sldLayoutChg>
        <pc:sldLayoutChg chg="del">
          <pc:chgData name="Owen Wagner" userId="957930577e6e4bc8" providerId="LiveId" clId="{ED16B416-0E3A-4DE9-81D5-7178F824F329}" dt="2026-08-13T14:11:35.382" v="1"/>
          <pc:sldLayoutMkLst>
            <pc:docMk/>
            <pc:sldMasterMk cId="771018059" sldId="2147484509"/>
            <pc:sldLayoutMk cId="2445331699" sldId="2147484543"/>
          </pc:sldLayoutMkLst>
        </pc:sldLayoutChg>
        <pc:sldLayoutChg chg="del">
          <pc:chgData name="Owen Wagner" userId="957930577e6e4bc8" providerId="LiveId" clId="{ED16B416-0E3A-4DE9-81D5-7178F824F329}" dt="2026-08-13T14:11:35.382" v="1"/>
          <pc:sldLayoutMkLst>
            <pc:docMk/>
            <pc:sldMasterMk cId="771018059" sldId="2147484509"/>
            <pc:sldLayoutMk cId="3557158215" sldId="2147484544"/>
          </pc:sldLayoutMkLst>
        </pc:sldLayoutChg>
        <pc:sldLayoutChg chg="del">
          <pc:chgData name="Owen Wagner" userId="957930577e6e4bc8" providerId="LiveId" clId="{ED16B416-0E3A-4DE9-81D5-7178F824F329}" dt="2026-08-13T14:11:35.382" v="1"/>
          <pc:sldLayoutMkLst>
            <pc:docMk/>
            <pc:sldMasterMk cId="771018059" sldId="2147484509"/>
            <pc:sldLayoutMk cId="2889626150" sldId="2147484545"/>
          </pc:sldLayoutMkLst>
        </pc:sldLayoutChg>
        <pc:sldLayoutChg chg="del">
          <pc:chgData name="Owen Wagner" userId="957930577e6e4bc8" providerId="LiveId" clId="{ED16B416-0E3A-4DE9-81D5-7178F824F329}" dt="2026-08-13T14:11:35.382" v="1"/>
          <pc:sldLayoutMkLst>
            <pc:docMk/>
            <pc:sldMasterMk cId="771018059" sldId="2147484509"/>
            <pc:sldLayoutMk cId="2048512843" sldId="2147484546"/>
          </pc:sldLayoutMkLst>
        </pc:sldLayoutChg>
        <pc:sldLayoutChg chg="del">
          <pc:chgData name="Owen Wagner" userId="957930577e6e4bc8" providerId="LiveId" clId="{ED16B416-0E3A-4DE9-81D5-7178F824F329}" dt="2026-08-13T14:11:35.382" v="1"/>
          <pc:sldLayoutMkLst>
            <pc:docMk/>
            <pc:sldMasterMk cId="771018059" sldId="2147484509"/>
            <pc:sldLayoutMk cId="3826315189" sldId="2147484547"/>
          </pc:sldLayoutMkLst>
        </pc:sldLayoutChg>
        <pc:sldLayoutChg chg="del">
          <pc:chgData name="Owen Wagner" userId="957930577e6e4bc8" providerId="LiveId" clId="{ED16B416-0E3A-4DE9-81D5-7178F824F329}" dt="2026-08-13T14:11:35.382" v="1"/>
          <pc:sldLayoutMkLst>
            <pc:docMk/>
            <pc:sldMasterMk cId="771018059" sldId="2147484509"/>
            <pc:sldLayoutMk cId="2421608554" sldId="2147484548"/>
          </pc:sldLayoutMkLst>
        </pc:sldLayoutChg>
        <pc:sldLayoutChg chg="del">
          <pc:chgData name="Owen Wagner" userId="957930577e6e4bc8" providerId="LiveId" clId="{ED16B416-0E3A-4DE9-81D5-7178F824F329}" dt="2026-08-13T14:11:35.382" v="1"/>
          <pc:sldLayoutMkLst>
            <pc:docMk/>
            <pc:sldMasterMk cId="771018059" sldId="2147484509"/>
            <pc:sldLayoutMk cId="4126168091" sldId="2147484549"/>
          </pc:sldLayoutMkLst>
        </pc:sldLayoutChg>
        <pc:sldLayoutChg chg="del">
          <pc:chgData name="Owen Wagner" userId="957930577e6e4bc8" providerId="LiveId" clId="{ED16B416-0E3A-4DE9-81D5-7178F824F329}" dt="2026-08-13T14:11:35.382" v="1"/>
          <pc:sldLayoutMkLst>
            <pc:docMk/>
            <pc:sldMasterMk cId="771018059" sldId="2147484509"/>
            <pc:sldLayoutMk cId="814710744" sldId="2147484550"/>
          </pc:sldLayoutMkLst>
        </pc:sldLayoutChg>
        <pc:sldLayoutChg chg="del">
          <pc:chgData name="Owen Wagner" userId="957930577e6e4bc8" providerId="LiveId" clId="{ED16B416-0E3A-4DE9-81D5-7178F824F329}" dt="2026-08-13T14:11:35.382" v="1"/>
          <pc:sldLayoutMkLst>
            <pc:docMk/>
            <pc:sldMasterMk cId="771018059" sldId="2147484509"/>
            <pc:sldLayoutMk cId="3213706089" sldId="2147484551"/>
          </pc:sldLayoutMkLst>
        </pc:sldLayoutChg>
        <pc:sldLayoutChg chg="del">
          <pc:chgData name="Owen Wagner" userId="957930577e6e4bc8" providerId="LiveId" clId="{ED16B416-0E3A-4DE9-81D5-7178F824F329}" dt="2026-08-13T14:11:35.382" v="1"/>
          <pc:sldLayoutMkLst>
            <pc:docMk/>
            <pc:sldMasterMk cId="771018059" sldId="2147484509"/>
            <pc:sldLayoutMk cId="882363175" sldId="2147484552"/>
          </pc:sldLayoutMkLst>
        </pc:sldLayoutChg>
        <pc:sldLayoutChg chg="del">
          <pc:chgData name="Owen Wagner" userId="957930577e6e4bc8" providerId="LiveId" clId="{ED16B416-0E3A-4DE9-81D5-7178F824F329}" dt="2026-08-13T14:11:35.382" v="1"/>
          <pc:sldLayoutMkLst>
            <pc:docMk/>
            <pc:sldMasterMk cId="771018059" sldId="2147484509"/>
            <pc:sldLayoutMk cId="2572384121" sldId="2147484553"/>
          </pc:sldLayoutMkLst>
        </pc:sldLayoutChg>
        <pc:sldLayoutChg chg="del">
          <pc:chgData name="Owen Wagner" userId="957930577e6e4bc8" providerId="LiveId" clId="{ED16B416-0E3A-4DE9-81D5-7178F824F329}" dt="2026-08-13T14:11:35.382" v="1"/>
          <pc:sldLayoutMkLst>
            <pc:docMk/>
            <pc:sldMasterMk cId="771018059" sldId="2147484509"/>
            <pc:sldLayoutMk cId="2922002115" sldId="2147484554"/>
          </pc:sldLayoutMkLst>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957930577e6e4bc8/Desktop/NA%20Ag%20Review/August%202026/meal%20stock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957930577e6e4bc8/Desktop/NA%20Ag%20Review/August%202026/meal%20stock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957930577e6e4bc8/Desktop/Ad%20Hoc/Crop%20yield%20forecast/corn%20yield%20model.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957930577e6e4bc8/Desktop/Ad%20Hoc/Crop%20yield%20forecast/corn%20yield%20model.xlsx" TargetMode="Externa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1.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957930577e6e4bc8/Desktop/NA%20Ag%20Review/August%202026/indian%20cotton.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957930577e6e4bc8/Desktop/NA%20Ag%20Review/August%202026/Table25-Monthly-Estimates-of-US-Sugar-Supply-and-Use_0.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'meal trade diagram'!$D$16</c:f>
              <c:strCache>
                <c:ptCount val="1"/>
                <c:pt idx="0">
                  <c:v>2020</c:v>
                </c:pt>
              </c:strCache>
            </c:strRef>
          </c:tx>
          <c:spPr>
            <a:ln w="28575" cap="rnd">
              <a:solidFill>
                <a:schemeClr val="accent1"/>
              </a:solidFill>
              <a:round/>
            </a:ln>
            <a:effectLst/>
          </c:spPr>
          <c:marker>
            <c:symbol val="none"/>
          </c:marker>
          <c:cat>
            <c:strRef>
              <c:f>'meal trade diagram'!$E$15:$P$15</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'meal trade diagram'!$E$16:$P$16</c:f>
              <c:numCache>
                <c:formatCode>General</c:formatCode>
                <c:ptCount val="12"/>
                <c:pt idx="0">
                  <c:v>713368.7</c:v>
                </c:pt>
                <c:pt idx="1">
                  <c:v>1701562.4</c:v>
                </c:pt>
                <c:pt idx="2">
                  <c:v>2707490</c:v>
                </c:pt>
                <c:pt idx="3">
                  <c:v>3567661.3</c:v>
                </c:pt>
                <c:pt idx="4">
                  <c:v>4302738.5</c:v>
                </c:pt>
                <c:pt idx="5">
                  <c:v>5051106.9000000004</c:v>
                </c:pt>
                <c:pt idx="6">
                  <c:v>5801267.5</c:v>
                </c:pt>
                <c:pt idx="7">
                  <c:v>6568263.7999999998</c:v>
                </c:pt>
                <c:pt idx="8">
                  <c:v>7227807.0999999996</c:v>
                </c:pt>
                <c:pt idx="9">
                  <c:v>7959836.5</c:v>
                </c:pt>
                <c:pt idx="10">
                  <c:v>8880347.9000000004</c:v>
                </c:pt>
                <c:pt idx="11">
                  <c:v>9882754.5</c:v>
                </c:pt>
              </c:numCache>
            </c:numRef>
          </c:val>
          <c:smooth val="0"/>
          <c:extLst>
            <c:ext xmlns:c16="http://schemas.microsoft.com/office/drawing/2014/chart" uri="{C3380CC4-5D6E-409C-BE32-E72D297353CC}">
              <c16:uniqueId val="{00000000-6D32-406D-8D68-C7616CBD5571}"/>
            </c:ext>
          </c:extLst>
        </c:ser>
        <c:ser>
          <c:idx val="1"/>
          <c:order val="1"/>
          <c:tx>
            <c:strRef>
              <c:f>'meal trade diagram'!$D$17</c:f>
              <c:strCache>
                <c:ptCount val="1"/>
                <c:pt idx="0">
                  <c:v>2021</c:v>
                </c:pt>
              </c:strCache>
            </c:strRef>
          </c:tx>
          <c:spPr>
            <a:ln w="28575" cap="rnd">
              <a:solidFill>
                <a:schemeClr val="accent2"/>
              </a:solidFill>
              <a:round/>
            </a:ln>
            <a:effectLst/>
          </c:spPr>
          <c:marker>
            <c:symbol val="none"/>
          </c:marker>
          <c:cat>
            <c:strRef>
              <c:f>'meal trade diagram'!$E$15:$P$15</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'meal trade diagram'!$E$17:$P$17</c:f>
              <c:numCache>
                <c:formatCode>General</c:formatCode>
                <c:ptCount val="12"/>
                <c:pt idx="0">
                  <c:v>997615.9</c:v>
                </c:pt>
                <c:pt idx="1">
                  <c:v>1833529.4</c:v>
                </c:pt>
                <c:pt idx="2">
                  <c:v>2812800.5999999996</c:v>
                </c:pt>
                <c:pt idx="3">
                  <c:v>3564645.4999999995</c:v>
                </c:pt>
                <c:pt idx="4">
                  <c:v>4289932.1999999993</c:v>
                </c:pt>
                <c:pt idx="5">
                  <c:v>4899548.5999999996</c:v>
                </c:pt>
                <c:pt idx="6">
                  <c:v>5592518.5999999996</c:v>
                </c:pt>
                <c:pt idx="7">
                  <c:v>6244827.0999999996</c:v>
                </c:pt>
                <c:pt idx="8">
                  <c:v>6826481.5</c:v>
                </c:pt>
                <c:pt idx="9">
                  <c:v>7628246.9000000004</c:v>
                </c:pt>
                <c:pt idx="10">
                  <c:v>8573353.7000000011</c:v>
                </c:pt>
                <c:pt idx="11">
                  <c:v>9631842.7000000011</c:v>
                </c:pt>
              </c:numCache>
            </c:numRef>
          </c:val>
          <c:smooth val="0"/>
          <c:extLst>
            <c:ext xmlns:c16="http://schemas.microsoft.com/office/drawing/2014/chart" uri="{C3380CC4-5D6E-409C-BE32-E72D297353CC}">
              <c16:uniqueId val="{00000001-6D32-406D-8D68-C7616CBD5571}"/>
            </c:ext>
          </c:extLst>
        </c:ser>
        <c:ser>
          <c:idx val="2"/>
          <c:order val="2"/>
          <c:tx>
            <c:strRef>
              <c:f>'meal trade diagram'!$D$18</c:f>
              <c:strCache>
                <c:ptCount val="1"/>
                <c:pt idx="0">
                  <c:v>2022</c:v>
                </c:pt>
              </c:strCache>
            </c:strRef>
          </c:tx>
          <c:spPr>
            <a:ln w="28575" cap="rnd">
              <a:solidFill>
                <a:schemeClr val="accent3"/>
              </a:solidFill>
              <a:round/>
            </a:ln>
            <a:effectLst/>
          </c:spPr>
          <c:marker>
            <c:symbol val="none"/>
          </c:marker>
          <c:cat>
            <c:strRef>
              <c:f>'meal trade diagram'!$E$15:$P$15</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'meal trade diagram'!$E$18:$P$18</c:f>
              <c:numCache>
                <c:formatCode>General</c:formatCode>
                <c:ptCount val="12"/>
                <c:pt idx="0">
                  <c:v>948279.5</c:v>
                </c:pt>
                <c:pt idx="1">
                  <c:v>1768889.3</c:v>
                </c:pt>
                <c:pt idx="2">
                  <c:v>2684844.4</c:v>
                </c:pt>
                <c:pt idx="3">
                  <c:v>3621715.4</c:v>
                </c:pt>
                <c:pt idx="4">
                  <c:v>4477844.4000000004</c:v>
                </c:pt>
                <c:pt idx="5">
                  <c:v>5343727.5</c:v>
                </c:pt>
                <c:pt idx="6">
                  <c:v>6026458.5</c:v>
                </c:pt>
                <c:pt idx="7">
                  <c:v>6732759.5</c:v>
                </c:pt>
                <c:pt idx="8">
                  <c:v>7335554.4000000004</c:v>
                </c:pt>
                <c:pt idx="9">
                  <c:v>7996076.7000000002</c:v>
                </c:pt>
                <c:pt idx="10">
                  <c:v>8820929</c:v>
                </c:pt>
                <c:pt idx="11">
                  <c:v>9675988</c:v>
                </c:pt>
              </c:numCache>
            </c:numRef>
          </c:val>
          <c:smooth val="0"/>
          <c:extLst>
            <c:ext xmlns:c16="http://schemas.microsoft.com/office/drawing/2014/chart" uri="{C3380CC4-5D6E-409C-BE32-E72D297353CC}">
              <c16:uniqueId val="{00000002-6D32-406D-8D68-C7616CBD5571}"/>
            </c:ext>
          </c:extLst>
        </c:ser>
        <c:ser>
          <c:idx val="3"/>
          <c:order val="3"/>
          <c:tx>
            <c:strRef>
              <c:f>'meal trade diagram'!$D$19</c:f>
              <c:strCache>
                <c:ptCount val="1"/>
                <c:pt idx="0">
                  <c:v>2023</c:v>
                </c:pt>
              </c:strCache>
            </c:strRef>
          </c:tx>
          <c:spPr>
            <a:ln w="28575" cap="rnd">
              <a:solidFill>
                <a:schemeClr val="accent4"/>
              </a:solidFill>
              <a:round/>
            </a:ln>
            <a:effectLst/>
          </c:spPr>
          <c:marker>
            <c:symbol val="none"/>
          </c:marker>
          <c:cat>
            <c:strRef>
              <c:f>'meal trade diagram'!$E$15:$P$15</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'meal trade diagram'!$E$19:$P$19</c:f>
              <c:numCache>
                <c:formatCode>General</c:formatCode>
                <c:ptCount val="12"/>
                <c:pt idx="0">
                  <c:v>1013490.7</c:v>
                </c:pt>
                <c:pt idx="1">
                  <c:v>1713213.2999999998</c:v>
                </c:pt>
                <c:pt idx="2">
                  <c:v>2792517.5</c:v>
                </c:pt>
                <c:pt idx="3">
                  <c:v>3627241</c:v>
                </c:pt>
                <c:pt idx="4">
                  <c:v>4430124.3</c:v>
                </c:pt>
                <c:pt idx="5">
                  <c:v>5348518.5999999996</c:v>
                </c:pt>
                <c:pt idx="6">
                  <c:v>6272839.0999999996</c:v>
                </c:pt>
                <c:pt idx="7">
                  <c:v>7087593.3999999994</c:v>
                </c:pt>
                <c:pt idx="8">
                  <c:v>7849060.0999999996</c:v>
                </c:pt>
                <c:pt idx="9">
                  <c:v>8657614.5</c:v>
                </c:pt>
                <c:pt idx="10">
                  <c:v>9763569.5999999996</c:v>
                </c:pt>
                <c:pt idx="11">
                  <c:v>10882989.1</c:v>
                </c:pt>
              </c:numCache>
            </c:numRef>
          </c:val>
          <c:smooth val="0"/>
          <c:extLst>
            <c:ext xmlns:c16="http://schemas.microsoft.com/office/drawing/2014/chart" uri="{C3380CC4-5D6E-409C-BE32-E72D297353CC}">
              <c16:uniqueId val="{00000003-6D32-406D-8D68-C7616CBD5571}"/>
            </c:ext>
          </c:extLst>
        </c:ser>
        <c:ser>
          <c:idx val="4"/>
          <c:order val="4"/>
          <c:tx>
            <c:strRef>
              <c:f>'meal trade diagram'!$D$20</c:f>
              <c:strCache>
                <c:ptCount val="1"/>
                <c:pt idx="0">
                  <c:v>2024</c:v>
                </c:pt>
              </c:strCache>
            </c:strRef>
          </c:tx>
          <c:spPr>
            <a:ln w="28575" cap="rnd">
              <a:solidFill>
                <a:schemeClr val="accent5"/>
              </a:solidFill>
              <a:round/>
            </a:ln>
            <a:effectLst/>
          </c:spPr>
          <c:marker>
            <c:symbol val="none"/>
          </c:marker>
          <c:cat>
            <c:strRef>
              <c:f>'meal trade diagram'!$E$15:$P$15</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'meal trade diagram'!$E$20:$P$20</c:f>
              <c:numCache>
                <c:formatCode>General</c:formatCode>
                <c:ptCount val="12"/>
                <c:pt idx="0">
                  <c:v>1010603.4</c:v>
                </c:pt>
                <c:pt idx="1">
                  <c:v>2095137</c:v>
                </c:pt>
                <c:pt idx="2">
                  <c:v>3235607.8</c:v>
                </c:pt>
                <c:pt idx="3">
                  <c:v>4151710.5999999996</c:v>
                </c:pt>
                <c:pt idx="4">
                  <c:v>4870729.5999999996</c:v>
                </c:pt>
                <c:pt idx="5">
                  <c:v>5663163.0999999996</c:v>
                </c:pt>
                <c:pt idx="6">
                  <c:v>6427801.5999999996</c:v>
                </c:pt>
                <c:pt idx="7">
                  <c:v>7194521.8999999994</c:v>
                </c:pt>
                <c:pt idx="8">
                  <c:v>8051176.5999999996</c:v>
                </c:pt>
                <c:pt idx="9">
                  <c:v>9130265.5999999996</c:v>
                </c:pt>
                <c:pt idx="10">
                  <c:v>10323948.4</c:v>
                </c:pt>
                <c:pt idx="11">
                  <c:v>11581417.6</c:v>
                </c:pt>
              </c:numCache>
            </c:numRef>
          </c:val>
          <c:smooth val="0"/>
          <c:extLst>
            <c:ext xmlns:c16="http://schemas.microsoft.com/office/drawing/2014/chart" uri="{C3380CC4-5D6E-409C-BE32-E72D297353CC}">
              <c16:uniqueId val="{00000004-6D32-406D-8D68-C7616CBD5571}"/>
            </c:ext>
          </c:extLst>
        </c:ser>
        <c:ser>
          <c:idx val="5"/>
          <c:order val="5"/>
          <c:tx>
            <c:strRef>
              <c:f>'meal trade diagram'!$D$21</c:f>
              <c:strCache>
                <c:ptCount val="1"/>
                <c:pt idx="0">
                  <c:v>2025</c:v>
                </c:pt>
              </c:strCache>
            </c:strRef>
          </c:tx>
          <c:spPr>
            <a:ln w="28575" cap="rnd">
              <a:solidFill>
                <a:schemeClr val="accent6"/>
              </a:solidFill>
              <a:round/>
            </a:ln>
            <a:effectLst/>
          </c:spPr>
          <c:marker>
            <c:symbol val="none"/>
          </c:marker>
          <c:cat>
            <c:strRef>
              <c:f>'meal trade diagram'!$E$15:$P$15</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'meal trade diagram'!$E$21:$P$21</c:f>
              <c:numCache>
                <c:formatCode>General</c:formatCode>
                <c:ptCount val="12"/>
                <c:pt idx="0">
                  <c:v>1094231.7</c:v>
                </c:pt>
                <c:pt idx="1">
                  <c:v>2026680.7</c:v>
                </c:pt>
                <c:pt idx="2">
                  <c:v>3386421.7</c:v>
                </c:pt>
                <c:pt idx="3">
                  <c:v>4457269.2</c:v>
                </c:pt>
                <c:pt idx="4">
                  <c:v>5544133</c:v>
                </c:pt>
                <c:pt idx="5">
                  <c:v>6546415.9000000004</c:v>
                </c:pt>
                <c:pt idx="6">
                  <c:v>7493014.1000000006</c:v>
                </c:pt>
                <c:pt idx="7">
                  <c:v>8584819.9000000004</c:v>
                </c:pt>
                <c:pt idx="8">
                  <c:v>9623030.0999999996</c:v>
                </c:pt>
                <c:pt idx="9">
                  <c:v>10689979.1</c:v>
                </c:pt>
                <c:pt idx="10">
                  <c:v>11926553.9</c:v>
                </c:pt>
                <c:pt idx="11">
                  <c:v>13221196.9</c:v>
                </c:pt>
              </c:numCache>
            </c:numRef>
          </c:val>
          <c:smooth val="0"/>
          <c:extLst>
            <c:ext xmlns:c16="http://schemas.microsoft.com/office/drawing/2014/chart" uri="{C3380CC4-5D6E-409C-BE32-E72D297353CC}">
              <c16:uniqueId val="{00000005-6D32-406D-8D68-C7616CBD5571}"/>
            </c:ext>
          </c:extLst>
        </c:ser>
        <c:ser>
          <c:idx val="6"/>
          <c:order val="6"/>
          <c:tx>
            <c:strRef>
              <c:f>'meal trade diagram'!$D$22</c:f>
              <c:strCache>
                <c:ptCount val="1"/>
                <c:pt idx="0">
                  <c:v>2026</c:v>
                </c:pt>
              </c:strCache>
            </c:strRef>
          </c:tx>
          <c:spPr>
            <a:ln w="28575" cap="rnd">
              <a:solidFill>
                <a:schemeClr val="accent1">
                  <a:lumMod val="60000"/>
                </a:schemeClr>
              </a:solidFill>
              <a:round/>
            </a:ln>
            <a:effectLst/>
          </c:spPr>
          <c:marker>
            <c:symbol val="none"/>
          </c:marker>
          <c:cat>
            <c:strRef>
              <c:f>'meal trade diagram'!$E$15:$P$15</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'meal trade diagram'!$E$22:$P$22</c:f>
              <c:numCache>
                <c:formatCode>General</c:formatCode>
                <c:ptCount val="12"/>
                <c:pt idx="0">
                  <c:v>1265812.3999999999</c:v>
                </c:pt>
                <c:pt idx="1">
                  <c:v>2399759.9</c:v>
                </c:pt>
                <c:pt idx="2">
                  <c:v>3866239.7</c:v>
                </c:pt>
                <c:pt idx="3">
                  <c:v>5104362</c:v>
                </c:pt>
                <c:pt idx="4">
                  <c:v>6302789.4000000004</c:v>
                </c:pt>
                <c:pt idx="5">
                  <c:v>7524534.3000000007</c:v>
                </c:pt>
              </c:numCache>
            </c:numRef>
          </c:val>
          <c:smooth val="0"/>
          <c:extLst>
            <c:ext xmlns:c16="http://schemas.microsoft.com/office/drawing/2014/chart" uri="{C3380CC4-5D6E-409C-BE32-E72D297353CC}">
              <c16:uniqueId val="{00000006-6D32-406D-8D68-C7616CBD5571}"/>
            </c:ext>
          </c:extLst>
        </c:ser>
        <c:dLbls>
          <c:showLegendKey val="0"/>
          <c:showVal val="0"/>
          <c:showCatName val="0"/>
          <c:showSerName val="0"/>
          <c:showPercent val="0"/>
          <c:showBubbleSize val="0"/>
        </c:dLbls>
        <c:smooth val="0"/>
        <c:axId val="913612463"/>
        <c:axId val="913613903"/>
      </c:lineChart>
      <c:catAx>
        <c:axId val="9136124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13613903"/>
        <c:crosses val="autoZero"/>
        <c:auto val="1"/>
        <c:lblAlgn val="ctr"/>
        <c:lblOffset val="100"/>
        <c:noMultiLvlLbl val="0"/>
      </c:catAx>
      <c:valAx>
        <c:axId val="91361390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13612463"/>
        <c:crosses val="autoZero"/>
        <c:crossBetween val="between"/>
        <c:dispUnits>
          <c:builtInUnit val="millions"/>
          <c:dispUnitsLbl>
            <c:layout>
              <c:manualLayout>
                <c:xMode val="edge"/>
                <c:yMode val="edge"/>
                <c:x val="3.6111111111111108E-2"/>
                <c:y val="0.29629629629629628"/>
              </c:manualLayout>
            </c:layout>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Million</a:t>
                  </a:r>
                  <a:r>
                    <a:rPr lang="en-US" baseline="0"/>
                    <a:t> Tonnes</a:t>
                  </a:r>
                  <a:endParaRPr lang="en-US"/>
                </a:p>
              </c:rich>
            </c:tx>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'meal utilization'!$C$5</c:f>
              <c:strCache>
                <c:ptCount val="1"/>
                <c:pt idx="0">
                  <c:v>Poultry</c:v>
                </c:pt>
              </c:strCache>
            </c:strRef>
          </c:tx>
          <c:spPr>
            <a:solidFill>
              <a:schemeClr val="accent1"/>
            </a:solidFill>
            <a:ln>
              <a:noFill/>
            </a:ln>
            <a:effectLst/>
          </c:spPr>
          <c:invertIfNegative val="0"/>
          <c:cat>
            <c:strRef>
              <c:f>'meal utilization'!$D$4:$J$4</c:f>
              <c:strCache>
                <c:ptCount val="7"/>
                <c:pt idx="0">
                  <c:v>2019/20</c:v>
                </c:pt>
                <c:pt idx="1">
                  <c:v>2020/21</c:v>
                </c:pt>
                <c:pt idx="2">
                  <c:v>2021/22</c:v>
                </c:pt>
                <c:pt idx="3">
                  <c:v>2022/23</c:v>
                </c:pt>
                <c:pt idx="4">
                  <c:v>2023/24</c:v>
                </c:pt>
                <c:pt idx="5">
                  <c:v>2024/25</c:v>
                </c:pt>
                <c:pt idx="6">
                  <c:v>2025/26</c:v>
                </c:pt>
              </c:strCache>
            </c:strRef>
          </c:cat>
          <c:val>
            <c:numRef>
              <c:f>'meal utilization'!$D$5:$J$5</c:f>
              <c:numCache>
                <c:formatCode>General</c:formatCode>
                <c:ptCount val="7"/>
                <c:pt idx="0">
                  <c:v>20.239999999999998</c:v>
                </c:pt>
                <c:pt idx="1">
                  <c:v>20.04</c:v>
                </c:pt>
                <c:pt idx="2">
                  <c:v>20.51</c:v>
                </c:pt>
                <c:pt idx="3">
                  <c:v>20.81</c:v>
                </c:pt>
                <c:pt idx="4">
                  <c:v>20.399999999999999</c:v>
                </c:pt>
                <c:pt idx="5">
                  <c:v>21.7</c:v>
                </c:pt>
              </c:numCache>
            </c:numRef>
          </c:val>
          <c:extLst>
            <c:ext xmlns:c16="http://schemas.microsoft.com/office/drawing/2014/chart" uri="{C3380CC4-5D6E-409C-BE32-E72D297353CC}">
              <c16:uniqueId val="{00000000-8A6C-4693-8532-CC3B00E59990}"/>
            </c:ext>
          </c:extLst>
        </c:ser>
        <c:ser>
          <c:idx val="1"/>
          <c:order val="1"/>
          <c:tx>
            <c:strRef>
              <c:f>'meal utilization'!$C$6</c:f>
              <c:strCache>
                <c:ptCount val="1"/>
                <c:pt idx="0">
                  <c:v>Swine</c:v>
                </c:pt>
              </c:strCache>
            </c:strRef>
          </c:tx>
          <c:spPr>
            <a:solidFill>
              <a:schemeClr val="accent2"/>
            </a:solidFill>
            <a:ln>
              <a:noFill/>
            </a:ln>
            <a:effectLst/>
          </c:spPr>
          <c:invertIfNegative val="0"/>
          <c:cat>
            <c:strRef>
              <c:f>'meal utilization'!$D$4:$J$4</c:f>
              <c:strCache>
                <c:ptCount val="7"/>
                <c:pt idx="0">
                  <c:v>2019/20</c:v>
                </c:pt>
                <c:pt idx="1">
                  <c:v>2020/21</c:v>
                </c:pt>
                <c:pt idx="2">
                  <c:v>2021/22</c:v>
                </c:pt>
                <c:pt idx="3">
                  <c:v>2022/23</c:v>
                </c:pt>
                <c:pt idx="4">
                  <c:v>2023/24</c:v>
                </c:pt>
                <c:pt idx="5">
                  <c:v>2024/25</c:v>
                </c:pt>
                <c:pt idx="6">
                  <c:v>2025/26</c:v>
                </c:pt>
              </c:strCache>
            </c:strRef>
          </c:cat>
          <c:val>
            <c:numRef>
              <c:f>'meal utilization'!$D$6:$J$6</c:f>
              <c:numCache>
                <c:formatCode>General</c:formatCode>
                <c:ptCount val="7"/>
                <c:pt idx="0">
                  <c:v>5.94</c:v>
                </c:pt>
                <c:pt idx="1">
                  <c:v>5.58</c:v>
                </c:pt>
                <c:pt idx="2">
                  <c:v>5.81</c:v>
                </c:pt>
                <c:pt idx="3">
                  <c:v>5.64</c:v>
                </c:pt>
                <c:pt idx="4">
                  <c:v>5.47</c:v>
                </c:pt>
                <c:pt idx="5">
                  <c:v>5.82</c:v>
                </c:pt>
              </c:numCache>
            </c:numRef>
          </c:val>
          <c:extLst>
            <c:ext xmlns:c16="http://schemas.microsoft.com/office/drawing/2014/chart" uri="{C3380CC4-5D6E-409C-BE32-E72D297353CC}">
              <c16:uniqueId val="{00000001-8A6C-4693-8532-CC3B00E59990}"/>
            </c:ext>
          </c:extLst>
        </c:ser>
        <c:ser>
          <c:idx val="2"/>
          <c:order val="2"/>
          <c:tx>
            <c:strRef>
              <c:f>'meal utilization'!$C$7</c:f>
              <c:strCache>
                <c:ptCount val="1"/>
                <c:pt idx="0">
                  <c:v>Dairy</c:v>
                </c:pt>
              </c:strCache>
            </c:strRef>
          </c:tx>
          <c:spPr>
            <a:solidFill>
              <a:schemeClr val="accent3"/>
            </a:solidFill>
            <a:ln>
              <a:noFill/>
            </a:ln>
            <a:effectLst/>
          </c:spPr>
          <c:invertIfNegative val="0"/>
          <c:cat>
            <c:strRef>
              <c:f>'meal utilization'!$D$4:$J$4</c:f>
              <c:strCache>
                <c:ptCount val="7"/>
                <c:pt idx="0">
                  <c:v>2019/20</c:v>
                </c:pt>
                <c:pt idx="1">
                  <c:v>2020/21</c:v>
                </c:pt>
                <c:pt idx="2">
                  <c:v>2021/22</c:v>
                </c:pt>
                <c:pt idx="3">
                  <c:v>2022/23</c:v>
                </c:pt>
                <c:pt idx="4">
                  <c:v>2023/24</c:v>
                </c:pt>
                <c:pt idx="5">
                  <c:v>2024/25</c:v>
                </c:pt>
                <c:pt idx="6">
                  <c:v>2025/26</c:v>
                </c:pt>
              </c:strCache>
            </c:strRef>
          </c:cat>
          <c:val>
            <c:numRef>
              <c:f>'meal utilization'!$D$7:$J$7</c:f>
              <c:numCache>
                <c:formatCode>General</c:formatCode>
                <c:ptCount val="7"/>
                <c:pt idx="0">
                  <c:v>4.43</c:v>
                </c:pt>
                <c:pt idx="1">
                  <c:v>4.71</c:v>
                </c:pt>
                <c:pt idx="2">
                  <c:v>5.03</c:v>
                </c:pt>
                <c:pt idx="3">
                  <c:v>5.09</c:v>
                </c:pt>
                <c:pt idx="4">
                  <c:v>5.63</c:v>
                </c:pt>
                <c:pt idx="5">
                  <c:v>5.99</c:v>
                </c:pt>
              </c:numCache>
            </c:numRef>
          </c:val>
          <c:extLst>
            <c:ext xmlns:c16="http://schemas.microsoft.com/office/drawing/2014/chart" uri="{C3380CC4-5D6E-409C-BE32-E72D297353CC}">
              <c16:uniqueId val="{00000002-8A6C-4693-8532-CC3B00E59990}"/>
            </c:ext>
          </c:extLst>
        </c:ser>
        <c:ser>
          <c:idx val="3"/>
          <c:order val="3"/>
          <c:tx>
            <c:strRef>
              <c:f>'meal utilization'!$C$8</c:f>
              <c:strCache>
                <c:ptCount val="1"/>
                <c:pt idx="0">
                  <c:v>Beef</c:v>
                </c:pt>
              </c:strCache>
            </c:strRef>
          </c:tx>
          <c:spPr>
            <a:solidFill>
              <a:schemeClr val="accent4"/>
            </a:solidFill>
            <a:ln>
              <a:noFill/>
            </a:ln>
            <a:effectLst/>
          </c:spPr>
          <c:invertIfNegative val="0"/>
          <c:cat>
            <c:strRef>
              <c:f>'meal utilization'!$D$4:$J$4</c:f>
              <c:strCache>
                <c:ptCount val="7"/>
                <c:pt idx="0">
                  <c:v>2019/20</c:v>
                </c:pt>
                <c:pt idx="1">
                  <c:v>2020/21</c:v>
                </c:pt>
                <c:pt idx="2">
                  <c:v>2021/22</c:v>
                </c:pt>
                <c:pt idx="3">
                  <c:v>2022/23</c:v>
                </c:pt>
                <c:pt idx="4">
                  <c:v>2023/24</c:v>
                </c:pt>
                <c:pt idx="5">
                  <c:v>2024/25</c:v>
                </c:pt>
                <c:pt idx="6">
                  <c:v>2025/26</c:v>
                </c:pt>
              </c:strCache>
            </c:strRef>
          </c:cat>
          <c:val>
            <c:numRef>
              <c:f>'meal utilization'!$D$8:$J$8</c:f>
              <c:numCache>
                <c:formatCode>General</c:formatCode>
                <c:ptCount val="7"/>
                <c:pt idx="0">
                  <c:v>1.69</c:v>
                </c:pt>
                <c:pt idx="1">
                  <c:v>1.69</c:v>
                </c:pt>
                <c:pt idx="2">
                  <c:v>1.76</c:v>
                </c:pt>
                <c:pt idx="3">
                  <c:v>0.94</c:v>
                </c:pt>
                <c:pt idx="4">
                  <c:v>1.22</c:v>
                </c:pt>
                <c:pt idx="5">
                  <c:v>1.3</c:v>
                </c:pt>
              </c:numCache>
            </c:numRef>
          </c:val>
          <c:extLst>
            <c:ext xmlns:c16="http://schemas.microsoft.com/office/drawing/2014/chart" uri="{C3380CC4-5D6E-409C-BE32-E72D297353CC}">
              <c16:uniqueId val="{00000003-8A6C-4693-8532-CC3B00E59990}"/>
            </c:ext>
          </c:extLst>
        </c:ser>
        <c:ser>
          <c:idx val="4"/>
          <c:order val="4"/>
          <c:tx>
            <c:strRef>
              <c:f>'meal utilization'!$C$9</c:f>
              <c:strCache>
                <c:ptCount val="1"/>
                <c:pt idx="0">
                  <c:v>Human use</c:v>
                </c:pt>
              </c:strCache>
            </c:strRef>
          </c:tx>
          <c:spPr>
            <a:solidFill>
              <a:schemeClr val="accent5"/>
            </a:solidFill>
            <a:ln>
              <a:noFill/>
            </a:ln>
            <a:effectLst/>
          </c:spPr>
          <c:invertIfNegative val="0"/>
          <c:cat>
            <c:strRef>
              <c:f>'meal utilization'!$D$4:$J$4</c:f>
              <c:strCache>
                <c:ptCount val="7"/>
                <c:pt idx="0">
                  <c:v>2019/20</c:v>
                </c:pt>
                <c:pt idx="1">
                  <c:v>2020/21</c:v>
                </c:pt>
                <c:pt idx="2">
                  <c:v>2021/22</c:v>
                </c:pt>
                <c:pt idx="3">
                  <c:v>2022/23</c:v>
                </c:pt>
                <c:pt idx="4">
                  <c:v>2023/24</c:v>
                </c:pt>
                <c:pt idx="5">
                  <c:v>2024/25</c:v>
                </c:pt>
                <c:pt idx="6">
                  <c:v>2025/26</c:v>
                </c:pt>
              </c:strCache>
            </c:strRef>
          </c:cat>
          <c:val>
            <c:numRef>
              <c:f>'meal utilization'!$D$9:$J$9</c:f>
              <c:numCache>
                <c:formatCode>General</c:formatCode>
                <c:ptCount val="7"/>
                <c:pt idx="0">
                  <c:v>1.24</c:v>
                </c:pt>
                <c:pt idx="1">
                  <c:v>1.28</c:v>
                </c:pt>
                <c:pt idx="2">
                  <c:v>1.29</c:v>
                </c:pt>
                <c:pt idx="3">
                  <c:v>1.29</c:v>
                </c:pt>
                <c:pt idx="4">
                  <c:v>1.3</c:v>
                </c:pt>
                <c:pt idx="5">
                  <c:v>1.31</c:v>
                </c:pt>
              </c:numCache>
            </c:numRef>
          </c:val>
          <c:extLst>
            <c:ext xmlns:c16="http://schemas.microsoft.com/office/drawing/2014/chart" uri="{C3380CC4-5D6E-409C-BE32-E72D297353CC}">
              <c16:uniqueId val="{00000004-8A6C-4693-8532-CC3B00E59990}"/>
            </c:ext>
          </c:extLst>
        </c:ser>
        <c:ser>
          <c:idx val="5"/>
          <c:order val="5"/>
          <c:tx>
            <c:strRef>
              <c:f>'meal utilization'!$C$10</c:f>
              <c:strCache>
                <c:ptCount val="1"/>
                <c:pt idx="0">
                  <c:v>Pets</c:v>
                </c:pt>
              </c:strCache>
            </c:strRef>
          </c:tx>
          <c:spPr>
            <a:solidFill>
              <a:schemeClr val="accent6"/>
            </a:solidFill>
            <a:ln>
              <a:noFill/>
            </a:ln>
            <a:effectLst/>
          </c:spPr>
          <c:invertIfNegative val="0"/>
          <c:cat>
            <c:strRef>
              <c:f>'meal utilization'!$D$4:$J$4</c:f>
              <c:strCache>
                <c:ptCount val="7"/>
                <c:pt idx="0">
                  <c:v>2019/20</c:v>
                </c:pt>
                <c:pt idx="1">
                  <c:v>2020/21</c:v>
                </c:pt>
                <c:pt idx="2">
                  <c:v>2021/22</c:v>
                </c:pt>
                <c:pt idx="3">
                  <c:v>2022/23</c:v>
                </c:pt>
                <c:pt idx="4">
                  <c:v>2023/24</c:v>
                </c:pt>
                <c:pt idx="5">
                  <c:v>2024/25</c:v>
                </c:pt>
                <c:pt idx="6">
                  <c:v>2025/26</c:v>
                </c:pt>
              </c:strCache>
            </c:strRef>
          </c:cat>
          <c:val>
            <c:numRef>
              <c:f>'meal utilization'!$D$10:$J$10</c:f>
              <c:numCache>
                <c:formatCode>General</c:formatCode>
                <c:ptCount val="7"/>
                <c:pt idx="0">
                  <c:v>0.56000000000000005</c:v>
                </c:pt>
                <c:pt idx="1">
                  <c:v>0.56000000000000005</c:v>
                </c:pt>
                <c:pt idx="2">
                  <c:v>0.56000000000000005</c:v>
                </c:pt>
                <c:pt idx="3">
                  <c:v>0.79600000000000004</c:v>
                </c:pt>
                <c:pt idx="4">
                  <c:v>0.68400000000000005</c:v>
                </c:pt>
                <c:pt idx="5">
                  <c:v>0.72799999999999998</c:v>
                </c:pt>
              </c:numCache>
            </c:numRef>
          </c:val>
          <c:extLst>
            <c:ext xmlns:c16="http://schemas.microsoft.com/office/drawing/2014/chart" uri="{C3380CC4-5D6E-409C-BE32-E72D297353CC}">
              <c16:uniqueId val="{00000005-8A6C-4693-8532-CC3B00E59990}"/>
            </c:ext>
          </c:extLst>
        </c:ser>
        <c:ser>
          <c:idx val="6"/>
          <c:order val="6"/>
          <c:tx>
            <c:strRef>
              <c:f>'meal utilization'!$C$11</c:f>
              <c:strCache>
                <c:ptCount val="1"/>
                <c:pt idx="0">
                  <c:v>Industrial</c:v>
                </c:pt>
              </c:strCache>
            </c:strRef>
          </c:tx>
          <c:spPr>
            <a:solidFill>
              <a:schemeClr val="accent1">
                <a:lumMod val="60000"/>
              </a:schemeClr>
            </a:solidFill>
            <a:ln>
              <a:noFill/>
            </a:ln>
            <a:effectLst/>
          </c:spPr>
          <c:invertIfNegative val="0"/>
          <c:cat>
            <c:strRef>
              <c:f>'meal utilization'!$D$4:$J$4</c:f>
              <c:strCache>
                <c:ptCount val="7"/>
                <c:pt idx="0">
                  <c:v>2019/20</c:v>
                </c:pt>
                <c:pt idx="1">
                  <c:v>2020/21</c:v>
                </c:pt>
                <c:pt idx="2">
                  <c:v>2021/22</c:v>
                </c:pt>
                <c:pt idx="3">
                  <c:v>2022/23</c:v>
                </c:pt>
                <c:pt idx="4">
                  <c:v>2023/24</c:v>
                </c:pt>
                <c:pt idx="5">
                  <c:v>2024/25</c:v>
                </c:pt>
                <c:pt idx="6">
                  <c:v>2025/26</c:v>
                </c:pt>
              </c:strCache>
            </c:strRef>
          </c:cat>
          <c:val>
            <c:numRef>
              <c:f>'meal utilization'!$D$11:$J$11</c:f>
              <c:numCache>
                <c:formatCode>General</c:formatCode>
                <c:ptCount val="7"/>
                <c:pt idx="0">
                  <c:v>0.15</c:v>
                </c:pt>
                <c:pt idx="1">
                  <c:v>0.11</c:v>
                </c:pt>
                <c:pt idx="2">
                  <c:v>0.13</c:v>
                </c:pt>
                <c:pt idx="3">
                  <c:v>0.15</c:v>
                </c:pt>
                <c:pt idx="4">
                  <c:v>0.15</c:v>
                </c:pt>
                <c:pt idx="5">
                  <c:v>0.16</c:v>
                </c:pt>
              </c:numCache>
            </c:numRef>
          </c:val>
          <c:extLst>
            <c:ext xmlns:c16="http://schemas.microsoft.com/office/drawing/2014/chart" uri="{C3380CC4-5D6E-409C-BE32-E72D297353CC}">
              <c16:uniqueId val="{00000006-8A6C-4693-8532-CC3B00E59990}"/>
            </c:ext>
          </c:extLst>
        </c:ser>
        <c:ser>
          <c:idx val="7"/>
          <c:order val="7"/>
          <c:tx>
            <c:strRef>
              <c:f>'meal utilization'!$C$12</c:f>
              <c:strCache>
                <c:ptCount val="1"/>
                <c:pt idx="0">
                  <c:v>Aqua</c:v>
                </c:pt>
              </c:strCache>
            </c:strRef>
          </c:tx>
          <c:spPr>
            <a:solidFill>
              <a:schemeClr val="accent2">
                <a:lumMod val="60000"/>
              </a:schemeClr>
            </a:solidFill>
            <a:ln>
              <a:noFill/>
            </a:ln>
            <a:effectLst/>
          </c:spPr>
          <c:invertIfNegative val="0"/>
          <c:cat>
            <c:strRef>
              <c:f>'meal utilization'!$D$4:$J$4</c:f>
              <c:strCache>
                <c:ptCount val="7"/>
                <c:pt idx="0">
                  <c:v>2019/20</c:v>
                </c:pt>
                <c:pt idx="1">
                  <c:v>2020/21</c:v>
                </c:pt>
                <c:pt idx="2">
                  <c:v>2021/22</c:v>
                </c:pt>
                <c:pt idx="3">
                  <c:v>2022/23</c:v>
                </c:pt>
                <c:pt idx="4">
                  <c:v>2023/24</c:v>
                </c:pt>
                <c:pt idx="5">
                  <c:v>2024/25</c:v>
                </c:pt>
                <c:pt idx="6">
                  <c:v>2025/26</c:v>
                </c:pt>
              </c:strCache>
            </c:strRef>
          </c:cat>
          <c:val>
            <c:numRef>
              <c:f>'meal utilization'!$D$12:$J$12</c:f>
              <c:numCache>
                <c:formatCode>General</c:formatCode>
                <c:ptCount val="7"/>
                <c:pt idx="0">
                  <c:v>0.158</c:v>
                </c:pt>
                <c:pt idx="1">
                  <c:v>0.17</c:v>
                </c:pt>
                <c:pt idx="2">
                  <c:v>0.18</c:v>
                </c:pt>
                <c:pt idx="3">
                  <c:v>0.17599999999999999</c:v>
                </c:pt>
                <c:pt idx="4">
                  <c:v>0.159</c:v>
                </c:pt>
                <c:pt idx="5">
                  <c:v>0.16800000000000001</c:v>
                </c:pt>
              </c:numCache>
            </c:numRef>
          </c:val>
          <c:extLst>
            <c:ext xmlns:c16="http://schemas.microsoft.com/office/drawing/2014/chart" uri="{C3380CC4-5D6E-409C-BE32-E72D297353CC}">
              <c16:uniqueId val="{00000007-8A6C-4693-8532-CC3B00E59990}"/>
            </c:ext>
          </c:extLst>
        </c:ser>
        <c:ser>
          <c:idx val="8"/>
          <c:order val="8"/>
          <c:tx>
            <c:strRef>
              <c:f>'meal utilization'!$C$13</c:f>
              <c:strCache>
                <c:ptCount val="1"/>
                <c:pt idx="0">
                  <c:v>Other</c:v>
                </c:pt>
              </c:strCache>
            </c:strRef>
          </c:tx>
          <c:spPr>
            <a:solidFill>
              <a:schemeClr val="accent1">
                <a:lumMod val="20000"/>
                <a:lumOff val="80000"/>
              </a:schemeClr>
            </a:solidFill>
            <a:ln>
              <a:noFill/>
            </a:ln>
            <a:effectLst/>
          </c:spPr>
          <c:invertIfNegative val="0"/>
          <c:dPt>
            <c:idx val="6"/>
            <c:invertIfNegative val="0"/>
            <c:bubble3D val="0"/>
            <c:spPr>
              <a:pattFill prst="dkUpDiag">
                <a:fgClr>
                  <a:schemeClr val="accent1">
                    <a:lumMod val="20000"/>
                    <a:lumOff val="80000"/>
                  </a:schemeClr>
                </a:fgClr>
                <a:bgClr>
                  <a:schemeClr val="bg1"/>
                </a:bgClr>
              </a:pattFill>
              <a:ln>
                <a:noFill/>
              </a:ln>
              <a:effectLst/>
            </c:spPr>
            <c:extLst>
              <c:ext xmlns:c16="http://schemas.microsoft.com/office/drawing/2014/chart" uri="{C3380CC4-5D6E-409C-BE32-E72D297353CC}">
                <c16:uniqueId val="{00000009-8A6C-4693-8532-CC3B00E59990}"/>
              </c:ext>
            </c:extLst>
          </c:dPt>
          <c:cat>
            <c:strRef>
              <c:f>'meal utilization'!$D$4:$J$4</c:f>
              <c:strCache>
                <c:ptCount val="7"/>
                <c:pt idx="0">
                  <c:v>2019/20</c:v>
                </c:pt>
                <c:pt idx="1">
                  <c:v>2020/21</c:v>
                </c:pt>
                <c:pt idx="2">
                  <c:v>2021/22</c:v>
                </c:pt>
                <c:pt idx="3">
                  <c:v>2022/23</c:v>
                </c:pt>
                <c:pt idx="4">
                  <c:v>2023/24</c:v>
                </c:pt>
                <c:pt idx="5">
                  <c:v>2024/25</c:v>
                </c:pt>
                <c:pt idx="6">
                  <c:v>2025/26</c:v>
                </c:pt>
              </c:strCache>
            </c:strRef>
          </c:cat>
          <c:val>
            <c:numRef>
              <c:f>'meal utilization'!$D$13:$J$13</c:f>
              <c:numCache>
                <c:formatCode>General</c:formatCode>
                <c:ptCount val="7"/>
                <c:pt idx="0">
                  <c:v>0.38379999999999997</c:v>
                </c:pt>
                <c:pt idx="1">
                  <c:v>0.04</c:v>
                </c:pt>
                <c:pt idx="2">
                  <c:v>0.06</c:v>
                </c:pt>
                <c:pt idx="3">
                  <c:v>4.5999999999999999E-2</c:v>
                </c:pt>
                <c:pt idx="4">
                  <c:v>4.5999999999999999E-2</c:v>
                </c:pt>
                <c:pt idx="5">
                  <c:v>4.9000000000000002E-2</c:v>
                </c:pt>
                <c:pt idx="6">
                  <c:v>39.893858296289572</c:v>
                </c:pt>
              </c:numCache>
            </c:numRef>
          </c:val>
          <c:extLst>
            <c:ext xmlns:c16="http://schemas.microsoft.com/office/drawing/2014/chart" uri="{C3380CC4-5D6E-409C-BE32-E72D297353CC}">
              <c16:uniqueId val="{00000008-8A6C-4693-8532-CC3B00E59990}"/>
            </c:ext>
          </c:extLst>
        </c:ser>
        <c:dLbls>
          <c:showLegendKey val="0"/>
          <c:showVal val="0"/>
          <c:showCatName val="0"/>
          <c:showSerName val="0"/>
          <c:showPercent val="0"/>
          <c:showBubbleSize val="0"/>
        </c:dLbls>
        <c:gapWidth val="150"/>
        <c:overlap val="100"/>
        <c:axId val="1601478368"/>
        <c:axId val="420842640"/>
      </c:barChart>
      <c:catAx>
        <c:axId val="16014783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20842640"/>
        <c:crosses val="autoZero"/>
        <c:auto val="1"/>
        <c:lblAlgn val="ctr"/>
        <c:lblOffset val="100"/>
        <c:noMultiLvlLbl val="0"/>
      </c:catAx>
      <c:valAx>
        <c:axId val="42084264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Million</a:t>
                </a:r>
                <a:r>
                  <a:rPr lang="en-US" baseline="0" dirty="0"/>
                  <a:t> </a:t>
                </a:r>
                <a:r>
                  <a:rPr lang="en-US" baseline="0" dirty="0" err="1"/>
                  <a:t>tonnes</a:t>
                </a:r>
                <a:endParaRPr lang="en-US" dirty="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014783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Accuracy!$B$4</c:f>
              <c:strCache>
                <c:ptCount val="1"/>
                <c:pt idx="0">
                  <c:v>National Yield</c:v>
                </c:pt>
              </c:strCache>
            </c:strRef>
          </c:tx>
          <c:spPr>
            <a:ln w="28575" cap="rnd">
              <a:solidFill>
                <a:schemeClr val="accent1"/>
              </a:solidFill>
              <a:round/>
            </a:ln>
            <a:effectLst/>
          </c:spPr>
          <c:marker>
            <c:symbol val="none"/>
          </c:marker>
          <c:cat>
            <c:strRef>
              <c:f>Accuracy!$C$3:$Z$3</c:f>
              <c:strCache>
                <c:ptCount val="24"/>
                <c:pt idx="0">
                  <c:v>Week 19</c:v>
                </c:pt>
                <c:pt idx="1">
                  <c:v>Week 20</c:v>
                </c:pt>
                <c:pt idx="2">
                  <c:v>Week 21</c:v>
                </c:pt>
                <c:pt idx="3">
                  <c:v>Week 22</c:v>
                </c:pt>
                <c:pt idx="4">
                  <c:v>Week 23</c:v>
                </c:pt>
                <c:pt idx="5">
                  <c:v>Week 24</c:v>
                </c:pt>
                <c:pt idx="6">
                  <c:v>Week 25</c:v>
                </c:pt>
                <c:pt idx="7">
                  <c:v>Week 26</c:v>
                </c:pt>
                <c:pt idx="8">
                  <c:v>Week 27</c:v>
                </c:pt>
                <c:pt idx="9">
                  <c:v>Week 28</c:v>
                </c:pt>
                <c:pt idx="10">
                  <c:v>Week 29</c:v>
                </c:pt>
                <c:pt idx="11">
                  <c:v>Week 30</c:v>
                </c:pt>
                <c:pt idx="12">
                  <c:v>Week 31</c:v>
                </c:pt>
                <c:pt idx="13">
                  <c:v>Week 32</c:v>
                </c:pt>
                <c:pt idx="14">
                  <c:v>Week 33</c:v>
                </c:pt>
                <c:pt idx="15">
                  <c:v>Week 34</c:v>
                </c:pt>
                <c:pt idx="16">
                  <c:v>Week 35</c:v>
                </c:pt>
                <c:pt idx="17">
                  <c:v>Week 36</c:v>
                </c:pt>
                <c:pt idx="18">
                  <c:v>Week 37</c:v>
                </c:pt>
                <c:pt idx="19">
                  <c:v>Week 38</c:v>
                </c:pt>
                <c:pt idx="20">
                  <c:v>Week 39</c:v>
                </c:pt>
                <c:pt idx="21">
                  <c:v>Week 40</c:v>
                </c:pt>
                <c:pt idx="22">
                  <c:v>Week 41</c:v>
                </c:pt>
                <c:pt idx="23">
                  <c:v>Week 42</c:v>
                </c:pt>
              </c:strCache>
            </c:strRef>
          </c:cat>
          <c:val>
            <c:numRef>
              <c:f>Accuracy!$C$4:$Z$4</c:f>
              <c:numCache>
                <c:formatCode>0.00</c:formatCode>
                <c:ptCount val="24"/>
                <c:pt idx="0">
                  <c:v>0</c:v>
                </c:pt>
                <c:pt idx="1">
                  <c:v>0.27052584883678393</c:v>
                </c:pt>
                <c:pt idx="2">
                  <c:v>8.6065054567658214E-2</c:v>
                </c:pt>
                <c:pt idx="3">
                  <c:v>7.1255983502683347E-3</c:v>
                </c:pt>
                <c:pt idx="4">
                  <c:v>5.2340574971247713E-3</c:v>
                </c:pt>
                <c:pt idx="5">
                  <c:v>7.464234102848058E-2</c:v>
                </c:pt>
                <c:pt idx="6">
                  <c:v>0.18355753600842856</c:v>
                </c:pt>
                <c:pt idx="7">
                  <c:v>0.27918641792096444</c:v>
                </c:pt>
                <c:pt idx="8">
                  <c:v>0.35439109313617412</c:v>
                </c:pt>
                <c:pt idx="9">
                  <c:v>0.58871433238651527</c:v>
                </c:pt>
                <c:pt idx="10">
                  <c:v>0.67494412995495567</c:v>
                </c:pt>
                <c:pt idx="11">
                  <c:v>0.64491094571675955</c:v>
                </c:pt>
                <c:pt idx="12">
                  <c:v>0.63316238215946874</c:v>
                </c:pt>
                <c:pt idx="13">
                  <c:v>0.63149348423927898</c:v>
                </c:pt>
                <c:pt idx="14">
                  <c:v>0.61412701303246375</c:v>
                </c:pt>
                <c:pt idx="15">
                  <c:v>0.60464781090568298</c:v>
                </c:pt>
                <c:pt idx="16">
                  <c:v>0.631486224011931</c:v>
                </c:pt>
                <c:pt idx="17">
                  <c:v>0.62947605200708479</c:v>
                </c:pt>
                <c:pt idx="18">
                  <c:v>0.67700951061701775</c:v>
                </c:pt>
                <c:pt idx="19">
                  <c:v>0.70811718708429017</c:v>
                </c:pt>
                <c:pt idx="20">
                  <c:v>0.7373900383022205</c:v>
                </c:pt>
                <c:pt idx="21">
                  <c:v>0.61721432168285562</c:v>
                </c:pt>
                <c:pt idx="22">
                  <c:v>0.67450072164687291</c:v>
                </c:pt>
                <c:pt idx="23">
                  <c:v>0.83105574968851259</c:v>
                </c:pt>
              </c:numCache>
            </c:numRef>
          </c:val>
          <c:smooth val="0"/>
          <c:extLst>
            <c:ext xmlns:c16="http://schemas.microsoft.com/office/drawing/2014/chart" uri="{C3380CC4-5D6E-409C-BE32-E72D297353CC}">
              <c16:uniqueId val="{00000000-CFCA-4515-B581-081341E7A6D6}"/>
            </c:ext>
          </c:extLst>
        </c:ser>
        <c:dLbls>
          <c:showLegendKey val="0"/>
          <c:showVal val="0"/>
          <c:showCatName val="0"/>
          <c:showSerName val="0"/>
          <c:showPercent val="0"/>
          <c:showBubbleSize val="0"/>
        </c:dLbls>
        <c:smooth val="0"/>
        <c:axId val="1455143712"/>
        <c:axId val="884402400"/>
      </c:lineChart>
      <c:catAx>
        <c:axId val="1455143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84402400"/>
        <c:crosses val="autoZero"/>
        <c:auto val="1"/>
        <c:lblAlgn val="ctr"/>
        <c:lblOffset val="100"/>
        <c:noMultiLvlLbl val="0"/>
      </c:catAx>
      <c:valAx>
        <c:axId val="88440240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R squared</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5514371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Condition/Yield relationship - last week of July.</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6468886608434272"/>
          <c:y val="0.14878344073154734"/>
          <c:w val="0.77357032618068355"/>
          <c:h val="0.64432811308480364"/>
        </c:manualLayout>
      </c:layout>
      <c:scatterChart>
        <c:scatterStyle val="lineMarker"/>
        <c:varyColors val="0"/>
        <c:ser>
          <c:idx val="0"/>
          <c:order val="0"/>
          <c:spPr>
            <a:ln w="25400" cap="rnd">
              <a:noFill/>
              <a:round/>
            </a:ln>
            <a:effectLst/>
          </c:spPr>
          <c:marker>
            <c:symbol val="circle"/>
            <c:size val="5"/>
            <c:spPr>
              <a:solidFill>
                <a:schemeClr val="accent1"/>
              </a:solidFill>
              <a:ln w="9525">
                <a:solidFill>
                  <a:schemeClr val="accent1"/>
                </a:solidFill>
              </a:ln>
              <a:effectLst/>
            </c:spPr>
          </c:marker>
          <c:dPt>
            <c:idx val="33"/>
            <c:marker>
              <c:symbol val="circle"/>
              <c:size val="5"/>
              <c:spPr>
                <a:solidFill>
                  <a:schemeClr val="accent1"/>
                </a:solidFill>
                <a:ln w="9525">
                  <a:solidFill>
                    <a:schemeClr val="accent1"/>
                  </a:solidFill>
                </a:ln>
                <a:effectLst/>
              </c:spPr>
            </c:marker>
            <c:bubble3D val="0"/>
            <c:extLst>
              <c:ext xmlns:c16="http://schemas.microsoft.com/office/drawing/2014/chart" uri="{C3380CC4-5D6E-409C-BE32-E72D297353CC}">
                <c16:uniqueId val="{00000000-558F-4699-85D1-C69FDA470990}"/>
              </c:ext>
            </c:extLst>
          </c:dPt>
          <c:xVal>
            <c:numRef>
              <c:f>'Week 29'!$C$4:$AJ$4</c:f>
              <c:numCache>
                <c:formatCode>0.0%</c:formatCode>
                <c:ptCount val="34"/>
                <c:pt idx="0">
                  <c:v>1.0286124095418039</c:v>
                </c:pt>
                <c:pt idx="1">
                  <c:v>0.92682256175514299</c:v>
                </c:pt>
                <c:pt idx="2">
                  <c:v>1.1036942034791064</c:v>
                </c:pt>
                <c:pt idx="3">
                  <c:v>0.83143357486656366</c:v>
                </c:pt>
                <c:pt idx="4">
                  <c:v>1.126033735567892</c:v>
                </c:pt>
                <c:pt idx="5">
                  <c:v>0.90758115372424708</c:v>
                </c:pt>
                <c:pt idx="6">
                  <c:v>1.0005630553593936</c:v>
                </c:pt>
                <c:pt idx="7">
                  <c:v>0.98217614099487793</c:v>
                </c:pt>
                <c:pt idx="8">
                  <c:v>1.0261887846346098</c:v>
                </c:pt>
                <c:pt idx="9">
                  <c:v>1.0064627073177521</c:v>
                </c:pt>
                <c:pt idx="10">
                  <c:v>1.01473830661584</c:v>
                </c:pt>
                <c:pt idx="11">
                  <c:v>1.0096256350228401</c:v>
                </c:pt>
                <c:pt idx="12">
                  <c:v>0.93119922358664065</c:v>
                </c:pt>
                <c:pt idx="13">
                  <c:v>1.0097710809231588</c:v>
                </c:pt>
                <c:pt idx="14">
                  <c:v>1.1225900075367152</c:v>
                </c:pt>
                <c:pt idx="15">
                  <c:v>1.0216517299543417</c:v>
                </c:pt>
                <c:pt idx="16">
                  <c:v>1.0161080478285127</c:v>
                </c:pt>
                <c:pt idx="17">
                  <c:v>1.0134011549635271</c:v>
                </c:pt>
                <c:pt idx="18">
                  <c:v>1.0174017431022571</c:v>
                </c:pt>
                <c:pt idx="19">
                  <c:v>1.0769824292517394</c:v>
                </c:pt>
                <c:pt idx="20">
                  <c:v>0.98693878539177804</c:v>
                </c:pt>
                <c:pt idx="21">
                  <c:v>0.9374782025543541</c:v>
                </c:pt>
                <c:pt idx="22">
                  <c:v>0.7763568927444936</c:v>
                </c:pt>
                <c:pt idx="23">
                  <c:v>0.98485107786323811</c:v>
                </c:pt>
                <c:pt idx="24">
                  <c:v>1.0522903777807058</c:v>
                </c:pt>
                <c:pt idx="25">
                  <c:v>1.0238733797651971</c:v>
                </c:pt>
                <c:pt idx="26">
                  <c:v>1.0489998819279971</c:v>
                </c:pt>
                <c:pt idx="27">
                  <c:v>1.04859993435177</c:v>
                </c:pt>
                <c:pt idx="28">
                  <c:v>1.0352973669385157</c:v>
                </c:pt>
                <c:pt idx="29">
                  <c:v>0.97182227341567096</c:v>
                </c:pt>
                <c:pt idx="30">
                  <c:v>0.98320742287585294</c:v>
                </c:pt>
                <c:pt idx="31">
                  <c:v>1.0022791203983012</c:v>
                </c:pt>
                <c:pt idx="32">
                  <c:v>0.97268743081865849</c:v>
                </c:pt>
                <c:pt idx="33">
                  <c:v>0.98368965582462975</c:v>
                </c:pt>
              </c:numCache>
            </c:numRef>
          </c:xVal>
          <c:yVal>
            <c:numRef>
              <c:f>'Week 29'!$C$49:$AJ$49</c:f>
              <c:numCache>
                <c:formatCode>0.0%</c:formatCode>
                <c:ptCount val="34"/>
                <c:pt idx="0">
                  <c:v>0.74</c:v>
                </c:pt>
                <c:pt idx="1">
                  <c:v>0.57999999999999996</c:v>
                </c:pt>
                <c:pt idx="2">
                  <c:v>0.75</c:v>
                </c:pt>
                <c:pt idx="3">
                  <c:v>0.49</c:v>
                </c:pt>
                <c:pt idx="4">
                  <c:v>0.8600000000000001</c:v>
                </c:pt>
                <c:pt idx="5">
                  <c:v>0.6</c:v>
                </c:pt>
                <c:pt idx="6">
                  <c:v>0.61</c:v>
                </c:pt>
                <c:pt idx="7">
                  <c:v>0.67999999999999994</c:v>
                </c:pt>
                <c:pt idx="8">
                  <c:v>0.65999999999999992</c:v>
                </c:pt>
                <c:pt idx="9">
                  <c:v>0.7</c:v>
                </c:pt>
                <c:pt idx="10">
                  <c:v>0.75</c:v>
                </c:pt>
                <c:pt idx="11">
                  <c:v>0.59000000000000008</c:v>
                </c:pt>
                <c:pt idx="12">
                  <c:v>0.42</c:v>
                </c:pt>
                <c:pt idx="13">
                  <c:v>0.72</c:v>
                </c:pt>
                <c:pt idx="14">
                  <c:v>0.76</c:v>
                </c:pt>
                <c:pt idx="15">
                  <c:v>0.53</c:v>
                </c:pt>
                <c:pt idx="16">
                  <c:v>0.59</c:v>
                </c:pt>
                <c:pt idx="17">
                  <c:v>0.62</c:v>
                </c:pt>
                <c:pt idx="18">
                  <c:v>0.65</c:v>
                </c:pt>
                <c:pt idx="19">
                  <c:v>0.71</c:v>
                </c:pt>
                <c:pt idx="20">
                  <c:v>0.72</c:v>
                </c:pt>
                <c:pt idx="21">
                  <c:v>0.62</c:v>
                </c:pt>
                <c:pt idx="22">
                  <c:v>0.26</c:v>
                </c:pt>
                <c:pt idx="23">
                  <c:v>0.63</c:v>
                </c:pt>
                <c:pt idx="24">
                  <c:v>0.76</c:v>
                </c:pt>
                <c:pt idx="25">
                  <c:v>0.69000000000000006</c:v>
                </c:pt>
                <c:pt idx="26">
                  <c:v>0.76</c:v>
                </c:pt>
                <c:pt idx="27">
                  <c:v>0.62</c:v>
                </c:pt>
                <c:pt idx="28">
                  <c:v>0.72</c:v>
                </c:pt>
                <c:pt idx="29">
                  <c:v>0.56999999999999995</c:v>
                </c:pt>
                <c:pt idx="30">
                  <c:v>0.69000000000000006</c:v>
                </c:pt>
                <c:pt idx="31">
                  <c:v>0.64</c:v>
                </c:pt>
                <c:pt idx="32">
                  <c:v>0.61</c:v>
                </c:pt>
                <c:pt idx="33">
                  <c:v>0.57000000000000006</c:v>
                </c:pt>
              </c:numCache>
            </c:numRef>
          </c:yVal>
          <c:smooth val="0"/>
          <c:extLst>
            <c:ext xmlns:c16="http://schemas.microsoft.com/office/drawing/2014/chart" uri="{C3380CC4-5D6E-409C-BE32-E72D297353CC}">
              <c16:uniqueId val="{00000001-558F-4699-85D1-C69FDA470990}"/>
            </c:ext>
          </c:extLst>
        </c:ser>
        <c:ser>
          <c:idx val="1"/>
          <c:order val="1"/>
          <c:spPr>
            <a:ln w="25400" cap="rnd">
              <a:noFill/>
              <a:round/>
            </a:ln>
            <a:effectLst/>
          </c:spPr>
          <c:marker>
            <c:symbol val="circle"/>
            <c:size val="9"/>
            <c:spPr>
              <a:solidFill>
                <a:schemeClr val="accent2"/>
              </a:solidFill>
              <a:ln w="9525">
                <a:solidFill>
                  <a:schemeClr val="accent2"/>
                </a:solidFill>
              </a:ln>
              <a:effectLst/>
            </c:spPr>
          </c:marker>
          <c:xVal>
            <c:numRef>
              <c:f>'Week 29'!$AK$4</c:f>
              <c:numCache>
                <c:formatCode>0.0%</c:formatCode>
                <c:ptCount val="1"/>
                <c:pt idx="0">
                  <c:v>1.0133405125031723</c:v>
                </c:pt>
              </c:numCache>
            </c:numRef>
          </c:xVal>
          <c:yVal>
            <c:numRef>
              <c:f>'Week 29'!$AK$49</c:f>
              <c:numCache>
                <c:formatCode>0.0%</c:formatCode>
                <c:ptCount val="1"/>
                <c:pt idx="0">
                  <c:v>0.67</c:v>
                </c:pt>
              </c:numCache>
            </c:numRef>
          </c:yVal>
          <c:smooth val="0"/>
          <c:extLst>
            <c:ext xmlns:c16="http://schemas.microsoft.com/office/drawing/2014/chart" uri="{C3380CC4-5D6E-409C-BE32-E72D297353CC}">
              <c16:uniqueId val="{00000002-558F-4699-85D1-C69FDA470990}"/>
            </c:ext>
          </c:extLst>
        </c:ser>
        <c:dLbls>
          <c:showLegendKey val="0"/>
          <c:showVal val="0"/>
          <c:showCatName val="0"/>
          <c:showSerName val="0"/>
          <c:showPercent val="0"/>
          <c:showBubbleSize val="0"/>
        </c:dLbls>
        <c:axId val="1157869328"/>
        <c:axId val="1102235072"/>
      </c:scatterChart>
      <c:valAx>
        <c:axId val="1157869328"/>
        <c:scaling>
          <c:orientation val="minMax"/>
          <c:max val="1.2"/>
          <c:min val="0.8"/>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Deviation from trend yield</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2235072"/>
        <c:crosses val="autoZero"/>
        <c:crossBetween val="midCat"/>
      </c:valAx>
      <c:valAx>
        <c:axId val="110223507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a:t>
                </a:r>
                <a:r>
                  <a:rPr lang="en-US" baseline="0"/>
                  <a:t> rated good/excellent</a:t>
                </a:r>
                <a:endParaRPr 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57869328"/>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Sheet4!$B$12</c:f>
              <c:strCache>
                <c:ptCount val="1"/>
                <c:pt idx="0">
                  <c:v>Acreage change</c:v>
                </c:pt>
              </c:strCache>
            </c:strRef>
          </c:tx>
          <c:spPr>
            <a:solidFill>
              <a:schemeClr val="accent1"/>
            </a:solidFill>
            <a:ln>
              <a:noFill/>
            </a:ln>
            <a:effectLst/>
          </c:spPr>
          <c:invertIfNegative val="0"/>
          <c:cat>
            <c:numRef>
              <c:f>Sheet4!$C$11:$S$11</c:f>
              <c:numCache>
                <c:formatCode>General</c:formatCode>
                <c:ptCount val="17"/>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numCache>
            </c:numRef>
          </c:cat>
          <c:val>
            <c:numRef>
              <c:f>Sheet4!$C$12:$S$12</c:f>
              <c:numCache>
                <c:formatCode>General</c:formatCode>
                <c:ptCount val="17"/>
                <c:pt idx="0">
                  <c:v>0.12000000000000099</c:v>
                </c:pt>
                <c:pt idx="1">
                  <c:v>2.1500000000000004</c:v>
                </c:pt>
                <c:pt idx="2">
                  <c:v>-0.51999999999999957</c:v>
                </c:pt>
                <c:pt idx="3">
                  <c:v>0.16999999999999993</c:v>
                </c:pt>
                <c:pt idx="4">
                  <c:v>0.26999999999999957</c:v>
                </c:pt>
                <c:pt idx="5">
                  <c:v>-0.65000000000000036</c:v>
                </c:pt>
                <c:pt idx="6">
                  <c:v>0.45999999999999908</c:v>
                </c:pt>
                <c:pt idx="7">
                  <c:v>-0.16999999999999993</c:v>
                </c:pt>
                <c:pt idx="8">
                  <c:v>4.9999999999998934E-2</c:v>
                </c:pt>
                <c:pt idx="9">
                  <c:v>0.12000000000000099</c:v>
                </c:pt>
                <c:pt idx="10">
                  <c:v>-1.5099999999999998</c:v>
                </c:pt>
                <c:pt idx="11">
                  <c:v>-0.31999999999999851</c:v>
                </c:pt>
                <c:pt idx="12">
                  <c:v>0.25</c:v>
                </c:pt>
                <c:pt idx="13">
                  <c:v>-0.16999999999999993</c:v>
                </c:pt>
                <c:pt idx="14">
                  <c:v>0.5</c:v>
                </c:pt>
                <c:pt idx="15">
                  <c:v>-0.58999999999999986</c:v>
                </c:pt>
                <c:pt idx="16">
                  <c:v>0.83000000000000007</c:v>
                </c:pt>
              </c:numCache>
            </c:numRef>
          </c:val>
          <c:extLst>
            <c:ext xmlns:c16="http://schemas.microsoft.com/office/drawing/2014/chart" uri="{C3380CC4-5D6E-409C-BE32-E72D297353CC}">
              <c16:uniqueId val="{00000000-33C9-4CFD-9E2C-042EAB7A24B0}"/>
            </c:ext>
          </c:extLst>
        </c:ser>
        <c:dLbls>
          <c:showLegendKey val="0"/>
          <c:showVal val="0"/>
          <c:showCatName val="0"/>
          <c:showSerName val="0"/>
          <c:showPercent val="0"/>
          <c:showBubbleSize val="0"/>
        </c:dLbls>
        <c:gapWidth val="219"/>
        <c:overlap val="-27"/>
        <c:axId val="1679302016"/>
        <c:axId val="1687415472"/>
      </c:barChart>
      <c:catAx>
        <c:axId val="1679302016"/>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87415472"/>
        <c:crosses val="autoZero"/>
        <c:auto val="1"/>
        <c:lblAlgn val="ctr"/>
        <c:lblOffset val="100"/>
        <c:tickLblSkip val="2"/>
        <c:tickMarkSkip val="2"/>
        <c:noMultiLvlLbl val="0"/>
      </c:catAx>
      <c:valAx>
        <c:axId val="168741547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Planted area change - million acres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793020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diagram!$C$5</c:f>
              <c:strCache>
                <c:ptCount val="1"/>
                <c:pt idx="0">
                  <c:v>FY 26</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diagram!$D$4:$R$4</c:f>
              <c:numCache>
                <c:formatCode>mmm\-yy</c:formatCode>
                <c:ptCount val="15"/>
                <c:pt idx="0">
                  <c:v>45778</c:v>
                </c:pt>
                <c:pt idx="1">
                  <c:v>45809</c:v>
                </c:pt>
                <c:pt idx="2">
                  <c:v>45839</c:v>
                </c:pt>
                <c:pt idx="3">
                  <c:v>45870</c:v>
                </c:pt>
                <c:pt idx="4">
                  <c:v>45901</c:v>
                </c:pt>
                <c:pt idx="5">
                  <c:v>45931</c:v>
                </c:pt>
                <c:pt idx="6">
                  <c:v>45962</c:v>
                </c:pt>
                <c:pt idx="7">
                  <c:v>45992</c:v>
                </c:pt>
                <c:pt idx="8">
                  <c:v>46023</c:v>
                </c:pt>
                <c:pt idx="9">
                  <c:v>46054</c:v>
                </c:pt>
                <c:pt idx="10">
                  <c:v>46082</c:v>
                </c:pt>
                <c:pt idx="11">
                  <c:v>46113</c:v>
                </c:pt>
                <c:pt idx="12">
                  <c:v>46143</c:v>
                </c:pt>
                <c:pt idx="13">
                  <c:v>46174</c:v>
                </c:pt>
                <c:pt idx="14">
                  <c:v>46204</c:v>
                </c:pt>
              </c:numCache>
            </c:numRef>
          </c:cat>
          <c:val>
            <c:numRef>
              <c:f>diagram!$D$5:$R$5</c:f>
              <c:numCache>
                <c:formatCode>#,##0</c:formatCode>
                <c:ptCount val="15"/>
                <c:pt idx="0">
                  <c:v>0.11599999999999999</c:v>
                </c:pt>
                <c:pt idx="1">
                  <c:v>0.11699999999999999</c:v>
                </c:pt>
                <c:pt idx="2">
                  <c:v>0.13500000000000001</c:v>
                </c:pt>
                <c:pt idx="3">
                  <c:v>0.17800000000000002</c:v>
                </c:pt>
                <c:pt idx="4">
                  <c:v>0.16200000000000001</c:v>
                </c:pt>
                <c:pt idx="6">
                  <c:v>0.15</c:v>
                </c:pt>
                <c:pt idx="7">
                  <c:v>0.152</c:v>
                </c:pt>
                <c:pt idx="8">
                  <c:v>0.158</c:v>
                </c:pt>
                <c:pt idx="9">
                  <c:v>0.159</c:v>
                </c:pt>
                <c:pt idx="10">
                  <c:v>0.152</c:v>
                </c:pt>
                <c:pt idx="11">
                  <c:v>0.152</c:v>
                </c:pt>
                <c:pt idx="12">
                  <c:v>0.161</c:v>
                </c:pt>
                <c:pt idx="13">
                  <c:v>0.14800000000000002</c:v>
                </c:pt>
                <c:pt idx="14">
                  <c:v>0.13400000000000001</c:v>
                </c:pt>
              </c:numCache>
            </c:numRef>
          </c:val>
          <c:smooth val="0"/>
          <c:extLst>
            <c:ext xmlns:c16="http://schemas.microsoft.com/office/drawing/2014/chart" uri="{C3380CC4-5D6E-409C-BE32-E72D297353CC}">
              <c16:uniqueId val="{00000000-F8FC-4A0B-864B-631440045F17}"/>
            </c:ext>
          </c:extLst>
        </c:ser>
        <c:ser>
          <c:idx val="1"/>
          <c:order val="1"/>
          <c:tx>
            <c:strRef>
              <c:f>diagram!$C$6</c:f>
              <c:strCache>
                <c:ptCount val="1"/>
                <c:pt idx="0">
                  <c:v>FY 27</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diagram!$D$4:$R$4</c:f>
              <c:numCache>
                <c:formatCode>mmm\-yy</c:formatCode>
                <c:ptCount val="15"/>
                <c:pt idx="0">
                  <c:v>45778</c:v>
                </c:pt>
                <c:pt idx="1">
                  <c:v>45809</c:v>
                </c:pt>
                <c:pt idx="2">
                  <c:v>45839</c:v>
                </c:pt>
                <c:pt idx="3">
                  <c:v>45870</c:v>
                </c:pt>
                <c:pt idx="4">
                  <c:v>45901</c:v>
                </c:pt>
                <c:pt idx="5">
                  <c:v>45931</c:v>
                </c:pt>
                <c:pt idx="6">
                  <c:v>45962</c:v>
                </c:pt>
                <c:pt idx="7">
                  <c:v>45992</c:v>
                </c:pt>
                <c:pt idx="8">
                  <c:v>46023</c:v>
                </c:pt>
                <c:pt idx="9">
                  <c:v>46054</c:v>
                </c:pt>
                <c:pt idx="10">
                  <c:v>46082</c:v>
                </c:pt>
                <c:pt idx="11">
                  <c:v>46113</c:v>
                </c:pt>
                <c:pt idx="12">
                  <c:v>46143</c:v>
                </c:pt>
                <c:pt idx="13">
                  <c:v>46174</c:v>
                </c:pt>
                <c:pt idx="14">
                  <c:v>46204</c:v>
                </c:pt>
              </c:numCache>
            </c:numRef>
          </c:cat>
          <c:val>
            <c:numRef>
              <c:f>diagram!$D$6:$R$6</c:f>
              <c:numCache>
                <c:formatCode>General</c:formatCode>
                <c:ptCount val="15"/>
                <c:pt idx="12" formatCode="#,##0">
                  <c:v>0.13500000000000001</c:v>
                </c:pt>
                <c:pt idx="13" formatCode="#,##0">
                  <c:v>0.13300000000000001</c:v>
                </c:pt>
                <c:pt idx="14" formatCode="#,##0">
                  <c:v>0.13500000000000001</c:v>
                </c:pt>
              </c:numCache>
            </c:numRef>
          </c:val>
          <c:smooth val="0"/>
          <c:extLst>
            <c:ext xmlns:c16="http://schemas.microsoft.com/office/drawing/2014/chart" uri="{C3380CC4-5D6E-409C-BE32-E72D297353CC}">
              <c16:uniqueId val="{00000001-F8FC-4A0B-864B-631440045F17}"/>
            </c:ext>
          </c:extLst>
        </c:ser>
        <c:dLbls>
          <c:showLegendKey val="0"/>
          <c:showVal val="0"/>
          <c:showCatName val="0"/>
          <c:showSerName val="0"/>
          <c:showPercent val="0"/>
          <c:showBubbleSize val="0"/>
        </c:dLbls>
        <c:marker val="1"/>
        <c:smooth val="0"/>
        <c:axId val="506598895"/>
        <c:axId val="1791040656"/>
      </c:lineChart>
      <c:dateAx>
        <c:axId val="506598895"/>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91040656"/>
        <c:crosses val="autoZero"/>
        <c:auto val="1"/>
        <c:lblOffset val="100"/>
        <c:baseTimeUnit val="months"/>
      </c:dateAx>
      <c:valAx>
        <c:axId val="179104065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ending</a:t>
                </a:r>
                <a:r>
                  <a:rPr lang="en-US" baseline="0"/>
                  <a:t> s/u ratio</a:t>
                </a:r>
                <a:endParaRPr 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0659889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43B_9213F4D.xml><?xml version="1.0" encoding="utf-8"?>
<p188:cmLst xmlns:a="http://schemas.openxmlformats.org/drawingml/2006/main" xmlns:r="http://schemas.openxmlformats.org/officeDocument/2006/relationships" xmlns:p188="http://schemas.microsoft.com/office/powerpoint/2018/8/main">
  <p188:cm id="{7CE804BD-08B8-44F3-96A7-C8A2785BD239}" authorId="{B437178A-E4E6-0EC1-381D-FB812D835630}" created="2022-10-20T02:49:47.964">
    <ac:deMkLst xmlns:ac="http://schemas.microsoft.com/office/drawing/2013/main/command">
      <pc:docMk xmlns:pc="http://schemas.microsoft.com/office/powerpoint/2013/main/command"/>
      <pc:sldMk xmlns:pc="http://schemas.microsoft.com/office/powerpoint/2013/main/command" cId="3753886270" sldId="1079"/>
      <ac:spMk id="12" creationId="{00000000-0000-0000-0000-000000000000}"/>
    </ac:deMkLst>
    <p188:txBody>
      <a:bodyPr/>
      <a:lstStyle/>
      <a:p>
        <a:r>
          <a:rPr lang="en-US"/>
          <a:t>Is the units on the bottom right chart Cents per BU?</a:t>
        </a:r>
      </a:p>
    </p188:txBody>
  </p188:cm>
  <p188:cm id="{3527A652-3CAC-45B2-88F7-E8C12820B617}" authorId="{B437178A-E4E6-0EC1-381D-FB812D835630}" created="2022-10-20T02:51:37.629">
    <pc:sldMkLst xmlns:pc="http://schemas.microsoft.com/office/powerpoint/2013/main/command">
      <pc:docMk/>
      <pc:sldMk cId="3753886270" sldId="1079"/>
    </pc:sldMkLst>
    <p188:txBody>
      <a:bodyPr/>
      <a:lstStyle/>
      <a:p>
        <a:r>
          <a:rPr lang="en-US"/>
          <a:t>Owen this is too much;   We need to cut down the work count by roughly a third.   We usually try to keep submissions below 500 words, 450 if possible.   My bad for not mentioning this.</a:t>
        </a:r>
      </a:p>
    </p188:txBody>
  </p188:cm>
</p188:cmLst>
</file>

<file path=ppt/comments/modernComment_437_DFBFC23E.xml><?xml version="1.0" encoding="utf-8"?>
<p188:cmLst xmlns:a="http://schemas.openxmlformats.org/drawingml/2006/main" xmlns:r="http://schemas.openxmlformats.org/officeDocument/2006/relationships" xmlns:p188="http://schemas.microsoft.com/office/powerpoint/2018/8/main">
  <p188:cm id="{2EE579E1-F3EE-4527-95DA-6809F4908251}" authorId="{B437178A-E4E6-0EC1-381D-FB812D835630}" created="2022-10-20T02:49:47.964">
    <ac:deMkLst xmlns:ac="http://schemas.microsoft.com/office/drawing/2013/main/command">
      <pc:docMk xmlns:pc="http://schemas.microsoft.com/office/powerpoint/2013/main/command"/>
      <pc:sldMk xmlns:pc="http://schemas.microsoft.com/office/powerpoint/2013/main/command" cId="3753886270" sldId="1079"/>
      <ac:spMk id="12" creationId="{00000000-0000-0000-0000-000000000000}"/>
    </ac:deMkLst>
    <p188:txBody>
      <a:bodyPr/>
      <a:lstStyle/>
      <a:p>
        <a:r>
          <a:rPr lang="en-US"/>
          <a:t>Is the units on the bottom right chart Cents per BU?</a:t>
        </a:r>
      </a:p>
    </p188:txBody>
  </p188:cm>
  <p188:cm id="{D24809B3-7E60-40BC-86DA-CE0A683F8B90}" authorId="{B437178A-E4E6-0EC1-381D-FB812D835630}" created="2022-10-20T02:51:37.629">
    <pc:sldMkLst xmlns:pc="http://schemas.microsoft.com/office/powerpoint/2013/main/command">
      <pc:docMk/>
      <pc:sldMk cId="3753886270" sldId="1079"/>
    </pc:sldMkLst>
    <p188:txBody>
      <a:bodyPr/>
      <a:lstStyle/>
      <a:p>
        <a:r>
          <a:rPr lang="en-US"/>
          <a:t>Owen this is too much;   We need to cut down the work count by roughly a third.   We usually try to keep submissions below 500 words, 450 if possible.   My bad for not mentioning this.</a:t>
        </a:r>
      </a:p>
    </p188:txBody>
  </p188:cm>
</p188:cmLst>
</file>

<file path=ppt/comments/modernComment_439_706E6B8F.xml><?xml version="1.0" encoding="utf-8"?>
<p188:cmLst xmlns:a="http://schemas.openxmlformats.org/drawingml/2006/main" xmlns:r="http://schemas.openxmlformats.org/officeDocument/2006/relationships" xmlns:p188="http://schemas.microsoft.com/office/powerpoint/2018/8/main">
  <p188:cm id="{F34831FC-F500-4D78-A950-38428D3A5188}" authorId="{B437178A-E4E6-0EC1-381D-FB812D835630}" created="2022-10-20T02:53:05.129">
    <ac:deMkLst xmlns:ac="http://schemas.microsoft.com/office/drawing/2013/main/command">
      <pc:docMk xmlns:pc="http://schemas.microsoft.com/office/powerpoint/2013/main/command"/>
      <pc:sldMk xmlns:pc="http://schemas.microsoft.com/office/powerpoint/2013/main/command" cId="1886284687" sldId="1081"/>
      <ac:graphicFrameMk id="20" creationId="{20D827DD-FE02-4CBA-85C0-3520EC891A5D}"/>
    </ac:deMkLst>
    <p188:txBody>
      <a:bodyPr/>
      <a:lstStyle/>
      <a:p>
        <a:r>
          <a:rPr lang="en-US"/>
          <a:t>Both your charts appear linked in the word doc;;  couldn't get them to paste correctly so please update.</a:t>
        </a:r>
      </a:p>
    </p188:txBody>
  </p188:cm>
</p188:cmLst>
</file>

<file path=ppt/drawings/drawing1.xml><?xml version="1.0" encoding="utf-8"?>
<c:userShapes xmlns:c="http://schemas.openxmlformats.org/drawingml/2006/chart">
  <cdr:relSizeAnchor xmlns:cdr="http://schemas.openxmlformats.org/drawingml/2006/chartDrawing">
    <cdr:from>
      <cdr:x>0.47774</cdr:x>
      <cdr:y>0.24973</cdr:y>
    </cdr:from>
    <cdr:to>
      <cdr:x>0.59319</cdr:x>
      <cdr:y>0.33438</cdr:y>
    </cdr:to>
    <cdr:sp macro="" textlink="">
      <cdr:nvSpPr>
        <cdr:cNvPr id="2" name="TextBox 1">
          <a:extLst xmlns:a="http://schemas.openxmlformats.org/drawingml/2006/main">
            <a:ext uri="{FF2B5EF4-FFF2-40B4-BE49-F238E27FC236}">
              <a16:creationId xmlns:a16="http://schemas.microsoft.com/office/drawing/2014/main" id="{FE492BC0-1701-E55C-0B2A-878C5398FE0A}"/>
            </a:ext>
          </a:extLst>
        </cdr:cNvPr>
        <cdr:cNvSpPr txBox="1"/>
      </cdr:nvSpPr>
      <cdr:spPr>
        <a:xfrm xmlns:a="http://schemas.openxmlformats.org/drawingml/2006/main">
          <a:off x="2069326" y="726699"/>
          <a:ext cx="500071" cy="246321"/>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100" b="1"/>
            <a:t>2024</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4820"/>
          </a:xfrm>
          <a:prstGeom prst="rect">
            <a:avLst/>
          </a:prstGeom>
        </p:spPr>
        <p:txBody>
          <a:bodyPr vert="horz" lIns="92265" tIns="46132" rIns="92265" bIns="46132" rtlCol="0"/>
          <a:lstStyle>
            <a:lvl1pPr algn="l">
              <a:defRPr sz="900" b="1">
                <a:latin typeface="Verdana" pitchFamily="34" charset="0"/>
              </a:defRPr>
            </a:lvl1pPr>
          </a:lstStyle>
          <a:p>
            <a:pPr>
              <a:defRPr/>
            </a:pPr>
            <a:r>
              <a:rPr lang="en-GB" dirty="0"/>
              <a:t>Insert your presentation title here</a:t>
            </a:r>
          </a:p>
          <a:p>
            <a:pPr>
              <a:defRPr/>
            </a:pPr>
            <a:endParaRPr lang="en-GB" dirty="0"/>
          </a:p>
        </p:txBody>
      </p:sp>
      <p:sp>
        <p:nvSpPr>
          <p:cNvPr id="3" name="Date Placeholder 2"/>
          <p:cNvSpPr>
            <a:spLocks noGrp="1"/>
          </p:cNvSpPr>
          <p:nvPr>
            <p:ph type="dt" sz="quarter" idx="1"/>
          </p:nvPr>
        </p:nvSpPr>
        <p:spPr>
          <a:xfrm>
            <a:off x="3970940" y="1"/>
            <a:ext cx="3037840" cy="464820"/>
          </a:xfrm>
          <a:prstGeom prst="rect">
            <a:avLst/>
          </a:prstGeom>
        </p:spPr>
        <p:txBody>
          <a:bodyPr vert="horz" lIns="92265" tIns="46132" rIns="92265" bIns="46132" rtlCol="0"/>
          <a:lstStyle>
            <a:lvl1pPr algn="r">
              <a:defRPr sz="1000">
                <a:latin typeface="Verdana" pitchFamily="34" charset="0"/>
              </a:defRPr>
            </a:lvl1pPr>
          </a:lstStyle>
          <a:p>
            <a:pPr>
              <a:defRPr/>
            </a:pPr>
            <a:fld id="{23AE234D-9952-4432-99D9-0543DDA2B9FC}" type="datetimeFigureOut">
              <a:rPr lang="en-US"/>
              <a:pPr>
                <a:defRPr/>
              </a:pPr>
              <a:t>8/13/2026</a:t>
            </a:fld>
            <a:endParaRPr lang="en-GB" dirty="0"/>
          </a:p>
        </p:txBody>
      </p:sp>
      <p:sp>
        <p:nvSpPr>
          <p:cNvPr id="4" name="Footer Placeholder 3"/>
          <p:cNvSpPr>
            <a:spLocks noGrp="1"/>
          </p:cNvSpPr>
          <p:nvPr>
            <p:ph type="ftr" sz="quarter" idx="2"/>
          </p:nvPr>
        </p:nvSpPr>
        <p:spPr>
          <a:xfrm>
            <a:off x="0" y="8829968"/>
            <a:ext cx="3037840" cy="464820"/>
          </a:xfrm>
          <a:prstGeom prst="rect">
            <a:avLst/>
          </a:prstGeom>
        </p:spPr>
        <p:txBody>
          <a:bodyPr vert="horz" lIns="92265" tIns="46132" rIns="92265" bIns="46132" rtlCol="0" anchor="b"/>
          <a:lstStyle>
            <a:lvl1pPr algn="l">
              <a:defRPr sz="1000" b="1">
                <a:latin typeface="Verdana" pitchFamily="34" charset="0"/>
              </a:defRPr>
            </a:lvl1pPr>
          </a:lstStyle>
          <a:p>
            <a:pPr>
              <a:defRPr/>
            </a:pPr>
            <a:endParaRPr lang="en-GB" dirty="0"/>
          </a:p>
        </p:txBody>
      </p:sp>
      <p:sp>
        <p:nvSpPr>
          <p:cNvPr id="5" name="Slide Number Placeholder 4"/>
          <p:cNvSpPr>
            <a:spLocks noGrp="1"/>
          </p:cNvSpPr>
          <p:nvPr>
            <p:ph type="sldNum" sz="quarter" idx="3"/>
          </p:nvPr>
        </p:nvSpPr>
        <p:spPr>
          <a:xfrm>
            <a:off x="3970940" y="8829968"/>
            <a:ext cx="3037840" cy="464820"/>
          </a:xfrm>
          <a:prstGeom prst="rect">
            <a:avLst/>
          </a:prstGeom>
        </p:spPr>
        <p:txBody>
          <a:bodyPr vert="horz" lIns="92265" tIns="46132" rIns="92265" bIns="46132" rtlCol="0" anchor="b"/>
          <a:lstStyle>
            <a:lvl1pPr algn="r">
              <a:defRPr sz="1000">
                <a:latin typeface="Verdana" pitchFamily="34" charset="0"/>
              </a:defRPr>
            </a:lvl1pPr>
          </a:lstStyle>
          <a:p>
            <a:pPr>
              <a:defRPr/>
            </a:pPr>
            <a:fld id="{ADD24103-421B-4764-A1E2-02B99982DFA5}" type="slidenum">
              <a:rPr lang="en-GB"/>
              <a:pPr>
                <a:defRPr/>
              </a:pPr>
              <a:t>‹#›</a:t>
            </a:fld>
            <a:endParaRPr lang="en-GB" dirty="0"/>
          </a:p>
        </p:txBody>
      </p:sp>
    </p:spTree>
    <p:extLst>
      <p:ext uri="{BB962C8B-B14F-4D97-AF65-F5344CB8AC3E}">
        <p14:creationId xmlns:p14="http://schemas.microsoft.com/office/powerpoint/2010/main" val="16599534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4820"/>
          </a:xfrm>
          <a:prstGeom prst="rect">
            <a:avLst/>
          </a:prstGeom>
        </p:spPr>
        <p:txBody>
          <a:bodyPr vert="horz" lIns="92265" tIns="46132" rIns="92265" bIns="46132" rtlCol="0"/>
          <a:lstStyle>
            <a:lvl1pPr algn="l" fontAlgn="auto">
              <a:spcBef>
                <a:spcPts val="0"/>
              </a:spcBef>
              <a:spcAft>
                <a:spcPts val="0"/>
              </a:spcAft>
              <a:defRPr sz="900" b="1">
                <a:latin typeface="Verdana" pitchFamily="34" charset="0"/>
              </a:defRPr>
            </a:lvl1pPr>
          </a:lstStyle>
          <a:p>
            <a:pPr>
              <a:defRPr/>
            </a:pPr>
            <a:r>
              <a:rPr lang="en-GB" dirty="0"/>
              <a:t>Insert your presentation title here</a:t>
            </a:r>
          </a:p>
          <a:p>
            <a:pPr>
              <a:defRPr/>
            </a:pPr>
            <a:endParaRPr lang="en-GB" dirty="0"/>
          </a:p>
        </p:txBody>
      </p:sp>
      <p:sp>
        <p:nvSpPr>
          <p:cNvPr id="3" name="Date Placeholder 2"/>
          <p:cNvSpPr>
            <a:spLocks noGrp="1"/>
          </p:cNvSpPr>
          <p:nvPr>
            <p:ph type="dt" idx="1"/>
          </p:nvPr>
        </p:nvSpPr>
        <p:spPr>
          <a:xfrm>
            <a:off x="3970940" y="1"/>
            <a:ext cx="3037840" cy="464820"/>
          </a:xfrm>
          <a:prstGeom prst="rect">
            <a:avLst/>
          </a:prstGeom>
        </p:spPr>
        <p:txBody>
          <a:bodyPr vert="horz" lIns="92265" tIns="46132" rIns="92265" bIns="46132" rtlCol="0"/>
          <a:lstStyle>
            <a:lvl1pPr algn="r" fontAlgn="auto">
              <a:spcBef>
                <a:spcPts val="0"/>
              </a:spcBef>
              <a:spcAft>
                <a:spcPts val="0"/>
              </a:spcAft>
              <a:defRPr sz="1000">
                <a:latin typeface="Verdana" pitchFamily="34" charset="0"/>
              </a:defRPr>
            </a:lvl1pPr>
          </a:lstStyle>
          <a:p>
            <a:pPr>
              <a:defRPr/>
            </a:pPr>
            <a:fld id="{6524FD12-44F4-49F1-9150-ADBB104C06E8}" type="datetimeFigureOut">
              <a:rPr lang="en-US"/>
              <a:pPr>
                <a:defRPr/>
              </a:pPr>
              <a:t>8/13/2026</a:t>
            </a:fld>
            <a:endParaRPr lang="en-GB" dirty="0"/>
          </a:p>
        </p:txBody>
      </p:sp>
      <p:sp>
        <p:nvSpPr>
          <p:cNvPr id="4" name="Slide Image Placeholder 3"/>
          <p:cNvSpPr>
            <a:spLocks noGrp="1" noRot="1" noChangeAspect="1"/>
          </p:cNvSpPr>
          <p:nvPr>
            <p:ph type="sldImg" idx="2"/>
          </p:nvPr>
        </p:nvSpPr>
        <p:spPr>
          <a:xfrm>
            <a:off x="1039813" y="696913"/>
            <a:ext cx="4930775" cy="3486150"/>
          </a:xfrm>
          <a:prstGeom prst="rect">
            <a:avLst/>
          </a:prstGeom>
          <a:noFill/>
          <a:ln w="12700">
            <a:solidFill>
              <a:prstClr val="black"/>
            </a:solidFill>
          </a:ln>
        </p:spPr>
        <p:txBody>
          <a:bodyPr vert="horz" lIns="92265" tIns="46132" rIns="92265" bIns="46132" rtlCol="0" anchor="ctr"/>
          <a:lstStyle/>
          <a:p>
            <a:pPr lvl="0"/>
            <a:endParaRPr lang="en-GB" noProof="0" dirty="0"/>
          </a:p>
        </p:txBody>
      </p:sp>
      <p:sp>
        <p:nvSpPr>
          <p:cNvPr id="5" name="Notes Placeholder 4"/>
          <p:cNvSpPr>
            <a:spLocks noGrp="1"/>
          </p:cNvSpPr>
          <p:nvPr>
            <p:ph type="body" sz="quarter" idx="3"/>
          </p:nvPr>
        </p:nvSpPr>
        <p:spPr>
          <a:xfrm>
            <a:off x="701041" y="4415792"/>
            <a:ext cx="5608320" cy="4183380"/>
          </a:xfrm>
          <a:prstGeom prst="rect">
            <a:avLst/>
          </a:prstGeom>
        </p:spPr>
        <p:txBody>
          <a:bodyPr vert="horz" wrap="square" lIns="92265" tIns="46132" rIns="92265" bIns="46132" numCol="1" anchor="t" anchorCtr="0" compatLnSpc="1">
            <a:prstTxWarp prst="textNoShape">
              <a:avLst/>
            </a:prstTxWarp>
            <a:norm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Footer Placeholder 5"/>
          <p:cNvSpPr>
            <a:spLocks noGrp="1"/>
          </p:cNvSpPr>
          <p:nvPr>
            <p:ph type="ftr" sz="quarter" idx="4"/>
          </p:nvPr>
        </p:nvSpPr>
        <p:spPr>
          <a:xfrm>
            <a:off x="0" y="8829968"/>
            <a:ext cx="3037840" cy="464820"/>
          </a:xfrm>
          <a:prstGeom prst="rect">
            <a:avLst/>
          </a:prstGeom>
        </p:spPr>
        <p:txBody>
          <a:bodyPr vert="horz" lIns="92265" tIns="46132" rIns="92265" bIns="46132" rtlCol="0" anchor="b"/>
          <a:lstStyle>
            <a:lvl1pPr algn="l" fontAlgn="auto">
              <a:spcBef>
                <a:spcPts val="0"/>
              </a:spcBef>
              <a:spcAft>
                <a:spcPts val="0"/>
              </a:spcAft>
              <a:defRPr sz="900" b="1">
                <a:latin typeface="Verdana" pitchFamily="34" charset="0"/>
              </a:defRPr>
            </a:lvl1pPr>
          </a:lstStyle>
          <a:p>
            <a:pPr>
              <a:defRPr/>
            </a:pPr>
            <a:endParaRPr lang="en-GB" dirty="0"/>
          </a:p>
        </p:txBody>
      </p:sp>
      <p:sp>
        <p:nvSpPr>
          <p:cNvPr id="7" name="Slide Number Placeholder 6"/>
          <p:cNvSpPr>
            <a:spLocks noGrp="1"/>
          </p:cNvSpPr>
          <p:nvPr>
            <p:ph type="sldNum" sz="quarter" idx="5"/>
          </p:nvPr>
        </p:nvSpPr>
        <p:spPr>
          <a:xfrm>
            <a:off x="3970940" y="8829968"/>
            <a:ext cx="3037840" cy="464820"/>
          </a:xfrm>
          <a:prstGeom prst="rect">
            <a:avLst/>
          </a:prstGeom>
        </p:spPr>
        <p:txBody>
          <a:bodyPr vert="horz" lIns="92265" tIns="46132" rIns="92265" bIns="46132" rtlCol="0" anchor="b"/>
          <a:lstStyle>
            <a:lvl1pPr algn="r" fontAlgn="auto">
              <a:spcBef>
                <a:spcPts val="0"/>
              </a:spcBef>
              <a:spcAft>
                <a:spcPts val="0"/>
              </a:spcAft>
              <a:defRPr sz="1000">
                <a:latin typeface="Verdana" pitchFamily="34" charset="0"/>
              </a:defRPr>
            </a:lvl1pPr>
          </a:lstStyle>
          <a:p>
            <a:pPr>
              <a:defRPr/>
            </a:pPr>
            <a:fld id="{60B3860A-A264-4CC1-8D94-945B56A81C7D}" type="slidenum">
              <a:rPr lang="en-GB"/>
              <a:pPr>
                <a:defRPr/>
              </a:pPr>
              <a:t>‹#›</a:t>
            </a:fld>
            <a:endParaRPr lang="en-GB" dirty="0"/>
          </a:p>
        </p:txBody>
      </p:sp>
    </p:spTree>
    <p:extLst>
      <p:ext uri="{BB962C8B-B14F-4D97-AF65-F5344CB8AC3E}">
        <p14:creationId xmlns:p14="http://schemas.microsoft.com/office/powerpoint/2010/main" val="37380486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6" kern="1200">
        <a:solidFill>
          <a:schemeClr val="tx1"/>
        </a:solidFill>
        <a:latin typeface="+mn-lt"/>
        <a:ea typeface="+mn-ea"/>
        <a:cs typeface="+mn-cs"/>
      </a:defRPr>
    </a:lvl1pPr>
    <a:lvl2pPr marL="497754" algn="l" rtl="0" eaLnBrk="0" fontAlgn="base" hangingPunct="0">
      <a:spcBef>
        <a:spcPct val="30000"/>
      </a:spcBef>
      <a:spcAft>
        <a:spcPct val="0"/>
      </a:spcAft>
      <a:defRPr sz="1306" kern="1200">
        <a:solidFill>
          <a:schemeClr val="tx1"/>
        </a:solidFill>
        <a:latin typeface="+mn-lt"/>
        <a:ea typeface="+mn-ea"/>
        <a:cs typeface="+mn-cs"/>
      </a:defRPr>
    </a:lvl2pPr>
    <a:lvl3pPr marL="995507" algn="l" rtl="0" eaLnBrk="0" fontAlgn="base" hangingPunct="0">
      <a:spcBef>
        <a:spcPct val="30000"/>
      </a:spcBef>
      <a:spcAft>
        <a:spcPct val="0"/>
      </a:spcAft>
      <a:defRPr sz="1306" kern="1200">
        <a:solidFill>
          <a:schemeClr val="tx1"/>
        </a:solidFill>
        <a:latin typeface="+mn-lt"/>
        <a:ea typeface="+mn-ea"/>
        <a:cs typeface="+mn-cs"/>
      </a:defRPr>
    </a:lvl3pPr>
    <a:lvl4pPr marL="1493261" algn="l" rtl="0" eaLnBrk="0" fontAlgn="base" hangingPunct="0">
      <a:spcBef>
        <a:spcPct val="30000"/>
      </a:spcBef>
      <a:spcAft>
        <a:spcPct val="0"/>
      </a:spcAft>
      <a:defRPr sz="1306" kern="1200">
        <a:solidFill>
          <a:schemeClr val="tx1"/>
        </a:solidFill>
        <a:latin typeface="+mn-lt"/>
        <a:ea typeface="+mn-ea"/>
        <a:cs typeface="+mn-cs"/>
      </a:defRPr>
    </a:lvl4pPr>
    <a:lvl5pPr marL="1991015" algn="l" rtl="0" eaLnBrk="0" fontAlgn="base" hangingPunct="0">
      <a:spcBef>
        <a:spcPct val="30000"/>
      </a:spcBef>
      <a:spcAft>
        <a:spcPct val="0"/>
      </a:spcAft>
      <a:defRPr sz="1306" kern="1200">
        <a:solidFill>
          <a:schemeClr val="tx1"/>
        </a:solidFill>
        <a:latin typeface="+mn-lt"/>
        <a:ea typeface="+mn-ea"/>
        <a:cs typeface="+mn-cs"/>
      </a:defRPr>
    </a:lvl5pPr>
    <a:lvl6pPr marL="2488768" algn="l" defTabSz="995507" rtl="0" eaLnBrk="1" latinLnBrk="0" hangingPunct="1">
      <a:defRPr sz="1306" kern="1200">
        <a:solidFill>
          <a:schemeClr val="tx1"/>
        </a:solidFill>
        <a:latin typeface="+mn-lt"/>
        <a:ea typeface="+mn-ea"/>
        <a:cs typeface="+mn-cs"/>
      </a:defRPr>
    </a:lvl6pPr>
    <a:lvl7pPr marL="2986522" algn="l" defTabSz="995507" rtl="0" eaLnBrk="1" latinLnBrk="0" hangingPunct="1">
      <a:defRPr sz="1306" kern="1200">
        <a:solidFill>
          <a:schemeClr val="tx1"/>
        </a:solidFill>
        <a:latin typeface="+mn-lt"/>
        <a:ea typeface="+mn-ea"/>
        <a:cs typeface="+mn-cs"/>
      </a:defRPr>
    </a:lvl7pPr>
    <a:lvl8pPr marL="3484275" algn="l" defTabSz="995507" rtl="0" eaLnBrk="1" latinLnBrk="0" hangingPunct="1">
      <a:defRPr sz="1306" kern="1200">
        <a:solidFill>
          <a:schemeClr val="tx1"/>
        </a:solidFill>
        <a:latin typeface="+mn-lt"/>
        <a:ea typeface="+mn-ea"/>
        <a:cs typeface="+mn-cs"/>
      </a:defRPr>
    </a:lvl8pPr>
    <a:lvl9pPr marL="3982029" algn="l" defTabSz="995507" rtl="0" eaLnBrk="1" latinLnBrk="0" hangingPunct="1">
      <a:defRPr sz="130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39813" y="696913"/>
            <a:ext cx="4930775"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0B3860A-A264-4CC1-8D94-945B56A81C7D}" type="slidenum">
              <a:rPr lang="en-GB" smtClean="0"/>
              <a:pPr>
                <a:defRPr/>
              </a:pPr>
              <a:t>1</a:t>
            </a:fld>
            <a:endParaRPr lang="en-GB" dirty="0"/>
          </a:p>
        </p:txBody>
      </p:sp>
    </p:spTree>
    <p:extLst>
      <p:ext uri="{BB962C8B-B14F-4D97-AF65-F5344CB8AC3E}">
        <p14:creationId xmlns:p14="http://schemas.microsoft.com/office/powerpoint/2010/main" val="7574471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39813" y="696913"/>
            <a:ext cx="4930775"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0B3860A-A264-4CC1-8D94-945B56A81C7D}" type="slidenum">
              <a:rPr lang="en-GB" smtClean="0"/>
              <a:pPr>
                <a:defRPr/>
              </a:pPr>
              <a:t>2</a:t>
            </a:fld>
            <a:endParaRPr lang="en-GB" dirty="0"/>
          </a:p>
        </p:txBody>
      </p:sp>
    </p:spTree>
    <p:extLst>
      <p:ext uri="{BB962C8B-B14F-4D97-AF65-F5344CB8AC3E}">
        <p14:creationId xmlns:p14="http://schemas.microsoft.com/office/powerpoint/2010/main" val="4138196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39813" y="696913"/>
            <a:ext cx="4930775"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0B3860A-A264-4CC1-8D94-945B56A81C7D}" type="slidenum">
              <a:rPr lang="en-GB" smtClean="0"/>
              <a:pPr>
                <a:defRPr/>
              </a:pPr>
              <a:t>3</a:t>
            </a:fld>
            <a:endParaRPr lang="en-GB" dirty="0"/>
          </a:p>
        </p:txBody>
      </p:sp>
    </p:spTree>
    <p:extLst>
      <p:ext uri="{BB962C8B-B14F-4D97-AF65-F5344CB8AC3E}">
        <p14:creationId xmlns:p14="http://schemas.microsoft.com/office/powerpoint/2010/main" val="3447979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2.em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2.xml"/><Relationship Id="rId4" Type="http://schemas.openxmlformats.org/officeDocument/2006/relationships/image" Target="../media/image2.emf"/></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Title">
    <p:spTree>
      <p:nvGrpSpPr>
        <p:cNvPr id="1" name=""/>
        <p:cNvGrpSpPr/>
        <p:nvPr/>
      </p:nvGrpSpPr>
      <p:grpSpPr>
        <a:xfrm>
          <a:off x="0" y="0"/>
          <a:ext cx="0" cy="0"/>
          <a:chOff x="0" y="0"/>
          <a:chExt cx="0" cy="0"/>
        </a:xfrm>
      </p:grpSpPr>
      <p:grpSp>
        <p:nvGrpSpPr>
          <p:cNvPr id="8" name="Group 8"/>
          <p:cNvGrpSpPr>
            <a:grpSpLocks/>
          </p:cNvGrpSpPr>
          <p:nvPr userDrawn="1"/>
        </p:nvGrpSpPr>
        <p:grpSpPr bwMode="auto">
          <a:xfrm>
            <a:off x="162777" y="-902960"/>
            <a:ext cx="699080" cy="792715"/>
            <a:chOff x="160506" y="-818892"/>
            <a:chExt cx="648072" cy="719500"/>
          </a:xfrm>
        </p:grpSpPr>
        <p:cxnSp>
          <p:nvCxnSpPr>
            <p:cNvPr id="9" name="Straight Arrow Connector 8"/>
            <p:cNvCxnSpPr/>
            <p:nvPr userDrawn="1"/>
          </p:nvCxnSpPr>
          <p:spPr>
            <a:xfrm>
              <a:off x="482953" y="-602883"/>
              <a:ext cx="0" cy="50349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11"/>
            <p:cNvSpPr txBox="1">
              <a:spLocks noChangeArrowheads="1"/>
            </p:cNvSpPr>
            <p:nvPr userDrawn="1"/>
          </p:nvSpPr>
          <p:spPr bwMode="auto">
            <a:xfrm>
              <a:off x="160506" y="-818892"/>
              <a:ext cx="648072" cy="204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GB" altLang="en-US" sz="863" dirty="0">
                  <a:solidFill>
                    <a:srgbClr val="FFFFFF"/>
                  </a:solidFill>
                </a:rPr>
                <a:t>12.40</a:t>
              </a:r>
            </a:p>
          </p:txBody>
        </p:sp>
      </p:grpSp>
      <p:grpSp>
        <p:nvGrpSpPr>
          <p:cNvPr id="11" name="Group 12"/>
          <p:cNvGrpSpPr>
            <a:grpSpLocks/>
          </p:cNvGrpSpPr>
          <p:nvPr userDrawn="1"/>
        </p:nvGrpSpPr>
        <p:grpSpPr bwMode="auto">
          <a:xfrm>
            <a:off x="-1545515" y="1112952"/>
            <a:ext cx="1444422" cy="225126"/>
            <a:chOff x="-1563724" y="81191"/>
            <a:chExt cx="1338744" cy="205308"/>
          </a:xfrm>
        </p:grpSpPr>
        <p:cxnSp>
          <p:nvCxnSpPr>
            <p:cNvPr id="12" name="Straight Arrow Connector 11"/>
            <p:cNvCxnSpPr/>
            <p:nvPr userDrawn="1"/>
          </p:nvCxnSpPr>
          <p:spPr>
            <a:xfrm>
              <a:off x="-872913" y="189711"/>
              <a:ext cx="647933"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4"/>
            <p:cNvSpPr txBox="1">
              <a:spLocks noChangeArrowheads="1"/>
            </p:cNvSpPr>
            <p:nvPr userDrawn="1"/>
          </p:nvSpPr>
          <p:spPr bwMode="auto">
            <a:xfrm>
              <a:off x="-1563724" y="81191"/>
              <a:ext cx="647933" cy="205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r" eaLnBrk="1" hangingPunct="1"/>
              <a:r>
                <a:rPr lang="en-GB" altLang="en-US" sz="863" dirty="0">
                  <a:solidFill>
                    <a:srgbClr val="FFFFFF"/>
                  </a:solidFill>
                </a:rPr>
                <a:t>6.40</a:t>
              </a:r>
            </a:p>
          </p:txBody>
        </p:sp>
      </p:grpSp>
      <p:grpSp>
        <p:nvGrpSpPr>
          <p:cNvPr id="14" name="Group 16"/>
          <p:cNvGrpSpPr>
            <a:grpSpLocks/>
          </p:cNvGrpSpPr>
          <p:nvPr userDrawn="1"/>
        </p:nvGrpSpPr>
        <p:grpSpPr bwMode="auto">
          <a:xfrm>
            <a:off x="10864871" y="946708"/>
            <a:ext cx="1490685" cy="225126"/>
            <a:chOff x="10065568" y="797397"/>
            <a:chExt cx="1382640" cy="203799"/>
          </a:xfrm>
        </p:grpSpPr>
        <p:cxnSp>
          <p:nvCxnSpPr>
            <p:cNvPr id="15" name="Straight Arrow Connector 14"/>
            <p:cNvCxnSpPr/>
            <p:nvPr userDrawn="1"/>
          </p:nvCxnSpPr>
          <p:spPr>
            <a:xfrm flipH="1">
              <a:off x="10065568" y="908287"/>
              <a:ext cx="64841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7"/>
            <p:cNvSpPr txBox="1">
              <a:spLocks noChangeArrowheads="1"/>
            </p:cNvSpPr>
            <p:nvPr userDrawn="1"/>
          </p:nvSpPr>
          <p:spPr bwMode="auto">
            <a:xfrm>
              <a:off x="10799798" y="797397"/>
              <a:ext cx="648410" cy="203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GB" altLang="en-US" sz="863" dirty="0">
                  <a:solidFill>
                    <a:srgbClr val="FFFFFF"/>
                  </a:solidFill>
                </a:rPr>
                <a:t>6.80</a:t>
              </a:r>
            </a:p>
          </p:txBody>
        </p:sp>
      </p:grpSp>
      <p:grpSp>
        <p:nvGrpSpPr>
          <p:cNvPr id="17" name="Group 20"/>
          <p:cNvGrpSpPr>
            <a:grpSpLocks/>
          </p:cNvGrpSpPr>
          <p:nvPr userDrawn="1"/>
        </p:nvGrpSpPr>
        <p:grpSpPr bwMode="auto">
          <a:xfrm>
            <a:off x="10864871" y="1342191"/>
            <a:ext cx="1490685" cy="225126"/>
            <a:chOff x="10065568" y="797397"/>
            <a:chExt cx="1382640" cy="203799"/>
          </a:xfrm>
        </p:grpSpPr>
        <p:cxnSp>
          <p:nvCxnSpPr>
            <p:cNvPr id="19" name="Straight Arrow Connector 18"/>
            <p:cNvCxnSpPr/>
            <p:nvPr userDrawn="1"/>
          </p:nvCxnSpPr>
          <p:spPr>
            <a:xfrm flipH="1">
              <a:off x="10065568" y="908287"/>
              <a:ext cx="64841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20"/>
            <p:cNvSpPr txBox="1">
              <a:spLocks noChangeArrowheads="1"/>
            </p:cNvSpPr>
            <p:nvPr userDrawn="1"/>
          </p:nvSpPr>
          <p:spPr bwMode="auto">
            <a:xfrm>
              <a:off x="10799798" y="797397"/>
              <a:ext cx="648410" cy="203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GB" altLang="en-US" sz="863" dirty="0">
                  <a:solidFill>
                    <a:srgbClr val="FFFFFF"/>
                  </a:solidFill>
                </a:rPr>
                <a:t>5.80</a:t>
              </a:r>
            </a:p>
          </p:txBody>
        </p:sp>
      </p:grpSp>
      <p:grpSp>
        <p:nvGrpSpPr>
          <p:cNvPr id="21" name="Group 23"/>
          <p:cNvGrpSpPr>
            <a:grpSpLocks/>
          </p:cNvGrpSpPr>
          <p:nvPr userDrawn="1"/>
        </p:nvGrpSpPr>
        <p:grpSpPr bwMode="auto">
          <a:xfrm>
            <a:off x="-1545515" y="3965329"/>
            <a:ext cx="1444422" cy="225126"/>
            <a:chOff x="-1563724" y="81191"/>
            <a:chExt cx="1338744" cy="203799"/>
          </a:xfrm>
        </p:grpSpPr>
        <p:cxnSp>
          <p:nvCxnSpPr>
            <p:cNvPr id="22" name="Straight Arrow Connector 21"/>
            <p:cNvCxnSpPr/>
            <p:nvPr userDrawn="1"/>
          </p:nvCxnSpPr>
          <p:spPr>
            <a:xfrm>
              <a:off x="-872913" y="188913"/>
              <a:ext cx="647933"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3"/>
            <p:cNvSpPr txBox="1">
              <a:spLocks noChangeArrowheads="1"/>
            </p:cNvSpPr>
            <p:nvPr userDrawn="1"/>
          </p:nvSpPr>
          <p:spPr bwMode="auto">
            <a:xfrm>
              <a:off x="-1563724" y="81191"/>
              <a:ext cx="647933" cy="203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r" eaLnBrk="1" hangingPunct="1"/>
              <a:r>
                <a:rPr lang="en-GB" altLang="en-US" sz="863" dirty="0">
                  <a:solidFill>
                    <a:srgbClr val="FFFFFF"/>
                  </a:solidFill>
                </a:rPr>
                <a:t>0.80</a:t>
              </a:r>
            </a:p>
          </p:txBody>
        </p:sp>
      </p:grpSp>
      <p:grpSp>
        <p:nvGrpSpPr>
          <p:cNvPr id="24" name="Group 26"/>
          <p:cNvGrpSpPr>
            <a:grpSpLocks/>
          </p:cNvGrpSpPr>
          <p:nvPr userDrawn="1"/>
        </p:nvGrpSpPr>
        <p:grpSpPr bwMode="auto">
          <a:xfrm>
            <a:off x="10911133" y="4121071"/>
            <a:ext cx="1492399" cy="225126"/>
            <a:chOff x="10065568" y="797397"/>
            <a:chExt cx="1382640" cy="203799"/>
          </a:xfrm>
        </p:grpSpPr>
        <p:cxnSp>
          <p:nvCxnSpPr>
            <p:cNvPr id="25" name="Straight Arrow Connector 24"/>
            <p:cNvCxnSpPr/>
            <p:nvPr userDrawn="1"/>
          </p:nvCxnSpPr>
          <p:spPr>
            <a:xfrm flipH="1">
              <a:off x="10065568" y="908287"/>
              <a:ext cx="64766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6"/>
            <p:cNvSpPr txBox="1">
              <a:spLocks noChangeArrowheads="1"/>
            </p:cNvSpPr>
            <p:nvPr userDrawn="1"/>
          </p:nvSpPr>
          <p:spPr bwMode="auto">
            <a:xfrm>
              <a:off x="10800542" y="797397"/>
              <a:ext cx="647666" cy="203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GB" altLang="en-US" sz="863" dirty="0">
                  <a:solidFill>
                    <a:srgbClr val="FFFFFF"/>
                  </a:solidFill>
                </a:rPr>
                <a:t>1.20</a:t>
              </a:r>
            </a:p>
          </p:txBody>
        </p:sp>
      </p:grpSp>
      <p:grpSp>
        <p:nvGrpSpPr>
          <p:cNvPr id="27" name="Group 29"/>
          <p:cNvGrpSpPr>
            <a:grpSpLocks/>
          </p:cNvGrpSpPr>
          <p:nvPr userDrawn="1"/>
        </p:nvGrpSpPr>
        <p:grpSpPr bwMode="auto">
          <a:xfrm>
            <a:off x="-1545515" y="6744210"/>
            <a:ext cx="1444422" cy="225126"/>
            <a:chOff x="-1563724" y="81191"/>
            <a:chExt cx="1338744" cy="203799"/>
          </a:xfrm>
        </p:grpSpPr>
        <p:cxnSp>
          <p:nvCxnSpPr>
            <p:cNvPr id="28" name="Straight Arrow Connector 27"/>
            <p:cNvCxnSpPr/>
            <p:nvPr userDrawn="1"/>
          </p:nvCxnSpPr>
          <p:spPr>
            <a:xfrm>
              <a:off x="-872913" y="188913"/>
              <a:ext cx="647933"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9"/>
            <p:cNvSpPr txBox="1">
              <a:spLocks noChangeArrowheads="1"/>
            </p:cNvSpPr>
            <p:nvPr userDrawn="1"/>
          </p:nvSpPr>
          <p:spPr bwMode="auto">
            <a:xfrm>
              <a:off x="-1563724" y="81191"/>
              <a:ext cx="647933" cy="203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r" eaLnBrk="1" hangingPunct="1"/>
              <a:r>
                <a:rPr lang="en-GB" altLang="en-US" sz="863" dirty="0">
                  <a:solidFill>
                    <a:srgbClr val="FFFFFF"/>
                  </a:solidFill>
                </a:rPr>
                <a:t>7.80</a:t>
              </a:r>
            </a:p>
          </p:txBody>
        </p:sp>
      </p:grpSp>
      <p:grpSp>
        <p:nvGrpSpPr>
          <p:cNvPr id="30" name="Group 32"/>
          <p:cNvGrpSpPr>
            <a:grpSpLocks/>
          </p:cNvGrpSpPr>
          <p:nvPr userDrawn="1"/>
        </p:nvGrpSpPr>
        <p:grpSpPr bwMode="auto">
          <a:xfrm>
            <a:off x="-1545515" y="7144943"/>
            <a:ext cx="1444422" cy="225126"/>
            <a:chOff x="-1563724" y="81191"/>
            <a:chExt cx="1338744" cy="203799"/>
          </a:xfrm>
        </p:grpSpPr>
        <p:cxnSp>
          <p:nvCxnSpPr>
            <p:cNvPr id="31" name="Straight Arrow Connector 30"/>
            <p:cNvCxnSpPr/>
            <p:nvPr userDrawn="1"/>
          </p:nvCxnSpPr>
          <p:spPr>
            <a:xfrm>
              <a:off x="-872913" y="188913"/>
              <a:ext cx="647933"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2"/>
            <p:cNvSpPr txBox="1">
              <a:spLocks noChangeArrowheads="1"/>
            </p:cNvSpPr>
            <p:nvPr userDrawn="1"/>
          </p:nvSpPr>
          <p:spPr bwMode="auto">
            <a:xfrm>
              <a:off x="-1563724" y="81191"/>
              <a:ext cx="647933" cy="203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r" eaLnBrk="1" hangingPunct="1"/>
              <a:r>
                <a:rPr lang="en-GB" altLang="en-US" sz="863" dirty="0">
                  <a:solidFill>
                    <a:srgbClr val="FFFFFF"/>
                  </a:solidFill>
                </a:rPr>
                <a:t>8.80</a:t>
              </a:r>
            </a:p>
          </p:txBody>
        </p:sp>
      </p:grpSp>
      <p:grpSp>
        <p:nvGrpSpPr>
          <p:cNvPr id="33" name="Group 35"/>
          <p:cNvGrpSpPr>
            <a:grpSpLocks/>
          </p:cNvGrpSpPr>
          <p:nvPr userDrawn="1"/>
        </p:nvGrpSpPr>
        <p:grpSpPr bwMode="auto">
          <a:xfrm>
            <a:off x="-1545515" y="82247"/>
            <a:ext cx="1444422" cy="225126"/>
            <a:chOff x="-1563724" y="81191"/>
            <a:chExt cx="1338744" cy="205309"/>
          </a:xfrm>
        </p:grpSpPr>
        <p:cxnSp>
          <p:nvCxnSpPr>
            <p:cNvPr id="34" name="Straight Arrow Connector 33"/>
            <p:cNvCxnSpPr/>
            <p:nvPr userDrawn="1"/>
          </p:nvCxnSpPr>
          <p:spPr>
            <a:xfrm>
              <a:off x="-872913" y="189711"/>
              <a:ext cx="647933"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5"/>
            <p:cNvSpPr txBox="1">
              <a:spLocks noChangeArrowheads="1"/>
            </p:cNvSpPr>
            <p:nvPr userDrawn="1"/>
          </p:nvSpPr>
          <p:spPr bwMode="auto">
            <a:xfrm>
              <a:off x="-1563724" y="81191"/>
              <a:ext cx="647933" cy="205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r" eaLnBrk="1" hangingPunct="1"/>
              <a:r>
                <a:rPr lang="en-GB" altLang="en-US" sz="863" dirty="0">
                  <a:solidFill>
                    <a:srgbClr val="FFFFFF"/>
                  </a:solidFill>
                </a:rPr>
                <a:t>9.00</a:t>
              </a:r>
            </a:p>
          </p:txBody>
        </p:sp>
      </p:grpSp>
      <p:grpSp>
        <p:nvGrpSpPr>
          <p:cNvPr id="36" name="Group 38"/>
          <p:cNvGrpSpPr>
            <a:grpSpLocks/>
          </p:cNvGrpSpPr>
          <p:nvPr userDrawn="1"/>
        </p:nvGrpSpPr>
        <p:grpSpPr bwMode="auto">
          <a:xfrm>
            <a:off x="4919263" y="-902960"/>
            <a:ext cx="699080" cy="792715"/>
            <a:chOff x="312906" y="-666492"/>
            <a:chExt cx="648072" cy="719500"/>
          </a:xfrm>
        </p:grpSpPr>
        <p:cxnSp>
          <p:nvCxnSpPr>
            <p:cNvPr id="37" name="Straight Arrow Connector 36"/>
            <p:cNvCxnSpPr/>
            <p:nvPr userDrawn="1"/>
          </p:nvCxnSpPr>
          <p:spPr>
            <a:xfrm>
              <a:off x="635353" y="-450483"/>
              <a:ext cx="0" cy="50349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8"/>
            <p:cNvSpPr txBox="1">
              <a:spLocks noChangeArrowheads="1"/>
            </p:cNvSpPr>
            <p:nvPr userDrawn="1"/>
          </p:nvSpPr>
          <p:spPr bwMode="auto">
            <a:xfrm>
              <a:off x="312906" y="-666492"/>
              <a:ext cx="648072" cy="204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GB" altLang="en-US" sz="863" dirty="0">
                  <a:solidFill>
                    <a:srgbClr val="FFFFFF"/>
                  </a:solidFill>
                </a:rPr>
                <a:t>0.20</a:t>
              </a:r>
            </a:p>
          </p:txBody>
        </p:sp>
      </p:grpSp>
      <p:grpSp>
        <p:nvGrpSpPr>
          <p:cNvPr id="39" name="Group 84"/>
          <p:cNvGrpSpPr>
            <a:grpSpLocks/>
          </p:cNvGrpSpPr>
          <p:nvPr userDrawn="1"/>
        </p:nvGrpSpPr>
        <p:grpSpPr bwMode="auto">
          <a:xfrm>
            <a:off x="5063191" y="7669921"/>
            <a:ext cx="700793" cy="779852"/>
            <a:chOff x="4691529" y="6957392"/>
            <a:chExt cx="648072" cy="707826"/>
          </a:xfrm>
        </p:grpSpPr>
        <p:cxnSp>
          <p:nvCxnSpPr>
            <p:cNvPr id="40" name="Straight Arrow Connector 39"/>
            <p:cNvCxnSpPr/>
            <p:nvPr userDrawn="1"/>
          </p:nvCxnSpPr>
          <p:spPr>
            <a:xfrm rot="10800000">
              <a:off x="5016357" y="6957392"/>
              <a:ext cx="0" cy="50349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1"/>
            <p:cNvSpPr txBox="1">
              <a:spLocks noChangeArrowheads="1"/>
            </p:cNvSpPr>
            <p:nvPr userDrawn="1"/>
          </p:nvSpPr>
          <p:spPr bwMode="auto">
            <a:xfrm>
              <a:off x="4691529" y="7460884"/>
              <a:ext cx="648072" cy="204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GB" altLang="en-US" sz="863" dirty="0">
                  <a:solidFill>
                    <a:srgbClr val="FFFFFF"/>
                  </a:solidFill>
                </a:rPr>
                <a:t>0.20</a:t>
              </a:r>
            </a:p>
          </p:txBody>
        </p:sp>
      </p:grpSp>
      <p:grpSp>
        <p:nvGrpSpPr>
          <p:cNvPr id="42" name="Group 44"/>
          <p:cNvGrpSpPr>
            <a:grpSpLocks/>
          </p:cNvGrpSpPr>
          <p:nvPr userDrawn="1"/>
        </p:nvGrpSpPr>
        <p:grpSpPr bwMode="auto">
          <a:xfrm>
            <a:off x="9805969" y="-890712"/>
            <a:ext cx="699080" cy="792716"/>
            <a:chOff x="160506" y="-818892"/>
            <a:chExt cx="648072" cy="719500"/>
          </a:xfrm>
        </p:grpSpPr>
        <p:cxnSp>
          <p:nvCxnSpPr>
            <p:cNvPr id="43" name="Straight Arrow Connector 42"/>
            <p:cNvCxnSpPr/>
            <p:nvPr userDrawn="1"/>
          </p:nvCxnSpPr>
          <p:spPr>
            <a:xfrm>
              <a:off x="482953" y="-602883"/>
              <a:ext cx="0" cy="50349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4"/>
            <p:cNvSpPr txBox="1">
              <a:spLocks noChangeArrowheads="1"/>
            </p:cNvSpPr>
            <p:nvPr userDrawn="1"/>
          </p:nvSpPr>
          <p:spPr bwMode="auto">
            <a:xfrm>
              <a:off x="160506" y="-818892"/>
              <a:ext cx="648072" cy="204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GB" altLang="en-US" sz="863" dirty="0">
                  <a:solidFill>
                    <a:srgbClr val="FFFFFF"/>
                  </a:solidFill>
                </a:rPr>
                <a:t>12.40</a:t>
              </a:r>
            </a:p>
          </p:txBody>
        </p:sp>
      </p:grpSp>
      <p:grpSp>
        <p:nvGrpSpPr>
          <p:cNvPr id="45" name="Group 47"/>
          <p:cNvGrpSpPr>
            <a:grpSpLocks/>
          </p:cNvGrpSpPr>
          <p:nvPr userDrawn="1"/>
        </p:nvGrpSpPr>
        <p:grpSpPr bwMode="auto">
          <a:xfrm>
            <a:off x="1913904" y="-902960"/>
            <a:ext cx="699080" cy="792715"/>
            <a:chOff x="160506" y="-818892"/>
            <a:chExt cx="648072" cy="719500"/>
          </a:xfrm>
        </p:grpSpPr>
        <p:cxnSp>
          <p:nvCxnSpPr>
            <p:cNvPr id="46" name="Straight Arrow Connector 45"/>
            <p:cNvCxnSpPr/>
            <p:nvPr userDrawn="1"/>
          </p:nvCxnSpPr>
          <p:spPr>
            <a:xfrm>
              <a:off x="482953" y="-602883"/>
              <a:ext cx="0" cy="50349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7"/>
            <p:cNvSpPr txBox="1">
              <a:spLocks noChangeArrowheads="1"/>
            </p:cNvSpPr>
            <p:nvPr userDrawn="1"/>
          </p:nvSpPr>
          <p:spPr bwMode="auto">
            <a:xfrm>
              <a:off x="160506" y="-818892"/>
              <a:ext cx="648072" cy="204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GB" altLang="en-US" sz="863" dirty="0">
                  <a:solidFill>
                    <a:srgbClr val="FF0000"/>
                  </a:solidFill>
                </a:rPr>
                <a:t>7.90</a:t>
              </a:r>
            </a:p>
          </p:txBody>
        </p:sp>
      </p:grpSp>
      <p:grpSp>
        <p:nvGrpSpPr>
          <p:cNvPr id="48" name="Group 88"/>
          <p:cNvGrpSpPr>
            <a:grpSpLocks/>
          </p:cNvGrpSpPr>
          <p:nvPr userDrawn="1"/>
        </p:nvGrpSpPr>
        <p:grpSpPr bwMode="auto">
          <a:xfrm>
            <a:off x="2092101" y="-664971"/>
            <a:ext cx="699080" cy="554726"/>
            <a:chOff x="1938189" y="-602868"/>
            <a:chExt cx="648072" cy="502896"/>
          </a:xfrm>
        </p:grpSpPr>
        <p:cxnSp>
          <p:nvCxnSpPr>
            <p:cNvPr id="49" name="Straight Arrow Connector 48"/>
            <p:cNvCxnSpPr/>
            <p:nvPr userDrawn="1"/>
          </p:nvCxnSpPr>
          <p:spPr>
            <a:xfrm>
              <a:off x="2249518" y="-387114"/>
              <a:ext cx="0" cy="28714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50"/>
            <p:cNvSpPr txBox="1">
              <a:spLocks noChangeArrowheads="1"/>
            </p:cNvSpPr>
            <p:nvPr userDrawn="1"/>
          </p:nvSpPr>
          <p:spPr bwMode="auto">
            <a:xfrm>
              <a:off x="1938189" y="-602868"/>
              <a:ext cx="648072" cy="204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GB" altLang="en-US" sz="863" dirty="0">
                  <a:solidFill>
                    <a:srgbClr val="FF0000"/>
                  </a:solidFill>
                </a:rPr>
                <a:t>7.50</a:t>
              </a:r>
            </a:p>
          </p:txBody>
        </p:sp>
      </p:grpSp>
      <p:sp>
        <p:nvSpPr>
          <p:cNvPr id="51" name="TextBox 51"/>
          <p:cNvSpPr txBox="1">
            <a:spLocks noChangeArrowheads="1"/>
          </p:cNvSpPr>
          <p:nvPr userDrawn="1"/>
        </p:nvSpPr>
        <p:spPr bwMode="auto">
          <a:xfrm>
            <a:off x="1778542" y="-1079465"/>
            <a:ext cx="1110304" cy="211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712" tIns="38856" rIns="77712" bIns="38856"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GB" altLang="en-US" sz="863" dirty="0">
                <a:solidFill>
                  <a:srgbClr val="FF0000"/>
                </a:solidFill>
                <a:latin typeface="Verdana" pitchFamily="34" charset="0"/>
              </a:rPr>
              <a:t>Guides for gutter</a:t>
            </a:r>
          </a:p>
        </p:txBody>
      </p:sp>
      <p:sp>
        <p:nvSpPr>
          <p:cNvPr id="52" name="Rectangle 51"/>
          <p:cNvSpPr/>
          <p:nvPr userDrawn="1"/>
        </p:nvSpPr>
        <p:spPr>
          <a:xfrm>
            <a:off x="-2386810" y="4220818"/>
            <a:ext cx="2285718" cy="925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7712" tIns="38856" rIns="77712" bIns="38856"/>
          <a:lstStyle/>
          <a:p>
            <a:pPr algn="ctr">
              <a:defRPr/>
            </a:pPr>
            <a:r>
              <a:rPr lang="en-GB" sz="863" dirty="0">
                <a:solidFill>
                  <a:srgbClr val="1B4298"/>
                </a:solidFill>
              </a:rPr>
              <a:t>Text colours</a:t>
            </a:r>
          </a:p>
        </p:txBody>
      </p:sp>
      <p:sp>
        <p:nvSpPr>
          <p:cNvPr id="53" name="Rectangle 52"/>
          <p:cNvSpPr/>
          <p:nvPr userDrawn="1"/>
        </p:nvSpPr>
        <p:spPr>
          <a:xfrm>
            <a:off x="-2270297" y="4551555"/>
            <a:ext cx="466053" cy="4759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FFFFFF"/>
                </a:solidFill>
              </a:rPr>
              <a:t>R 27</a:t>
            </a:r>
          </a:p>
          <a:p>
            <a:pPr algn="ctr">
              <a:defRPr/>
            </a:pPr>
            <a:r>
              <a:rPr lang="en-GB" sz="863" dirty="0">
                <a:solidFill>
                  <a:srgbClr val="FFFFFF"/>
                </a:solidFill>
              </a:rPr>
              <a:t>G 66</a:t>
            </a:r>
          </a:p>
          <a:p>
            <a:pPr algn="ctr">
              <a:defRPr/>
            </a:pPr>
            <a:r>
              <a:rPr lang="en-GB" sz="863" dirty="0">
                <a:solidFill>
                  <a:srgbClr val="FFFFFF"/>
                </a:solidFill>
              </a:rPr>
              <a:t>B 152</a:t>
            </a:r>
          </a:p>
        </p:txBody>
      </p:sp>
      <p:sp>
        <p:nvSpPr>
          <p:cNvPr id="54" name="Rectangle 53"/>
          <p:cNvSpPr/>
          <p:nvPr userDrawn="1"/>
        </p:nvSpPr>
        <p:spPr>
          <a:xfrm>
            <a:off x="-1473551" y="4551555"/>
            <a:ext cx="466053" cy="4759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FFFFFF"/>
                </a:solidFill>
              </a:rPr>
              <a:t>R 0</a:t>
            </a:r>
          </a:p>
          <a:p>
            <a:pPr algn="ctr">
              <a:defRPr/>
            </a:pPr>
            <a:r>
              <a:rPr lang="en-GB" sz="863" dirty="0">
                <a:solidFill>
                  <a:srgbClr val="FFFFFF"/>
                </a:solidFill>
              </a:rPr>
              <a:t>G 0</a:t>
            </a:r>
          </a:p>
          <a:p>
            <a:pPr algn="ctr">
              <a:defRPr/>
            </a:pPr>
            <a:r>
              <a:rPr lang="en-GB" sz="863" dirty="0">
                <a:solidFill>
                  <a:srgbClr val="FFFFFF"/>
                </a:solidFill>
              </a:rPr>
              <a:t>B 0</a:t>
            </a:r>
          </a:p>
        </p:txBody>
      </p:sp>
      <p:sp>
        <p:nvSpPr>
          <p:cNvPr id="55" name="Rectangle 54"/>
          <p:cNvSpPr/>
          <p:nvPr userDrawn="1"/>
        </p:nvSpPr>
        <p:spPr>
          <a:xfrm>
            <a:off x="-676806" y="4551555"/>
            <a:ext cx="466053" cy="47598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FFFFFF"/>
                </a:solidFill>
              </a:rPr>
              <a:t>R 127</a:t>
            </a:r>
          </a:p>
          <a:p>
            <a:pPr algn="ctr">
              <a:defRPr/>
            </a:pPr>
            <a:r>
              <a:rPr lang="en-GB" sz="863" dirty="0">
                <a:solidFill>
                  <a:srgbClr val="FFFFFF"/>
                </a:solidFill>
              </a:rPr>
              <a:t>G 127</a:t>
            </a:r>
          </a:p>
          <a:p>
            <a:pPr algn="ctr">
              <a:defRPr/>
            </a:pPr>
            <a:r>
              <a:rPr lang="en-GB" sz="863" dirty="0">
                <a:solidFill>
                  <a:srgbClr val="FFFFFF"/>
                </a:solidFill>
              </a:rPr>
              <a:t>B 127</a:t>
            </a:r>
          </a:p>
        </p:txBody>
      </p:sp>
      <p:sp>
        <p:nvSpPr>
          <p:cNvPr id="56" name="Rectangle 55"/>
          <p:cNvSpPr/>
          <p:nvPr userDrawn="1"/>
        </p:nvSpPr>
        <p:spPr>
          <a:xfrm>
            <a:off x="-2386810" y="5314523"/>
            <a:ext cx="2285718" cy="14296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7712" tIns="38856" rIns="77712" bIns="38856"/>
          <a:lstStyle/>
          <a:p>
            <a:pPr algn="ctr">
              <a:defRPr/>
            </a:pPr>
            <a:r>
              <a:rPr lang="en-GB" sz="863" dirty="0">
                <a:solidFill>
                  <a:srgbClr val="1B4298"/>
                </a:solidFill>
              </a:rPr>
              <a:t>Background shading</a:t>
            </a:r>
          </a:p>
        </p:txBody>
      </p:sp>
      <p:sp>
        <p:nvSpPr>
          <p:cNvPr id="57" name="Rectangle 56"/>
          <p:cNvSpPr/>
          <p:nvPr userDrawn="1"/>
        </p:nvSpPr>
        <p:spPr>
          <a:xfrm>
            <a:off x="-2270297" y="5526262"/>
            <a:ext cx="466053" cy="4759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FFFFFF">
                    <a:lumMod val="50000"/>
                  </a:srgbClr>
                </a:solidFill>
              </a:rPr>
              <a:t>R 242</a:t>
            </a:r>
          </a:p>
          <a:p>
            <a:pPr algn="ctr">
              <a:defRPr/>
            </a:pPr>
            <a:r>
              <a:rPr lang="en-GB" sz="863" dirty="0">
                <a:solidFill>
                  <a:srgbClr val="FFFFFF">
                    <a:lumMod val="50000"/>
                  </a:srgbClr>
                </a:solidFill>
              </a:rPr>
              <a:t>G 242</a:t>
            </a:r>
          </a:p>
          <a:p>
            <a:pPr algn="ctr">
              <a:defRPr/>
            </a:pPr>
            <a:r>
              <a:rPr lang="en-GB" sz="863" dirty="0">
                <a:solidFill>
                  <a:srgbClr val="FFFFFF">
                    <a:lumMod val="50000"/>
                  </a:srgbClr>
                </a:solidFill>
              </a:rPr>
              <a:t>B 242</a:t>
            </a:r>
          </a:p>
        </p:txBody>
      </p:sp>
      <p:sp>
        <p:nvSpPr>
          <p:cNvPr id="58" name="Rectangle 57"/>
          <p:cNvSpPr/>
          <p:nvPr userDrawn="1"/>
        </p:nvSpPr>
        <p:spPr>
          <a:xfrm>
            <a:off x="-1473551" y="5526262"/>
            <a:ext cx="466053" cy="47598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1B4298"/>
                </a:solidFill>
              </a:rPr>
              <a:t>R 225</a:t>
            </a:r>
          </a:p>
          <a:p>
            <a:pPr algn="ctr">
              <a:defRPr/>
            </a:pPr>
            <a:r>
              <a:rPr lang="en-GB" sz="863" dirty="0">
                <a:solidFill>
                  <a:srgbClr val="1B4298"/>
                </a:solidFill>
              </a:rPr>
              <a:t>G 235</a:t>
            </a:r>
          </a:p>
          <a:p>
            <a:pPr algn="ctr">
              <a:defRPr/>
            </a:pPr>
            <a:r>
              <a:rPr lang="en-GB" sz="863" dirty="0">
                <a:solidFill>
                  <a:srgbClr val="1B4298"/>
                </a:solidFill>
              </a:rPr>
              <a:t>B 244</a:t>
            </a:r>
          </a:p>
        </p:txBody>
      </p:sp>
      <p:sp>
        <p:nvSpPr>
          <p:cNvPr id="59" name="Rectangle 58"/>
          <p:cNvSpPr/>
          <p:nvPr userDrawn="1"/>
        </p:nvSpPr>
        <p:spPr>
          <a:xfrm>
            <a:off x="-676806" y="5526262"/>
            <a:ext cx="466053" cy="475980"/>
          </a:xfrm>
          <a:prstGeom prst="rect">
            <a:avLst/>
          </a:prstGeom>
          <a:solidFill>
            <a:srgbClr val="E3F4E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73C6A1"/>
                </a:solidFill>
              </a:rPr>
              <a:t>R 227</a:t>
            </a:r>
          </a:p>
          <a:p>
            <a:pPr algn="ctr">
              <a:defRPr/>
            </a:pPr>
            <a:r>
              <a:rPr lang="en-GB" sz="863" dirty="0">
                <a:solidFill>
                  <a:srgbClr val="73C6A1"/>
                </a:solidFill>
              </a:rPr>
              <a:t>G 244</a:t>
            </a:r>
          </a:p>
          <a:p>
            <a:pPr algn="ctr">
              <a:defRPr/>
            </a:pPr>
            <a:r>
              <a:rPr lang="en-GB" sz="863" dirty="0">
                <a:solidFill>
                  <a:srgbClr val="73C6A1"/>
                </a:solidFill>
              </a:rPr>
              <a:t>B 236</a:t>
            </a:r>
          </a:p>
        </p:txBody>
      </p:sp>
      <p:grpSp>
        <p:nvGrpSpPr>
          <p:cNvPr id="60" name="Group 65"/>
          <p:cNvGrpSpPr>
            <a:grpSpLocks/>
          </p:cNvGrpSpPr>
          <p:nvPr userDrawn="1"/>
        </p:nvGrpSpPr>
        <p:grpSpPr bwMode="auto">
          <a:xfrm>
            <a:off x="-1545515" y="325486"/>
            <a:ext cx="1444422" cy="225126"/>
            <a:chOff x="-1563724" y="81191"/>
            <a:chExt cx="1338744" cy="203799"/>
          </a:xfrm>
        </p:grpSpPr>
        <p:cxnSp>
          <p:nvCxnSpPr>
            <p:cNvPr id="61" name="Straight Arrow Connector 60"/>
            <p:cNvCxnSpPr/>
            <p:nvPr userDrawn="1"/>
          </p:nvCxnSpPr>
          <p:spPr>
            <a:xfrm>
              <a:off x="-872913" y="188913"/>
              <a:ext cx="647933"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2" name="TextBox 62"/>
            <p:cNvSpPr txBox="1">
              <a:spLocks noChangeArrowheads="1"/>
            </p:cNvSpPr>
            <p:nvPr userDrawn="1"/>
          </p:nvSpPr>
          <p:spPr bwMode="auto">
            <a:xfrm>
              <a:off x="-1563724" y="81191"/>
              <a:ext cx="647933" cy="203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r" eaLnBrk="1" hangingPunct="1"/>
              <a:r>
                <a:rPr lang="en-GB" altLang="en-US" sz="863" dirty="0">
                  <a:solidFill>
                    <a:srgbClr val="FFFFFF"/>
                  </a:solidFill>
                </a:rPr>
                <a:t>8.40</a:t>
              </a:r>
            </a:p>
          </p:txBody>
        </p:sp>
      </p:grpSp>
      <p:sp>
        <p:nvSpPr>
          <p:cNvPr id="63" name="Rectangle 62"/>
          <p:cNvSpPr/>
          <p:nvPr userDrawn="1"/>
        </p:nvSpPr>
        <p:spPr>
          <a:xfrm>
            <a:off x="-2386810" y="1478687"/>
            <a:ext cx="2285718" cy="24866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7712" tIns="38856" rIns="77712" bIns="38856"/>
          <a:lstStyle/>
          <a:p>
            <a:pPr algn="ctr">
              <a:defRPr/>
            </a:pPr>
            <a:r>
              <a:rPr lang="en-GB" sz="863" dirty="0">
                <a:solidFill>
                  <a:srgbClr val="1B4298"/>
                </a:solidFill>
              </a:rPr>
              <a:t>Colour order </a:t>
            </a:r>
            <a:r>
              <a:rPr lang="en-GB" sz="756" i="1" dirty="0">
                <a:solidFill>
                  <a:srgbClr val="1B4298"/>
                </a:solidFill>
              </a:rPr>
              <a:t>(left to right, top to bottom)</a:t>
            </a:r>
          </a:p>
        </p:txBody>
      </p:sp>
      <p:sp>
        <p:nvSpPr>
          <p:cNvPr id="64" name="Rectangle 63"/>
          <p:cNvSpPr/>
          <p:nvPr userDrawn="1"/>
        </p:nvSpPr>
        <p:spPr>
          <a:xfrm>
            <a:off x="-2270297" y="1690427"/>
            <a:ext cx="466053" cy="4759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US" sz="863" dirty="0">
                <a:solidFill>
                  <a:srgbClr val="FFFFFF"/>
                </a:solidFill>
              </a:rPr>
              <a:t>R 59</a:t>
            </a:r>
          </a:p>
          <a:p>
            <a:pPr algn="ctr">
              <a:defRPr/>
            </a:pPr>
            <a:r>
              <a:rPr lang="en-US" sz="863" dirty="0">
                <a:solidFill>
                  <a:srgbClr val="FFFFFF"/>
                </a:solidFill>
              </a:rPr>
              <a:t>G 110</a:t>
            </a:r>
          </a:p>
          <a:p>
            <a:pPr algn="ctr">
              <a:defRPr/>
            </a:pPr>
            <a:r>
              <a:rPr lang="en-US" sz="863" dirty="0">
                <a:solidFill>
                  <a:srgbClr val="FFFFFF"/>
                </a:solidFill>
              </a:rPr>
              <a:t>B 143</a:t>
            </a:r>
            <a:endParaRPr lang="en-GB" sz="863" dirty="0">
              <a:solidFill>
                <a:srgbClr val="FFFFFF"/>
              </a:solidFill>
            </a:endParaRPr>
          </a:p>
        </p:txBody>
      </p:sp>
      <p:sp>
        <p:nvSpPr>
          <p:cNvPr id="65" name="Rectangle 64"/>
          <p:cNvSpPr/>
          <p:nvPr userDrawn="1"/>
        </p:nvSpPr>
        <p:spPr>
          <a:xfrm>
            <a:off x="-1473551" y="1690427"/>
            <a:ext cx="466053" cy="475980"/>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FFFFFF"/>
                </a:solidFill>
              </a:rPr>
              <a:t>R 251</a:t>
            </a:r>
          </a:p>
          <a:p>
            <a:pPr algn="ctr">
              <a:defRPr/>
            </a:pPr>
            <a:r>
              <a:rPr lang="en-US" sz="863" dirty="0">
                <a:solidFill>
                  <a:srgbClr val="FFFFFF"/>
                </a:solidFill>
              </a:rPr>
              <a:t>G 193</a:t>
            </a:r>
          </a:p>
          <a:p>
            <a:pPr algn="ctr">
              <a:defRPr/>
            </a:pPr>
            <a:r>
              <a:rPr lang="en-US" sz="863" dirty="0">
                <a:solidFill>
                  <a:srgbClr val="FFFFFF"/>
                </a:solidFill>
              </a:rPr>
              <a:t>B 119</a:t>
            </a:r>
            <a:endParaRPr lang="en-GB" sz="863" dirty="0">
              <a:solidFill>
                <a:srgbClr val="FFFFFF"/>
              </a:solidFill>
            </a:endParaRPr>
          </a:p>
        </p:txBody>
      </p:sp>
      <p:sp>
        <p:nvSpPr>
          <p:cNvPr id="66" name="Rectangle 65"/>
          <p:cNvSpPr/>
          <p:nvPr userDrawn="1"/>
        </p:nvSpPr>
        <p:spPr>
          <a:xfrm>
            <a:off x="-676806" y="1690427"/>
            <a:ext cx="466053" cy="4759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FFFFFF"/>
                </a:solidFill>
              </a:rPr>
              <a:t>R 115</a:t>
            </a:r>
          </a:p>
          <a:p>
            <a:pPr algn="ctr">
              <a:defRPr/>
            </a:pPr>
            <a:r>
              <a:rPr lang="en-US" sz="863" dirty="0">
                <a:solidFill>
                  <a:srgbClr val="FFFFFF"/>
                </a:solidFill>
              </a:rPr>
              <a:t>G 198</a:t>
            </a:r>
          </a:p>
          <a:p>
            <a:pPr algn="ctr">
              <a:defRPr/>
            </a:pPr>
            <a:r>
              <a:rPr lang="en-US" sz="863" dirty="0">
                <a:solidFill>
                  <a:srgbClr val="FFFFFF"/>
                </a:solidFill>
              </a:rPr>
              <a:t>B 161</a:t>
            </a:r>
            <a:endParaRPr lang="en-GB" sz="863" dirty="0">
              <a:solidFill>
                <a:srgbClr val="FFFFFF"/>
              </a:solidFill>
            </a:endParaRPr>
          </a:p>
        </p:txBody>
      </p:sp>
      <p:sp>
        <p:nvSpPr>
          <p:cNvPr id="67" name="Rectangle 66"/>
          <p:cNvSpPr/>
          <p:nvPr userDrawn="1"/>
        </p:nvSpPr>
        <p:spPr>
          <a:xfrm>
            <a:off x="-2270297" y="2236404"/>
            <a:ext cx="466053" cy="47598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FFFFFF"/>
                </a:solidFill>
              </a:rPr>
              <a:t>R 103</a:t>
            </a:r>
          </a:p>
          <a:p>
            <a:pPr algn="ctr">
              <a:defRPr/>
            </a:pPr>
            <a:r>
              <a:rPr lang="en-US" sz="863" dirty="0">
                <a:solidFill>
                  <a:srgbClr val="FFFFFF"/>
                </a:solidFill>
              </a:rPr>
              <a:t>G 153</a:t>
            </a:r>
          </a:p>
          <a:p>
            <a:pPr algn="ctr">
              <a:defRPr/>
            </a:pPr>
            <a:r>
              <a:rPr lang="en-US" sz="863" dirty="0">
                <a:solidFill>
                  <a:srgbClr val="FFFFFF"/>
                </a:solidFill>
              </a:rPr>
              <a:t>B 200</a:t>
            </a:r>
            <a:endParaRPr lang="en-GB" sz="863" dirty="0">
              <a:solidFill>
                <a:srgbClr val="FFFFFF"/>
              </a:solidFill>
            </a:endParaRPr>
          </a:p>
        </p:txBody>
      </p:sp>
      <p:sp>
        <p:nvSpPr>
          <p:cNvPr id="68" name="Rectangle 67"/>
          <p:cNvSpPr/>
          <p:nvPr userDrawn="1"/>
        </p:nvSpPr>
        <p:spPr>
          <a:xfrm>
            <a:off x="-676806" y="2236404"/>
            <a:ext cx="466053" cy="4759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1B4298"/>
                </a:solidFill>
              </a:rPr>
              <a:t>R 186</a:t>
            </a:r>
          </a:p>
          <a:p>
            <a:pPr algn="ctr">
              <a:defRPr/>
            </a:pPr>
            <a:r>
              <a:rPr lang="en-US" sz="863" dirty="0">
                <a:solidFill>
                  <a:srgbClr val="1B4298"/>
                </a:solidFill>
              </a:rPr>
              <a:t>G 163</a:t>
            </a:r>
          </a:p>
          <a:p>
            <a:pPr algn="ctr">
              <a:defRPr/>
            </a:pPr>
            <a:r>
              <a:rPr lang="en-US" sz="863" dirty="0">
                <a:solidFill>
                  <a:srgbClr val="1B4298"/>
                </a:solidFill>
              </a:rPr>
              <a:t>B 171</a:t>
            </a:r>
            <a:endParaRPr lang="en-GB" sz="863" dirty="0">
              <a:solidFill>
                <a:srgbClr val="1B4298"/>
              </a:solidFill>
            </a:endParaRPr>
          </a:p>
        </p:txBody>
      </p:sp>
      <p:sp>
        <p:nvSpPr>
          <p:cNvPr id="69" name="Rectangle 68"/>
          <p:cNvSpPr/>
          <p:nvPr userDrawn="1"/>
        </p:nvSpPr>
        <p:spPr>
          <a:xfrm>
            <a:off x="-1473551" y="2236404"/>
            <a:ext cx="466053" cy="47598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1B4298"/>
                </a:solidFill>
              </a:rPr>
              <a:t>R 191</a:t>
            </a:r>
          </a:p>
          <a:p>
            <a:pPr algn="ctr">
              <a:defRPr/>
            </a:pPr>
            <a:r>
              <a:rPr lang="en-US" sz="863" dirty="0">
                <a:solidFill>
                  <a:srgbClr val="1B4298"/>
                </a:solidFill>
              </a:rPr>
              <a:t>G 191</a:t>
            </a:r>
          </a:p>
          <a:p>
            <a:pPr algn="ctr">
              <a:defRPr/>
            </a:pPr>
            <a:r>
              <a:rPr lang="en-US" sz="863" dirty="0">
                <a:solidFill>
                  <a:srgbClr val="1B4298"/>
                </a:solidFill>
              </a:rPr>
              <a:t>B 191</a:t>
            </a:r>
            <a:endParaRPr lang="en-GB" sz="863" dirty="0">
              <a:solidFill>
                <a:srgbClr val="1B4298"/>
              </a:solidFill>
            </a:endParaRPr>
          </a:p>
        </p:txBody>
      </p:sp>
      <p:sp>
        <p:nvSpPr>
          <p:cNvPr id="70" name="Rectangle 69"/>
          <p:cNvSpPr/>
          <p:nvPr userDrawn="1"/>
        </p:nvSpPr>
        <p:spPr>
          <a:xfrm>
            <a:off x="-2270297" y="2782380"/>
            <a:ext cx="466053" cy="47773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US" sz="863" dirty="0">
                <a:solidFill>
                  <a:srgbClr val="FFFFFF"/>
                </a:solidFill>
              </a:rPr>
              <a:t>R 127</a:t>
            </a:r>
          </a:p>
          <a:p>
            <a:pPr algn="ctr">
              <a:defRPr/>
            </a:pPr>
            <a:r>
              <a:rPr lang="en-US" sz="863" dirty="0">
                <a:solidFill>
                  <a:srgbClr val="FFFFFF"/>
                </a:solidFill>
              </a:rPr>
              <a:t>G 127</a:t>
            </a:r>
          </a:p>
          <a:p>
            <a:pPr algn="ctr">
              <a:defRPr/>
            </a:pPr>
            <a:r>
              <a:rPr lang="en-US" sz="863" dirty="0">
                <a:solidFill>
                  <a:srgbClr val="FFFFFF"/>
                </a:solidFill>
              </a:rPr>
              <a:t>B 127</a:t>
            </a:r>
            <a:endParaRPr lang="en-GB" sz="863" dirty="0">
              <a:solidFill>
                <a:srgbClr val="FFFFFF"/>
              </a:solidFill>
            </a:endParaRPr>
          </a:p>
        </p:txBody>
      </p:sp>
      <p:sp>
        <p:nvSpPr>
          <p:cNvPr id="71" name="Rectangle 70"/>
          <p:cNvSpPr/>
          <p:nvPr userDrawn="1"/>
        </p:nvSpPr>
        <p:spPr>
          <a:xfrm>
            <a:off x="-1473551" y="2782380"/>
            <a:ext cx="466053" cy="47773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FFFFFF"/>
                </a:solidFill>
              </a:rPr>
              <a:t>R 201</a:t>
            </a:r>
          </a:p>
          <a:p>
            <a:pPr algn="ctr">
              <a:defRPr/>
            </a:pPr>
            <a:r>
              <a:rPr lang="en-US" sz="863" dirty="0">
                <a:solidFill>
                  <a:srgbClr val="FFFFFF"/>
                </a:solidFill>
              </a:rPr>
              <a:t>G 48</a:t>
            </a:r>
          </a:p>
          <a:p>
            <a:pPr algn="ctr">
              <a:defRPr/>
            </a:pPr>
            <a:r>
              <a:rPr lang="en-US" sz="863" dirty="0">
                <a:solidFill>
                  <a:srgbClr val="FFFFFF"/>
                </a:solidFill>
              </a:rPr>
              <a:t>B 146</a:t>
            </a:r>
            <a:endParaRPr lang="en-GB" sz="863" dirty="0">
              <a:solidFill>
                <a:srgbClr val="FFFFFF"/>
              </a:solidFill>
            </a:endParaRPr>
          </a:p>
        </p:txBody>
      </p:sp>
      <p:sp>
        <p:nvSpPr>
          <p:cNvPr id="72" name="Rectangle 71"/>
          <p:cNvSpPr/>
          <p:nvPr userDrawn="1"/>
        </p:nvSpPr>
        <p:spPr>
          <a:xfrm>
            <a:off x="-676806" y="2782380"/>
            <a:ext cx="466053" cy="4777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FFFFFF"/>
                </a:solidFill>
              </a:rPr>
              <a:t>R 27</a:t>
            </a:r>
          </a:p>
          <a:p>
            <a:pPr algn="ctr">
              <a:defRPr/>
            </a:pPr>
            <a:r>
              <a:rPr lang="en-US" sz="863" dirty="0">
                <a:solidFill>
                  <a:srgbClr val="FFFFFF"/>
                </a:solidFill>
              </a:rPr>
              <a:t>G 66</a:t>
            </a:r>
          </a:p>
          <a:p>
            <a:pPr algn="ctr">
              <a:defRPr/>
            </a:pPr>
            <a:r>
              <a:rPr lang="en-US" sz="863" dirty="0">
                <a:solidFill>
                  <a:srgbClr val="FFFFFF"/>
                </a:solidFill>
              </a:rPr>
              <a:t>B 152</a:t>
            </a:r>
            <a:endParaRPr lang="en-GB" sz="863" dirty="0">
              <a:solidFill>
                <a:srgbClr val="FFFFFF"/>
              </a:solidFill>
            </a:endParaRPr>
          </a:p>
        </p:txBody>
      </p:sp>
      <p:sp>
        <p:nvSpPr>
          <p:cNvPr id="73" name="Rectangle 72"/>
          <p:cNvSpPr/>
          <p:nvPr userDrawn="1"/>
        </p:nvSpPr>
        <p:spPr>
          <a:xfrm>
            <a:off x="-2270297" y="3330107"/>
            <a:ext cx="466053" cy="47598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FFFFFF"/>
                </a:solidFill>
              </a:rPr>
              <a:t>R 84</a:t>
            </a:r>
          </a:p>
          <a:p>
            <a:pPr algn="ctr">
              <a:defRPr/>
            </a:pPr>
            <a:r>
              <a:rPr lang="en-US" sz="863" dirty="0">
                <a:solidFill>
                  <a:srgbClr val="FFFFFF"/>
                </a:solidFill>
              </a:rPr>
              <a:t>G 7</a:t>
            </a:r>
          </a:p>
          <a:p>
            <a:pPr algn="ctr">
              <a:defRPr/>
            </a:pPr>
            <a:r>
              <a:rPr lang="en-US" sz="863" dirty="0">
                <a:solidFill>
                  <a:srgbClr val="FFFFFF"/>
                </a:solidFill>
              </a:rPr>
              <a:t>B 91</a:t>
            </a:r>
            <a:endParaRPr lang="en-GB" sz="863" dirty="0">
              <a:solidFill>
                <a:srgbClr val="FFFFFF"/>
              </a:solidFill>
            </a:endParaRPr>
          </a:p>
        </p:txBody>
      </p:sp>
      <p:sp>
        <p:nvSpPr>
          <p:cNvPr id="74" name="Rectangle 73"/>
          <p:cNvSpPr/>
          <p:nvPr userDrawn="1"/>
        </p:nvSpPr>
        <p:spPr>
          <a:xfrm>
            <a:off x="-1473551" y="3330107"/>
            <a:ext cx="466053" cy="4759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1B4298"/>
                </a:solidFill>
              </a:rPr>
              <a:t>R 248</a:t>
            </a:r>
          </a:p>
          <a:p>
            <a:pPr algn="ctr">
              <a:defRPr/>
            </a:pPr>
            <a:r>
              <a:rPr lang="en-US" sz="863" dirty="0">
                <a:solidFill>
                  <a:srgbClr val="1B4298"/>
                </a:solidFill>
              </a:rPr>
              <a:t>G 152</a:t>
            </a:r>
          </a:p>
          <a:p>
            <a:pPr algn="ctr">
              <a:defRPr/>
            </a:pPr>
            <a:r>
              <a:rPr lang="en-US" sz="863" dirty="0">
                <a:solidFill>
                  <a:srgbClr val="1B4298"/>
                </a:solidFill>
              </a:rPr>
              <a:t>B 29</a:t>
            </a:r>
            <a:endParaRPr lang="en-GB" sz="863" dirty="0">
              <a:solidFill>
                <a:srgbClr val="1B4298"/>
              </a:solidFill>
            </a:endParaRPr>
          </a:p>
        </p:txBody>
      </p:sp>
      <p:sp>
        <p:nvSpPr>
          <p:cNvPr id="76" name="Rectangle 75"/>
          <p:cNvSpPr/>
          <p:nvPr userDrawn="1"/>
        </p:nvSpPr>
        <p:spPr>
          <a:xfrm>
            <a:off x="-2270297" y="6080990"/>
            <a:ext cx="466053" cy="47772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BAA3AB"/>
                </a:solidFill>
              </a:rPr>
              <a:t>R 241</a:t>
            </a:r>
          </a:p>
          <a:p>
            <a:pPr algn="ctr">
              <a:defRPr/>
            </a:pPr>
            <a:r>
              <a:rPr lang="en-GB" sz="863" dirty="0">
                <a:solidFill>
                  <a:srgbClr val="BAA3AB"/>
                </a:solidFill>
              </a:rPr>
              <a:t>G 237</a:t>
            </a:r>
          </a:p>
          <a:p>
            <a:pPr algn="ctr">
              <a:defRPr/>
            </a:pPr>
            <a:r>
              <a:rPr lang="en-GB" sz="863" dirty="0">
                <a:solidFill>
                  <a:srgbClr val="BAA3AB"/>
                </a:solidFill>
              </a:rPr>
              <a:t>B 238</a:t>
            </a:r>
          </a:p>
        </p:txBody>
      </p:sp>
      <p:sp>
        <p:nvSpPr>
          <p:cNvPr id="77" name="Rectangle 76"/>
          <p:cNvSpPr/>
          <p:nvPr userDrawn="1"/>
        </p:nvSpPr>
        <p:spPr>
          <a:xfrm>
            <a:off x="-1473551" y="6080990"/>
            <a:ext cx="466053" cy="477729"/>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F8981D"/>
                </a:solidFill>
              </a:rPr>
              <a:t>R 254</a:t>
            </a:r>
          </a:p>
          <a:p>
            <a:pPr algn="ctr">
              <a:defRPr/>
            </a:pPr>
            <a:r>
              <a:rPr lang="en-GB" sz="863" dirty="0">
                <a:solidFill>
                  <a:srgbClr val="F8981D"/>
                </a:solidFill>
              </a:rPr>
              <a:t>G 234</a:t>
            </a:r>
          </a:p>
          <a:p>
            <a:pPr algn="ctr">
              <a:defRPr/>
            </a:pPr>
            <a:r>
              <a:rPr lang="en-GB" sz="863" dirty="0">
                <a:solidFill>
                  <a:srgbClr val="F8981D"/>
                </a:solidFill>
              </a:rPr>
              <a:t>B 210</a:t>
            </a:r>
          </a:p>
        </p:txBody>
      </p:sp>
      <p:sp>
        <p:nvSpPr>
          <p:cNvPr id="78" name="Rectangle 77"/>
          <p:cNvSpPr/>
          <p:nvPr userDrawn="1"/>
        </p:nvSpPr>
        <p:spPr>
          <a:xfrm>
            <a:off x="-676806" y="6080990"/>
            <a:ext cx="466053" cy="47772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1B4298"/>
                </a:solidFill>
              </a:rPr>
              <a:t>R 211</a:t>
            </a:r>
          </a:p>
          <a:p>
            <a:pPr algn="ctr">
              <a:defRPr/>
            </a:pPr>
            <a:r>
              <a:rPr lang="en-GB" sz="863" dirty="0">
                <a:solidFill>
                  <a:srgbClr val="1B4298"/>
                </a:solidFill>
              </a:rPr>
              <a:t>G 227</a:t>
            </a:r>
          </a:p>
          <a:p>
            <a:pPr algn="ctr">
              <a:defRPr/>
            </a:pPr>
            <a:r>
              <a:rPr lang="en-GB" sz="863" dirty="0">
                <a:solidFill>
                  <a:srgbClr val="1B4298"/>
                </a:solidFill>
              </a:rPr>
              <a:t>B 237</a:t>
            </a:r>
          </a:p>
        </p:txBody>
      </p:sp>
    </p:spTree>
    <p:extLst>
      <p:ext uri="{BB962C8B-B14F-4D97-AF65-F5344CB8AC3E}">
        <p14:creationId xmlns:p14="http://schemas.microsoft.com/office/powerpoint/2010/main" val="4213506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8" name="Rectangle 7"/>
          <p:cNvSpPr/>
          <p:nvPr userDrawn="1"/>
        </p:nvSpPr>
        <p:spPr bwMode="gray">
          <a:xfrm>
            <a:off x="3197394" y="3113562"/>
            <a:ext cx="6529626" cy="2095035"/>
          </a:xfrm>
          <a:prstGeom prst="rect">
            <a:avLst/>
          </a:prstGeom>
          <a:solidFill>
            <a:schemeClr val="bg1"/>
          </a:solidFill>
          <a:ln w="9525" cap="flat" cmpd="sng" algn="ctr">
            <a:noFill/>
            <a:prstDash val="solid"/>
            <a:round/>
            <a:headEnd type="none" w="med" len="med"/>
            <a:tailEnd type="none" w="med" len="med"/>
          </a:ln>
          <a:effectLst/>
        </p:spPr>
        <p:txBody>
          <a:bodyPr vert="horz" wrap="square" lIns="98694" tIns="49347" rIns="98694" bIns="49347" numCol="1" rtlCol="0" anchor="t" anchorCtr="0" compatLnSpc="1">
            <a:prstTxWarp prst="textNoShape">
              <a:avLst/>
            </a:prstTxWarp>
          </a:bodyPr>
          <a:lstStyle/>
          <a:p>
            <a:pPr algn="ctr" defTabSz="1074295">
              <a:lnSpc>
                <a:spcPts val="1727"/>
              </a:lnSpc>
              <a:spcBef>
                <a:spcPct val="50000"/>
              </a:spcBef>
              <a:buFont typeface="Times" pitchFamily="-112" charset="0"/>
              <a:buNone/>
            </a:pPr>
            <a:endParaRPr lang="en-US" sz="540" dirty="0">
              <a:solidFill>
                <a:prstClr val="black"/>
              </a:solidFill>
              <a:latin typeface="Verdana" pitchFamily="34" charset="0"/>
              <a:cs typeface="Arial" charset="0"/>
            </a:endParaRPr>
          </a:p>
        </p:txBody>
      </p:sp>
      <p:sp>
        <p:nvSpPr>
          <p:cNvPr id="2" name="Title 1"/>
          <p:cNvSpPr>
            <a:spLocks noGrp="1"/>
          </p:cNvSpPr>
          <p:nvPr>
            <p:ph type="ctrTitle" hasCustomPrompt="1"/>
          </p:nvPr>
        </p:nvSpPr>
        <p:spPr>
          <a:xfrm>
            <a:off x="3266320" y="3184588"/>
            <a:ext cx="6391774" cy="1190500"/>
          </a:xfrm>
          <a:solidFill>
            <a:schemeClr val="bg1"/>
          </a:solidFill>
          <a:ln w="3175" algn="ctr">
            <a:noFill/>
            <a:miter lim="800000"/>
            <a:headEnd/>
            <a:tailEnd/>
          </a:ln>
        </p:spPr>
        <p:txBody>
          <a:bodyPr vert="horz" wrap="square" lIns="180000" tIns="72000" rIns="180000" bIns="72000" numCol="1" anchor="ctr" anchorCtr="0" compatLnSpc="1">
            <a:prstTxWarp prst="textNoShape">
              <a:avLst/>
            </a:prstTxWarp>
          </a:bodyPr>
          <a:lstStyle>
            <a:lvl1pPr>
              <a:defRPr kumimoji="0" lang="en-GB" sz="3454" b="0" i="1" u="none" strike="noStrike" kern="1200" cap="none" spc="0" normalizeH="0" baseline="0" noProof="0">
                <a:ln>
                  <a:noFill/>
                </a:ln>
                <a:solidFill>
                  <a:schemeClr val="tx2"/>
                </a:solidFill>
                <a:effectLst/>
                <a:uLnTx/>
                <a:uFillTx/>
                <a:latin typeface="Myriad Light" pitchFamily="2" charset="0"/>
                <a:ea typeface="+mn-ea"/>
                <a:cs typeface="+mn-cs"/>
              </a:defRPr>
            </a:lvl1pPr>
          </a:lstStyle>
          <a:p>
            <a:pPr marL="0" marR="0" lvl="0" indent="0" algn="l" defTabSz="1074295" rtl="0" eaLnBrk="1" fontAlgn="base" latinLnBrk="0" hangingPunct="1">
              <a:lnSpc>
                <a:spcPct val="100000"/>
              </a:lnSpc>
              <a:spcBef>
                <a:spcPts val="648"/>
              </a:spcBef>
              <a:spcAft>
                <a:spcPts val="0"/>
              </a:spcAft>
              <a:buClr>
                <a:schemeClr val="accent5">
                  <a:lumMod val="50000"/>
                </a:schemeClr>
              </a:buClr>
              <a:buSzTx/>
              <a:buFontTx/>
              <a:buNone/>
              <a:tabLst/>
              <a:defRPr/>
            </a:pPr>
            <a:r>
              <a:rPr lang="en-US" dirty="0"/>
              <a:t>Click to edit Section title</a:t>
            </a:r>
            <a:endParaRPr lang="en-GB" dirty="0"/>
          </a:p>
        </p:txBody>
      </p:sp>
      <p:sp>
        <p:nvSpPr>
          <p:cNvPr id="12" name="Rectangle 11"/>
          <p:cNvSpPr/>
          <p:nvPr userDrawn="1"/>
        </p:nvSpPr>
        <p:spPr>
          <a:xfrm>
            <a:off x="138655" y="49190"/>
            <a:ext cx="10259063" cy="15078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FFFF"/>
              </a:solidFill>
            </a:endParaRPr>
          </a:p>
        </p:txBody>
      </p:sp>
      <p:cxnSp>
        <p:nvCxnSpPr>
          <p:cNvPr id="16" name="Straight Connector 15"/>
          <p:cNvCxnSpPr/>
          <p:nvPr userDrawn="1"/>
        </p:nvCxnSpPr>
        <p:spPr>
          <a:xfrm>
            <a:off x="1643163" y="4414841"/>
            <a:ext cx="1554231"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pic>
        <p:nvPicPr>
          <p:cNvPr id="9" name="Picture 8" descr="Front PPT logo.jp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94095" y="6076381"/>
            <a:ext cx="999377" cy="1231946"/>
          </a:xfrm>
          <a:prstGeom prst="rect">
            <a:avLst/>
          </a:prstGeom>
        </p:spPr>
      </p:pic>
      <p:cxnSp>
        <p:nvCxnSpPr>
          <p:cNvPr id="10" name="Straight Connector 9"/>
          <p:cNvCxnSpPr/>
          <p:nvPr userDrawn="1"/>
        </p:nvCxnSpPr>
        <p:spPr>
          <a:xfrm>
            <a:off x="1643163" y="4414841"/>
            <a:ext cx="8014931"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1" hasCustomPrompt="1"/>
          </p:nvPr>
        </p:nvSpPr>
        <p:spPr>
          <a:xfrm>
            <a:off x="1643163" y="2887652"/>
            <a:ext cx="1554082" cy="297487"/>
          </a:xfrm>
          <a:solidFill>
            <a:schemeClr val="bg1"/>
          </a:solidFill>
          <a:ln w="3175" algn="ctr">
            <a:noFill/>
            <a:miter lim="800000"/>
            <a:headEnd/>
            <a:tailEnd/>
          </a:ln>
        </p:spPr>
        <p:txBody>
          <a:bodyPr vert="horz" wrap="square" lIns="0" tIns="72000" rIns="0" bIns="72000" numCol="1" anchor="ctr" anchorCtr="0" compatLnSpc="1">
            <a:prstTxWarp prst="textNoShape">
              <a:avLst/>
            </a:prstTxWarp>
          </a:bodyPr>
          <a:lstStyle>
            <a:lvl1pPr algn="ctr">
              <a:defRPr kumimoji="0" lang="en-US" sz="1727" b="0" i="1" u="none" strike="noStrike" kern="1200" cap="none" spc="0" normalizeH="0" baseline="0" noProof="0" dirty="0" smtClean="0">
                <a:ln>
                  <a:noFill/>
                </a:ln>
                <a:solidFill>
                  <a:schemeClr val="tx2"/>
                </a:solidFill>
                <a:effectLst/>
                <a:uLnTx/>
                <a:uFillTx/>
                <a:latin typeface="Myriad Light" pitchFamily="2" charset="0"/>
                <a:ea typeface="+mn-ea"/>
                <a:cs typeface="+mn-cs"/>
              </a:defRPr>
            </a:lvl1pPr>
          </a:lstStyle>
          <a:p>
            <a:pPr marL="0" marR="0" lvl="0" indent="0" algn="ctr" defTabSz="1074295" rtl="0" eaLnBrk="1" fontAlgn="base" latinLnBrk="0" hangingPunct="1">
              <a:lnSpc>
                <a:spcPct val="100000"/>
              </a:lnSpc>
              <a:spcBef>
                <a:spcPts val="648"/>
              </a:spcBef>
              <a:spcAft>
                <a:spcPts val="0"/>
              </a:spcAft>
              <a:buClr>
                <a:schemeClr val="accent5">
                  <a:lumMod val="50000"/>
                </a:schemeClr>
              </a:buClr>
              <a:buSzTx/>
              <a:buFontTx/>
              <a:buNone/>
              <a:tabLst/>
              <a:defRPr/>
            </a:pPr>
            <a:r>
              <a:rPr lang="en-US" dirty="0"/>
              <a:t>(Appendix)</a:t>
            </a:r>
          </a:p>
        </p:txBody>
      </p:sp>
      <p:sp>
        <p:nvSpPr>
          <p:cNvPr id="11" name="Text Placeholder 13"/>
          <p:cNvSpPr>
            <a:spLocks noGrp="1"/>
          </p:cNvSpPr>
          <p:nvPr>
            <p:ph type="body" sz="quarter" idx="10" hasCustomPrompt="1"/>
          </p:nvPr>
        </p:nvSpPr>
        <p:spPr>
          <a:xfrm>
            <a:off x="1643163" y="3185139"/>
            <a:ext cx="1554231" cy="1189949"/>
          </a:xfrm>
          <a:solidFill>
            <a:schemeClr val="bg1">
              <a:lumMod val="95000"/>
            </a:schemeClr>
          </a:solidFill>
        </p:spPr>
        <p:txBody>
          <a:bodyPr lIns="72000" tIns="0" rIns="72000" anchor="ctr" anchorCtr="0"/>
          <a:lstStyle>
            <a:lvl1pPr algn="ctr">
              <a:defRPr sz="7771">
                <a:solidFill>
                  <a:schemeClr val="tx2"/>
                </a:solidFill>
                <a:latin typeface="Myriad Light" pitchFamily="2" charset="0"/>
              </a:defRPr>
            </a:lvl1pPr>
          </a:lstStyle>
          <a:p>
            <a:pPr lvl="0"/>
            <a:r>
              <a:rPr lang="en-US" dirty="0"/>
              <a: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as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38">
                <a:latin typeface="+mj-lt"/>
              </a:defRPr>
            </a:lvl1pPr>
          </a:lstStyle>
          <a:p>
            <a:r>
              <a:rPr lang="en-US" dirty="0"/>
              <a:t>Click to edit Master title style</a:t>
            </a:r>
            <a:endParaRPr lang="en-GB" dirty="0"/>
          </a:p>
        </p:txBody>
      </p:sp>
      <p:sp>
        <p:nvSpPr>
          <p:cNvPr id="5" name="Content Placeholder 2"/>
          <p:cNvSpPr>
            <a:spLocks noGrp="1"/>
          </p:cNvSpPr>
          <p:nvPr>
            <p:ph idx="1"/>
          </p:nvPr>
        </p:nvSpPr>
        <p:spPr>
          <a:xfrm>
            <a:off x="527737" y="1478687"/>
            <a:ext cx="9636339" cy="5396768"/>
          </a:xfrm>
        </p:spPr>
        <p:txBody>
          <a:bodyPr/>
          <a:lstStyle>
            <a:lvl1pPr>
              <a:defRPr sz="1079">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ndard profile">
    <p:spTree>
      <p:nvGrpSpPr>
        <p:cNvPr id="1" name=""/>
        <p:cNvGrpSpPr/>
        <p:nvPr/>
      </p:nvGrpSpPr>
      <p:grpSpPr>
        <a:xfrm>
          <a:off x="0" y="0"/>
          <a:ext cx="0" cy="0"/>
          <a:chOff x="0" y="0"/>
          <a:chExt cx="0" cy="0"/>
        </a:xfrm>
      </p:grpSpPr>
      <p:sp>
        <p:nvSpPr>
          <p:cNvPr id="13" name="Content Placeholder 2"/>
          <p:cNvSpPr>
            <a:spLocks noGrp="1"/>
          </p:cNvSpPr>
          <p:nvPr>
            <p:ph idx="1"/>
          </p:nvPr>
        </p:nvSpPr>
        <p:spPr>
          <a:xfrm>
            <a:off x="537537" y="1239822"/>
            <a:ext cx="4741066" cy="5635633"/>
          </a:xfrm>
        </p:spPr>
        <p:txBody>
          <a:bodyPr/>
          <a:lstStyle>
            <a:lvl1pPr>
              <a:defRPr sz="1079"/>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p:cNvSpPr>
            <a:spLocks noGrp="1"/>
          </p:cNvSpPr>
          <p:nvPr>
            <p:ph type="title"/>
          </p:nvPr>
        </p:nvSpPr>
        <p:spPr>
          <a:xfrm>
            <a:off x="527255" y="207941"/>
            <a:ext cx="8859116" cy="694458"/>
          </a:xfrm>
        </p:spPr>
        <p:txBody>
          <a:bodyPr/>
          <a:lstStyle/>
          <a:p>
            <a:r>
              <a:rPr lang="en-US" dirty="0"/>
              <a:t>Click to edit Master title style</a:t>
            </a:r>
            <a:endParaRPr lang="en-GB" dirty="0"/>
          </a:p>
        </p:txBody>
      </p:sp>
      <p:sp>
        <p:nvSpPr>
          <p:cNvPr id="22" name="Text Placeholder 21"/>
          <p:cNvSpPr>
            <a:spLocks noGrp="1"/>
          </p:cNvSpPr>
          <p:nvPr>
            <p:ph type="body" sz="quarter" idx="35" hasCustomPrompt="1"/>
          </p:nvPr>
        </p:nvSpPr>
        <p:spPr>
          <a:xfrm>
            <a:off x="5423010" y="1479315"/>
            <a:ext cx="4740404" cy="2459766"/>
          </a:xfrm>
          <a:solidFill>
            <a:schemeClr val="bg1">
              <a:lumMod val="95000"/>
            </a:schemeClr>
          </a:solidFill>
        </p:spPr>
        <p:txBody>
          <a:bodyPr/>
          <a:lstStyle>
            <a:lvl1pPr>
              <a:defRPr/>
            </a:lvl1pPr>
            <a:lvl2pPr>
              <a:defRPr/>
            </a:lvl2pPr>
          </a:lstStyle>
          <a:p>
            <a:pPr lvl="0"/>
            <a:r>
              <a:rPr lang="en-GB" dirty="0"/>
              <a:t> </a:t>
            </a:r>
          </a:p>
        </p:txBody>
      </p:sp>
      <p:sp>
        <p:nvSpPr>
          <p:cNvPr id="18" name="Content Placeholder 2"/>
          <p:cNvSpPr>
            <a:spLocks noGrp="1"/>
          </p:cNvSpPr>
          <p:nvPr>
            <p:ph sz="half" idx="31"/>
          </p:nvPr>
        </p:nvSpPr>
        <p:spPr>
          <a:xfrm>
            <a:off x="5423010" y="1477810"/>
            <a:ext cx="4740404" cy="2303953"/>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Text Placeholder 22"/>
          <p:cNvSpPr>
            <a:spLocks noGrp="1"/>
          </p:cNvSpPr>
          <p:nvPr>
            <p:ph type="body" sz="quarter" idx="33" hasCustomPrompt="1"/>
          </p:nvPr>
        </p:nvSpPr>
        <p:spPr>
          <a:xfrm>
            <a:off x="5423010" y="3781763"/>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4" name="Text Placeholder 7"/>
          <p:cNvSpPr>
            <a:spLocks noGrp="1"/>
          </p:cNvSpPr>
          <p:nvPr>
            <p:ph type="body" sz="quarter" idx="40"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16" name="Text Placeholder 21"/>
          <p:cNvSpPr>
            <a:spLocks noGrp="1"/>
          </p:cNvSpPr>
          <p:nvPr>
            <p:ph type="body" sz="quarter" idx="42" hasCustomPrompt="1"/>
          </p:nvPr>
        </p:nvSpPr>
        <p:spPr>
          <a:xfrm>
            <a:off x="5423010" y="4345829"/>
            <a:ext cx="4740404" cy="2489965"/>
          </a:xfrm>
          <a:solidFill>
            <a:schemeClr val="bg1">
              <a:lumMod val="95000"/>
            </a:schemeClr>
          </a:solidFill>
        </p:spPr>
        <p:txBody>
          <a:bodyPr/>
          <a:lstStyle>
            <a:lvl1pPr>
              <a:defRPr/>
            </a:lvl1pPr>
            <a:lvl2pPr>
              <a:defRPr/>
            </a:lvl2pPr>
          </a:lstStyle>
          <a:p>
            <a:pPr lvl="0"/>
            <a:r>
              <a:rPr lang="en-GB" dirty="0"/>
              <a:t> </a:t>
            </a:r>
          </a:p>
        </p:txBody>
      </p:sp>
      <p:sp>
        <p:nvSpPr>
          <p:cNvPr id="27" name="Text Placeholder 22"/>
          <p:cNvSpPr>
            <a:spLocks noGrp="1"/>
          </p:cNvSpPr>
          <p:nvPr>
            <p:ph type="body" sz="quarter" idx="44" hasCustomPrompt="1"/>
          </p:nvPr>
        </p:nvSpPr>
        <p:spPr>
          <a:xfrm>
            <a:off x="5423010" y="6697508"/>
            <a:ext cx="4740404" cy="156974"/>
          </a:xfrm>
          <a:noFill/>
        </p:spPr>
        <p:txBody>
          <a:bodyPr vert="horz" lIns="72000" tIns="0" rIns="72000" bIns="36000" rtlCol="0" anchor="b" anchorCtr="0"/>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4" name="Text Placeholder 23"/>
          <p:cNvSpPr>
            <a:spLocks noGrp="1"/>
          </p:cNvSpPr>
          <p:nvPr>
            <p:ph type="body" sz="quarter" idx="45"/>
          </p:nvPr>
        </p:nvSpPr>
        <p:spPr>
          <a:xfrm>
            <a:off x="5423011" y="1239822"/>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dirty="0"/>
              <a:t>Click to edit Master text styles</a:t>
            </a:r>
          </a:p>
        </p:txBody>
      </p:sp>
      <p:sp>
        <p:nvSpPr>
          <p:cNvPr id="25" name="Text Placeholder 23"/>
          <p:cNvSpPr>
            <a:spLocks noGrp="1"/>
          </p:cNvSpPr>
          <p:nvPr>
            <p:ph type="body" sz="quarter" idx="46"/>
          </p:nvPr>
        </p:nvSpPr>
        <p:spPr>
          <a:xfrm>
            <a:off x="5423011" y="4107839"/>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dirty="0"/>
              <a:t>Click to edit Master text styles</a:t>
            </a:r>
          </a:p>
        </p:txBody>
      </p:sp>
      <p:sp>
        <p:nvSpPr>
          <p:cNvPr id="15" name="Content Placeholder 2"/>
          <p:cNvSpPr>
            <a:spLocks noGrp="1"/>
          </p:cNvSpPr>
          <p:nvPr>
            <p:ph sz="half" idx="43"/>
          </p:nvPr>
        </p:nvSpPr>
        <p:spPr>
          <a:xfrm>
            <a:off x="5423010" y="4345827"/>
            <a:ext cx="4740404" cy="2351681"/>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tandard profile 2">
    <p:spTree>
      <p:nvGrpSpPr>
        <p:cNvPr id="1" name=""/>
        <p:cNvGrpSpPr/>
        <p:nvPr/>
      </p:nvGrpSpPr>
      <p:grpSpPr>
        <a:xfrm>
          <a:off x="0" y="0"/>
          <a:ext cx="0" cy="0"/>
          <a:chOff x="0" y="0"/>
          <a:chExt cx="0" cy="0"/>
        </a:xfrm>
      </p:grpSpPr>
      <p:sp>
        <p:nvSpPr>
          <p:cNvPr id="15" name="Content Placeholder 2"/>
          <p:cNvSpPr>
            <a:spLocks noGrp="1"/>
          </p:cNvSpPr>
          <p:nvPr>
            <p:ph idx="1"/>
          </p:nvPr>
        </p:nvSpPr>
        <p:spPr>
          <a:xfrm>
            <a:off x="527737" y="1478687"/>
            <a:ext cx="6372253" cy="5396768"/>
          </a:xfrm>
        </p:spPr>
        <p:txBody>
          <a:bodyPr/>
          <a:lstStyle>
            <a:lvl1pPr>
              <a:defRPr sz="1079"/>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3" name="Text Placeholder 7"/>
          <p:cNvSpPr>
            <a:spLocks noGrp="1"/>
          </p:cNvSpPr>
          <p:nvPr>
            <p:ph type="body" sz="quarter" idx="41"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25" name="Text Placeholder 21"/>
          <p:cNvSpPr>
            <a:spLocks noGrp="1"/>
          </p:cNvSpPr>
          <p:nvPr>
            <p:ph type="body" sz="quarter" idx="35" hasCustomPrompt="1"/>
          </p:nvPr>
        </p:nvSpPr>
        <p:spPr>
          <a:xfrm>
            <a:off x="7055614" y="1716677"/>
            <a:ext cx="3108166" cy="2379898"/>
          </a:xfrm>
          <a:solidFill>
            <a:schemeClr val="bg1">
              <a:lumMod val="95000"/>
            </a:schemeClr>
          </a:solidFill>
        </p:spPr>
        <p:txBody>
          <a:bodyPr/>
          <a:lstStyle>
            <a:lvl1pPr>
              <a:defRPr/>
            </a:lvl1pPr>
            <a:lvl2pPr>
              <a:defRPr/>
            </a:lvl2pPr>
          </a:lstStyle>
          <a:p>
            <a:pPr lvl="0"/>
            <a:r>
              <a:rPr lang="en-GB" dirty="0"/>
              <a:t> </a:t>
            </a:r>
          </a:p>
        </p:txBody>
      </p:sp>
      <p:sp>
        <p:nvSpPr>
          <p:cNvPr id="26" name="Content Placeholder 2"/>
          <p:cNvSpPr>
            <a:spLocks noGrp="1"/>
          </p:cNvSpPr>
          <p:nvPr>
            <p:ph sz="half" idx="31"/>
          </p:nvPr>
        </p:nvSpPr>
        <p:spPr>
          <a:xfrm>
            <a:off x="7055614" y="1716677"/>
            <a:ext cx="3108166"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7" name="Text Placeholder 22"/>
          <p:cNvSpPr>
            <a:spLocks noGrp="1"/>
          </p:cNvSpPr>
          <p:nvPr>
            <p:ph type="body" sz="quarter" idx="33" hasCustomPrompt="1"/>
          </p:nvPr>
        </p:nvSpPr>
        <p:spPr>
          <a:xfrm>
            <a:off x="7055614" y="3939600"/>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9" name="Text Placeholder 21"/>
          <p:cNvSpPr>
            <a:spLocks noGrp="1"/>
          </p:cNvSpPr>
          <p:nvPr>
            <p:ph type="body" sz="quarter" idx="43" hasCustomPrompt="1"/>
          </p:nvPr>
        </p:nvSpPr>
        <p:spPr>
          <a:xfrm>
            <a:off x="7055614" y="4493807"/>
            <a:ext cx="3108166" cy="2379898"/>
          </a:xfrm>
          <a:solidFill>
            <a:schemeClr val="bg1">
              <a:lumMod val="95000"/>
            </a:schemeClr>
          </a:solidFill>
        </p:spPr>
        <p:txBody>
          <a:bodyPr/>
          <a:lstStyle>
            <a:lvl1pPr>
              <a:defRPr/>
            </a:lvl1pPr>
            <a:lvl2pPr>
              <a:defRPr/>
            </a:lvl2pPr>
          </a:lstStyle>
          <a:p>
            <a:pPr lvl="0"/>
            <a:r>
              <a:rPr lang="en-GB" dirty="0"/>
              <a:t> </a:t>
            </a:r>
          </a:p>
        </p:txBody>
      </p:sp>
      <p:sp>
        <p:nvSpPr>
          <p:cNvPr id="30" name="Content Placeholder 2"/>
          <p:cNvSpPr>
            <a:spLocks noGrp="1"/>
          </p:cNvSpPr>
          <p:nvPr>
            <p:ph sz="half" idx="44"/>
          </p:nvPr>
        </p:nvSpPr>
        <p:spPr>
          <a:xfrm>
            <a:off x="7055614" y="4493806"/>
            <a:ext cx="3108166"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1" name="Text Placeholder 22"/>
          <p:cNvSpPr>
            <a:spLocks noGrp="1"/>
          </p:cNvSpPr>
          <p:nvPr>
            <p:ph type="body" sz="quarter" idx="45" hasCustomPrompt="1"/>
          </p:nvPr>
        </p:nvSpPr>
        <p:spPr>
          <a:xfrm>
            <a:off x="7055614" y="6716729"/>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3" name="Text Placeholder 23"/>
          <p:cNvSpPr>
            <a:spLocks noGrp="1"/>
          </p:cNvSpPr>
          <p:nvPr>
            <p:ph type="body" sz="quarter" idx="46"/>
          </p:nvPr>
        </p:nvSpPr>
        <p:spPr>
          <a:xfrm>
            <a:off x="7055614" y="1478687"/>
            <a:ext cx="3108462"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14" name="Text Placeholder 23"/>
          <p:cNvSpPr>
            <a:spLocks noGrp="1"/>
          </p:cNvSpPr>
          <p:nvPr>
            <p:ph type="body" sz="quarter" idx="47"/>
          </p:nvPr>
        </p:nvSpPr>
        <p:spPr>
          <a:xfrm>
            <a:off x="7055614" y="4255817"/>
            <a:ext cx="3108462"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16" name="Title 1"/>
          <p:cNvSpPr>
            <a:spLocks noGrp="1"/>
          </p:cNvSpPr>
          <p:nvPr>
            <p:ph type="title"/>
          </p:nvPr>
        </p:nvSpPr>
        <p:spPr>
          <a:xfrm>
            <a:off x="527255" y="207941"/>
            <a:ext cx="8859116" cy="694458"/>
          </a:xfrm>
        </p:spPr>
        <p:txBody>
          <a:bodyPr/>
          <a:lstStyle/>
          <a:p>
            <a:r>
              <a:rPr lang="en-US"/>
              <a:t>Click to edit Master title style</a:t>
            </a:r>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2" name="Title 1"/>
          <p:cNvSpPr>
            <a:spLocks noGrp="1"/>
          </p:cNvSpPr>
          <p:nvPr>
            <p:ph type="title"/>
          </p:nvPr>
        </p:nvSpPr>
        <p:spPr>
          <a:xfrm>
            <a:off x="527737" y="207941"/>
            <a:ext cx="8859116" cy="694458"/>
          </a:xfrm>
        </p:spPr>
        <p:txBody>
          <a:bodyPr/>
          <a:lstStyle/>
          <a:p>
            <a:r>
              <a:rPr lang="en-US"/>
              <a:t>Click to edit Master title style</a:t>
            </a:r>
            <a:endParaRPr lang="en-GB"/>
          </a:p>
        </p:txBody>
      </p:sp>
      <p:sp>
        <p:nvSpPr>
          <p:cNvPr id="13" name="Text Placeholder 7"/>
          <p:cNvSpPr>
            <a:spLocks noGrp="1"/>
          </p:cNvSpPr>
          <p:nvPr>
            <p:ph type="body" sz="quarter" idx="44"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15" name="Text Placeholder 21"/>
          <p:cNvSpPr>
            <a:spLocks noGrp="1"/>
          </p:cNvSpPr>
          <p:nvPr>
            <p:ph type="body" sz="quarter" idx="35" hasCustomPrompt="1"/>
          </p:nvPr>
        </p:nvSpPr>
        <p:spPr>
          <a:xfrm>
            <a:off x="5423010" y="1716677"/>
            <a:ext cx="4740404" cy="5158778"/>
          </a:xfrm>
          <a:solidFill>
            <a:schemeClr val="bg1">
              <a:lumMod val="95000"/>
            </a:schemeClr>
          </a:solidFill>
        </p:spPr>
        <p:txBody>
          <a:bodyPr/>
          <a:lstStyle>
            <a:lvl1pPr>
              <a:defRPr/>
            </a:lvl1pPr>
            <a:lvl2pPr>
              <a:defRPr/>
            </a:lvl2pPr>
          </a:lstStyle>
          <a:p>
            <a:pPr lvl="0"/>
            <a:r>
              <a:rPr lang="en-GB" dirty="0"/>
              <a:t> </a:t>
            </a:r>
          </a:p>
        </p:txBody>
      </p:sp>
      <p:sp>
        <p:nvSpPr>
          <p:cNvPr id="24" name="Content Placeholder 2"/>
          <p:cNvSpPr>
            <a:spLocks noGrp="1"/>
          </p:cNvSpPr>
          <p:nvPr>
            <p:ph sz="half" idx="31"/>
          </p:nvPr>
        </p:nvSpPr>
        <p:spPr>
          <a:xfrm>
            <a:off x="5423010" y="1716677"/>
            <a:ext cx="4740404" cy="500005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5" name="Text Placeholder 22"/>
          <p:cNvSpPr>
            <a:spLocks noGrp="1"/>
          </p:cNvSpPr>
          <p:nvPr>
            <p:ph type="body" sz="quarter" idx="33" hasCustomPrompt="1"/>
          </p:nvPr>
        </p:nvSpPr>
        <p:spPr>
          <a:xfrm>
            <a:off x="5423010" y="6716730"/>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7" name="Text Placeholder 21"/>
          <p:cNvSpPr>
            <a:spLocks noGrp="1"/>
          </p:cNvSpPr>
          <p:nvPr>
            <p:ph type="body" sz="quarter" idx="42" hasCustomPrompt="1"/>
          </p:nvPr>
        </p:nvSpPr>
        <p:spPr>
          <a:xfrm>
            <a:off x="527737" y="1716678"/>
            <a:ext cx="4740404" cy="5158778"/>
          </a:xfrm>
          <a:solidFill>
            <a:schemeClr val="bg1">
              <a:lumMod val="95000"/>
            </a:schemeClr>
          </a:solidFill>
        </p:spPr>
        <p:txBody>
          <a:bodyPr/>
          <a:lstStyle>
            <a:lvl1pPr>
              <a:defRPr/>
            </a:lvl1pPr>
            <a:lvl2pPr>
              <a:defRPr/>
            </a:lvl2pPr>
          </a:lstStyle>
          <a:p>
            <a:pPr lvl="0"/>
            <a:r>
              <a:rPr lang="en-GB" dirty="0"/>
              <a:t> </a:t>
            </a:r>
          </a:p>
        </p:txBody>
      </p:sp>
      <p:sp>
        <p:nvSpPr>
          <p:cNvPr id="28" name="Content Placeholder 2"/>
          <p:cNvSpPr>
            <a:spLocks noGrp="1"/>
          </p:cNvSpPr>
          <p:nvPr>
            <p:ph sz="half" idx="43"/>
          </p:nvPr>
        </p:nvSpPr>
        <p:spPr>
          <a:xfrm>
            <a:off x="527737" y="1716677"/>
            <a:ext cx="4740404" cy="500005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9" name="Text Placeholder 22"/>
          <p:cNvSpPr>
            <a:spLocks noGrp="1"/>
          </p:cNvSpPr>
          <p:nvPr>
            <p:ph type="body" sz="quarter" idx="45" hasCustomPrompt="1"/>
          </p:nvPr>
        </p:nvSpPr>
        <p:spPr>
          <a:xfrm>
            <a:off x="527737" y="6716730"/>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2" name="Text Placeholder 23"/>
          <p:cNvSpPr>
            <a:spLocks noGrp="1"/>
          </p:cNvSpPr>
          <p:nvPr>
            <p:ph type="body" sz="quarter" idx="46"/>
          </p:nvPr>
        </p:nvSpPr>
        <p:spPr>
          <a:xfrm>
            <a:off x="5423011" y="1478688"/>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16" name="Text Placeholder 23"/>
          <p:cNvSpPr>
            <a:spLocks noGrp="1"/>
          </p:cNvSpPr>
          <p:nvPr>
            <p:ph type="body" sz="quarter" idx="47"/>
          </p:nvPr>
        </p:nvSpPr>
        <p:spPr>
          <a:xfrm>
            <a:off x="527737" y="1478688"/>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ne text one box">
    <p:spTree>
      <p:nvGrpSpPr>
        <p:cNvPr id="1" name=""/>
        <p:cNvGrpSpPr/>
        <p:nvPr/>
      </p:nvGrpSpPr>
      <p:grpSpPr>
        <a:xfrm>
          <a:off x="0" y="0"/>
          <a:ext cx="0" cy="0"/>
          <a:chOff x="0" y="0"/>
          <a:chExt cx="0" cy="0"/>
        </a:xfrm>
      </p:grpSpPr>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13" name="Text Placeholder 7"/>
          <p:cNvSpPr>
            <a:spLocks noGrp="1"/>
          </p:cNvSpPr>
          <p:nvPr>
            <p:ph type="body" sz="quarter" idx="44"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15" name="Text Placeholder 21"/>
          <p:cNvSpPr>
            <a:spLocks noGrp="1"/>
          </p:cNvSpPr>
          <p:nvPr>
            <p:ph type="body" sz="quarter" idx="35" hasCustomPrompt="1"/>
          </p:nvPr>
        </p:nvSpPr>
        <p:spPr>
          <a:xfrm>
            <a:off x="5423010" y="1716677"/>
            <a:ext cx="4740404" cy="5158778"/>
          </a:xfrm>
          <a:solidFill>
            <a:schemeClr val="bg1">
              <a:lumMod val="95000"/>
            </a:schemeClr>
          </a:solidFill>
        </p:spPr>
        <p:txBody>
          <a:bodyPr/>
          <a:lstStyle>
            <a:lvl1pPr>
              <a:defRPr/>
            </a:lvl1pPr>
            <a:lvl2pPr>
              <a:defRPr/>
            </a:lvl2pPr>
          </a:lstStyle>
          <a:p>
            <a:pPr lvl="0"/>
            <a:r>
              <a:rPr lang="en-GB" dirty="0"/>
              <a:t> </a:t>
            </a:r>
          </a:p>
        </p:txBody>
      </p:sp>
      <p:sp>
        <p:nvSpPr>
          <p:cNvPr id="24" name="Content Placeholder 2"/>
          <p:cNvSpPr>
            <a:spLocks noGrp="1"/>
          </p:cNvSpPr>
          <p:nvPr>
            <p:ph sz="half" idx="31"/>
          </p:nvPr>
        </p:nvSpPr>
        <p:spPr>
          <a:xfrm>
            <a:off x="5423010" y="1716677"/>
            <a:ext cx="4740404" cy="500005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5" name="Text Placeholder 22"/>
          <p:cNvSpPr>
            <a:spLocks noGrp="1"/>
          </p:cNvSpPr>
          <p:nvPr>
            <p:ph type="body" sz="quarter" idx="33" hasCustomPrompt="1"/>
          </p:nvPr>
        </p:nvSpPr>
        <p:spPr>
          <a:xfrm>
            <a:off x="5423010" y="6716730"/>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2" name="Text Placeholder 23"/>
          <p:cNvSpPr>
            <a:spLocks noGrp="1"/>
          </p:cNvSpPr>
          <p:nvPr>
            <p:ph type="body" sz="quarter" idx="46"/>
          </p:nvPr>
        </p:nvSpPr>
        <p:spPr>
          <a:xfrm>
            <a:off x="5423011" y="1478688"/>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14" name="Content Placeholder 2"/>
          <p:cNvSpPr>
            <a:spLocks noGrp="1"/>
          </p:cNvSpPr>
          <p:nvPr>
            <p:ph idx="1"/>
          </p:nvPr>
        </p:nvSpPr>
        <p:spPr>
          <a:xfrm>
            <a:off x="527737" y="1478687"/>
            <a:ext cx="4741066" cy="5396768"/>
          </a:xfrm>
        </p:spPr>
        <p:txBody>
          <a:bodyPr/>
          <a:lstStyle>
            <a:lvl1pPr>
              <a:defRPr sz="1079"/>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boxes">
    <p:spTree>
      <p:nvGrpSpPr>
        <p:cNvPr id="1" name=""/>
        <p:cNvGrpSpPr/>
        <p:nvPr/>
      </p:nvGrpSpPr>
      <p:grpSpPr>
        <a:xfrm>
          <a:off x="0" y="0"/>
          <a:ext cx="0" cy="0"/>
          <a:chOff x="0" y="0"/>
          <a:chExt cx="0" cy="0"/>
        </a:xfrm>
      </p:grpSpPr>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23" name="Text Placeholder 21"/>
          <p:cNvSpPr>
            <a:spLocks noGrp="1"/>
          </p:cNvSpPr>
          <p:nvPr>
            <p:ph type="body" sz="quarter" idx="35" hasCustomPrompt="1"/>
          </p:nvPr>
        </p:nvSpPr>
        <p:spPr>
          <a:xfrm>
            <a:off x="527737" y="1716677"/>
            <a:ext cx="9636339" cy="2379898"/>
          </a:xfrm>
          <a:solidFill>
            <a:schemeClr val="bg1">
              <a:lumMod val="95000"/>
            </a:schemeClr>
          </a:solidFill>
        </p:spPr>
        <p:txBody>
          <a:bodyPr/>
          <a:lstStyle>
            <a:lvl1pPr>
              <a:defRPr/>
            </a:lvl1pPr>
            <a:lvl2pPr>
              <a:defRPr/>
            </a:lvl2pPr>
          </a:lstStyle>
          <a:p>
            <a:pPr lvl="0"/>
            <a:r>
              <a:rPr lang="en-GB" dirty="0"/>
              <a:t> </a:t>
            </a:r>
          </a:p>
        </p:txBody>
      </p:sp>
      <p:sp>
        <p:nvSpPr>
          <p:cNvPr id="24" name="Content Placeholder 2"/>
          <p:cNvSpPr>
            <a:spLocks noGrp="1"/>
          </p:cNvSpPr>
          <p:nvPr>
            <p:ph sz="half" idx="31"/>
          </p:nvPr>
        </p:nvSpPr>
        <p:spPr>
          <a:xfrm>
            <a:off x="527737" y="1716677"/>
            <a:ext cx="9636339"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5" name="Text Placeholder 22"/>
          <p:cNvSpPr>
            <a:spLocks noGrp="1"/>
          </p:cNvSpPr>
          <p:nvPr>
            <p:ph type="body" sz="quarter" idx="33" hasCustomPrompt="1"/>
          </p:nvPr>
        </p:nvSpPr>
        <p:spPr>
          <a:xfrm>
            <a:off x="527737" y="3939600"/>
            <a:ext cx="9636339"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7" name="Text Placeholder 21"/>
          <p:cNvSpPr>
            <a:spLocks noGrp="1"/>
          </p:cNvSpPr>
          <p:nvPr>
            <p:ph type="body" sz="quarter" idx="42" hasCustomPrompt="1"/>
          </p:nvPr>
        </p:nvSpPr>
        <p:spPr>
          <a:xfrm>
            <a:off x="527737" y="4493807"/>
            <a:ext cx="9636339" cy="2379898"/>
          </a:xfrm>
          <a:solidFill>
            <a:schemeClr val="bg1">
              <a:lumMod val="95000"/>
            </a:schemeClr>
          </a:solidFill>
        </p:spPr>
        <p:txBody>
          <a:bodyPr/>
          <a:lstStyle>
            <a:lvl1pPr>
              <a:defRPr/>
            </a:lvl1pPr>
            <a:lvl2pPr>
              <a:defRPr/>
            </a:lvl2pPr>
          </a:lstStyle>
          <a:p>
            <a:pPr lvl="0"/>
            <a:r>
              <a:rPr lang="en-GB" dirty="0"/>
              <a:t> </a:t>
            </a:r>
          </a:p>
        </p:txBody>
      </p:sp>
      <p:sp>
        <p:nvSpPr>
          <p:cNvPr id="28" name="Content Placeholder 2"/>
          <p:cNvSpPr>
            <a:spLocks noGrp="1"/>
          </p:cNvSpPr>
          <p:nvPr>
            <p:ph sz="half" idx="43"/>
          </p:nvPr>
        </p:nvSpPr>
        <p:spPr>
          <a:xfrm>
            <a:off x="527737" y="4493806"/>
            <a:ext cx="9636339"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9" name="Text Placeholder 22"/>
          <p:cNvSpPr>
            <a:spLocks noGrp="1"/>
          </p:cNvSpPr>
          <p:nvPr>
            <p:ph type="body" sz="quarter" idx="44" hasCustomPrompt="1"/>
          </p:nvPr>
        </p:nvSpPr>
        <p:spPr>
          <a:xfrm>
            <a:off x="527737" y="6716729"/>
            <a:ext cx="9636339"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2" name="Text Placeholder 23"/>
          <p:cNvSpPr>
            <a:spLocks noGrp="1"/>
          </p:cNvSpPr>
          <p:nvPr>
            <p:ph type="body" sz="quarter" idx="45"/>
          </p:nvPr>
        </p:nvSpPr>
        <p:spPr>
          <a:xfrm>
            <a:off x="527738" y="1478688"/>
            <a:ext cx="9636339"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13" name="Text Placeholder 23"/>
          <p:cNvSpPr>
            <a:spLocks noGrp="1"/>
          </p:cNvSpPr>
          <p:nvPr>
            <p:ph type="body" sz="quarter" idx="46"/>
          </p:nvPr>
        </p:nvSpPr>
        <p:spPr>
          <a:xfrm>
            <a:off x="527738" y="4255817"/>
            <a:ext cx="9636339"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17" name="Text Placeholder 7"/>
          <p:cNvSpPr>
            <a:spLocks noGrp="1"/>
          </p:cNvSpPr>
          <p:nvPr>
            <p:ph type="body" sz="quarter" idx="52"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19" name="Text Placeholder 21"/>
          <p:cNvSpPr>
            <a:spLocks noGrp="1"/>
          </p:cNvSpPr>
          <p:nvPr>
            <p:ph type="body" sz="quarter" idx="35" hasCustomPrompt="1"/>
          </p:nvPr>
        </p:nvSpPr>
        <p:spPr>
          <a:xfrm>
            <a:off x="7055910" y="1716677"/>
            <a:ext cx="3108166" cy="5158778"/>
          </a:xfrm>
          <a:solidFill>
            <a:schemeClr val="bg1">
              <a:lumMod val="95000"/>
            </a:schemeClr>
          </a:solidFill>
        </p:spPr>
        <p:txBody>
          <a:bodyPr/>
          <a:lstStyle>
            <a:lvl1pPr>
              <a:defRPr/>
            </a:lvl1pPr>
            <a:lvl2pPr>
              <a:defRPr/>
            </a:lvl2pPr>
          </a:lstStyle>
          <a:p>
            <a:pPr lvl="0"/>
            <a:r>
              <a:rPr lang="en-GB" dirty="0"/>
              <a:t> </a:t>
            </a:r>
          </a:p>
        </p:txBody>
      </p:sp>
      <p:sp>
        <p:nvSpPr>
          <p:cNvPr id="20" name="Content Placeholder 2"/>
          <p:cNvSpPr>
            <a:spLocks noGrp="1"/>
          </p:cNvSpPr>
          <p:nvPr>
            <p:ph sz="half" idx="31"/>
          </p:nvPr>
        </p:nvSpPr>
        <p:spPr>
          <a:xfrm>
            <a:off x="7055910" y="1716677"/>
            <a:ext cx="3108166" cy="500005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3" name="Text Placeholder 22"/>
          <p:cNvSpPr>
            <a:spLocks noGrp="1"/>
          </p:cNvSpPr>
          <p:nvPr>
            <p:ph type="body" sz="quarter" idx="53" hasCustomPrompt="1"/>
          </p:nvPr>
        </p:nvSpPr>
        <p:spPr>
          <a:xfrm>
            <a:off x="7055910" y="6716730"/>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35" name="Text Placeholder 21"/>
          <p:cNvSpPr>
            <a:spLocks noGrp="1"/>
          </p:cNvSpPr>
          <p:nvPr>
            <p:ph type="body" sz="quarter" idx="55" hasCustomPrompt="1"/>
          </p:nvPr>
        </p:nvSpPr>
        <p:spPr>
          <a:xfrm>
            <a:off x="3791825" y="1716677"/>
            <a:ext cx="3108166" cy="5158778"/>
          </a:xfrm>
          <a:solidFill>
            <a:schemeClr val="bg1">
              <a:lumMod val="95000"/>
            </a:schemeClr>
          </a:solidFill>
        </p:spPr>
        <p:txBody>
          <a:bodyPr/>
          <a:lstStyle>
            <a:lvl1pPr>
              <a:defRPr/>
            </a:lvl1pPr>
            <a:lvl2pPr>
              <a:defRPr/>
            </a:lvl2pPr>
          </a:lstStyle>
          <a:p>
            <a:pPr lvl="0"/>
            <a:r>
              <a:rPr lang="en-GB" dirty="0"/>
              <a:t> </a:t>
            </a:r>
          </a:p>
        </p:txBody>
      </p:sp>
      <p:sp>
        <p:nvSpPr>
          <p:cNvPr id="36" name="Content Placeholder 2"/>
          <p:cNvSpPr>
            <a:spLocks noGrp="1"/>
          </p:cNvSpPr>
          <p:nvPr>
            <p:ph sz="half" idx="56"/>
          </p:nvPr>
        </p:nvSpPr>
        <p:spPr>
          <a:xfrm>
            <a:off x="3791825" y="1716677"/>
            <a:ext cx="3108166" cy="500005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7" name="Text Placeholder 22"/>
          <p:cNvSpPr>
            <a:spLocks noGrp="1"/>
          </p:cNvSpPr>
          <p:nvPr>
            <p:ph type="body" sz="quarter" idx="57" hasCustomPrompt="1"/>
          </p:nvPr>
        </p:nvSpPr>
        <p:spPr>
          <a:xfrm>
            <a:off x="3791825" y="6718481"/>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39" name="Text Placeholder 21"/>
          <p:cNvSpPr>
            <a:spLocks noGrp="1"/>
          </p:cNvSpPr>
          <p:nvPr>
            <p:ph type="body" sz="quarter" idx="59" hasCustomPrompt="1"/>
          </p:nvPr>
        </p:nvSpPr>
        <p:spPr>
          <a:xfrm>
            <a:off x="527739" y="1716677"/>
            <a:ext cx="3108166" cy="5158778"/>
          </a:xfrm>
          <a:solidFill>
            <a:schemeClr val="bg1">
              <a:lumMod val="95000"/>
            </a:schemeClr>
          </a:solidFill>
        </p:spPr>
        <p:txBody>
          <a:bodyPr/>
          <a:lstStyle>
            <a:lvl1pPr>
              <a:defRPr/>
            </a:lvl1pPr>
            <a:lvl2pPr>
              <a:defRPr/>
            </a:lvl2pPr>
          </a:lstStyle>
          <a:p>
            <a:pPr lvl="0"/>
            <a:r>
              <a:rPr lang="en-GB" dirty="0"/>
              <a:t> </a:t>
            </a:r>
          </a:p>
        </p:txBody>
      </p:sp>
      <p:sp>
        <p:nvSpPr>
          <p:cNvPr id="40" name="Content Placeholder 2"/>
          <p:cNvSpPr>
            <a:spLocks noGrp="1"/>
          </p:cNvSpPr>
          <p:nvPr>
            <p:ph sz="half" idx="60"/>
          </p:nvPr>
        </p:nvSpPr>
        <p:spPr>
          <a:xfrm>
            <a:off x="527739" y="1716677"/>
            <a:ext cx="3108166" cy="500005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1" name="Text Placeholder 22"/>
          <p:cNvSpPr>
            <a:spLocks noGrp="1"/>
          </p:cNvSpPr>
          <p:nvPr>
            <p:ph type="body" sz="quarter" idx="61" hasCustomPrompt="1"/>
          </p:nvPr>
        </p:nvSpPr>
        <p:spPr>
          <a:xfrm>
            <a:off x="527739" y="6718481"/>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6" name="Text Placeholder 23"/>
          <p:cNvSpPr>
            <a:spLocks noGrp="1"/>
          </p:cNvSpPr>
          <p:nvPr>
            <p:ph type="body" sz="quarter" idx="45"/>
          </p:nvPr>
        </p:nvSpPr>
        <p:spPr>
          <a:xfrm>
            <a:off x="7055910" y="1478687"/>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1" name="Text Placeholder 23"/>
          <p:cNvSpPr>
            <a:spLocks noGrp="1"/>
          </p:cNvSpPr>
          <p:nvPr>
            <p:ph type="body" sz="quarter" idx="46"/>
          </p:nvPr>
        </p:nvSpPr>
        <p:spPr>
          <a:xfrm>
            <a:off x="3791825" y="1478687"/>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2" name="Text Placeholder 23"/>
          <p:cNvSpPr>
            <a:spLocks noGrp="1"/>
          </p:cNvSpPr>
          <p:nvPr>
            <p:ph type="body" sz="quarter" idx="62"/>
          </p:nvPr>
        </p:nvSpPr>
        <p:spPr>
          <a:xfrm>
            <a:off x="527739" y="1478687"/>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box above, 2 charts under">
    <p:spTree>
      <p:nvGrpSpPr>
        <p:cNvPr id="1" name=""/>
        <p:cNvGrpSpPr/>
        <p:nvPr/>
      </p:nvGrpSpPr>
      <p:grpSpPr>
        <a:xfrm>
          <a:off x="0" y="0"/>
          <a:ext cx="0" cy="0"/>
          <a:chOff x="0" y="0"/>
          <a:chExt cx="0" cy="0"/>
        </a:xfrm>
      </p:grpSpPr>
      <p:sp>
        <p:nvSpPr>
          <p:cNvPr id="15" name="Content Placeholder 2"/>
          <p:cNvSpPr>
            <a:spLocks noGrp="1"/>
          </p:cNvSpPr>
          <p:nvPr>
            <p:ph idx="1"/>
          </p:nvPr>
        </p:nvSpPr>
        <p:spPr>
          <a:xfrm>
            <a:off x="527737" y="1478687"/>
            <a:ext cx="9636339" cy="2617887"/>
          </a:xfrm>
        </p:spPr>
        <p:txBody>
          <a:bodyPr/>
          <a:lstStyle>
            <a:lvl1pPr>
              <a:defRPr sz="1079"/>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13" name="Text Placeholder 7"/>
          <p:cNvSpPr>
            <a:spLocks noGrp="1"/>
          </p:cNvSpPr>
          <p:nvPr>
            <p:ph type="body" sz="quarter" idx="32"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17" name="Text Placeholder 21"/>
          <p:cNvSpPr>
            <a:spLocks noGrp="1"/>
          </p:cNvSpPr>
          <p:nvPr>
            <p:ph type="body" sz="quarter" idx="42" hasCustomPrompt="1"/>
          </p:nvPr>
        </p:nvSpPr>
        <p:spPr>
          <a:xfrm>
            <a:off x="5423672" y="4493807"/>
            <a:ext cx="4740404" cy="2379898"/>
          </a:xfrm>
          <a:solidFill>
            <a:schemeClr val="bg1">
              <a:lumMod val="95000"/>
            </a:schemeClr>
          </a:solidFill>
        </p:spPr>
        <p:txBody>
          <a:bodyPr/>
          <a:lstStyle>
            <a:lvl1pPr>
              <a:defRPr/>
            </a:lvl1pPr>
            <a:lvl2pPr>
              <a:defRPr/>
            </a:lvl2pPr>
          </a:lstStyle>
          <a:p>
            <a:pPr lvl="0"/>
            <a:r>
              <a:rPr lang="en-GB" dirty="0"/>
              <a:t> </a:t>
            </a:r>
          </a:p>
        </p:txBody>
      </p:sp>
      <p:sp>
        <p:nvSpPr>
          <p:cNvPr id="18" name="Content Placeholder 2"/>
          <p:cNvSpPr>
            <a:spLocks noGrp="1"/>
          </p:cNvSpPr>
          <p:nvPr>
            <p:ph sz="half" idx="43"/>
          </p:nvPr>
        </p:nvSpPr>
        <p:spPr>
          <a:xfrm>
            <a:off x="5423672" y="4493806"/>
            <a:ext cx="4740404"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Text Placeholder 22"/>
          <p:cNvSpPr>
            <a:spLocks noGrp="1"/>
          </p:cNvSpPr>
          <p:nvPr>
            <p:ph type="body" sz="quarter" idx="44" hasCustomPrompt="1"/>
          </p:nvPr>
        </p:nvSpPr>
        <p:spPr>
          <a:xfrm>
            <a:off x="5423672" y="6716728"/>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4" name="Text Placeholder 21"/>
          <p:cNvSpPr>
            <a:spLocks noGrp="1"/>
          </p:cNvSpPr>
          <p:nvPr>
            <p:ph type="body" sz="quarter" idx="46" hasCustomPrompt="1"/>
          </p:nvPr>
        </p:nvSpPr>
        <p:spPr>
          <a:xfrm>
            <a:off x="527737" y="4493806"/>
            <a:ext cx="4740404" cy="2379898"/>
          </a:xfrm>
          <a:solidFill>
            <a:schemeClr val="bg1">
              <a:lumMod val="95000"/>
            </a:schemeClr>
          </a:solidFill>
        </p:spPr>
        <p:txBody>
          <a:bodyPr/>
          <a:lstStyle>
            <a:lvl1pPr>
              <a:defRPr/>
            </a:lvl1pPr>
            <a:lvl2pPr>
              <a:defRPr/>
            </a:lvl2pPr>
          </a:lstStyle>
          <a:p>
            <a:pPr lvl="0"/>
            <a:r>
              <a:rPr lang="en-GB" dirty="0"/>
              <a:t> </a:t>
            </a:r>
          </a:p>
        </p:txBody>
      </p:sp>
      <p:sp>
        <p:nvSpPr>
          <p:cNvPr id="30" name="Content Placeholder 2"/>
          <p:cNvSpPr>
            <a:spLocks noGrp="1"/>
          </p:cNvSpPr>
          <p:nvPr>
            <p:ph sz="half" idx="47"/>
          </p:nvPr>
        </p:nvSpPr>
        <p:spPr>
          <a:xfrm>
            <a:off x="527737" y="4493804"/>
            <a:ext cx="4740404"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1" name="Text Placeholder 22"/>
          <p:cNvSpPr>
            <a:spLocks noGrp="1"/>
          </p:cNvSpPr>
          <p:nvPr>
            <p:ph type="body" sz="quarter" idx="48" hasCustomPrompt="1"/>
          </p:nvPr>
        </p:nvSpPr>
        <p:spPr>
          <a:xfrm>
            <a:off x="527737" y="6716728"/>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4" name="Text Placeholder 23"/>
          <p:cNvSpPr>
            <a:spLocks noGrp="1"/>
          </p:cNvSpPr>
          <p:nvPr>
            <p:ph type="body" sz="quarter" idx="49"/>
          </p:nvPr>
        </p:nvSpPr>
        <p:spPr>
          <a:xfrm>
            <a:off x="527737" y="4255817"/>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16" name="Text Placeholder 23"/>
          <p:cNvSpPr>
            <a:spLocks noGrp="1"/>
          </p:cNvSpPr>
          <p:nvPr>
            <p:ph type="body" sz="quarter" idx="50"/>
          </p:nvPr>
        </p:nvSpPr>
        <p:spPr>
          <a:xfrm>
            <a:off x="5423011" y="4255817"/>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hart above, 2 boxes under">
    <p:spTree>
      <p:nvGrpSpPr>
        <p:cNvPr id="1" name=""/>
        <p:cNvGrpSpPr/>
        <p:nvPr/>
      </p:nvGrpSpPr>
      <p:grpSpPr>
        <a:xfrm>
          <a:off x="0" y="0"/>
          <a:ext cx="0" cy="0"/>
          <a:chOff x="0" y="0"/>
          <a:chExt cx="0" cy="0"/>
        </a:xfrm>
      </p:grpSpPr>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16" name="Text Placeholder 7"/>
          <p:cNvSpPr>
            <a:spLocks noGrp="1"/>
          </p:cNvSpPr>
          <p:nvPr>
            <p:ph type="body" sz="quarter" idx="32"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19" name="Text Placeholder 21"/>
          <p:cNvSpPr>
            <a:spLocks noGrp="1"/>
          </p:cNvSpPr>
          <p:nvPr>
            <p:ph type="body" sz="quarter" idx="45" hasCustomPrompt="1"/>
          </p:nvPr>
        </p:nvSpPr>
        <p:spPr>
          <a:xfrm>
            <a:off x="5423672" y="4493807"/>
            <a:ext cx="4740404" cy="2379898"/>
          </a:xfrm>
          <a:solidFill>
            <a:schemeClr val="bg1">
              <a:lumMod val="95000"/>
            </a:schemeClr>
          </a:solidFill>
        </p:spPr>
        <p:txBody>
          <a:bodyPr/>
          <a:lstStyle>
            <a:lvl1pPr>
              <a:defRPr/>
            </a:lvl1pPr>
            <a:lvl2pPr>
              <a:defRPr/>
            </a:lvl2pPr>
          </a:lstStyle>
          <a:p>
            <a:pPr lvl="0"/>
            <a:r>
              <a:rPr lang="en-GB" dirty="0"/>
              <a:t> </a:t>
            </a:r>
          </a:p>
        </p:txBody>
      </p:sp>
      <p:sp>
        <p:nvSpPr>
          <p:cNvPr id="20" name="Content Placeholder 2"/>
          <p:cNvSpPr>
            <a:spLocks noGrp="1"/>
          </p:cNvSpPr>
          <p:nvPr>
            <p:ph sz="half" idx="46"/>
          </p:nvPr>
        </p:nvSpPr>
        <p:spPr>
          <a:xfrm>
            <a:off x="5423672" y="4493806"/>
            <a:ext cx="4740404"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1" name="Text Placeholder 22"/>
          <p:cNvSpPr>
            <a:spLocks noGrp="1"/>
          </p:cNvSpPr>
          <p:nvPr>
            <p:ph type="body" sz="quarter" idx="47" hasCustomPrompt="1"/>
          </p:nvPr>
        </p:nvSpPr>
        <p:spPr>
          <a:xfrm>
            <a:off x="5423672" y="6716728"/>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3" name="Text Placeholder 21"/>
          <p:cNvSpPr>
            <a:spLocks noGrp="1"/>
          </p:cNvSpPr>
          <p:nvPr>
            <p:ph type="body" sz="quarter" idx="49" hasCustomPrompt="1"/>
          </p:nvPr>
        </p:nvSpPr>
        <p:spPr>
          <a:xfrm>
            <a:off x="527737" y="4493806"/>
            <a:ext cx="4740404" cy="2379898"/>
          </a:xfrm>
          <a:solidFill>
            <a:schemeClr val="bg1">
              <a:lumMod val="95000"/>
            </a:schemeClr>
          </a:solidFill>
        </p:spPr>
        <p:txBody>
          <a:bodyPr/>
          <a:lstStyle>
            <a:lvl1pPr>
              <a:defRPr/>
            </a:lvl1pPr>
            <a:lvl2pPr>
              <a:defRPr/>
            </a:lvl2pPr>
          </a:lstStyle>
          <a:p>
            <a:pPr lvl="0"/>
            <a:r>
              <a:rPr lang="en-GB" dirty="0"/>
              <a:t> </a:t>
            </a:r>
          </a:p>
        </p:txBody>
      </p:sp>
      <p:sp>
        <p:nvSpPr>
          <p:cNvPr id="24" name="Content Placeholder 2"/>
          <p:cNvSpPr>
            <a:spLocks noGrp="1"/>
          </p:cNvSpPr>
          <p:nvPr>
            <p:ph sz="half" idx="50"/>
          </p:nvPr>
        </p:nvSpPr>
        <p:spPr>
          <a:xfrm>
            <a:off x="527737" y="4493804"/>
            <a:ext cx="4740404"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5" name="Text Placeholder 22"/>
          <p:cNvSpPr>
            <a:spLocks noGrp="1"/>
          </p:cNvSpPr>
          <p:nvPr>
            <p:ph type="body" sz="quarter" idx="51" hasCustomPrompt="1"/>
          </p:nvPr>
        </p:nvSpPr>
        <p:spPr>
          <a:xfrm>
            <a:off x="527737" y="6716728"/>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7" name="Text Placeholder 21"/>
          <p:cNvSpPr>
            <a:spLocks noGrp="1"/>
          </p:cNvSpPr>
          <p:nvPr>
            <p:ph type="body" sz="quarter" idx="35" hasCustomPrompt="1"/>
          </p:nvPr>
        </p:nvSpPr>
        <p:spPr>
          <a:xfrm>
            <a:off x="527737" y="1716677"/>
            <a:ext cx="9636339" cy="2379898"/>
          </a:xfrm>
          <a:solidFill>
            <a:schemeClr val="bg1">
              <a:lumMod val="95000"/>
            </a:schemeClr>
          </a:solidFill>
        </p:spPr>
        <p:txBody>
          <a:bodyPr/>
          <a:lstStyle>
            <a:lvl1pPr>
              <a:defRPr/>
            </a:lvl1pPr>
            <a:lvl2pPr>
              <a:defRPr/>
            </a:lvl2pPr>
          </a:lstStyle>
          <a:p>
            <a:pPr lvl="0"/>
            <a:r>
              <a:rPr lang="en-GB" dirty="0"/>
              <a:t> </a:t>
            </a:r>
          </a:p>
        </p:txBody>
      </p:sp>
      <p:sp>
        <p:nvSpPr>
          <p:cNvPr id="28" name="Content Placeholder 2"/>
          <p:cNvSpPr>
            <a:spLocks noGrp="1"/>
          </p:cNvSpPr>
          <p:nvPr>
            <p:ph sz="half" idx="31"/>
          </p:nvPr>
        </p:nvSpPr>
        <p:spPr>
          <a:xfrm>
            <a:off x="527737" y="1716677"/>
            <a:ext cx="9636339"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9" name="Text Placeholder 22"/>
          <p:cNvSpPr>
            <a:spLocks noGrp="1"/>
          </p:cNvSpPr>
          <p:nvPr>
            <p:ph type="body" sz="quarter" idx="33" hasCustomPrompt="1"/>
          </p:nvPr>
        </p:nvSpPr>
        <p:spPr>
          <a:xfrm>
            <a:off x="527737" y="3939600"/>
            <a:ext cx="9636339"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7" name="Text Placeholder 23"/>
          <p:cNvSpPr>
            <a:spLocks noGrp="1"/>
          </p:cNvSpPr>
          <p:nvPr>
            <p:ph type="body" sz="quarter" idx="53"/>
          </p:nvPr>
        </p:nvSpPr>
        <p:spPr>
          <a:xfrm>
            <a:off x="527737" y="4255817"/>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0" name="Text Placeholder 23"/>
          <p:cNvSpPr>
            <a:spLocks noGrp="1"/>
          </p:cNvSpPr>
          <p:nvPr>
            <p:ph type="body" sz="quarter" idx="54"/>
          </p:nvPr>
        </p:nvSpPr>
        <p:spPr>
          <a:xfrm>
            <a:off x="5423011" y="4255817"/>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1" name="Text Placeholder 23"/>
          <p:cNvSpPr>
            <a:spLocks noGrp="1"/>
          </p:cNvSpPr>
          <p:nvPr>
            <p:ph type="body" sz="quarter" idx="55"/>
          </p:nvPr>
        </p:nvSpPr>
        <p:spPr>
          <a:xfrm>
            <a:off x="527738" y="1478688"/>
            <a:ext cx="9636339"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ur boxes">
    <p:spTree>
      <p:nvGrpSpPr>
        <p:cNvPr id="1" name=""/>
        <p:cNvGrpSpPr/>
        <p:nvPr/>
      </p:nvGrpSpPr>
      <p:grpSpPr>
        <a:xfrm>
          <a:off x="0" y="0"/>
          <a:ext cx="0" cy="0"/>
          <a:chOff x="0" y="0"/>
          <a:chExt cx="0" cy="0"/>
        </a:xfrm>
      </p:grpSpPr>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21" name="Text Placeholder 7"/>
          <p:cNvSpPr>
            <a:spLocks noGrp="1"/>
          </p:cNvSpPr>
          <p:nvPr>
            <p:ph type="body" sz="quarter" idx="48"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23" name="Text Placeholder 21"/>
          <p:cNvSpPr>
            <a:spLocks noGrp="1"/>
          </p:cNvSpPr>
          <p:nvPr>
            <p:ph type="body" sz="quarter" idx="35" hasCustomPrompt="1"/>
          </p:nvPr>
        </p:nvSpPr>
        <p:spPr>
          <a:xfrm>
            <a:off x="5423672" y="1716677"/>
            <a:ext cx="4740404" cy="2379898"/>
          </a:xfrm>
          <a:solidFill>
            <a:schemeClr val="bg1">
              <a:lumMod val="95000"/>
            </a:schemeClr>
          </a:solidFill>
        </p:spPr>
        <p:txBody>
          <a:bodyPr/>
          <a:lstStyle>
            <a:lvl1pPr>
              <a:defRPr/>
            </a:lvl1pPr>
            <a:lvl2pPr>
              <a:defRPr/>
            </a:lvl2pPr>
          </a:lstStyle>
          <a:p>
            <a:pPr lvl="0"/>
            <a:r>
              <a:rPr lang="en-GB" dirty="0"/>
              <a:t> </a:t>
            </a:r>
          </a:p>
        </p:txBody>
      </p:sp>
      <p:sp>
        <p:nvSpPr>
          <p:cNvPr id="24" name="Content Placeholder 2"/>
          <p:cNvSpPr>
            <a:spLocks noGrp="1"/>
          </p:cNvSpPr>
          <p:nvPr>
            <p:ph sz="half" idx="31"/>
          </p:nvPr>
        </p:nvSpPr>
        <p:spPr>
          <a:xfrm>
            <a:off x="5423672" y="1716677"/>
            <a:ext cx="4740404"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5" name="Text Placeholder 22"/>
          <p:cNvSpPr>
            <a:spLocks noGrp="1"/>
          </p:cNvSpPr>
          <p:nvPr>
            <p:ph type="body" sz="quarter" idx="33" hasCustomPrompt="1"/>
          </p:nvPr>
        </p:nvSpPr>
        <p:spPr>
          <a:xfrm>
            <a:off x="5423672" y="3939600"/>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7" name="Text Placeholder 21"/>
          <p:cNvSpPr>
            <a:spLocks noGrp="1"/>
          </p:cNvSpPr>
          <p:nvPr>
            <p:ph type="body" sz="quarter" idx="50" hasCustomPrompt="1"/>
          </p:nvPr>
        </p:nvSpPr>
        <p:spPr>
          <a:xfrm>
            <a:off x="5423672" y="4493807"/>
            <a:ext cx="4740404" cy="2379898"/>
          </a:xfrm>
          <a:solidFill>
            <a:schemeClr val="bg1">
              <a:lumMod val="95000"/>
            </a:schemeClr>
          </a:solidFill>
        </p:spPr>
        <p:txBody>
          <a:bodyPr/>
          <a:lstStyle>
            <a:lvl1pPr>
              <a:defRPr/>
            </a:lvl1pPr>
            <a:lvl2pPr>
              <a:defRPr/>
            </a:lvl2pPr>
          </a:lstStyle>
          <a:p>
            <a:pPr lvl="0"/>
            <a:r>
              <a:rPr lang="en-GB" dirty="0"/>
              <a:t> </a:t>
            </a:r>
          </a:p>
        </p:txBody>
      </p:sp>
      <p:sp>
        <p:nvSpPr>
          <p:cNvPr id="44" name="Content Placeholder 2"/>
          <p:cNvSpPr>
            <a:spLocks noGrp="1"/>
          </p:cNvSpPr>
          <p:nvPr>
            <p:ph sz="half" idx="51"/>
          </p:nvPr>
        </p:nvSpPr>
        <p:spPr>
          <a:xfrm>
            <a:off x="5423672" y="4493806"/>
            <a:ext cx="4740404"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5" name="Text Placeholder 22"/>
          <p:cNvSpPr>
            <a:spLocks noGrp="1"/>
          </p:cNvSpPr>
          <p:nvPr>
            <p:ph type="body" sz="quarter" idx="52" hasCustomPrompt="1"/>
          </p:nvPr>
        </p:nvSpPr>
        <p:spPr>
          <a:xfrm>
            <a:off x="5423672" y="6716729"/>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47" name="Text Placeholder 21"/>
          <p:cNvSpPr>
            <a:spLocks noGrp="1"/>
          </p:cNvSpPr>
          <p:nvPr>
            <p:ph type="body" sz="quarter" idx="54" hasCustomPrompt="1"/>
          </p:nvPr>
        </p:nvSpPr>
        <p:spPr>
          <a:xfrm>
            <a:off x="527737" y="1716675"/>
            <a:ext cx="4740404" cy="2379898"/>
          </a:xfrm>
          <a:solidFill>
            <a:schemeClr val="bg1">
              <a:lumMod val="95000"/>
            </a:schemeClr>
          </a:solidFill>
        </p:spPr>
        <p:txBody>
          <a:bodyPr/>
          <a:lstStyle>
            <a:lvl1pPr>
              <a:defRPr/>
            </a:lvl1pPr>
            <a:lvl2pPr>
              <a:defRPr/>
            </a:lvl2pPr>
          </a:lstStyle>
          <a:p>
            <a:pPr lvl="0"/>
            <a:r>
              <a:rPr lang="en-GB" dirty="0"/>
              <a:t> </a:t>
            </a:r>
          </a:p>
        </p:txBody>
      </p:sp>
      <p:sp>
        <p:nvSpPr>
          <p:cNvPr id="48" name="Content Placeholder 2"/>
          <p:cNvSpPr>
            <a:spLocks noGrp="1"/>
          </p:cNvSpPr>
          <p:nvPr>
            <p:ph sz="half" idx="55"/>
          </p:nvPr>
        </p:nvSpPr>
        <p:spPr>
          <a:xfrm>
            <a:off x="527737" y="1716675"/>
            <a:ext cx="4740404"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9" name="Text Placeholder 22"/>
          <p:cNvSpPr>
            <a:spLocks noGrp="1"/>
          </p:cNvSpPr>
          <p:nvPr>
            <p:ph type="body" sz="quarter" idx="56" hasCustomPrompt="1"/>
          </p:nvPr>
        </p:nvSpPr>
        <p:spPr>
          <a:xfrm>
            <a:off x="527737" y="3939599"/>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51" name="Text Placeholder 21"/>
          <p:cNvSpPr>
            <a:spLocks noGrp="1"/>
          </p:cNvSpPr>
          <p:nvPr>
            <p:ph type="body" sz="quarter" idx="58" hasCustomPrompt="1"/>
          </p:nvPr>
        </p:nvSpPr>
        <p:spPr>
          <a:xfrm>
            <a:off x="527737" y="4493806"/>
            <a:ext cx="4740404" cy="2379898"/>
          </a:xfrm>
          <a:solidFill>
            <a:schemeClr val="bg1">
              <a:lumMod val="95000"/>
            </a:schemeClr>
          </a:solidFill>
        </p:spPr>
        <p:txBody>
          <a:bodyPr/>
          <a:lstStyle>
            <a:lvl1pPr>
              <a:defRPr/>
            </a:lvl1pPr>
            <a:lvl2pPr>
              <a:defRPr/>
            </a:lvl2pPr>
          </a:lstStyle>
          <a:p>
            <a:pPr lvl="0"/>
            <a:r>
              <a:rPr lang="en-GB" dirty="0"/>
              <a:t> </a:t>
            </a:r>
          </a:p>
        </p:txBody>
      </p:sp>
      <p:sp>
        <p:nvSpPr>
          <p:cNvPr id="52" name="Content Placeholder 2"/>
          <p:cNvSpPr>
            <a:spLocks noGrp="1"/>
          </p:cNvSpPr>
          <p:nvPr>
            <p:ph sz="half" idx="59"/>
          </p:nvPr>
        </p:nvSpPr>
        <p:spPr>
          <a:xfrm>
            <a:off x="527737" y="4493804"/>
            <a:ext cx="4740404"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3" name="Text Placeholder 22"/>
          <p:cNvSpPr>
            <a:spLocks noGrp="1"/>
          </p:cNvSpPr>
          <p:nvPr>
            <p:ph type="body" sz="quarter" idx="60" hasCustomPrompt="1"/>
          </p:nvPr>
        </p:nvSpPr>
        <p:spPr>
          <a:xfrm>
            <a:off x="527737" y="6716728"/>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0" name="Text Placeholder 23"/>
          <p:cNvSpPr>
            <a:spLocks noGrp="1"/>
          </p:cNvSpPr>
          <p:nvPr>
            <p:ph type="body" sz="quarter" idx="61"/>
          </p:nvPr>
        </p:nvSpPr>
        <p:spPr>
          <a:xfrm>
            <a:off x="527737" y="4255817"/>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8" name="Text Placeholder 23"/>
          <p:cNvSpPr>
            <a:spLocks noGrp="1"/>
          </p:cNvSpPr>
          <p:nvPr>
            <p:ph type="body" sz="quarter" idx="62"/>
          </p:nvPr>
        </p:nvSpPr>
        <p:spPr>
          <a:xfrm>
            <a:off x="5423011" y="4255817"/>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9" name="Text Placeholder 23"/>
          <p:cNvSpPr>
            <a:spLocks noGrp="1"/>
          </p:cNvSpPr>
          <p:nvPr>
            <p:ph type="body" sz="quarter" idx="63"/>
          </p:nvPr>
        </p:nvSpPr>
        <p:spPr>
          <a:xfrm>
            <a:off x="527737" y="1478686"/>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0" name="Text Placeholder 23"/>
          <p:cNvSpPr>
            <a:spLocks noGrp="1"/>
          </p:cNvSpPr>
          <p:nvPr>
            <p:ph type="body" sz="quarter" idx="64"/>
          </p:nvPr>
        </p:nvSpPr>
        <p:spPr>
          <a:xfrm>
            <a:off x="5423672" y="1478686"/>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ix boxes">
    <p:spTree>
      <p:nvGrpSpPr>
        <p:cNvPr id="1" name=""/>
        <p:cNvGrpSpPr/>
        <p:nvPr/>
      </p:nvGrpSpPr>
      <p:grpSpPr>
        <a:xfrm>
          <a:off x="0" y="0"/>
          <a:ext cx="0" cy="0"/>
          <a:chOff x="0" y="0"/>
          <a:chExt cx="0" cy="0"/>
        </a:xfrm>
      </p:grpSpPr>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29" name="Text Placeholder 7"/>
          <p:cNvSpPr>
            <a:spLocks noGrp="1"/>
          </p:cNvSpPr>
          <p:nvPr>
            <p:ph type="body" sz="quarter" idx="56"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31" name="Text Placeholder 21"/>
          <p:cNvSpPr>
            <a:spLocks noGrp="1"/>
          </p:cNvSpPr>
          <p:nvPr>
            <p:ph type="body" sz="quarter" idx="35" hasCustomPrompt="1"/>
          </p:nvPr>
        </p:nvSpPr>
        <p:spPr>
          <a:xfrm>
            <a:off x="7055910" y="1716677"/>
            <a:ext cx="3108166" cy="2379898"/>
          </a:xfrm>
          <a:solidFill>
            <a:schemeClr val="bg1">
              <a:lumMod val="95000"/>
            </a:schemeClr>
          </a:solidFill>
        </p:spPr>
        <p:txBody>
          <a:bodyPr/>
          <a:lstStyle>
            <a:lvl1pPr>
              <a:defRPr/>
            </a:lvl1pPr>
            <a:lvl2pPr>
              <a:defRPr/>
            </a:lvl2pPr>
          </a:lstStyle>
          <a:p>
            <a:pPr lvl="0"/>
            <a:r>
              <a:rPr lang="en-GB" dirty="0"/>
              <a:t> </a:t>
            </a:r>
          </a:p>
        </p:txBody>
      </p:sp>
      <p:sp>
        <p:nvSpPr>
          <p:cNvPr id="32" name="Content Placeholder 2"/>
          <p:cNvSpPr>
            <a:spLocks noGrp="1"/>
          </p:cNvSpPr>
          <p:nvPr>
            <p:ph sz="half" idx="31"/>
          </p:nvPr>
        </p:nvSpPr>
        <p:spPr>
          <a:xfrm>
            <a:off x="7055910" y="1716677"/>
            <a:ext cx="3108166"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3" name="Text Placeholder 22"/>
          <p:cNvSpPr>
            <a:spLocks noGrp="1"/>
          </p:cNvSpPr>
          <p:nvPr>
            <p:ph type="body" sz="quarter" idx="53" hasCustomPrompt="1"/>
          </p:nvPr>
        </p:nvSpPr>
        <p:spPr>
          <a:xfrm>
            <a:off x="7055910" y="3939600"/>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35" name="Text Placeholder 21"/>
          <p:cNvSpPr>
            <a:spLocks noGrp="1"/>
          </p:cNvSpPr>
          <p:nvPr>
            <p:ph type="body" sz="quarter" idx="57" hasCustomPrompt="1"/>
          </p:nvPr>
        </p:nvSpPr>
        <p:spPr>
          <a:xfrm>
            <a:off x="3791825" y="1716677"/>
            <a:ext cx="3108166" cy="2379898"/>
          </a:xfrm>
          <a:solidFill>
            <a:schemeClr val="bg1">
              <a:lumMod val="95000"/>
            </a:schemeClr>
          </a:solidFill>
        </p:spPr>
        <p:txBody>
          <a:bodyPr/>
          <a:lstStyle>
            <a:lvl1pPr>
              <a:defRPr/>
            </a:lvl1pPr>
            <a:lvl2pPr>
              <a:defRPr/>
            </a:lvl2pPr>
          </a:lstStyle>
          <a:p>
            <a:pPr lvl="0"/>
            <a:r>
              <a:rPr lang="en-GB" dirty="0"/>
              <a:t> </a:t>
            </a:r>
          </a:p>
        </p:txBody>
      </p:sp>
      <p:sp>
        <p:nvSpPr>
          <p:cNvPr id="36" name="Content Placeholder 2"/>
          <p:cNvSpPr>
            <a:spLocks noGrp="1"/>
          </p:cNvSpPr>
          <p:nvPr>
            <p:ph sz="half" idx="58"/>
          </p:nvPr>
        </p:nvSpPr>
        <p:spPr>
          <a:xfrm>
            <a:off x="3791825" y="1716677"/>
            <a:ext cx="3108166"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7" name="Text Placeholder 22"/>
          <p:cNvSpPr>
            <a:spLocks noGrp="1"/>
          </p:cNvSpPr>
          <p:nvPr>
            <p:ph type="body" sz="quarter" idx="59" hasCustomPrompt="1"/>
          </p:nvPr>
        </p:nvSpPr>
        <p:spPr>
          <a:xfrm>
            <a:off x="3791825" y="3939600"/>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39" name="Text Placeholder 21"/>
          <p:cNvSpPr>
            <a:spLocks noGrp="1"/>
          </p:cNvSpPr>
          <p:nvPr>
            <p:ph type="body" sz="quarter" idx="61" hasCustomPrompt="1"/>
          </p:nvPr>
        </p:nvSpPr>
        <p:spPr>
          <a:xfrm>
            <a:off x="527739" y="1716677"/>
            <a:ext cx="3108166" cy="2379898"/>
          </a:xfrm>
          <a:solidFill>
            <a:schemeClr val="bg1">
              <a:lumMod val="95000"/>
            </a:schemeClr>
          </a:solidFill>
        </p:spPr>
        <p:txBody>
          <a:bodyPr/>
          <a:lstStyle>
            <a:lvl1pPr>
              <a:defRPr/>
            </a:lvl1pPr>
            <a:lvl2pPr>
              <a:defRPr/>
            </a:lvl2pPr>
          </a:lstStyle>
          <a:p>
            <a:pPr lvl="0"/>
            <a:r>
              <a:rPr lang="en-GB" dirty="0"/>
              <a:t> </a:t>
            </a:r>
          </a:p>
        </p:txBody>
      </p:sp>
      <p:sp>
        <p:nvSpPr>
          <p:cNvPr id="40" name="Content Placeholder 2"/>
          <p:cNvSpPr>
            <a:spLocks noGrp="1"/>
          </p:cNvSpPr>
          <p:nvPr>
            <p:ph sz="half" idx="62"/>
          </p:nvPr>
        </p:nvSpPr>
        <p:spPr>
          <a:xfrm>
            <a:off x="527739" y="1716677"/>
            <a:ext cx="3108166"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1" name="Text Placeholder 22"/>
          <p:cNvSpPr>
            <a:spLocks noGrp="1"/>
          </p:cNvSpPr>
          <p:nvPr>
            <p:ph type="body" sz="quarter" idx="63" hasCustomPrompt="1"/>
          </p:nvPr>
        </p:nvSpPr>
        <p:spPr>
          <a:xfrm>
            <a:off x="527739" y="3939600"/>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44" name="Text Placeholder 21"/>
          <p:cNvSpPr>
            <a:spLocks noGrp="1"/>
          </p:cNvSpPr>
          <p:nvPr>
            <p:ph type="body" sz="quarter" idx="65" hasCustomPrompt="1"/>
          </p:nvPr>
        </p:nvSpPr>
        <p:spPr>
          <a:xfrm>
            <a:off x="7055427" y="4493806"/>
            <a:ext cx="3108166" cy="2379898"/>
          </a:xfrm>
          <a:solidFill>
            <a:schemeClr val="bg1">
              <a:lumMod val="95000"/>
            </a:schemeClr>
          </a:solidFill>
        </p:spPr>
        <p:txBody>
          <a:bodyPr/>
          <a:lstStyle>
            <a:lvl1pPr>
              <a:defRPr/>
            </a:lvl1pPr>
            <a:lvl2pPr>
              <a:defRPr/>
            </a:lvl2pPr>
          </a:lstStyle>
          <a:p>
            <a:pPr lvl="0"/>
            <a:r>
              <a:rPr lang="en-GB" dirty="0"/>
              <a:t> </a:t>
            </a:r>
          </a:p>
        </p:txBody>
      </p:sp>
      <p:sp>
        <p:nvSpPr>
          <p:cNvPr id="53" name="Content Placeholder 2"/>
          <p:cNvSpPr>
            <a:spLocks noGrp="1"/>
          </p:cNvSpPr>
          <p:nvPr>
            <p:ph sz="half" idx="66"/>
          </p:nvPr>
        </p:nvSpPr>
        <p:spPr>
          <a:xfrm>
            <a:off x="7055427" y="4493806"/>
            <a:ext cx="3108166"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4" name="Text Placeholder 22"/>
          <p:cNvSpPr>
            <a:spLocks noGrp="1"/>
          </p:cNvSpPr>
          <p:nvPr>
            <p:ph type="body" sz="quarter" idx="67" hasCustomPrompt="1"/>
          </p:nvPr>
        </p:nvSpPr>
        <p:spPr>
          <a:xfrm>
            <a:off x="7055427" y="6716729"/>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56" name="Text Placeholder 21"/>
          <p:cNvSpPr>
            <a:spLocks noGrp="1"/>
          </p:cNvSpPr>
          <p:nvPr>
            <p:ph type="body" sz="quarter" idx="69" hasCustomPrompt="1"/>
          </p:nvPr>
        </p:nvSpPr>
        <p:spPr>
          <a:xfrm>
            <a:off x="3791341" y="4493806"/>
            <a:ext cx="3108166" cy="2379898"/>
          </a:xfrm>
          <a:solidFill>
            <a:schemeClr val="bg1">
              <a:lumMod val="95000"/>
            </a:schemeClr>
          </a:solidFill>
        </p:spPr>
        <p:txBody>
          <a:bodyPr/>
          <a:lstStyle>
            <a:lvl1pPr>
              <a:defRPr/>
            </a:lvl1pPr>
            <a:lvl2pPr>
              <a:defRPr/>
            </a:lvl2pPr>
          </a:lstStyle>
          <a:p>
            <a:pPr lvl="0"/>
            <a:r>
              <a:rPr lang="en-GB" dirty="0"/>
              <a:t> </a:t>
            </a:r>
          </a:p>
        </p:txBody>
      </p:sp>
      <p:sp>
        <p:nvSpPr>
          <p:cNvPr id="57" name="Content Placeholder 2"/>
          <p:cNvSpPr>
            <a:spLocks noGrp="1"/>
          </p:cNvSpPr>
          <p:nvPr>
            <p:ph sz="half" idx="70"/>
          </p:nvPr>
        </p:nvSpPr>
        <p:spPr>
          <a:xfrm>
            <a:off x="3791341" y="4493806"/>
            <a:ext cx="3108166"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8" name="Text Placeholder 22"/>
          <p:cNvSpPr>
            <a:spLocks noGrp="1"/>
          </p:cNvSpPr>
          <p:nvPr>
            <p:ph type="body" sz="quarter" idx="71" hasCustomPrompt="1"/>
          </p:nvPr>
        </p:nvSpPr>
        <p:spPr>
          <a:xfrm>
            <a:off x="3791341" y="6716729"/>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60" name="Text Placeholder 21"/>
          <p:cNvSpPr>
            <a:spLocks noGrp="1"/>
          </p:cNvSpPr>
          <p:nvPr>
            <p:ph type="body" sz="quarter" idx="73" hasCustomPrompt="1"/>
          </p:nvPr>
        </p:nvSpPr>
        <p:spPr>
          <a:xfrm>
            <a:off x="527256" y="4493806"/>
            <a:ext cx="3108166" cy="2379898"/>
          </a:xfrm>
          <a:solidFill>
            <a:schemeClr val="bg1">
              <a:lumMod val="95000"/>
            </a:schemeClr>
          </a:solidFill>
        </p:spPr>
        <p:txBody>
          <a:bodyPr/>
          <a:lstStyle>
            <a:lvl1pPr>
              <a:defRPr/>
            </a:lvl1pPr>
            <a:lvl2pPr>
              <a:defRPr/>
            </a:lvl2pPr>
          </a:lstStyle>
          <a:p>
            <a:pPr lvl="0"/>
            <a:r>
              <a:rPr lang="en-GB" dirty="0"/>
              <a:t> </a:t>
            </a:r>
          </a:p>
        </p:txBody>
      </p:sp>
      <p:sp>
        <p:nvSpPr>
          <p:cNvPr id="61" name="Content Placeholder 2"/>
          <p:cNvSpPr>
            <a:spLocks noGrp="1"/>
          </p:cNvSpPr>
          <p:nvPr>
            <p:ph sz="half" idx="74"/>
          </p:nvPr>
        </p:nvSpPr>
        <p:spPr>
          <a:xfrm>
            <a:off x="527256" y="4493806"/>
            <a:ext cx="3108166"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2" name="Text Placeholder 22"/>
          <p:cNvSpPr>
            <a:spLocks noGrp="1"/>
          </p:cNvSpPr>
          <p:nvPr>
            <p:ph type="body" sz="quarter" idx="75" hasCustomPrompt="1"/>
          </p:nvPr>
        </p:nvSpPr>
        <p:spPr>
          <a:xfrm>
            <a:off x="527256" y="6716729"/>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8" name="Text Placeholder 23"/>
          <p:cNvSpPr>
            <a:spLocks noGrp="1"/>
          </p:cNvSpPr>
          <p:nvPr>
            <p:ph type="body" sz="quarter" idx="45"/>
          </p:nvPr>
        </p:nvSpPr>
        <p:spPr>
          <a:xfrm>
            <a:off x="7055910" y="1478687"/>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3" name="Text Placeholder 23"/>
          <p:cNvSpPr>
            <a:spLocks noGrp="1"/>
          </p:cNvSpPr>
          <p:nvPr>
            <p:ph type="body" sz="quarter" idx="46"/>
          </p:nvPr>
        </p:nvSpPr>
        <p:spPr>
          <a:xfrm>
            <a:off x="3791825" y="1478687"/>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5" name="Text Placeholder 23"/>
          <p:cNvSpPr>
            <a:spLocks noGrp="1"/>
          </p:cNvSpPr>
          <p:nvPr>
            <p:ph type="body" sz="quarter" idx="76"/>
          </p:nvPr>
        </p:nvSpPr>
        <p:spPr>
          <a:xfrm>
            <a:off x="527739" y="1478687"/>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6" name="Text Placeholder 23"/>
          <p:cNvSpPr>
            <a:spLocks noGrp="1"/>
          </p:cNvSpPr>
          <p:nvPr>
            <p:ph type="body" sz="quarter" idx="77"/>
          </p:nvPr>
        </p:nvSpPr>
        <p:spPr>
          <a:xfrm>
            <a:off x="7055427" y="4255816"/>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7" name="Text Placeholder 23"/>
          <p:cNvSpPr>
            <a:spLocks noGrp="1"/>
          </p:cNvSpPr>
          <p:nvPr>
            <p:ph type="body" sz="quarter" idx="78"/>
          </p:nvPr>
        </p:nvSpPr>
        <p:spPr>
          <a:xfrm>
            <a:off x="3791341" y="4255816"/>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8" name="Text Placeholder 23"/>
          <p:cNvSpPr>
            <a:spLocks noGrp="1"/>
          </p:cNvSpPr>
          <p:nvPr>
            <p:ph type="body" sz="quarter" idx="79"/>
          </p:nvPr>
        </p:nvSpPr>
        <p:spPr>
          <a:xfrm>
            <a:off x="527256" y="4255816"/>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ive boxes">
    <p:spTree>
      <p:nvGrpSpPr>
        <p:cNvPr id="1" name=""/>
        <p:cNvGrpSpPr/>
        <p:nvPr/>
      </p:nvGrpSpPr>
      <p:grpSpPr>
        <a:xfrm>
          <a:off x="0" y="0"/>
          <a:ext cx="0" cy="0"/>
          <a:chOff x="0" y="0"/>
          <a:chExt cx="0" cy="0"/>
        </a:xfrm>
      </p:grpSpPr>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29" name="Text Placeholder 7"/>
          <p:cNvSpPr>
            <a:spLocks noGrp="1"/>
          </p:cNvSpPr>
          <p:nvPr>
            <p:ph type="body" sz="quarter" idx="56"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31" name="Text Placeholder 21"/>
          <p:cNvSpPr>
            <a:spLocks noGrp="1"/>
          </p:cNvSpPr>
          <p:nvPr>
            <p:ph type="body" sz="quarter" idx="35" hasCustomPrompt="1"/>
          </p:nvPr>
        </p:nvSpPr>
        <p:spPr>
          <a:xfrm>
            <a:off x="7055910" y="1716677"/>
            <a:ext cx="3108166" cy="2379898"/>
          </a:xfrm>
          <a:solidFill>
            <a:schemeClr val="bg1">
              <a:lumMod val="95000"/>
            </a:schemeClr>
          </a:solidFill>
        </p:spPr>
        <p:txBody>
          <a:bodyPr/>
          <a:lstStyle>
            <a:lvl1pPr>
              <a:defRPr/>
            </a:lvl1pPr>
            <a:lvl2pPr>
              <a:defRPr/>
            </a:lvl2pPr>
          </a:lstStyle>
          <a:p>
            <a:pPr lvl="0"/>
            <a:r>
              <a:rPr lang="en-GB" dirty="0"/>
              <a:t> </a:t>
            </a:r>
          </a:p>
        </p:txBody>
      </p:sp>
      <p:sp>
        <p:nvSpPr>
          <p:cNvPr id="32" name="Content Placeholder 2"/>
          <p:cNvSpPr>
            <a:spLocks noGrp="1"/>
          </p:cNvSpPr>
          <p:nvPr>
            <p:ph sz="half" idx="31"/>
          </p:nvPr>
        </p:nvSpPr>
        <p:spPr>
          <a:xfrm>
            <a:off x="7055910" y="1716677"/>
            <a:ext cx="3108166"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3" name="Text Placeholder 22"/>
          <p:cNvSpPr>
            <a:spLocks noGrp="1"/>
          </p:cNvSpPr>
          <p:nvPr>
            <p:ph type="body" sz="quarter" idx="53" hasCustomPrompt="1"/>
          </p:nvPr>
        </p:nvSpPr>
        <p:spPr>
          <a:xfrm>
            <a:off x="7055910" y="3939600"/>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35" name="Text Placeholder 21"/>
          <p:cNvSpPr>
            <a:spLocks noGrp="1"/>
          </p:cNvSpPr>
          <p:nvPr>
            <p:ph type="body" sz="quarter" idx="57" hasCustomPrompt="1"/>
          </p:nvPr>
        </p:nvSpPr>
        <p:spPr>
          <a:xfrm>
            <a:off x="3791825" y="1716677"/>
            <a:ext cx="3108166" cy="2379898"/>
          </a:xfrm>
          <a:solidFill>
            <a:schemeClr val="bg1">
              <a:lumMod val="95000"/>
            </a:schemeClr>
          </a:solidFill>
        </p:spPr>
        <p:txBody>
          <a:bodyPr/>
          <a:lstStyle>
            <a:lvl1pPr>
              <a:defRPr/>
            </a:lvl1pPr>
            <a:lvl2pPr>
              <a:defRPr/>
            </a:lvl2pPr>
          </a:lstStyle>
          <a:p>
            <a:pPr lvl="0"/>
            <a:r>
              <a:rPr lang="en-GB" dirty="0"/>
              <a:t> </a:t>
            </a:r>
          </a:p>
        </p:txBody>
      </p:sp>
      <p:sp>
        <p:nvSpPr>
          <p:cNvPr id="36" name="Content Placeholder 2"/>
          <p:cNvSpPr>
            <a:spLocks noGrp="1"/>
          </p:cNvSpPr>
          <p:nvPr>
            <p:ph sz="half" idx="58"/>
          </p:nvPr>
        </p:nvSpPr>
        <p:spPr>
          <a:xfrm>
            <a:off x="3791825" y="1716677"/>
            <a:ext cx="3108166"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7" name="Text Placeholder 22"/>
          <p:cNvSpPr>
            <a:spLocks noGrp="1"/>
          </p:cNvSpPr>
          <p:nvPr>
            <p:ph type="body" sz="quarter" idx="59" hasCustomPrompt="1"/>
          </p:nvPr>
        </p:nvSpPr>
        <p:spPr>
          <a:xfrm>
            <a:off x="3791825" y="3939600"/>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39" name="Text Placeholder 21"/>
          <p:cNvSpPr>
            <a:spLocks noGrp="1"/>
          </p:cNvSpPr>
          <p:nvPr>
            <p:ph type="body" sz="quarter" idx="61" hasCustomPrompt="1"/>
          </p:nvPr>
        </p:nvSpPr>
        <p:spPr>
          <a:xfrm>
            <a:off x="527739" y="1716677"/>
            <a:ext cx="3108166" cy="5158778"/>
          </a:xfrm>
          <a:solidFill>
            <a:schemeClr val="bg1">
              <a:lumMod val="95000"/>
            </a:schemeClr>
          </a:solidFill>
        </p:spPr>
        <p:txBody>
          <a:bodyPr/>
          <a:lstStyle>
            <a:lvl1pPr>
              <a:defRPr/>
            </a:lvl1pPr>
            <a:lvl2pPr>
              <a:defRPr/>
            </a:lvl2pPr>
          </a:lstStyle>
          <a:p>
            <a:pPr lvl="0"/>
            <a:r>
              <a:rPr lang="en-GB" dirty="0"/>
              <a:t> </a:t>
            </a:r>
          </a:p>
        </p:txBody>
      </p:sp>
      <p:sp>
        <p:nvSpPr>
          <p:cNvPr id="40" name="Content Placeholder 2"/>
          <p:cNvSpPr>
            <a:spLocks noGrp="1"/>
          </p:cNvSpPr>
          <p:nvPr>
            <p:ph sz="half" idx="62"/>
          </p:nvPr>
        </p:nvSpPr>
        <p:spPr>
          <a:xfrm>
            <a:off x="527739" y="1716676"/>
            <a:ext cx="3108166" cy="5000053"/>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4" name="Text Placeholder 21"/>
          <p:cNvSpPr>
            <a:spLocks noGrp="1"/>
          </p:cNvSpPr>
          <p:nvPr>
            <p:ph type="body" sz="quarter" idx="65" hasCustomPrompt="1"/>
          </p:nvPr>
        </p:nvSpPr>
        <p:spPr>
          <a:xfrm>
            <a:off x="3791825" y="4493806"/>
            <a:ext cx="6371768" cy="2379898"/>
          </a:xfrm>
          <a:solidFill>
            <a:schemeClr val="bg1">
              <a:lumMod val="95000"/>
            </a:schemeClr>
          </a:solidFill>
        </p:spPr>
        <p:txBody>
          <a:bodyPr/>
          <a:lstStyle>
            <a:lvl1pPr>
              <a:defRPr/>
            </a:lvl1pPr>
            <a:lvl2pPr>
              <a:defRPr/>
            </a:lvl2pPr>
          </a:lstStyle>
          <a:p>
            <a:pPr lvl="0"/>
            <a:r>
              <a:rPr lang="en-GB" dirty="0"/>
              <a:t> </a:t>
            </a:r>
          </a:p>
        </p:txBody>
      </p:sp>
      <p:sp>
        <p:nvSpPr>
          <p:cNvPr id="53" name="Content Placeholder 2"/>
          <p:cNvSpPr>
            <a:spLocks noGrp="1"/>
          </p:cNvSpPr>
          <p:nvPr>
            <p:ph sz="half" idx="66"/>
          </p:nvPr>
        </p:nvSpPr>
        <p:spPr>
          <a:xfrm>
            <a:off x="3791825" y="4493806"/>
            <a:ext cx="6371768"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4" name="Text Placeholder 22"/>
          <p:cNvSpPr>
            <a:spLocks noGrp="1"/>
          </p:cNvSpPr>
          <p:nvPr>
            <p:ph type="body" sz="quarter" idx="67" hasCustomPrompt="1"/>
          </p:nvPr>
        </p:nvSpPr>
        <p:spPr>
          <a:xfrm>
            <a:off x="3791825" y="6716729"/>
            <a:ext cx="6371768"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62" name="Text Placeholder 22"/>
          <p:cNvSpPr>
            <a:spLocks noGrp="1"/>
          </p:cNvSpPr>
          <p:nvPr>
            <p:ph type="body" sz="quarter" idx="75" hasCustomPrompt="1"/>
          </p:nvPr>
        </p:nvSpPr>
        <p:spPr>
          <a:xfrm>
            <a:off x="527256" y="6716729"/>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8" name="Text Placeholder 23"/>
          <p:cNvSpPr>
            <a:spLocks noGrp="1"/>
          </p:cNvSpPr>
          <p:nvPr>
            <p:ph type="body" sz="quarter" idx="45"/>
          </p:nvPr>
        </p:nvSpPr>
        <p:spPr>
          <a:xfrm>
            <a:off x="7055910" y="1478687"/>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3" name="Text Placeholder 23"/>
          <p:cNvSpPr>
            <a:spLocks noGrp="1"/>
          </p:cNvSpPr>
          <p:nvPr>
            <p:ph type="body" sz="quarter" idx="46"/>
          </p:nvPr>
        </p:nvSpPr>
        <p:spPr>
          <a:xfrm>
            <a:off x="3791825" y="1478687"/>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5" name="Text Placeholder 23"/>
          <p:cNvSpPr>
            <a:spLocks noGrp="1"/>
          </p:cNvSpPr>
          <p:nvPr>
            <p:ph type="body" sz="quarter" idx="76"/>
          </p:nvPr>
        </p:nvSpPr>
        <p:spPr>
          <a:xfrm>
            <a:off x="527739" y="1478687"/>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6" name="Text Placeholder 23"/>
          <p:cNvSpPr>
            <a:spLocks noGrp="1"/>
          </p:cNvSpPr>
          <p:nvPr>
            <p:ph type="body" sz="quarter" idx="77"/>
          </p:nvPr>
        </p:nvSpPr>
        <p:spPr>
          <a:xfrm>
            <a:off x="3791825" y="4255816"/>
            <a:ext cx="6371768"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Nine charts">
    <p:spTree>
      <p:nvGrpSpPr>
        <p:cNvPr id="1" name=""/>
        <p:cNvGrpSpPr/>
        <p:nvPr/>
      </p:nvGrpSpPr>
      <p:grpSpPr>
        <a:xfrm>
          <a:off x="0" y="0"/>
          <a:ext cx="0" cy="0"/>
          <a:chOff x="0" y="0"/>
          <a:chExt cx="0" cy="0"/>
        </a:xfrm>
      </p:grpSpPr>
      <p:sp>
        <p:nvSpPr>
          <p:cNvPr id="41" name="Content Placeholder 2"/>
          <p:cNvSpPr>
            <a:spLocks noGrp="1"/>
          </p:cNvSpPr>
          <p:nvPr>
            <p:ph sz="half" idx="83"/>
          </p:nvPr>
        </p:nvSpPr>
        <p:spPr>
          <a:xfrm>
            <a:off x="520884" y="1716678"/>
            <a:ext cx="1094883" cy="1626414"/>
          </a:xfrm>
          <a:noFill/>
        </p:spPr>
        <p:txBody>
          <a:bodyPr lIns="72000" tIns="72000" rIns="72000" bIns="72000"/>
          <a:lstStyle>
            <a:lvl1pPr>
              <a:defRPr sz="863"/>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p:txBody>
      </p:sp>
      <p:sp>
        <p:nvSpPr>
          <p:cNvPr id="42" name="Content Placeholder 2"/>
          <p:cNvSpPr>
            <a:spLocks noGrp="1"/>
          </p:cNvSpPr>
          <p:nvPr>
            <p:ph sz="half" idx="84"/>
          </p:nvPr>
        </p:nvSpPr>
        <p:spPr>
          <a:xfrm>
            <a:off x="520884" y="5227684"/>
            <a:ext cx="1094883" cy="1626414"/>
          </a:xfrm>
          <a:noFill/>
        </p:spPr>
        <p:txBody>
          <a:bodyPr lIns="72000" tIns="72000" rIns="72000" bIns="72000"/>
          <a:lstStyle>
            <a:lvl1pPr>
              <a:defRPr sz="863"/>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p:txBody>
      </p:sp>
      <p:sp>
        <p:nvSpPr>
          <p:cNvPr id="43" name="Content Placeholder 2"/>
          <p:cNvSpPr>
            <a:spLocks noGrp="1"/>
          </p:cNvSpPr>
          <p:nvPr>
            <p:ph sz="half" idx="85"/>
          </p:nvPr>
        </p:nvSpPr>
        <p:spPr>
          <a:xfrm>
            <a:off x="520884" y="3472181"/>
            <a:ext cx="1094883" cy="1626414"/>
          </a:xfrm>
          <a:noFill/>
        </p:spPr>
        <p:txBody>
          <a:bodyPr lIns="72000" tIns="72000" rIns="72000" bIns="72000"/>
          <a:lstStyle>
            <a:lvl1pPr>
              <a:defRPr sz="863"/>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p:txBody>
      </p:sp>
      <p:sp>
        <p:nvSpPr>
          <p:cNvPr id="2" name="Title 1"/>
          <p:cNvSpPr>
            <a:spLocks noGrp="1"/>
          </p:cNvSpPr>
          <p:nvPr>
            <p:ph type="title"/>
          </p:nvPr>
        </p:nvSpPr>
        <p:spPr/>
        <p:txBody>
          <a:bodyPr/>
          <a:lstStyle/>
          <a:p>
            <a:r>
              <a:rPr lang="en-US"/>
              <a:t>Click to edit Master title style</a:t>
            </a:r>
            <a:endParaRPr lang="en-GB"/>
          </a:p>
        </p:txBody>
      </p:sp>
      <p:sp>
        <p:nvSpPr>
          <p:cNvPr id="56" name="Text Placeholder 21"/>
          <p:cNvSpPr>
            <a:spLocks noGrp="1"/>
          </p:cNvSpPr>
          <p:nvPr>
            <p:ph type="body" sz="quarter" idx="53" hasCustomPrompt="1"/>
          </p:nvPr>
        </p:nvSpPr>
        <p:spPr>
          <a:xfrm>
            <a:off x="7444174" y="1716678"/>
            <a:ext cx="2719631" cy="1627126"/>
          </a:xfrm>
          <a:solidFill>
            <a:schemeClr val="bg1">
              <a:lumMod val="95000"/>
            </a:schemeClr>
          </a:solidFill>
        </p:spPr>
        <p:txBody>
          <a:bodyPr/>
          <a:lstStyle>
            <a:lvl1pPr>
              <a:defRPr/>
            </a:lvl1pPr>
            <a:lvl2pPr>
              <a:defRPr/>
            </a:lvl2pPr>
          </a:lstStyle>
          <a:p>
            <a:pPr lvl="0"/>
            <a:r>
              <a:rPr lang="en-GB" dirty="0"/>
              <a:t> </a:t>
            </a:r>
          </a:p>
        </p:txBody>
      </p:sp>
      <p:sp>
        <p:nvSpPr>
          <p:cNvPr id="57" name="Content Placeholder 2"/>
          <p:cNvSpPr>
            <a:spLocks noGrp="1"/>
          </p:cNvSpPr>
          <p:nvPr>
            <p:ph sz="half" idx="54"/>
          </p:nvPr>
        </p:nvSpPr>
        <p:spPr>
          <a:xfrm>
            <a:off x="7444174" y="1716075"/>
            <a:ext cx="2719903" cy="1490496"/>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8" name="Text Placeholder 22"/>
          <p:cNvSpPr>
            <a:spLocks noGrp="1"/>
          </p:cNvSpPr>
          <p:nvPr>
            <p:ph type="body" sz="quarter" idx="55" hasCustomPrompt="1"/>
          </p:nvPr>
        </p:nvSpPr>
        <p:spPr>
          <a:xfrm>
            <a:off x="7444174" y="3186118"/>
            <a:ext cx="2719903"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65" name="Text Placeholder 21"/>
          <p:cNvSpPr>
            <a:spLocks noGrp="1"/>
          </p:cNvSpPr>
          <p:nvPr>
            <p:ph type="body" sz="quarter" idx="56" hasCustomPrompt="1"/>
          </p:nvPr>
        </p:nvSpPr>
        <p:spPr>
          <a:xfrm>
            <a:off x="7443902" y="5226972"/>
            <a:ext cx="2719631" cy="1627126"/>
          </a:xfrm>
          <a:solidFill>
            <a:schemeClr val="bg1">
              <a:lumMod val="95000"/>
            </a:schemeClr>
          </a:solidFill>
        </p:spPr>
        <p:txBody>
          <a:bodyPr/>
          <a:lstStyle>
            <a:lvl1pPr>
              <a:defRPr/>
            </a:lvl1pPr>
            <a:lvl2pPr>
              <a:defRPr/>
            </a:lvl2pPr>
          </a:lstStyle>
          <a:p>
            <a:pPr lvl="0"/>
            <a:r>
              <a:rPr lang="en-GB" dirty="0"/>
              <a:t> </a:t>
            </a:r>
          </a:p>
        </p:txBody>
      </p:sp>
      <p:sp>
        <p:nvSpPr>
          <p:cNvPr id="66" name="Content Placeholder 2"/>
          <p:cNvSpPr>
            <a:spLocks noGrp="1"/>
          </p:cNvSpPr>
          <p:nvPr>
            <p:ph sz="half" idx="57"/>
          </p:nvPr>
        </p:nvSpPr>
        <p:spPr>
          <a:xfrm>
            <a:off x="7443902" y="5227082"/>
            <a:ext cx="2719903" cy="1490496"/>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7" name="Text Placeholder 22"/>
          <p:cNvSpPr>
            <a:spLocks noGrp="1"/>
          </p:cNvSpPr>
          <p:nvPr>
            <p:ph type="body" sz="quarter" idx="58" hasCustomPrompt="1"/>
          </p:nvPr>
        </p:nvSpPr>
        <p:spPr>
          <a:xfrm>
            <a:off x="7443902" y="6694578"/>
            <a:ext cx="2719903"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68" name="Text Placeholder 21"/>
          <p:cNvSpPr>
            <a:spLocks noGrp="1"/>
          </p:cNvSpPr>
          <p:nvPr>
            <p:ph type="body" sz="quarter" idx="59" hasCustomPrompt="1"/>
          </p:nvPr>
        </p:nvSpPr>
        <p:spPr>
          <a:xfrm>
            <a:off x="7443630" y="3481641"/>
            <a:ext cx="2719631" cy="1627126"/>
          </a:xfrm>
          <a:solidFill>
            <a:schemeClr val="bg1">
              <a:lumMod val="95000"/>
            </a:schemeClr>
          </a:solidFill>
        </p:spPr>
        <p:txBody>
          <a:bodyPr/>
          <a:lstStyle>
            <a:lvl1pPr>
              <a:defRPr/>
            </a:lvl1pPr>
            <a:lvl2pPr>
              <a:defRPr/>
            </a:lvl2pPr>
          </a:lstStyle>
          <a:p>
            <a:pPr lvl="0"/>
            <a:r>
              <a:rPr lang="en-GB" dirty="0"/>
              <a:t> </a:t>
            </a:r>
          </a:p>
        </p:txBody>
      </p:sp>
      <p:sp>
        <p:nvSpPr>
          <p:cNvPr id="69" name="Content Placeholder 2"/>
          <p:cNvSpPr>
            <a:spLocks noGrp="1"/>
          </p:cNvSpPr>
          <p:nvPr>
            <p:ph sz="half" idx="60"/>
          </p:nvPr>
        </p:nvSpPr>
        <p:spPr>
          <a:xfrm>
            <a:off x="7443630" y="3471578"/>
            <a:ext cx="2719903" cy="1490496"/>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0" name="Text Placeholder 22"/>
          <p:cNvSpPr>
            <a:spLocks noGrp="1"/>
          </p:cNvSpPr>
          <p:nvPr>
            <p:ph type="body" sz="quarter" idx="61" hasCustomPrompt="1"/>
          </p:nvPr>
        </p:nvSpPr>
        <p:spPr>
          <a:xfrm>
            <a:off x="7443630" y="4951792"/>
            <a:ext cx="2719903"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72" name="Text Placeholder 21"/>
          <p:cNvSpPr>
            <a:spLocks noGrp="1"/>
          </p:cNvSpPr>
          <p:nvPr>
            <p:ph type="body" sz="quarter" idx="63" hasCustomPrompt="1"/>
          </p:nvPr>
        </p:nvSpPr>
        <p:spPr>
          <a:xfrm>
            <a:off x="1745572" y="1716678"/>
            <a:ext cx="2719631" cy="1627126"/>
          </a:xfrm>
          <a:solidFill>
            <a:schemeClr val="bg1">
              <a:lumMod val="95000"/>
            </a:schemeClr>
          </a:solidFill>
        </p:spPr>
        <p:txBody>
          <a:bodyPr/>
          <a:lstStyle>
            <a:lvl1pPr>
              <a:defRPr/>
            </a:lvl1pPr>
            <a:lvl2pPr>
              <a:defRPr/>
            </a:lvl2pPr>
          </a:lstStyle>
          <a:p>
            <a:pPr lvl="0"/>
            <a:r>
              <a:rPr lang="en-GB" dirty="0"/>
              <a:t> </a:t>
            </a:r>
          </a:p>
        </p:txBody>
      </p:sp>
      <p:sp>
        <p:nvSpPr>
          <p:cNvPr id="73" name="Content Placeholder 2"/>
          <p:cNvSpPr>
            <a:spLocks noGrp="1"/>
          </p:cNvSpPr>
          <p:nvPr>
            <p:ph sz="half" idx="64"/>
          </p:nvPr>
        </p:nvSpPr>
        <p:spPr>
          <a:xfrm>
            <a:off x="1745300" y="1716075"/>
            <a:ext cx="2719903" cy="1490496"/>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4" name="Text Placeholder 22"/>
          <p:cNvSpPr>
            <a:spLocks noGrp="1"/>
          </p:cNvSpPr>
          <p:nvPr>
            <p:ph type="body" sz="quarter" idx="65" hasCustomPrompt="1"/>
          </p:nvPr>
        </p:nvSpPr>
        <p:spPr>
          <a:xfrm>
            <a:off x="1745300" y="3186118"/>
            <a:ext cx="2719903"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75" name="Text Placeholder 21"/>
          <p:cNvSpPr>
            <a:spLocks noGrp="1"/>
          </p:cNvSpPr>
          <p:nvPr>
            <p:ph type="body" sz="quarter" idx="66" hasCustomPrompt="1"/>
          </p:nvPr>
        </p:nvSpPr>
        <p:spPr>
          <a:xfrm>
            <a:off x="1745572" y="5226972"/>
            <a:ext cx="2719631" cy="1627126"/>
          </a:xfrm>
          <a:solidFill>
            <a:schemeClr val="bg1">
              <a:lumMod val="95000"/>
            </a:schemeClr>
          </a:solidFill>
        </p:spPr>
        <p:txBody>
          <a:bodyPr/>
          <a:lstStyle>
            <a:lvl1pPr>
              <a:defRPr/>
            </a:lvl1pPr>
            <a:lvl2pPr>
              <a:defRPr/>
            </a:lvl2pPr>
          </a:lstStyle>
          <a:p>
            <a:pPr lvl="0"/>
            <a:r>
              <a:rPr lang="en-GB" dirty="0"/>
              <a:t> </a:t>
            </a:r>
          </a:p>
        </p:txBody>
      </p:sp>
      <p:sp>
        <p:nvSpPr>
          <p:cNvPr id="76" name="Content Placeholder 2"/>
          <p:cNvSpPr>
            <a:spLocks noGrp="1"/>
          </p:cNvSpPr>
          <p:nvPr>
            <p:ph sz="half" idx="67"/>
          </p:nvPr>
        </p:nvSpPr>
        <p:spPr>
          <a:xfrm>
            <a:off x="1745300" y="5227082"/>
            <a:ext cx="2719903" cy="1490496"/>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7" name="Text Placeholder 22"/>
          <p:cNvSpPr>
            <a:spLocks noGrp="1"/>
          </p:cNvSpPr>
          <p:nvPr>
            <p:ph type="body" sz="quarter" idx="68" hasCustomPrompt="1"/>
          </p:nvPr>
        </p:nvSpPr>
        <p:spPr>
          <a:xfrm>
            <a:off x="1745300" y="6694578"/>
            <a:ext cx="2719903"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78" name="Text Placeholder 21"/>
          <p:cNvSpPr>
            <a:spLocks noGrp="1"/>
          </p:cNvSpPr>
          <p:nvPr>
            <p:ph type="body" sz="quarter" idx="69" hasCustomPrompt="1"/>
          </p:nvPr>
        </p:nvSpPr>
        <p:spPr>
          <a:xfrm>
            <a:off x="1745572" y="3481641"/>
            <a:ext cx="2719631" cy="1627126"/>
          </a:xfrm>
          <a:solidFill>
            <a:schemeClr val="bg1">
              <a:lumMod val="95000"/>
            </a:schemeClr>
          </a:solidFill>
        </p:spPr>
        <p:txBody>
          <a:bodyPr/>
          <a:lstStyle>
            <a:lvl1pPr>
              <a:defRPr/>
            </a:lvl1pPr>
            <a:lvl2pPr>
              <a:defRPr/>
            </a:lvl2pPr>
          </a:lstStyle>
          <a:p>
            <a:pPr lvl="0"/>
            <a:r>
              <a:rPr lang="en-GB" dirty="0"/>
              <a:t> </a:t>
            </a:r>
          </a:p>
        </p:txBody>
      </p:sp>
      <p:sp>
        <p:nvSpPr>
          <p:cNvPr id="79" name="Content Placeholder 2"/>
          <p:cNvSpPr>
            <a:spLocks noGrp="1"/>
          </p:cNvSpPr>
          <p:nvPr>
            <p:ph sz="half" idx="70"/>
          </p:nvPr>
        </p:nvSpPr>
        <p:spPr>
          <a:xfrm>
            <a:off x="1745300" y="3471578"/>
            <a:ext cx="2719903" cy="1490496"/>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0" name="Text Placeholder 22"/>
          <p:cNvSpPr>
            <a:spLocks noGrp="1"/>
          </p:cNvSpPr>
          <p:nvPr>
            <p:ph type="body" sz="quarter" idx="71" hasCustomPrompt="1"/>
          </p:nvPr>
        </p:nvSpPr>
        <p:spPr>
          <a:xfrm>
            <a:off x="1745300" y="4951792"/>
            <a:ext cx="2719903"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82" name="Text Placeholder 21"/>
          <p:cNvSpPr>
            <a:spLocks noGrp="1"/>
          </p:cNvSpPr>
          <p:nvPr>
            <p:ph type="body" sz="quarter" idx="73" hasCustomPrompt="1"/>
          </p:nvPr>
        </p:nvSpPr>
        <p:spPr>
          <a:xfrm>
            <a:off x="4595008" y="1715664"/>
            <a:ext cx="2719631" cy="1627126"/>
          </a:xfrm>
          <a:solidFill>
            <a:schemeClr val="bg1">
              <a:lumMod val="95000"/>
            </a:schemeClr>
          </a:solidFill>
        </p:spPr>
        <p:txBody>
          <a:bodyPr/>
          <a:lstStyle>
            <a:lvl1pPr>
              <a:defRPr/>
            </a:lvl1pPr>
            <a:lvl2pPr>
              <a:defRPr/>
            </a:lvl2pPr>
          </a:lstStyle>
          <a:p>
            <a:pPr lvl="0"/>
            <a:r>
              <a:rPr lang="en-GB" dirty="0"/>
              <a:t> </a:t>
            </a:r>
          </a:p>
        </p:txBody>
      </p:sp>
      <p:sp>
        <p:nvSpPr>
          <p:cNvPr id="83" name="Content Placeholder 2"/>
          <p:cNvSpPr>
            <a:spLocks noGrp="1"/>
          </p:cNvSpPr>
          <p:nvPr>
            <p:ph sz="half" idx="74"/>
          </p:nvPr>
        </p:nvSpPr>
        <p:spPr>
          <a:xfrm>
            <a:off x="4594736" y="1716075"/>
            <a:ext cx="2719903" cy="1490496"/>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4" name="Text Placeholder 22"/>
          <p:cNvSpPr>
            <a:spLocks noGrp="1"/>
          </p:cNvSpPr>
          <p:nvPr>
            <p:ph type="body" sz="quarter" idx="75" hasCustomPrompt="1"/>
          </p:nvPr>
        </p:nvSpPr>
        <p:spPr>
          <a:xfrm>
            <a:off x="4594736" y="3186118"/>
            <a:ext cx="2719903"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85" name="Text Placeholder 21"/>
          <p:cNvSpPr>
            <a:spLocks noGrp="1"/>
          </p:cNvSpPr>
          <p:nvPr>
            <p:ph type="body" sz="quarter" idx="76" hasCustomPrompt="1"/>
          </p:nvPr>
        </p:nvSpPr>
        <p:spPr>
          <a:xfrm>
            <a:off x="4595008" y="5226972"/>
            <a:ext cx="2719631" cy="1627126"/>
          </a:xfrm>
          <a:solidFill>
            <a:schemeClr val="bg1">
              <a:lumMod val="95000"/>
            </a:schemeClr>
          </a:solidFill>
        </p:spPr>
        <p:txBody>
          <a:bodyPr/>
          <a:lstStyle>
            <a:lvl1pPr>
              <a:defRPr/>
            </a:lvl1pPr>
            <a:lvl2pPr>
              <a:defRPr/>
            </a:lvl2pPr>
          </a:lstStyle>
          <a:p>
            <a:pPr lvl="0"/>
            <a:r>
              <a:rPr lang="en-GB" dirty="0"/>
              <a:t> </a:t>
            </a:r>
          </a:p>
        </p:txBody>
      </p:sp>
      <p:sp>
        <p:nvSpPr>
          <p:cNvPr id="86" name="Content Placeholder 2"/>
          <p:cNvSpPr>
            <a:spLocks noGrp="1"/>
          </p:cNvSpPr>
          <p:nvPr>
            <p:ph sz="half" idx="77"/>
          </p:nvPr>
        </p:nvSpPr>
        <p:spPr>
          <a:xfrm>
            <a:off x="4594736" y="5227082"/>
            <a:ext cx="2719903" cy="1490496"/>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7" name="Text Placeholder 22"/>
          <p:cNvSpPr>
            <a:spLocks noGrp="1"/>
          </p:cNvSpPr>
          <p:nvPr>
            <p:ph type="body" sz="quarter" idx="78" hasCustomPrompt="1"/>
          </p:nvPr>
        </p:nvSpPr>
        <p:spPr>
          <a:xfrm>
            <a:off x="4594736" y="6694578"/>
            <a:ext cx="2719903"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88" name="Text Placeholder 21"/>
          <p:cNvSpPr>
            <a:spLocks noGrp="1"/>
          </p:cNvSpPr>
          <p:nvPr>
            <p:ph type="body" sz="quarter" idx="79" hasCustomPrompt="1"/>
          </p:nvPr>
        </p:nvSpPr>
        <p:spPr>
          <a:xfrm>
            <a:off x="4595008" y="3480627"/>
            <a:ext cx="2719631" cy="1627126"/>
          </a:xfrm>
          <a:solidFill>
            <a:schemeClr val="bg1">
              <a:lumMod val="95000"/>
            </a:schemeClr>
          </a:solidFill>
        </p:spPr>
        <p:txBody>
          <a:bodyPr/>
          <a:lstStyle>
            <a:lvl1pPr>
              <a:defRPr/>
            </a:lvl1pPr>
            <a:lvl2pPr>
              <a:defRPr/>
            </a:lvl2pPr>
          </a:lstStyle>
          <a:p>
            <a:pPr lvl="0"/>
            <a:r>
              <a:rPr lang="en-GB" dirty="0"/>
              <a:t> </a:t>
            </a:r>
          </a:p>
        </p:txBody>
      </p:sp>
      <p:sp>
        <p:nvSpPr>
          <p:cNvPr id="89" name="Content Placeholder 2"/>
          <p:cNvSpPr>
            <a:spLocks noGrp="1"/>
          </p:cNvSpPr>
          <p:nvPr>
            <p:ph sz="half" idx="80"/>
          </p:nvPr>
        </p:nvSpPr>
        <p:spPr>
          <a:xfrm>
            <a:off x="4594736" y="3471578"/>
            <a:ext cx="2719903" cy="1490496"/>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0" name="Text Placeholder 22"/>
          <p:cNvSpPr>
            <a:spLocks noGrp="1"/>
          </p:cNvSpPr>
          <p:nvPr>
            <p:ph type="body" sz="quarter" idx="81" hasCustomPrompt="1"/>
          </p:nvPr>
        </p:nvSpPr>
        <p:spPr>
          <a:xfrm>
            <a:off x="4594736" y="4951792"/>
            <a:ext cx="2719903"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38" name="Text Placeholder 7"/>
          <p:cNvSpPr>
            <a:spLocks noGrp="1"/>
          </p:cNvSpPr>
          <p:nvPr>
            <p:ph type="body" sz="quarter" idx="32"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37" name="Text Placeholder 23"/>
          <p:cNvSpPr>
            <a:spLocks noGrp="1"/>
          </p:cNvSpPr>
          <p:nvPr>
            <p:ph type="body" sz="quarter" idx="45"/>
          </p:nvPr>
        </p:nvSpPr>
        <p:spPr>
          <a:xfrm>
            <a:off x="7443629" y="1478686"/>
            <a:ext cx="2720447" cy="237991"/>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9" name="Text Placeholder 23"/>
          <p:cNvSpPr>
            <a:spLocks noGrp="1"/>
          </p:cNvSpPr>
          <p:nvPr>
            <p:ph type="body" sz="quarter" idx="46"/>
          </p:nvPr>
        </p:nvSpPr>
        <p:spPr>
          <a:xfrm>
            <a:off x="4594192" y="1478686"/>
            <a:ext cx="2720447" cy="237991"/>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0" name="Text Placeholder 23"/>
          <p:cNvSpPr>
            <a:spLocks noGrp="1"/>
          </p:cNvSpPr>
          <p:nvPr>
            <p:ph type="body" sz="quarter" idx="82"/>
          </p:nvPr>
        </p:nvSpPr>
        <p:spPr>
          <a:xfrm>
            <a:off x="1744756" y="1478686"/>
            <a:ext cx="2720447" cy="237991"/>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chart, three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72" name="Text Placeholder 21"/>
          <p:cNvSpPr>
            <a:spLocks noGrp="1"/>
          </p:cNvSpPr>
          <p:nvPr>
            <p:ph type="body" sz="quarter" idx="63" hasCustomPrompt="1"/>
          </p:nvPr>
        </p:nvSpPr>
        <p:spPr>
          <a:xfrm>
            <a:off x="915757" y="1479290"/>
            <a:ext cx="4352883" cy="1627126"/>
          </a:xfrm>
          <a:solidFill>
            <a:schemeClr val="bg1">
              <a:lumMod val="95000"/>
            </a:schemeClr>
          </a:solidFill>
        </p:spPr>
        <p:txBody>
          <a:bodyPr/>
          <a:lstStyle>
            <a:lvl1pPr>
              <a:defRPr/>
            </a:lvl1pPr>
            <a:lvl2pPr>
              <a:defRPr/>
            </a:lvl2pPr>
          </a:lstStyle>
          <a:p>
            <a:pPr lvl="0"/>
            <a:r>
              <a:rPr lang="en-GB" dirty="0"/>
              <a:t> </a:t>
            </a:r>
          </a:p>
        </p:txBody>
      </p:sp>
      <p:sp>
        <p:nvSpPr>
          <p:cNvPr id="73" name="Content Placeholder 2"/>
          <p:cNvSpPr>
            <a:spLocks noGrp="1"/>
          </p:cNvSpPr>
          <p:nvPr>
            <p:ph sz="half" idx="64"/>
          </p:nvPr>
        </p:nvSpPr>
        <p:spPr>
          <a:xfrm>
            <a:off x="915323" y="1478688"/>
            <a:ext cx="4353317" cy="1490496"/>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4" name="Text Placeholder 22"/>
          <p:cNvSpPr>
            <a:spLocks noGrp="1"/>
          </p:cNvSpPr>
          <p:nvPr>
            <p:ph type="body" sz="quarter" idx="65" hasCustomPrompt="1"/>
          </p:nvPr>
        </p:nvSpPr>
        <p:spPr>
          <a:xfrm>
            <a:off x="915486" y="2948730"/>
            <a:ext cx="4353317"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75" name="Text Placeholder 21"/>
          <p:cNvSpPr>
            <a:spLocks noGrp="1"/>
          </p:cNvSpPr>
          <p:nvPr>
            <p:ph type="body" sz="quarter" idx="66" hasCustomPrompt="1"/>
          </p:nvPr>
        </p:nvSpPr>
        <p:spPr>
          <a:xfrm>
            <a:off x="915485" y="5226972"/>
            <a:ext cx="4352883" cy="1627126"/>
          </a:xfrm>
          <a:solidFill>
            <a:schemeClr val="bg1">
              <a:lumMod val="95000"/>
            </a:schemeClr>
          </a:solidFill>
        </p:spPr>
        <p:txBody>
          <a:bodyPr/>
          <a:lstStyle>
            <a:lvl1pPr>
              <a:defRPr/>
            </a:lvl1pPr>
            <a:lvl2pPr>
              <a:defRPr/>
            </a:lvl2pPr>
          </a:lstStyle>
          <a:p>
            <a:pPr lvl="0"/>
            <a:r>
              <a:rPr lang="en-GB" dirty="0"/>
              <a:t> </a:t>
            </a:r>
          </a:p>
        </p:txBody>
      </p:sp>
      <p:sp>
        <p:nvSpPr>
          <p:cNvPr id="76" name="Content Placeholder 2"/>
          <p:cNvSpPr>
            <a:spLocks noGrp="1"/>
          </p:cNvSpPr>
          <p:nvPr>
            <p:ph sz="half" idx="67"/>
          </p:nvPr>
        </p:nvSpPr>
        <p:spPr>
          <a:xfrm>
            <a:off x="915051" y="5227082"/>
            <a:ext cx="4353317" cy="1490496"/>
          </a:xfrm>
          <a:noFill/>
        </p:spPr>
        <p:txBody>
          <a:bodyPr lIns="72000" tIns="72000" rIns="72000" bIns="72000"/>
          <a:lstStyle>
            <a:lvl1pPr>
              <a:defRPr sz="863" i="1"/>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7" name="Text Placeholder 22"/>
          <p:cNvSpPr>
            <a:spLocks noGrp="1"/>
          </p:cNvSpPr>
          <p:nvPr>
            <p:ph type="body" sz="quarter" idx="68" hasCustomPrompt="1"/>
          </p:nvPr>
        </p:nvSpPr>
        <p:spPr>
          <a:xfrm>
            <a:off x="915486" y="6694578"/>
            <a:ext cx="4353317"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78" name="Text Placeholder 21"/>
          <p:cNvSpPr>
            <a:spLocks noGrp="1"/>
          </p:cNvSpPr>
          <p:nvPr>
            <p:ph type="body" sz="quarter" idx="69" hasCustomPrompt="1"/>
          </p:nvPr>
        </p:nvSpPr>
        <p:spPr>
          <a:xfrm>
            <a:off x="915485" y="3353131"/>
            <a:ext cx="4352883" cy="1627126"/>
          </a:xfrm>
          <a:solidFill>
            <a:schemeClr val="bg1">
              <a:lumMod val="95000"/>
            </a:schemeClr>
          </a:solidFill>
        </p:spPr>
        <p:txBody>
          <a:bodyPr/>
          <a:lstStyle>
            <a:lvl1pPr>
              <a:defRPr/>
            </a:lvl1pPr>
            <a:lvl2pPr>
              <a:defRPr/>
            </a:lvl2pPr>
          </a:lstStyle>
          <a:p>
            <a:pPr lvl="0"/>
            <a:r>
              <a:rPr lang="en-GB" dirty="0"/>
              <a:t> </a:t>
            </a:r>
          </a:p>
        </p:txBody>
      </p:sp>
      <p:sp>
        <p:nvSpPr>
          <p:cNvPr id="79" name="Content Placeholder 2"/>
          <p:cNvSpPr>
            <a:spLocks noGrp="1"/>
          </p:cNvSpPr>
          <p:nvPr>
            <p:ph sz="half" idx="70"/>
          </p:nvPr>
        </p:nvSpPr>
        <p:spPr>
          <a:xfrm>
            <a:off x="915051" y="3353131"/>
            <a:ext cx="4353317" cy="1490496"/>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0" name="Text Placeholder 22"/>
          <p:cNvSpPr>
            <a:spLocks noGrp="1"/>
          </p:cNvSpPr>
          <p:nvPr>
            <p:ph type="body" sz="quarter" idx="71" hasCustomPrompt="1"/>
          </p:nvPr>
        </p:nvSpPr>
        <p:spPr>
          <a:xfrm>
            <a:off x="915486" y="4823282"/>
            <a:ext cx="4353317"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38" name="Text Placeholder 7"/>
          <p:cNvSpPr>
            <a:spLocks noGrp="1"/>
          </p:cNvSpPr>
          <p:nvPr>
            <p:ph type="body" sz="quarter" idx="32"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41" name="Text Placeholder 21"/>
          <p:cNvSpPr>
            <a:spLocks noGrp="1"/>
          </p:cNvSpPr>
          <p:nvPr>
            <p:ph type="body" sz="quarter" idx="83" hasCustomPrompt="1"/>
          </p:nvPr>
        </p:nvSpPr>
        <p:spPr>
          <a:xfrm>
            <a:off x="5423718" y="1479290"/>
            <a:ext cx="4740591" cy="1627126"/>
          </a:xfrm>
          <a:solidFill>
            <a:schemeClr val="bg1">
              <a:lumMod val="95000"/>
            </a:schemeClr>
          </a:solidFill>
        </p:spPr>
        <p:txBody>
          <a:bodyPr/>
          <a:lstStyle>
            <a:lvl1pPr>
              <a:defRPr/>
            </a:lvl1pPr>
            <a:lvl2pPr>
              <a:defRPr/>
            </a:lvl2pPr>
          </a:lstStyle>
          <a:p>
            <a:pPr lvl="0"/>
            <a:r>
              <a:rPr lang="en-GB" dirty="0"/>
              <a:t> </a:t>
            </a:r>
          </a:p>
        </p:txBody>
      </p:sp>
      <p:sp>
        <p:nvSpPr>
          <p:cNvPr id="42" name="Content Placeholder 2"/>
          <p:cNvSpPr>
            <a:spLocks noGrp="1"/>
          </p:cNvSpPr>
          <p:nvPr>
            <p:ph sz="half" idx="84"/>
          </p:nvPr>
        </p:nvSpPr>
        <p:spPr>
          <a:xfrm>
            <a:off x="5423283" y="1479291"/>
            <a:ext cx="4741065" cy="1490496"/>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3" name="Text Placeholder 22"/>
          <p:cNvSpPr>
            <a:spLocks noGrp="1"/>
          </p:cNvSpPr>
          <p:nvPr>
            <p:ph type="body" sz="quarter" idx="85" hasCustomPrompt="1"/>
          </p:nvPr>
        </p:nvSpPr>
        <p:spPr>
          <a:xfrm>
            <a:off x="5423446" y="2949442"/>
            <a:ext cx="4741065"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44" name="Text Placeholder 21"/>
          <p:cNvSpPr>
            <a:spLocks noGrp="1"/>
          </p:cNvSpPr>
          <p:nvPr>
            <p:ph type="body" sz="quarter" idx="86" hasCustomPrompt="1"/>
          </p:nvPr>
        </p:nvSpPr>
        <p:spPr>
          <a:xfrm>
            <a:off x="5423446" y="5227081"/>
            <a:ext cx="4740591" cy="1627126"/>
          </a:xfrm>
          <a:solidFill>
            <a:schemeClr val="bg1">
              <a:lumMod val="95000"/>
            </a:schemeClr>
          </a:solidFill>
        </p:spPr>
        <p:txBody>
          <a:bodyPr/>
          <a:lstStyle>
            <a:lvl1pPr>
              <a:defRPr/>
            </a:lvl1pPr>
            <a:lvl2pPr>
              <a:defRPr/>
            </a:lvl2pPr>
          </a:lstStyle>
          <a:p>
            <a:pPr lvl="0"/>
            <a:r>
              <a:rPr lang="en-GB" dirty="0"/>
              <a:t> </a:t>
            </a:r>
          </a:p>
        </p:txBody>
      </p:sp>
      <p:sp>
        <p:nvSpPr>
          <p:cNvPr id="45" name="Content Placeholder 2"/>
          <p:cNvSpPr>
            <a:spLocks noGrp="1"/>
          </p:cNvSpPr>
          <p:nvPr>
            <p:ph sz="half" idx="87"/>
          </p:nvPr>
        </p:nvSpPr>
        <p:spPr>
          <a:xfrm>
            <a:off x="5423011" y="5227082"/>
            <a:ext cx="4741065" cy="1490496"/>
          </a:xfrm>
          <a:noFill/>
        </p:spPr>
        <p:txBody>
          <a:bodyPr lIns="72000" tIns="72000" rIns="72000" bIns="72000"/>
          <a:lstStyle>
            <a:lvl1pPr>
              <a:defRPr sz="863" i="1"/>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6" name="Text Placeholder 22"/>
          <p:cNvSpPr>
            <a:spLocks noGrp="1"/>
          </p:cNvSpPr>
          <p:nvPr>
            <p:ph type="body" sz="quarter" idx="88" hasCustomPrompt="1"/>
          </p:nvPr>
        </p:nvSpPr>
        <p:spPr>
          <a:xfrm>
            <a:off x="5423446" y="6697124"/>
            <a:ext cx="4741065"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47" name="Text Placeholder 21"/>
          <p:cNvSpPr>
            <a:spLocks noGrp="1"/>
          </p:cNvSpPr>
          <p:nvPr>
            <p:ph type="body" sz="quarter" idx="89" hasCustomPrompt="1"/>
          </p:nvPr>
        </p:nvSpPr>
        <p:spPr>
          <a:xfrm>
            <a:off x="5423446" y="3353131"/>
            <a:ext cx="4740591" cy="1627126"/>
          </a:xfrm>
          <a:solidFill>
            <a:schemeClr val="bg1">
              <a:lumMod val="95000"/>
            </a:schemeClr>
          </a:solidFill>
        </p:spPr>
        <p:txBody>
          <a:bodyPr/>
          <a:lstStyle>
            <a:lvl1pPr>
              <a:defRPr/>
            </a:lvl1pPr>
            <a:lvl2pPr>
              <a:defRPr/>
            </a:lvl2pPr>
          </a:lstStyle>
          <a:p>
            <a:pPr lvl="0"/>
            <a:r>
              <a:rPr lang="en-GB" dirty="0"/>
              <a:t> </a:t>
            </a:r>
          </a:p>
        </p:txBody>
      </p:sp>
      <p:sp>
        <p:nvSpPr>
          <p:cNvPr id="48" name="Content Placeholder 2"/>
          <p:cNvSpPr>
            <a:spLocks noGrp="1"/>
          </p:cNvSpPr>
          <p:nvPr>
            <p:ph sz="half" idx="90"/>
          </p:nvPr>
        </p:nvSpPr>
        <p:spPr>
          <a:xfrm>
            <a:off x="5423011" y="3353131"/>
            <a:ext cx="4741065" cy="1490496"/>
          </a:xfrm>
          <a:noFill/>
        </p:spPr>
        <p:txBody>
          <a:bodyPr lIns="72000" tIns="72000" rIns="72000" bIns="72000"/>
          <a:lstStyle>
            <a:lvl1pPr>
              <a:defRPr sz="863" i="1"/>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9" name="Text Placeholder 22"/>
          <p:cNvSpPr>
            <a:spLocks noGrp="1"/>
          </p:cNvSpPr>
          <p:nvPr>
            <p:ph type="body" sz="quarter" idx="91" hasCustomPrompt="1"/>
          </p:nvPr>
        </p:nvSpPr>
        <p:spPr>
          <a:xfrm>
            <a:off x="5423446" y="4823282"/>
            <a:ext cx="4741065"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60" name="Text Placeholder 59"/>
          <p:cNvSpPr>
            <a:spLocks noGrp="1"/>
          </p:cNvSpPr>
          <p:nvPr>
            <p:ph type="body" sz="quarter" idx="94"/>
          </p:nvPr>
        </p:nvSpPr>
        <p:spPr>
          <a:xfrm rot="16200000">
            <a:off x="-169258" y="2175682"/>
            <a:ext cx="1627017" cy="233027"/>
          </a:xfrm>
        </p:spPr>
        <p:txBody>
          <a:bodyPr/>
          <a:lstStyle>
            <a:lvl1pPr algn="ctr">
              <a:defRPr/>
            </a:lvl1pPr>
            <a:lvl2pPr algn="ctr">
              <a:defRPr/>
            </a:lvl2pPr>
            <a:lvl3pPr algn="ctr">
              <a:defRPr/>
            </a:lvl3pPr>
            <a:lvl4pPr algn="ctr">
              <a:defRPr/>
            </a:lvl4pPr>
            <a:lvl5pPr algn="ctr">
              <a:defRPr/>
            </a:lvl5pPr>
          </a:lstStyle>
          <a:p>
            <a:pPr lvl="0"/>
            <a:r>
              <a:rPr lang="en-US"/>
              <a:t>Click to edit Master text styles</a:t>
            </a:r>
          </a:p>
        </p:txBody>
      </p:sp>
      <p:sp>
        <p:nvSpPr>
          <p:cNvPr id="61" name="Text Placeholder 59"/>
          <p:cNvSpPr>
            <a:spLocks noGrp="1"/>
          </p:cNvSpPr>
          <p:nvPr>
            <p:ph type="body" sz="quarter" idx="95"/>
          </p:nvPr>
        </p:nvSpPr>
        <p:spPr>
          <a:xfrm rot="16200000">
            <a:off x="-169258" y="5921531"/>
            <a:ext cx="1627017" cy="233027"/>
          </a:xfrm>
        </p:spPr>
        <p:txBody>
          <a:bodyPr/>
          <a:lstStyle>
            <a:lvl1pPr algn="ctr">
              <a:defRPr/>
            </a:lvl1pPr>
            <a:lvl2pPr algn="ctr">
              <a:defRPr/>
            </a:lvl2pPr>
            <a:lvl3pPr algn="ctr">
              <a:defRPr/>
            </a:lvl3pPr>
            <a:lvl4pPr algn="ctr">
              <a:defRPr/>
            </a:lvl4pPr>
            <a:lvl5pPr algn="ctr">
              <a:defRPr/>
            </a:lvl5pPr>
          </a:lstStyle>
          <a:p>
            <a:pPr lvl="0"/>
            <a:r>
              <a:rPr lang="en-US"/>
              <a:t>Click to edit Master text styles</a:t>
            </a:r>
          </a:p>
        </p:txBody>
      </p:sp>
      <p:sp>
        <p:nvSpPr>
          <p:cNvPr id="62" name="Text Placeholder 59"/>
          <p:cNvSpPr>
            <a:spLocks noGrp="1"/>
          </p:cNvSpPr>
          <p:nvPr>
            <p:ph type="body" sz="quarter" idx="96"/>
          </p:nvPr>
        </p:nvSpPr>
        <p:spPr>
          <a:xfrm rot="16200000">
            <a:off x="-169258" y="4048606"/>
            <a:ext cx="1627017" cy="233027"/>
          </a:xfrm>
        </p:spPr>
        <p:txBody>
          <a:bodyPr/>
          <a:lstStyle>
            <a:lvl1pPr algn="ctr">
              <a:defRPr/>
            </a:lvl1pPr>
            <a:lvl2pPr algn="ctr">
              <a:defRPr/>
            </a:lvl2pPr>
            <a:lvl3pPr algn="ctr">
              <a:defRPr/>
            </a:lvl3pPr>
            <a:lvl4pPr algn="ctr">
              <a:defRPr/>
            </a:lvl4pPr>
            <a:lvl5pPr algn="ctr">
              <a:defRPr/>
            </a:lvl5pPr>
          </a:lstStyle>
          <a:p>
            <a:pPr lvl="0"/>
            <a:r>
              <a:rPr lang="en-US"/>
              <a:t>Click to edit Master text styles</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ox list">
    <p:spTree>
      <p:nvGrpSpPr>
        <p:cNvPr id="1" name=""/>
        <p:cNvGrpSpPr/>
        <p:nvPr/>
      </p:nvGrpSpPr>
      <p:grpSpPr>
        <a:xfrm>
          <a:off x="0" y="0"/>
          <a:ext cx="0" cy="0"/>
          <a:chOff x="0" y="0"/>
          <a:chExt cx="0" cy="0"/>
        </a:xfrm>
      </p:grpSpPr>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21" name="Text Placeholder 20"/>
          <p:cNvSpPr>
            <a:spLocks noGrp="1"/>
          </p:cNvSpPr>
          <p:nvPr>
            <p:ph type="body" sz="quarter" idx="30"/>
          </p:nvPr>
        </p:nvSpPr>
        <p:spPr>
          <a:xfrm>
            <a:off x="527737" y="1478687"/>
            <a:ext cx="1748510" cy="992083"/>
          </a:xfrm>
          <a:solidFill>
            <a:schemeClr val="accent3"/>
          </a:solidFill>
          <a:ln w="9525">
            <a:noFill/>
            <a:miter lim="800000"/>
            <a:headEnd/>
            <a:tailEnd/>
          </a:ln>
        </p:spPr>
        <p:txBody>
          <a:bodyPr vert="horz" wrap="square" lIns="72000" tIns="72000" rIns="72000" bIns="72000" numCol="1" anchor="ctr" anchorCtr="0" compatLnSpc="1">
            <a:prstTxWarp prst="textNoShape">
              <a:avLst/>
            </a:prstTxWarp>
            <a:noAutofit/>
          </a:bodyPr>
          <a:lstStyle>
            <a:lvl1pPr>
              <a:defRPr lang="en-GB" sz="1079" i="1" kern="1200" dirty="0" smtClean="0">
                <a:solidFill>
                  <a:schemeClr val="bg1"/>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6" name="Text Placeholder 20"/>
          <p:cNvSpPr>
            <a:spLocks noGrp="1"/>
          </p:cNvSpPr>
          <p:nvPr>
            <p:ph type="body" sz="quarter" idx="32"/>
          </p:nvPr>
        </p:nvSpPr>
        <p:spPr>
          <a:xfrm>
            <a:off x="527737" y="2579865"/>
            <a:ext cx="1748510" cy="992083"/>
          </a:xfrm>
          <a:solidFill>
            <a:schemeClr val="accent3"/>
          </a:solidFill>
          <a:ln w="9525">
            <a:noFill/>
            <a:miter lim="800000"/>
            <a:headEnd/>
            <a:tailEnd/>
          </a:ln>
        </p:spPr>
        <p:txBody>
          <a:bodyPr vert="horz" wrap="square" lIns="72000" tIns="72000" rIns="72000" bIns="72000" numCol="1" anchor="ctr" anchorCtr="0" compatLnSpc="1">
            <a:prstTxWarp prst="textNoShape">
              <a:avLst/>
            </a:prstTxWarp>
            <a:noAutofit/>
          </a:bodyPr>
          <a:lstStyle>
            <a:lvl1pPr>
              <a:defRPr lang="en-GB" sz="1079" i="1" kern="1200" dirty="0" smtClean="0">
                <a:solidFill>
                  <a:schemeClr val="bg1"/>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8" name="Text Placeholder 20"/>
          <p:cNvSpPr>
            <a:spLocks noGrp="1"/>
          </p:cNvSpPr>
          <p:nvPr>
            <p:ph type="body" sz="quarter" idx="34"/>
          </p:nvPr>
        </p:nvSpPr>
        <p:spPr>
          <a:xfrm>
            <a:off x="527737" y="3681044"/>
            <a:ext cx="1748510" cy="992083"/>
          </a:xfrm>
          <a:solidFill>
            <a:schemeClr val="accent3"/>
          </a:solidFill>
          <a:ln w="9525">
            <a:noFill/>
            <a:miter lim="800000"/>
            <a:headEnd/>
            <a:tailEnd/>
          </a:ln>
        </p:spPr>
        <p:txBody>
          <a:bodyPr vert="horz" wrap="square" lIns="72000" tIns="72000" rIns="72000" bIns="72000" numCol="1" anchor="ctr" anchorCtr="0" compatLnSpc="1">
            <a:prstTxWarp prst="textNoShape">
              <a:avLst/>
            </a:prstTxWarp>
            <a:noAutofit/>
          </a:bodyPr>
          <a:lstStyle>
            <a:lvl1pPr>
              <a:defRPr lang="en-GB" sz="1079" i="1" kern="1200" dirty="0" smtClean="0">
                <a:solidFill>
                  <a:schemeClr val="bg1"/>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0" name="Text Placeholder 20"/>
          <p:cNvSpPr>
            <a:spLocks noGrp="1"/>
          </p:cNvSpPr>
          <p:nvPr>
            <p:ph type="body" sz="quarter" idx="36"/>
          </p:nvPr>
        </p:nvSpPr>
        <p:spPr>
          <a:xfrm>
            <a:off x="527737" y="4782222"/>
            <a:ext cx="1748510" cy="992083"/>
          </a:xfrm>
          <a:solidFill>
            <a:schemeClr val="accent3"/>
          </a:solidFill>
          <a:ln w="9525">
            <a:noFill/>
            <a:miter lim="800000"/>
            <a:headEnd/>
            <a:tailEnd/>
          </a:ln>
        </p:spPr>
        <p:txBody>
          <a:bodyPr vert="horz" wrap="square" lIns="72000" tIns="72000" rIns="72000" bIns="72000" numCol="1" anchor="ctr" anchorCtr="0" compatLnSpc="1">
            <a:prstTxWarp prst="textNoShape">
              <a:avLst/>
            </a:prstTxWarp>
            <a:noAutofit/>
          </a:bodyPr>
          <a:lstStyle>
            <a:lvl1pPr>
              <a:defRPr lang="en-GB" sz="1079" i="1" kern="1200" dirty="0" smtClean="0">
                <a:solidFill>
                  <a:schemeClr val="bg1"/>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2" name="Text Placeholder 20"/>
          <p:cNvSpPr>
            <a:spLocks noGrp="1"/>
          </p:cNvSpPr>
          <p:nvPr>
            <p:ph type="body" sz="quarter" idx="38"/>
          </p:nvPr>
        </p:nvSpPr>
        <p:spPr>
          <a:xfrm>
            <a:off x="527737" y="5883398"/>
            <a:ext cx="1748510" cy="992083"/>
          </a:xfrm>
          <a:solidFill>
            <a:schemeClr val="accent3"/>
          </a:solidFill>
          <a:ln w="9525">
            <a:noFill/>
            <a:miter lim="800000"/>
            <a:headEnd/>
            <a:tailEnd/>
          </a:ln>
        </p:spPr>
        <p:txBody>
          <a:bodyPr vert="horz" wrap="square" lIns="72000" tIns="72000" rIns="72000" bIns="72000" numCol="1" anchor="ctr" anchorCtr="0" compatLnSpc="1">
            <a:prstTxWarp prst="textNoShape">
              <a:avLst/>
            </a:prstTxWarp>
            <a:noAutofit/>
          </a:bodyPr>
          <a:lstStyle>
            <a:lvl1pPr>
              <a:defRPr lang="en-GB" sz="1079" i="1" kern="1200" dirty="0" smtClean="0">
                <a:solidFill>
                  <a:schemeClr val="bg1"/>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16" name="Text Placeholder 15"/>
          <p:cNvSpPr>
            <a:spLocks noGrp="1"/>
          </p:cNvSpPr>
          <p:nvPr>
            <p:ph type="body" sz="quarter" idx="40"/>
          </p:nvPr>
        </p:nvSpPr>
        <p:spPr>
          <a:xfrm>
            <a:off x="2431361" y="1478687"/>
            <a:ext cx="7732716" cy="992207"/>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17" name="Text Placeholder 15"/>
          <p:cNvSpPr>
            <a:spLocks noGrp="1"/>
          </p:cNvSpPr>
          <p:nvPr>
            <p:ph type="body" sz="quarter" idx="41"/>
          </p:nvPr>
        </p:nvSpPr>
        <p:spPr>
          <a:xfrm>
            <a:off x="2431361" y="2579834"/>
            <a:ext cx="7732716" cy="992207"/>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18" name="Text Placeholder 15"/>
          <p:cNvSpPr>
            <a:spLocks noGrp="1"/>
          </p:cNvSpPr>
          <p:nvPr>
            <p:ph type="body" sz="quarter" idx="42"/>
          </p:nvPr>
        </p:nvSpPr>
        <p:spPr>
          <a:xfrm>
            <a:off x="2431361" y="3680982"/>
            <a:ext cx="7732716" cy="992207"/>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19" name="Text Placeholder 15"/>
          <p:cNvSpPr>
            <a:spLocks noGrp="1"/>
          </p:cNvSpPr>
          <p:nvPr>
            <p:ph type="body" sz="quarter" idx="43"/>
          </p:nvPr>
        </p:nvSpPr>
        <p:spPr>
          <a:xfrm>
            <a:off x="2431361" y="4782129"/>
            <a:ext cx="7732716" cy="992207"/>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20" name="Text Placeholder 15"/>
          <p:cNvSpPr>
            <a:spLocks noGrp="1"/>
          </p:cNvSpPr>
          <p:nvPr>
            <p:ph type="body" sz="quarter" idx="44"/>
          </p:nvPr>
        </p:nvSpPr>
        <p:spPr>
          <a:xfrm>
            <a:off x="2431361" y="5883275"/>
            <a:ext cx="7732716" cy="992207"/>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15" name="Text Placeholder 7"/>
          <p:cNvSpPr>
            <a:spLocks noGrp="1"/>
          </p:cNvSpPr>
          <p:nvPr>
            <p:ph type="body" sz="quarter" idx="45"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rrow list">
    <p:spTree>
      <p:nvGrpSpPr>
        <p:cNvPr id="1" name=""/>
        <p:cNvGrpSpPr/>
        <p:nvPr/>
      </p:nvGrpSpPr>
      <p:grpSpPr>
        <a:xfrm>
          <a:off x="0" y="0"/>
          <a:ext cx="0" cy="0"/>
          <a:chOff x="0" y="0"/>
          <a:chExt cx="0" cy="0"/>
        </a:xfrm>
      </p:grpSpPr>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23" name="Text Placeholder 22"/>
          <p:cNvSpPr>
            <a:spLocks noGrp="1"/>
          </p:cNvSpPr>
          <p:nvPr>
            <p:ph type="body" sz="quarter" idx="42"/>
          </p:nvPr>
        </p:nvSpPr>
        <p:spPr>
          <a:xfrm rot="5400000">
            <a:off x="899097" y="1100474"/>
            <a:ext cx="992083" cy="1748510"/>
          </a:xfrm>
          <a:prstGeom prst="chevron">
            <a:avLst>
              <a:gd name="adj" fmla="val 22508"/>
            </a:avLst>
          </a:prstGeom>
          <a:solidFill>
            <a:schemeClr val="accent3"/>
          </a:solidFill>
        </p:spPr>
        <p:txBody>
          <a:bodyPr vert="vert270" lIns="72000" tIns="36000" rIns="72000" bIns="36000" anchor="ctr" anchorCtr="0"/>
          <a:lstStyle>
            <a:lvl1pPr algn="ctr">
              <a:defRPr>
                <a:solidFill>
                  <a:schemeClr val="bg1"/>
                </a:solidFill>
              </a:defRPr>
            </a:lvl1pPr>
          </a:lstStyle>
          <a:p>
            <a:pPr lvl="0"/>
            <a:r>
              <a:rPr lang="en-US"/>
              <a:t>Click to edit Master text styles</a:t>
            </a:r>
          </a:p>
        </p:txBody>
      </p:sp>
      <p:sp>
        <p:nvSpPr>
          <p:cNvPr id="24" name="Text Placeholder 22"/>
          <p:cNvSpPr>
            <a:spLocks noGrp="1"/>
          </p:cNvSpPr>
          <p:nvPr>
            <p:ph type="body" sz="quarter" idx="43"/>
          </p:nvPr>
        </p:nvSpPr>
        <p:spPr>
          <a:xfrm rot="5400000">
            <a:off x="899097" y="1981416"/>
            <a:ext cx="992083" cy="1748510"/>
          </a:xfrm>
          <a:prstGeom prst="chevron">
            <a:avLst>
              <a:gd name="adj" fmla="val 22508"/>
            </a:avLst>
          </a:prstGeom>
          <a:solidFill>
            <a:schemeClr val="accent3"/>
          </a:solidFill>
        </p:spPr>
        <p:txBody>
          <a:bodyPr vert="vert270" lIns="72000" tIns="36000" rIns="72000" bIns="36000" anchor="ctr" anchorCtr="0"/>
          <a:lstStyle>
            <a:lvl1pPr algn="ctr">
              <a:defRPr>
                <a:solidFill>
                  <a:schemeClr val="bg1"/>
                </a:solidFill>
              </a:defRPr>
            </a:lvl1pPr>
          </a:lstStyle>
          <a:p>
            <a:pPr lvl="0"/>
            <a:r>
              <a:rPr lang="en-US"/>
              <a:t>Click to edit Master text styles</a:t>
            </a:r>
          </a:p>
        </p:txBody>
      </p:sp>
      <p:sp>
        <p:nvSpPr>
          <p:cNvPr id="34" name="Text Placeholder 22"/>
          <p:cNvSpPr>
            <a:spLocks noGrp="1"/>
          </p:cNvSpPr>
          <p:nvPr>
            <p:ph type="body" sz="quarter" idx="44"/>
          </p:nvPr>
        </p:nvSpPr>
        <p:spPr>
          <a:xfrm rot="5400000">
            <a:off x="899097" y="2862359"/>
            <a:ext cx="992083" cy="1748510"/>
          </a:xfrm>
          <a:prstGeom prst="chevron">
            <a:avLst>
              <a:gd name="adj" fmla="val 22508"/>
            </a:avLst>
          </a:prstGeom>
          <a:solidFill>
            <a:schemeClr val="accent3"/>
          </a:solidFill>
        </p:spPr>
        <p:txBody>
          <a:bodyPr vert="vert270" lIns="72000" tIns="36000" rIns="72000" bIns="36000" anchor="ctr" anchorCtr="0"/>
          <a:lstStyle>
            <a:lvl1pPr algn="ctr">
              <a:defRPr>
                <a:solidFill>
                  <a:schemeClr val="bg1"/>
                </a:solidFill>
              </a:defRPr>
            </a:lvl1pPr>
          </a:lstStyle>
          <a:p>
            <a:pPr lvl="0"/>
            <a:r>
              <a:rPr lang="en-US"/>
              <a:t>Click to edit Master text styles</a:t>
            </a:r>
          </a:p>
        </p:txBody>
      </p:sp>
      <p:sp>
        <p:nvSpPr>
          <p:cNvPr id="35" name="Text Placeholder 22"/>
          <p:cNvSpPr>
            <a:spLocks noGrp="1"/>
          </p:cNvSpPr>
          <p:nvPr>
            <p:ph type="body" sz="quarter" idx="45"/>
          </p:nvPr>
        </p:nvSpPr>
        <p:spPr>
          <a:xfrm rot="5400000">
            <a:off x="899097" y="3743301"/>
            <a:ext cx="992083" cy="1748510"/>
          </a:xfrm>
          <a:prstGeom prst="chevron">
            <a:avLst>
              <a:gd name="adj" fmla="val 22508"/>
            </a:avLst>
          </a:prstGeom>
          <a:solidFill>
            <a:schemeClr val="accent3"/>
          </a:solidFill>
        </p:spPr>
        <p:txBody>
          <a:bodyPr vert="vert270" lIns="72000" tIns="36000" rIns="72000" bIns="36000" anchor="ctr" anchorCtr="0"/>
          <a:lstStyle>
            <a:lvl1pPr algn="ctr">
              <a:defRPr>
                <a:solidFill>
                  <a:schemeClr val="bg1"/>
                </a:solidFill>
              </a:defRPr>
            </a:lvl1pPr>
          </a:lstStyle>
          <a:p>
            <a:pPr lvl="0"/>
            <a:r>
              <a:rPr lang="en-US"/>
              <a:t>Click to edit Master text styles</a:t>
            </a:r>
          </a:p>
        </p:txBody>
      </p:sp>
      <p:sp>
        <p:nvSpPr>
          <p:cNvPr id="36" name="Text Placeholder 22"/>
          <p:cNvSpPr>
            <a:spLocks noGrp="1"/>
          </p:cNvSpPr>
          <p:nvPr>
            <p:ph type="body" sz="quarter" idx="46"/>
          </p:nvPr>
        </p:nvSpPr>
        <p:spPr>
          <a:xfrm rot="5400000">
            <a:off x="899097" y="4624243"/>
            <a:ext cx="992083" cy="1748510"/>
          </a:xfrm>
          <a:prstGeom prst="chevron">
            <a:avLst>
              <a:gd name="adj" fmla="val 22508"/>
            </a:avLst>
          </a:prstGeom>
          <a:solidFill>
            <a:schemeClr val="accent3"/>
          </a:solidFill>
        </p:spPr>
        <p:txBody>
          <a:bodyPr vert="vert270" lIns="72000" tIns="36000" rIns="72000" bIns="36000" anchor="ctr" anchorCtr="0"/>
          <a:lstStyle>
            <a:lvl1pPr algn="ctr">
              <a:defRPr>
                <a:solidFill>
                  <a:schemeClr val="bg1"/>
                </a:solidFill>
              </a:defRPr>
            </a:lvl1pPr>
          </a:lstStyle>
          <a:p>
            <a:pPr lvl="0"/>
            <a:r>
              <a:rPr lang="en-US"/>
              <a:t>Click to edit Master text styles</a:t>
            </a:r>
          </a:p>
        </p:txBody>
      </p:sp>
      <p:sp>
        <p:nvSpPr>
          <p:cNvPr id="14" name="Text Placeholder 22"/>
          <p:cNvSpPr>
            <a:spLocks noGrp="1"/>
          </p:cNvSpPr>
          <p:nvPr>
            <p:ph type="body" sz="quarter" idx="47"/>
          </p:nvPr>
        </p:nvSpPr>
        <p:spPr>
          <a:xfrm rot="5400000">
            <a:off x="899097" y="5505185"/>
            <a:ext cx="992083" cy="1748510"/>
          </a:xfrm>
          <a:prstGeom prst="chevron">
            <a:avLst>
              <a:gd name="adj" fmla="val 22508"/>
            </a:avLst>
          </a:prstGeom>
          <a:solidFill>
            <a:schemeClr val="accent3"/>
          </a:solidFill>
        </p:spPr>
        <p:txBody>
          <a:bodyPr vert="vert270" lIns="72000" tIns="36000" rIns="72000" bIns="36000" anchor="ctr" anchorCtr="0"/>
          <a:lstStyle>
            <a:lvl1pPr algn="ctr">
              <a:defRPr>
                <a:solidFill>
                  <a:schemeClr val="bg1"/>
                </a:solidFill>
              </a:defRPr>
            </a:lvl1pPr>
          </a:lstStyle>
          <a:p>
            <a:pPr lvl="0"/>
            <a:r>
              <a:rPr lang="en-US"/>
              <a:t>Click to edit Master text styles</a:t>
            </a:r>
          </a:p>
        </p:txBody>
      </p:sp>
      <p:sp>
        <p:nvSpPr>
          <p:cNvPr id="17" name="Text Placeholder 15"/>
          <p:cNvSpPr>
            <a:spLocks noGrp="1"/>
          </p:cNvSpPr>
          <p:nvPr>
            <p:ph type="body" sz="quarter" idx="40"/>
          </p:nvPr>
        </p:nvSpPr>
        <p:spPr>
          <a:xfrm>
            <a:off x="2431361" y="1478687"/>
            <a:ext cx="7732716" cy="753983"/>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18" name="Text Placeholder 15"/>
          <p:cNvSpPr>
            <a:spLocks noGrp="1"/>
          </p:cNvSpPr>
          <p:nvPr>
            <p:ph type="body" sz="quarter" idx="48"/>
          </p:nvPr>
        </p:nvSpPr>
        <p:spPr>
          <a:xfrm>
            <a:off x="2431361" y="5883398"/>
            <a:ext cx="7732716" cy="753983"/>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19" name="Text Placeholder 15"/>
          <p:cNvSpPr>
            <a:spLocks noGrp="1"/>
          </p:cNvSpPr>
          <p:nvPr>
            <p:ph type="body" sz="quarter" idx="49"/>
          </p:nvPr>
        </p:nvSpPr>
        <p:spPr>
          <a:xfrm>
            <a:off x="2431361" y="2359630"/>
            <a:ext cx="7732716" cy="753983"/>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20" name="Text Placeholder 15"/>
          <p:cNvSpPr>
            <a:spLocks noGrp="1"/>
          </p:cNvSpPr>
          <p:nvPr>
            <p:ph type="body" sz="quarter" idx="50"/>
          </p:nvPr>
        </p:nvSpPr>
        <p:spPr>
          <a:xfrm>
            <a:off x="2431361" y="3240572"/>
            <a:ext cx="7732716" cy="753983"/>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21" name="Text Placeholder 15"/>
          <p:cNvSpPr>
            <a:spLocks noGrp="1"/>
          </p:cNvSpPr>
          <p:nvPr>
            <p:ph type="body" sz="quarter" idx="51"/>
          </p:nvPr>
        </p:nvSpPr>
        <p:spPr>
          <a:xfrm>
            <a:off x="2431361" y="4121514"/>
            <a:ext cx="7732716" cy="753983"/>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22" name="Text Placeholder 15"/>
          <p:cNvSpPr>
            <a:spLocks noGrp="1"/>
          </p:cNvSpPr>
          <p:nvPr>
            <p:ph type="body" sz="quarter" idx="52"/>
          </p:nvPr>
        </p:nvSpPr>
        <p:spPr>
          <a:xfrm>
            <a:off x="2431361" y="5002457"/>
            <a:ext cx="7732716" cy="753983"/>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25" name="Text Placeholder 7"/>
          <p:cNvSpPr>
            <a:spLocks noGrp="1"/>
          </p:cNvSpPr>
          <p:nvPr>
            <p:ph type="body" sz="quarter" idx="32"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rrow right">
    <p:spTree>
      <p:nvGrpSpPr>
        <p:cNvPr id="1" name=""/>
        <p:cNvGrpSpPr/>
        <p:nvPr/>
      </p:nvGrpSpPr>
      <p:grpSpPr>
        <a:xfrm>
          <a:off x="0" y="0"/>
          <a:ext cx="0" cy="0"/>
          <a:chOff x="0" y="0"/>
          <a:chExt cx="0" cy="0"/>
        </a:xfrm>
      </p:grpSpPr>
      <p:sp>
        <p:nvSpPr>
          <p:cNvPr id="80" name="Text Placeholder 79"/>
          <p:cNvSpPr>
            <a:spLocks noGrp="1"/>
          </p:cNvSpPr>
          <p:nvPr>
            <p:ph type="body" sz="quarter" idx="63" hasCustomPrompt="1"/>
          </p:nvPr>
        </p:nvSpPr>
        <p:spPr>
          <a:xfrm>
            <a:off x="520883" y="2203156"/>
            <a:ext cx="1747700" cy="1070954"/>
          </a:xfrm>
          <a:solidFill>
            <a:schemeClr val="bg1">
              <a:lumMod val="95000"/>
            </a:schemeClr>
          </a:solidFill>
        </p:spPr>
        <p:txBody>
          <a:bodyPr anchor="t"/>
          <a:lstStyle>
            <a:lvl1pPr>
              <a:defRPr/>
            </a:lvl1pPr>
          </a:lstStyle>
          <a:p>
            <a:pPr lvl="0"/>
            <a:r>
              <a:rPr lang="en-GB" dirty="0"/>
              <a:t> </a:t>
            </a:r>
          </a:p>
        </p:txBody>
      </p:sp>
      <p:sp>
        <p:nvSpPr>
          <p:cNvPr id="81" name="Text Placeholder 79"/>
          <p:cNvSpPr>
            <a:spLocks noGrp="1"/>
          </p:cNvSpPr>
          <p:nvPr>
            <p:ph type="body" sz="quarter" idx="64" hasCustomPrompt="1"/>
          </p:nvPr>
        </p:nvSpPr>
        <p:spPr>
          <a:xfrm>
            <a:off x="520883" y="3403604"/>
            <a:ext cx="1747700" cy="1070954"/>
          </a:xfrm>
          <a:solidFill>
            <a:schemeClr val="bg1">
              <a:lumMod val="95000"/>
            </a:schemeClr>
          </a:solidFill>
        </p:spPr>
        <p:txBody>
          <a:bodyPr anchor="t"/>
          <a:lstStyle>
            <a:lvl1pPr>
              <a:defRPr/>
            </a:lvl1pPr>
          </a:lstStyle>
          <a:p>
            <a:pPr lvl="0"/>
            <a:r>
              <a:rPr lang="en-GB" dirty="0"/>
              <a:t> </a:t>
            </a:r>
          </a:p>
        </p:txBody>
      </p:sp>
      <p:sp>
        <p:nvSpPr>
          <p:cNvPr id="82" name="Text Placeholder 79"/>
          <p:cNvSpPr>
            <a:spLocks noGrp="1"/>
          </p:cNvSpPr>
          <p:nvPr>
            <p:ph type="body" sz="quarter" idx="65" hasCustomPrompt="1"/>
          </p:nvPr>
        </p:nvSpPr>
        <p:spPr>
          <a:xfrm>
            <a:off x="520883" y="4604053"/>
            <a:ext cx="1747700" cy="1070954"/>
          </a:xfrm>
          <a:solidFill>
            <a:schemeClr val="bg1">
              <a:lumMod val="95000"/>
            </a:schemeClr>
          </a:solidFill>
        </p:spPr>
        <p:txBody>
          <a:bodyPr anchor="t"/>
          <a:lstStyle>
            <a:lvl1pPr>
              <a:defRPr/>
            </a:lvl1pPr>
          </a:lstStyle>
          <a:p>
            <a:pPr lvl="0"/>
            <a:r>
              <a:rPr lang="en-GB" dirty="0"/>
              <a:t> </a:t>
            </a:r>
          </a:p>
        </p:txBody>
      </p:sp>
      <p:sp>
        <p:nvSpPr>
          <p:cNvPr id="83" name="Text Placeholder 79"/>
          <p:cNvSpPr>
            <a:spLocks noGrp="1"/>
          </p:cNvSpPr>
          <p:nvPr>
            <p:ph type="body" sz="quarter" idx="66" hasCustomPrompt="1"/>
          </p:nvPr>
        </p:nvSpPr>
        <p:spPr>
          <a:xfrm>
            <a:off x="520883" y="5804501"/>
            <a:ext cx="1747700" cy="1070954"/>
          </a:xfrm>
          <a:solidFill>
            <a:schemeClr val="bg1">
              <a:lumMod val="95000"/>
            </a:schemeClr>
          </a:solidFill>
        </p:spPr>
        <p:txBody>
          <a:bodyPr anchor="t"/>
          <a:lstStyle>
            <a:lvl1pPr>
              <a:defRPr/>
            </a:lvl1pPr>
          </a:lstStyle>
          <a:p>
            <a:pPr lvl="0"/>
            <a:r>
              <a:rPr lang="en-GB" dirty="0"/>
              <a:t> </a:t>
            </a:r>
          </a:p>
        </p:txBody>
      </p:sp>
      <p:sp>
        <p:nvSpPr>
          <p:cNvPr id="87" name="Text Placeholder 79"/>
          <p:cNvSpPr>
            <a:spLocks noGrp="1"/>
          </p:cNvSpPr>
          <p:nvPr>
            <p:ph type="body" sz="quarter" idx="70" hasCustomPrompt="1"/>
          </p:nvPr>
        </p:nvSpPr>
        <p:spPr>
          <a:xfrm>
            <a:off x="2465533" y="5804212"/>
            <a:ext cx="1747700" cy="1070954"/>
          </a:xfrm>
          <a:solidFill>
            <a:schemeClr val="bg1">
              <a:lumMod val="95000"/>
            </a:schemeClr>
          </a:solidFill>
        </p:spPr>
        <p:txBody>
          <a:bodyPr anchor="t"/>
          <a:lstStyle>
            <a:lvl1pPr>
              <a:defRPr/>
            </a:lvl1pPr>
          </a:lstStyle>
          <a:p>
            <a:pPr lvl="0"/>
            <a:r>
              <a:rPr lang="en-GB" dirty="0"/>
              <a:t> </a:t>
            </a:r>
          </a:p>
        </p:txBody>
      </p:sp>
      <p:sp>
        <p:nvSpPr>
          <p:cNvPr id="86" name="Text Placeholder 79"/>
          <p:cNvSpPr>
            <a:spLocks noGrp="1"/>
          </p:cNvSpPr>
          <p:nvPr>
            <p:ph type="body" sz="quarter" idx="69" hasCustomPrompt="1"/>
          </p:nvPr>
        </p:nvSpPr>
        <p:spPr>
          <a:xfrm>
            <a:off x="2465533" y="4603764"/>
            <a:ext cx="1747700" cy="1070954"/>
          </a:xfrm>
          <a:solidFill>
            <a:schemeClr val="bg1">
              <a:lumMod val="95000"/>
            </a:schemeClr>
          </a:solidFill>
        </p:spPr>
        <p:txBody>
          <a:bodyPr anchor="t"/>
          <a:lstStyle>
            <a:lvl1pPr>
              <a:defRPr/>
            </a:lvl1pPr>
          </a:lstStyle>
          <a:p>
            <a:pPr lvl="0"/>
            <a:r>
              <a:rPr lang="en-GB" dirty="0"/>
              <a:t> </a:t>
            </a:r>
          </a:p>
        </p:txBody>
      </p:sp>
      <p:sp>
        <p:nvSpPr>
          <p:cNvPr id="85" name="Text Placeholder 79"/>
          <p:cNvSpPr>
            <a:spLocks noGrp="1"/>
          </p:cNvSpPr>
          <p:nvPr>
            <p:ph type="body" sz="quarter" idx="68" hasCustomPrompt="1"/>
          </p:nvPr>
        </p:nvSpPr>
        <p:spPr>
          <a:xfrm>
            <a:off x="2465533" y="3403315"/>
            <a:ext cx="1747700" cy="1070954"/>
          </a:xfrm>
          <a:solidFill>
            <a:schemeClr val="bg1">
              <a:lumMod val="95000"/>
            </a:schemeClr>
          </a:solidFill>
        </p:spPr>
        <p:txBody>
          <a:bodyPr anchor="t"/>
          <a:lstStyle>
            <a:lvl1pPr>
              <a:defRPr/>
            </a:lvl1pPr>
          </a:lstStyle>
          <a:p>
            <a:pPr lvl="0"/>
            <a:r>
              <a:rPr lang="en-GB" dirty="0"/>
              <a:t> </a:t>
            </a:r>
          </a:p>
        </p:txBody>
      </p:sp>
      <p:sp>
        <p:nvSpPr>
          <p:cNvPr id="84" name="Text Placeholder 79"/>
          <p:cNvSpPr>
            <a:spLocks noGrp="1"/>
          </p:cNvSpPr>
          <p:nvPr>
            <p:ph type="body" sz="quarter" idx="67" hasCustomPrompt="1"/>
          </p:nvPr>
        </p:nvSpPr>
        <p:spPr>
          <a:xfrm>
            <a:off x="2465533" y="2202867"/>
            <a:ext cx="1747700" cy="1070954"/>
          </a:xfrm>
          <a:solidFill>
            <a:schemeClr val="bg1">
              <a:lumMod val="95000"/>
            </a:schemeClr>
          </a:solidFill>
        </p:spPr>
        <p:txBody>
          <a:bodyPr anchor="t"/>
          <a:lstStyle>
            <a:lvl1pPr>
              <a:defRPr/>
            </a:lvl1pPr>
          </a:lstStyle>
          <a:p>
            <a:pPr lvl="0"/>
            <a:r>
              <a:rPr lang="en-GB" dirty="0"/>
              <a:t> </a:t>
            </a:r>
          </a:p>
        </p:txBody>
      </p:sp>
      <p:sp>
        <p:nvSpPr>
          <p:cNvPr id="88" name="Text Placeholder 79"/>
          <p:cNvSpPr>
            <a:spLocks noGrp="1"/>
          </p:cNvSpPr>
          <p:nvPr>
            <p:ph type="body" sz="quarter" idx="71" hasCustomPrompt="1"/>
          </p:nvPr>
        </p:nvSpPr>
        <p:spPr>
          <a:xfrm>
            <a:off x="4410182" y="2202578"/>
            <a:ext cx="1747700" cy="1070954"/>
          </a:xfrm>
          <a:solidFill>
            <a:schemeClr val="bg1">
              <a:lumMod val="95000"/>
            </a:schemeClr>
          </a:solidFill>
        </p:spPr>
        <p:txBody>
          <a:bodyPr anchor="t"/>
          <a:lstStyle>
            <a:lvl1pPr>
              <a:defRPr/>
            </a:lvl1pPr>
          </a:lstStyle>
          <a:p>
            <a:pPr lvl="0"/>
            <a:r>
              <a:rPr lang="en-GB" dirty="0"/>
              <a:t> </a:t>
            </a:r>
          </a:p>
        </p:txBody>
      </p:sp>
      <p:sp>
        <p:nvSpPr>
          <p:cNvPr id="89" name="Text Placeholder 79"/>
          <p:cNvSpPr>
            <a:spLocks noGrp="1"/>
          </p:cNvSpPr>
          <p:nvPr>
            <p:ph type="body" sz="quarter" idx="72" hasCustomPrompt="1"/>
          </p:nvPr>
        </p:nvSpPr>
        <p:spPr>
          <a:xfrm>
            <a:off x="4410182" y="3403027"/>
            <a:ext cx="1747700" cy="1070954"/>
          </a:xfrm>
          <a:solidFill>
            <a:schemeClr val="bg1">
              <a:lumMod val="95000"/>
            </a:schemeClr>
          </a:solidFill>
        </p:spPr>
        <p:txBody>
          <a:bodyPr anchor="t"/>
          <a:lstStyle>
            <a:lvl1pPr>
              <a:defRPr/>
            </a:lvl1pPr>
          </a:lstStyle>
          <a:p>
            <a:pPr lvl="0"/>
            <a:r>
              <a:rPr lang="en-GB" dirty="0"/>
              <a:t> </a:t>
            </a:r>
          </a:p>
        </p:txBody>
      </p:sp>
      <p:sp>
        <p:nvSpPr>
          <p:cNvPr id="90" name="Text Placeholder 79"/>
          <p:cNvSpPr>
            <a:spLocks noGrp="1"/>
          </p:cNvSpPr>
          <p:nvPr>
            <p:ph type="body" sz="quarter" idx="73" hasCustomPrompt="1"/>
          </p:nvPr>
        </p:nvSpPr>
        <p:spPr>
          <a:xfrm>
            <a:off x="4410182" y="4603475"/>
            <a:ext cx="1747700" cy="1070954"/>
          </a:xfrm>
          <a:solidFill>
            <a:schemeClr val="bg1">
              <a:lumMod val="95000"/>
            </a:schemeClr>
          </a:solidFill>
        </p:spPr>
        <p:txBody>
          <a:bodyPr anchor="t"/>
          <a:lstStyle>
            <a:lvl1pPr>
              <a:defRPr/>
            </a:lvl1pPr>
          </a:lstStyle>
          <a:p>
            <a:pPr lvl="0"/>
            <a:r>
              <a:rPr lang="en-GB" dirty="0"/>
              <a:t> </a:t>
            </a:r>
          </a:p>
        </p:txBody>
      </p:sp>
      <p:sp>
        <p:nvSpPr>
          <p:cNvPr id="91" name="Text Placeholder 79"/>
          <p:cNvSpPr>
            <a:spLocks noGrp="1"/>
          </p:cNvSpPr>
          <p:nvPr>
            <p:ph type="body" sz="quarter" idx="74" hasCustomPrompt="1"/>
          </p:nvPr>
        </p:nvSpPr>
        <p:spPr>
          <a:xfrm>
            <a:off x="4410182" y="5803923"/>
            <a:ext cx="1747700" cy="1070954"/>
          </a:xfrm>
          <a:solidFill>
            <a:schemeClr val="bg1">
              <a:lumMod val="95000"/>
            </a:schemeClr>
          </a:solidFill>
        </p:spPr>
        <p:txBody>
          <a:bodyPr anchor="t"/>
          <a:lstStyle>
            <a:lvl1pPr>
              <a:defRPr/>
            </a:lvl1pPr>
          </a:lstStyle>
          <a:p>
            <a:pPr lvl="0"/>
            <a:r>
              <a:rPr lang="en-GB" dirty="0"/>
              <a:t> </a:t>
            </a:r>
          </a:p>
        </p:txBody>
      </p:sp>
      <p:sp>
        <p:nvSpPr>
          <p:cNvPr id="95" name="Text Placeholder 79"/>
          <p:cNvSpPr>
            <a:spLocks noGrp="1"/>
          </p:cNvSpPr>
          <p:nvPr>
            <p:ph type="body" sz="quarter" idx="78" hasCustomPrompt="1"/>
          </p:nvPr>
        </p:nvSpPr>
        <p:spPr>
          <a:xfrm>
            <a:off x="6354831" y="5803635"/>
            <a:ext cx="1747700" cy="1070954"/>
          </a:xfrm>
          <a:solidFill>
            <a:schemeClr val="bg1">
              <a:lumMod val="95000"/>
            </a:schemeClr>
          </a:solidFill>
        </p:spPr>
        <p:txBody>
          <a:bodyPr anchor="t"/>
          <a:lstStyle>
            <a:lvl1pPr>
              <a:defRPr/>
            </a:lvl1pPr>
          </a:lstStyle>
          <a:p>
            <a:pPr lvl="0"/>
            <a:r>
              <a:rPr lang="en-GB" dirty="0"/>
              <a:t> </a:t>
            </a:r>
          </a:p>
        </p:txBody>
      </p:sp>
      <p:sp>
        <p:nvSpPr>
          <p:cNvPr id="94" name="Text Placeholder 79"/>
          <p:cNvSpPr>
            <a:spLocks noGrp="1"/>
          </p:cNvSpPr>
          <p:nvPr>
            <p:ph type="body" sz="quarter" idx="77" hasCustomPrompt="1"/>
          </p:nvPr>
        </p:nvSpPr>
        <p:spPr>
          <a:xfrm>
            <a:off x="6354831" y="4603186"/>
            <a:ext cx="1747700" cy="1070954"/>
          </a:xfrm>
          <a:solidFill>
            <a:schemeClr val="bg1">
              <a:lumMod val="95000"/>
            </a:schemeClr>
          </a:solidFill>
        </p:spPr>
        <p:txBody>
          <a:bodyPr anchor="t"/>
          <a:lstStyle>
            <a:lvl1pPr>
              <a:defRPr/>
            </a:lvl1pPr>
          </a:lstStyle>
          <a:p>
            <a:pPr lvl="0"/>
            <a:r>
              <a:rPr lang="en-GB" dirty="0"/>
              <a:t> </a:t>
            </a:r>
          </a:p>
        </p:txBody>
      </p:sp>
      <p:sp>
        <p:nvSpPr>
          <p:cNvPr id="93" name="Text Placeholder 79"/>
          <p:cNvSpPr>
            <a:spLocks noGrp="1"/>
          </p:cNvSpPr>
          <p:nvPr>
            <p:ph type="body" sz="quarter" idx="76" hasCustomPrompt="1"/>
          </p:nvPr>
        </p:nvSpPr>
        <p:spPr>
          <a:xfrm>
            <a:off x="6354831" y="3402738"/>
            <a:ext cx="1747700" cy="1070954"/>
          </a:xfrm>
          <a:solidFill>
            <a:schemeClr val="bg1">
              <a:lumMod val="95000"/>
            </a:schemeClr>
          </a:solidFill>
        </p:spPr>
        <p:txBody>
          <a:bodyPr anchor="t"/>
          <a:lstStyle>
            <a:lvl1pPr>
              <a:defRPr/>
            </a:lvl1pPr>
          </a:lstStyle>
          <a:p>
            <a:pPr lvl="0"/>
            <a:r>
              <a:rPr lang="en-GB" dirty="0"/>
              <a:t> </a:t>
            </a:r>
          </a:p>
        </p:txBody>
      </p:sp>
      <p:sp>
        <p:nvSpPr>
          <p:cNvPr id="92" name="Text Placeholder 79"/>
          <p:cNvSpPr>
            <a:spLocks noGrp="1"/>
          </p:cNvSpPr>
          <p:nvPr>
            <p:ph type="body" sz="quarter" idx="75" hasCustomPrompt="1"/>
          </p:nvPr>
        </p:nvSpPr>
        <p:spPr>
          <a:xfrm>
            <a:off x="6354831" y="2202289"/>
            <a:ext cx="1747700" cy="1070954"/>
          </a:xfrm>
          <a:solidFill>
            <a:schemeClr val="bg1">
              <a:lumMod val="95000"/>
            </a:schemeClr>
          </a:solidFill>
        </p:spPr>
        <p:txBody>
          <a:bodyPr anchor="t"/>
          <a:lstStyle>
            <a:lvl1pPr>
              <a:defRPr/>
            </a:lvl1pPr>
          </a:lstStyle>
          <a:p>
            <a:pPr lvl="0"/>
            <a:r>
              <a:rPr lang="en-GB" dirty="0"/>
              <a:t> </a:t>
            </a:r>
          </a:p>
        </p:txBody>
      </p:sp>
      <p:sp>
        <p:nvSpPr>
          <p:cNvPr id="96" name="Text Placeholder 79"/>
          <p:cNvSpPr>
            <a:spLocks noGrp="1"/>
          </p:cNvSpPr>
          <p:nvPr>
            <p:ph type="body" sz="quarter" idx="79" hasCustomPrompt="1"/>
          </p:nvPr>
        </p:nvSpPr>
        <p:spPr>
          <a:xfrm>
            <a:off x="8299481" y="2202001"/>
            <a:ext cx="1747700" cy="1070954"/>
          </a:xfrm>
          <a:solidFill>
            <a:schemeClr val="bg1">
              <a:lumMod val="95000"/>
            </a:schemeClr>
          </a:solidFill>
        </p:spPr>
        <p:txBody>
          <a:bodyPr anchor="t"/>
          <a:lstStyle>
            <a:lvl1pPr>
              <a:defRPr/>
            </a:lvl1pPr>
          </a:lstStyle>
          <a:p>
            <a:pPr lvl="0"/>
            <a:r>
              <a:rPr lang="en-GB" dirty="0"/>
              <a:t> </a:t>
            </a:r>
          </a:p>
        </p:txBody>
      </p:sp>
      <p:sp>
        <p:nvSpPr>
          <p:cNvPr id="97" name="Text Placeholder 79"/>
          <p:cNvSpPr>
            <a:spLocks noGrp="1"/>
          </p:cNvSpPr>
          <p:nvPr>
            <p:ph type="body" sz="quarter" idx="80" hasCustomPrompt="1"/>
          </p:nvPr>
        </p:nvSpPr>
        <p:spPr>
          <a:xfrm>
            <a:off x="8299481" y="3402449"/>
            <a:ext cx="1747700" cy="1070954"/>
          </a:xfrm>
          <a:solidFill>
            <a:schemeClr val="bg1">
              <a:lumMod val="95000"/>
            </a:schemeClr>
          </a:solidFill>
        </p:spPr>
        <p:txBody>
          <a:bodyPr anchor="t"/>
          <a:lstStyle>
            <a:lvl1pPr>
              <a:defRPr/>
            </a:lvl1pPr>
          </a:lstStyle>
          <a:p>
            <a:pPr lvl="0"/>
            <a:r>
              <a:rPr lang="en-GB" dirty="0"/>
              <a:t> </a:t>
            </a:r>
          </a:p>
        </p:txBody>
      </p:sp>
      <p:sp>
        <p:nvSpPr>
          <p:cNvPr id="98" name="Text Placeholder 79"/>
          <p:cNvSpPr>
            <a:spLocks noGrp="1"/>
          </p:cNvSpPr>
          <p:nvPr>
            <p:ph type="body" sz="quarter" idx="81" hasCustomPrompt="1"/>
          </p:nvPr>
        </p:nvSpPr>
        <p:spPr>
          <a:xfrm>
            <a:off x="8299481" y="4602897"/>
            <a:ext cx="1747700" cy="1070954"/>
          </a:xfrm>
          <a:solidFill>
            <a:schemeClr val="bg1">
              <a:lumMod val="95000"/>
            </a:schemeClr>
          </a:solidFill>
        </p:spPr>
        <p:txBody>
          <a:bodyPr anchor="t"/>
          <a:lstStyle>
            <a:lvl1pPr>
              <a:defRPr/>
            </a:lvl1pPr>
          </a:lstStyle>
          <a:p>
            <a:pPr lvl="0"/>
            <a:r>
              <a:rPr lang="en-GB" dirty="0"/>
              <a:t> </a:t>
            </a:r>
          </a:p>
        </p:txBody>
      </p:sp>
      <p:sp>
        <p:nvSpPr>
          <p:cNvPr id="99" name="Text Placeholder 79"/>
          <p:cNvSpPr>
            <a:spLocks noGrp="1"/>
          </p:cNvSpPr>
          <p:nvPr>
            <p:ph type="body" sz="quarter" idx="82" hasCustomPrompt="1"/>
          </p:nvPr>
        </p:nvSpPr>
        <p:spPr>
          <a:xfrm>
            <a:off x="8299481" y="5803346"/>
            <a:ext cx="1747700" cy="1070954"/>
          </a:xfrm>
          <a:solidFill>
            <a:schemeClr val="bg1">
              <a:lumMod val="95000"/>
            </a:schemeClr>
          </a:solidFill>
        </p:spPr>
        <p:txBody>
          <a:bodyPr anchor="t"/>
          <a:lstStyle>
            <a:lvl1pPr>
              <a:defRPr/>
            </a:lvl1pPr>
          </a:lstStyle>
          <a:p>
            <a:pPr lvl="0"/>
            <a:r>
              <a:rPr lang="en-GB" dirty="0"/>
              <a:t> </a:t>
            </a:r>
          </a:p>
        </p:txBody>
      </p:sp>
      <p:sp>
        <p:nvSpPr>
          <p:cNvPr id="32" name="Content Placeholder 2"/>
          <p:cNvSpPr>
            <a:spLocks noGrp="1"/>
          </p:cNvSpPr>
          <p:nvPr>
            <p:ph sz="half" idx="53"/>
          </p:nvPr>
        </p:nvSpPr>
        <p:spPr>
          <a:xfrm>
            <a:off x="520883" y="460362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21" name="Content Placeholder 2"/>
          <p:cNvSpPr>
            <a:spLocks noGrp="1"/>
          </p:cNvSpPr>
          <p:nvPr>
            <p:ph sz="half" idx="48"/>
          </p:nvPr>
        </p:nvSpPr>
        <p:spPr>
          <a:xfrm>
            <a:off x="520883" y="340324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13" name="Content Placeholder 2"/>
          <p:cNvSpPr>
            <a:spLocks noGrp="1"/>
          </p:cNvSpPr>
          <p:nvPr>
            <p:ph sz="half" idx="24"/>
          </p:nvPr>
        </p:nvSpPr>
        <p:spPr>
          <a:xfrm>
            <a:off x="520883" y="220286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25" name="Content Placeholder 2"/>
          <p:cNvSpPr>
            <a:spLocks noGrp="1"/>
          </p:cNvSpPr>
          <p:nvPr>
            <p:ph sz="half" idx="31"/>
          </p:nvPr>
        </p:nvSpPr>
        <p:spPr>
          <a:xfrm>
            <a:off x="6356546" y="220286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27" name="Content Placeholder 2"/>
          <p:cNvSpPr>
            <a:spLocks noGrp="1"/>
          </p:cNvSpPr>
          <p:nvPr>
            <p:ph sz="half" idx="33"/>
          </p:nvPr>
        </p:nvSpPr>
        <p:spPr>
          <a:xfrm>
            <a:off x="4413610" y="220286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29" name="Content Placeholder 2"/>
          <p:cNvSpPr>
            <a:spLocks noGrp="1"/>
          </p:cNvSpPr>
          <p:nvPr>
            <p:ph sz="half" idx="35"/>
          </p:nvPr>
        </p:nvSpPr>
        <p:spPr>
          <a:xfrm>
            <a:off x="2470673" y="220286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31" name="Content Placeholder 2"/>
          <p:cNvSpPr>
            <a:spLocks noGrp="1"/>
          </p:cNvSpPr>
          <p:nvPr>
            <p:ph sz="half" idx="37"/>
          </p:nvPr>
        </p:nvSpPr>
        <p:spPr>
          <a:xfrm>
            <a:off x="8299480" y="220286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22" name="Content Placeholder 2"/>
          <p:cNvSpPr>
            <a:spLocks noGrp="1"/>
          </p:cNvSpPr>
          <p:nvPr>
            <p:ph sz="half" idx="49"/>
          </p:nvPr>
        </p:nvSpPr>
        <p:spPr>
          <a:xfrm>
            <a:off x="6356546" y="340324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26" name="Content Placeholder 2"/>
          <p:cNvSpPr>
            <a:spLocks noGrp="1"/>
          </p:cNvSpPr>
          <p:nvPr>
            <p:ph sz="half" idx="50"/>
          </p:nvPr>
        </p:nvSpPr>
        <p:spPr>
          <a:xfrm>
            <a:off x="4413610" y="340324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28" name="Content Placeholder 2"/>
          <p:cNvSpPr>
            <a:spLocks noGrp="1"/>
          </p:cNvSpPr>
          <p:nvPr>
            <p:ph sz="half" idx="51"/>
          </p:nvPr>
        </p:nvSpPr>
        <p:spPr>
          <a:xfrm>
            <a:off x="2470673" y="340324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30" name="Content Placeholder 2"/>
          <p:cNvSpPr>
            <a:spLocks noGrp="1"/>
          </p:cNvSpPr>
          <p:nvPr>
            <p:ph sz="half" idx="52"/>
          </p:nvPr>
        </p:nvSpPr>
        <p:spPr>
          <a:xfrm>
            <a:off x="8299480" y="340324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37" name="Content Placeholder 2"/>
          <p:cNvSpPr>
            <a:spLocks noGrp="1"/>
          </p:cNvSpPr>
          <p:nvPr>
            <p:ph sz="half" idx="54"/>
          </p:nvPr>
        </p:nvSpPr>
        <p:spPr>
          <a:xfrm>
            <a:off x="6356546" y="460362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38" name="Content Placeholder 2"/>
          <p:cNvSpPr>
            <a:spLocks noGrp="1"/>
          </p:cNvSpPr>
          <p:nvPr>
            <p:ph sz="half" idx="55"/>
          </p:nvPr>
        </p:nvSpPr>
        <p:spPr>
          <a:xfrm>
            <a:off x="4413610" y="460362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39" name="Content Placeholder 2"/>
          <p:cNvSpPr>
            <a:spLocks noGrp="1"/>
          </p:cNvSpPr>
          <p:nvPr>
            <p:ph sz="half" idx="56"/>
          </p:nvPr>
        </p:nvSpPr>
        <p:spPr>
          <a:xfrm>
            <a:off x="2470673" y="460362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40" name="Content Placeholder 2"/>
          <p:cNvSpPr>
            <a:spLocks noGrp="1"/>
          </p:cNvSpPr>
          <p:nvPr>
            <p:ph sz="half" idx="57"/>
          </p:nvPr>
        </p:nvSpPr>
        <p:spPr>
          <a:xfrm>
            <a:off x="8299480" y="460362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41" name="Content Placeholder 2"/>
          <p:cNvSpPr>
            <a:spLocks noGrp="1"/>
          </p:cNvSpPr>
          <p:nvPr>
            <p:ph sz="half" idx="58"/>
          </p:nvPr>
        </p:nvSpPr>
        <p:spPr>
          <a:xfrm>
            <a:off x="520883" y="5804005"/>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42" name="Content Placeholder 2"/>
          <p:cNvSpPr>
            <a:spLocks noGrp="1"/>
          </p:cNvSpPr>
          <p:nvPr>
            <p:ph sz="half" idx="59"/>
          </p:nvPr>
        </p:nvSpPr>
        <p:spPr>
          <a:xfrm>
            <a:off x="6356546" y="5804005"/>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43" name="Content Placeholder 2"/>
          <p:cNvSpPr>
            <a:spLocks noGrp="1"/>
          </p:cNvSpPr>
          <p:nvPr>
            <p:ph sz="half" idx="60"/>
          </p:nvPr>
        </p:nvSpPr>
        <p:spPr>
          <a:xfrm>
            <a:off x="4413610" y="5804005"/>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44" name="Content Placeholder 2"/>
          <p:cNvSpPr>
            <a:spLocks noGrp="1"/>
          </p:cNvSpPr>
          <p:nvPr>
            <p:ph sz="half" idx="61"/>
          </p:nvPr>
        </p:nvSpPr>
        <p:spPr>
          <a:xfrm>
            <a:off x="2470673" y="5804005"/>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45" name="Content Placeholder 2"/>
          <p:cNvSpPr>
            <a:spLocks noGrp="1"/>
          </p:cNvSpPr>
          <p:nvPr>
            <p:ph sz="half" idx="62"/>
          </p:nvPr>
        </p:nvSpPr>
        <p:spPr>
          <a:xfrm>
            <a:off x="8299480" y="5804005"/>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23" name="Text Placeholder 22"/>
          <p:cNvSpPr>
            <a:spLocks noGrp="1"/>
          </p:cNvSpPr>
          <p:nvPr>
            <p:ph type="body" sz="quarter" idx="42"/>
          </p:nvPr>
        </p:nvSpPr>
        <p:spPr>
          <a:xfrm>
            <a:off x="520883" y="1478687"/>
            <a:ext cx="1865077" cy="595250"/>
          </a:xfrm>
          <a:prstGeom prst="chevron">
            <a:avLst>
              <a:gd name="adj" fmla="val 22508"/>
            </a:avLst>
          </a:prstGeom>
          <a:solidFill>
            <a:schemeClr val="accent3"/>
          </a:solidFill>
        </p:spPr>
        <p:txBody>
          <a:bodyPr vert="horz" lIns="72000" tIns="36000" rIns="72000" bIns="36000" anchor="ctr" anchorCtr="0"/>
          <a:lstStyle>
            <a:lvl1pPr algn="ctr">
              <a:defRPr>
                <a:solidFill>
                  <a:schemeClr val="bg1"/>
                </a:solidFill>
              </a:defRPr>
            </a:lvl1pPr>
          </a:lstStyle>
          <a:p>
            <a:pPr lvl="0"/>
            <a:r>
              <a:rPr lang="en-US"/>
              <a:t>Click to edit Master text styles</a:t>
            </a:r>
          </a:p>
        </p:txBody>
      </p:sp>
      <p:sp>
        <p:nvSpPr>
          <p:cNvPr id="16" name="Text Placeholder 22"/>
          <p:cNvSpPr>
            <a:spLocks noGrp="1"/>
          </p:cNvSpPr>
          <p:nvPr>
            <p:ph type="body" sz="quarter" idx="43"/>
          </p:nvPr>
        </p:nvSpPr>
        <p:spPr>
          <a:xfrm>
            <a:off x="2465533" y="1478687"/>
            <a:ext cx="1865077" cy="595250"/>
          </a:xfrm>
          <a:prstGeom prst="chevron">
            <a:avLst>
              <a:gd name="adj" fmla="val 22508"/>
            </a:avLst>
          </a:prstGeom>
          <a:solidFill>
            <a:schemeClr val="accent3"/>
          </a:solidFill>
        </p:spPr>
        <p:txBody>
          <a:bodyPr vert="horz" lIns="72000" tIns="36000" rIns="72000" bIns="36000" anchor="ctr" anchorCtr="0"/>
          <a:lstStyle>
            <a:lvl1pPr algn="ctr">
              <a:defRPr>
                <a:solidFill>
                  <a:schemeClr val="bg1"/>
                </a:solidFill>
              </a:defRPr>
            </a:lvl1pPr>
          </a:lstStyle>
          <a:p>
            <a:pPr lvl="0"/>
            <a:r>
              <a:rPr lang="en-US"/>
              <a:t>Click to edit Master text styles</a:t>
            </a:r>
          </a:p>
        </p:txBody>
      </p:sp>
      <p:sp>
        <p:nvSpPr>
          <p:cNvPr id="17" name="Text Placeholder 22"/>
          <p:cNvSpPr>
            <a:spLocks noGrp="1"/>
          </p:cNvSpPr>
          <p:nvPr>
            <p:ph type="body" sz="quarter" idx="44"/>
          </p:nvPr>
        </p:nvSpPr>
        <p:spPr>
          <a:xfrm>
            <a:off x="4410182" y="1478687"/>
            <a:ext cx="1865077" cy="595250"/>
          </a:xfrm>
          <a:prstGeom prst="chevron">
            <a:avLst>
              <a:gd name="adj" fmla="val 22508"/>
            </a:avLst>
          </a:prstGeom>
          <a:solidFill>
            <a:schemeClr val="accent3"/>
          </a:solidFill>
        </p:spPr>
        <p:txBody>
          <a:bodyPr vert="horz" lIns="72000" tIns="36000" rIns="72000" bIns="36000" anchor="ctr" anchorCtr="0"/>
          <a:lstStyle>
            <a:lvl1pPr algn="ctr">
              <a:defRPr>
                <a:solidFill>
                  <a:schemeClr val="bg1"/>
                </a:solidFill>
              </a:defRPr>
            </a:lvl1pPr>
          </a:lstStyle>
          <a:p>
            <a:pPr lvl="0"/>
            <a:r>
              <a:rPr lang="en-US"/>
              <a:t>Click to edit Master text styles</a:t>
            </a:r>
          </a:p>
        </p:txBody>
      </p:sp>
      <p:sp>
        <p:nvSpPr>
          <p:cNvPr id="19" name="Text Placeholder 22"/>
          <p:cNvSpPr>
            <a:spLocks noGrp="1"/>
          </p:cNvSpPr>
          <p:nvPr>
            <p:ph type="body" sz="quarter" idx="46"/>
          </p:nvPr>
        </p:nvSpPr>
        <p:spPr>
          <a:xfrm>
            <a:off x="8299480" y="1478687"/>
            <a:ext cx="1865077" cy="595250"/>
          </a:xfrm>
          <a:prstGeom prst="chevron">
            <a:avLst>
              <a:gd name="adj" fmla="val 22508"/>
            </a:avLst>
          </a:prstGeom>
          <a:solidFill>
            <a:schemeClr val="accent3"/>
          </a:solidFill>
        </p:spPr>
        <p:txBody>
          <a:bodyPr vert="horz" lIns="72000" tIns="36000" rIns="72000" bIns="36000" anchor="ctr" anchorCtr="0"/>
          <a:lstStyle>
            <a:lvl1pPr algn="ctr">
              <a:defRPr>
                <a:solidFill>
                  <a:schemeClr val="bg1"/>
                </a:solidFill>
              </a:defRPr>
            </a:lvl1pPr>
          </a:lstStyle>
          <a:p>
            <a:pPr lvl="0"/>
            <a:r>
              <a:rPr lang="en-US"/>
              <a:t>Click to edit Master text styles</a:t>
            </a:r>
          </a:p>
        </p:txBody>
      </p:sp>
      <p:sp>
        <p:nvSpPr>
          <p:cNvPr id="20" name="Text Placeholder 22"/>
          <p:cNvSpPr>
            <a:spLocks noGrp="1"/>
          </p:cNvSpPr>
          <p:nvPr>
            <p:ph type="body" sz="quarter" idx="47"/>
          </p:nvPr>
        </p:nvSpPr>
        <p:spPr>
          <a:xfrm>
            <a:off x="6354831" y="1478687"/>
            <a:ext cx="1865077" cy="595250"/>
          </a:xfrm>
          <a:prstGeom prst="chevron">
            <a:avLst>
              <a:gd name="adj" fmla="val 22508"/>
            </a:avLst>
          </a:prstGeom>
          <a:solidFill>
            <a:schemeClr val="accent3"/>
          </a:solidFill>
        </p:spPr>
        <p:txBody>
          <a:bodyPr vert="horz" lIns="72000" tIns="36000" rIns="72000" bIns="36000" anchor="ctr" anchorCtr="0"/>
          <a:lstStyle>
            <a:lvl1pPr algn="ctr">
              <a:defRPr>
                <a:solidFill>
                  <a:schemeClr val="bg1"/>
                </a:solidFill>
              </a:defRPr>
            </a:lvl1pPr>
          </a:lstStyle>
          <a:p>
            <a:pPr lvl="0"/>
            <a:r>
              <a:rPr lang="en-US"/>
              <a:t>Click to edit Master text styles</a:t>
            </a:r>
          </a:p>
        </p:txBody>
      </p:sp>
      <p:sp>
        <p:nvSpPr>
          <p:cNvPr id="50" name="Text Placeholder 7"/>
          <p:cNvSpPr>
            <a:spLocks noGrp="1"/>
          </p:cNvSpPr>
          <p:nvPr>
            <p:ph type="body" sz="quarter" idx="32"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ross diagram">
    <p:spTree>
      <p:nvGrpSpPr>
        <p:cNvPr id="1" name=""/>
        <p:cNvGrpSpPr/>
        <p:nvPr/>
      </p:nvGrpSpPr>
      <p:grpSpPr>
        <a:xfrm>
          <a:off x="0" y="0"/>
          <a:ext cx="0" cy="0"/>
          <a:chOff x="0" y="0"/>
          <a:chExt cx="0" cy="0"/>
        </a:xfrm>
      </p:grpSpPr>
      <p:sp>
        <p:nvSpPr>
          <p:cNvPr id="39" name="Text Placeholder 38"/>
          <p:cNvSpPr>
            <a:spLocks noGrp="1"/>
          </p:cNvSpPr>
          <p:nvPr>
            <p:ph type="body" sz="quarter" idx="50" hasCustomPrompt="1"/>
          </p:nvPr>
        </p:nvSpPr>
        <p:spPr>
          <a:xfrm>
            <a:off x="4367538" y="3576846"/>
            <a:ext cx="1943031" cy="1189949"/>
          </a:xfrm>
          <a:solidFill>
            <a:schemeClr val="accent3">
              <a:lumMod val="20000"/>
              <a:lumOff val="80000"/>
            </a:schemeClr>
          </a:solidFill>
        </p:spPr>
        <p:txBody>
          <a:bodyPr/>
          <a:lstStyle>
            <a:lvl1pPr>
              <a:defRPr baseline="0"/>
            </a:lvl1pPr>
          </a:lstStyle>
          <a:p>
            <a:pPr lvl="0"/>
            <a:r>
              <a:rPr lang="en-GB" dirty="0"/>
              <a:t> </a:t>
            </a:r>
          </a:p>
        </p:txBody>
      </p:sp>
      <p:sp>
        <p:nvSpPr>
          <p:cNvPr id="27" name="Text Placeholder 26"/>
          <p:cNvSpPr>
            <a:spLocks noGrp="1"/>
          </p:cNvSpPr>
          <p:nvPr>
            <p:ph type="body" sz="quarter" idx="46" hasCustomPrompt="1"/>
          </p:nvPr>
        </p:nvSpPr>
        <p:spPr>
          <a:xfrm>
            <a:off x="527944" y="3577993"/>
            <a:ext cx="2719216" cy="1428600"/>
          </a:xfrm>
          <a:solidFill>
            <a:schemeClr val="bg1">
              <a:lumMod val="95000"/>
            </a:schemeClr>
          </a:solidFill>
        </p:spPr>
        <p:txBody>
          <a:bodyPr/>
          <a:lstStyle>
            <a:lvl1pPr>
              <a:defRPr/>
            </a:lvl1pPr>
          </a:lstStyle>
          <a:p>
            <a:pPr lvl="0"/>
            <a:r>
              <a:rPr lang="en-US" dirty="0"/>
              <a:t> </a:t>
            </a:r>
            <a:endParaRPr lang="en-GB" dirty="0"/>
          </a:p>
        </p:txBody>
      </p:sp>
      <p:sp>
        <p:nvSpPr>
          <p:cNvPr id="30" name="Text Placeholder 26"/>
          <p:cNvSpPr>
            <a:spLocks noGrp="1"/>
          </p:cNvSpPr>
          <p:nvPr>
            <p:ph type="body" sz="quarter" idx="47" hasCustomPrompt="1"/>
          </p:nvPr>
        </p:nvSpPr>
        <p:spPr>
          <a:xfrm>
            <a:off x="7430465" y="3577993"/>
            <a:ext cx="2719216" cy="1428600"/>
          </a:xfrm>
          <a:solidFill>
            <a:schemeClr val="bg1">
              <a:lumMod val="95000"/>
            </a:schemeClr>
          </a:solidFill>
        </p:spPr>
        <p:txBody>
          <a:bodyPr/>
          <a:lstStyle>
            <a:lvl1pPr>
              <a:defRPr/>
            </a:lvl1pPr>
          </a:lstStyle>
          <a:p>
            <a:pPr lvl="0"/>
            <a:r>
              <a:rPr lang="en-US" dirty="0"/>
              <a:t> </a:t>
            </a:r>
            <a:endParaRPr lang="en-GB" dirty="0"/>
          </a:p>
        </p:txBody>
      </p:sp>
      <p:sp>
        <p:nvSpPr>
          <p:cNvPr id="31" name="Text Placeholder 26"/>
          <p:cNvSpPr>
            <a:spLocks noGrp="1"/>
          </p:cNvSpPr>
          <p:nvPr>
            <p:ph type="body" sz="quarter" idx="48" hasCustomPrompt="1"/>
          </p:nvPr>
        </p:nvSpPr>
        <p:spPr>
          <a:xfrm>
            <a:off x="3979548" y="1706383"/>
            <a:ext cx="2719216" cy="1428600"/>
          </a:xfrm>
          <a:solidFill>
            <a:schemeClr val="bg1">
              <a:lumMod val="95000"/>
            </a:schemeClr>
          </a:solidFill>
        </p:spPr>
        <p:txBody>
          <a:bodyPr/>
          <a:lstStyle>
            <a:lvl1pPr>
              <a:defRPr/>
            </a:lvl1pPr>
          </a:lstStyle>
          <a:p>
            <a:pPr lvl="0"/>
            <a:r>
              <a:rPr lang="en-US" dirty="0"/>
              <a:t> </a:t>
            </a:r>
            <a:endParaRPr lang="en-GB" dirty="0"/>
          </a:p>
        </p:txBody>
      </p:sp>
      <p:sp>
        <p:nvSpPr>
          <p:cNvPr id="36" name="Text Placeholder 26"/>
          <p:cNvSpPr>
            <a:spLocks noGrp="1"/>
          </p:cNvSpPr>
          <p:nvPr>
            <p:ph type="body" sz="quarter" idx="49" hasCustomPrompt="1"/>
          </p:nvPr>
        </p:nvSpPr>
        <p:spPr>
          <a:xfrm>
            <a:off x="3979548" y="5439940"/>
            <a:ext cx="2719216" cy="1428600"/>
          </a:xfrm>
          <a:solidFill>
            <a:schemeClr val="bg1">
              <a:lumMod val="95000"/>
            </a:schemeClr>
          </a:solidFill>
        </p:spPr>
        <p:txBody>
          <a:bodyPr/>
          <a:lstStyle>
            <a:lvl1pPr>
              <a:defRPr/>
            </a:lvl1pPr>
          </a:lstStyle>
          <a:p>
            <a:pPr lvl="0"/>
            <a:r>
              <a:rPr lang="en-US" dirty="0"/>
              <a:t> </a:t>
            </a:r>
            <a:endParaRPr lang="en-GB" dirty="0"/>
          </a:p>
        </p:txBody>
      </p:sp>
      <p:sp>
        <p:nvSpPr>
          <p:cNvPr id="13" name="Content Placeholder 2"/>
          <p:cNvSpPr>
            <a:spLocks noGrp="1"/>
          </p:cNvSpPr>
          <p:nvPr>
            <p:ph sz="half" idx="24"/>
          </p:nvPr>
        </p:nvSpPr>
        <p:spPr>
          <a:xfrm>
            <a:off x="527256" y="3577993"/>
            <a:ext cx="2719904" cy="1428600"/>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p:txBody>
      </p:sp>
      <p:sp>
        <p:nvSpPr>
          <p:cNvPr id="25" name="Content Placeholder 2"/>
          <p:cNvSpPr>
            <a:spLocks noGrp="1"/>
          </p:cNvSpPr>
          <p:nvPr>
            <p:ph sz="half" idx="31"/>
          </p:nvPr>
        </p:nvSpPr>
        <p:spPr>
          <a:xfrm>
            <a:off x="3978860" y="1706383"/>
            <a:ext cx="2719904" cy="1428600"/>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p:txBody>
      </p:sp>
      <p:sp>
        <p:nvSpPr>
          <p:cNvPr id="28" name="Content Placeholder 2"/>
          <p:cNvSpPr>
            <a:spLocks noGrp="1"/>
          </p:cNvSpPr>
          <p:nvPr>
            <p:ph sz="half" idx="34"/>
          </p:nvPr>
        </p:nvSpPr>
        <p:spPr>
          <a:xfrm>
            <a:off x="7430465" y="3577993"/>
            <a:ext cx="2719904" cy="1428600"/>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p:txBody>
      </p:sp>
      <p:sp>
        <p:nvSpPr>
          <p:cNvPr id="48" name="Content Placeholder 2"/>
          <p:cNvSpPr>
            <a:spLocks noGrp="1"/>
          </p:cNvSpPr>
          <p:nvPr>
            <p:ph sz="half" idx="41"/>
          </p:nvPr>
        </p:nvSpPr>
        <p:spPr>
          <a:xfrm>
            <a:off x="3978860" y="5439940"/>
            <a:ext cx="2719904" cy="1428600"/>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p:txBody>
      </p:sp>
      <p:sp>
        <p:nvSpPr>
          <p:cNvPr id="17" name="Rectangle 16"/>
          <p:cNvSpPr/>
          <p:nvPr userDrawn="1"/>
        </p:nvSpPr>
        <p:spPr>
          <a:xfrm>
            <a:off x="4367418" y="3576988"/>
            <a:ext cx="1942789" cy="11905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7712" tIns="38856" rIns="77712" bIns="38856" rtlCol="0" anchor="ctr"/>
          <a:lstStyle/>
          <a:p>
            <a:pPr algn="ctr"/>
            <a:endParaRPr lang="en-GB" sz="863" dirty="0">
              <a:solidFill>
                <a:srgbClr val="FFFFFF"/>
              </a:solidFill>
            </a:endParaRPr>
          </a:p>
        </p:txBody>
      </p:sp>
      <p:sp>
        <p:nvSpPr>
          <p:cNvPr id="2" name="Title 1"/>
          <p:cNvSpPr>
            <a:spLocks noGrp="1"/>
          </p:cNvSpPr>
          <p:nvPr>
            <p:ph type="title"/>
          </p:nvPr>
        </p:nvSpPr>
        <p:spPr/>
        <p:txBody>
          <a:bodyPr/>
          <a:lstStyle/>
          <a:p>
            <a:r>
              <a:rPr lang="en-US"/>
              <a:t>Click to edit Master title style</a:t>
            </a:r>
            <a:endParaRPr lang="en-GB"/>
          </a:p>
        </p:txBody>
      </p:sp>
      <p:sp>
        <p:nvSpPr>
          <p:cNvPr id="46" name="Content Placeholder 2"/>
          <p:cNvSpPr>
            <a:spLocks noGrp="1"/>
          </p:cNvSpPr>
          <p:nvPr>
            <p:ph sz="half" idx="39" hasCustomPrompt="1"/>
          </p:nvPr>
        </p:nvSpPr>
        <p:spPr>
          <a:xfrm>
            <a:off x="4367418" y="3576988"/>
            <a:ext cx="1942789" cy="1190500"/>
          </a:xfrm>
          <a:noFill/>
        </p:spPr>
        <p:txBody>
          <a:bodyPr lIns="72000" tIns="72000" rIns="72000" bIns="72000" anchor="ctr" anchorCtr="0"/>
          <a:lstStyle>
            <a:lvl1pPr algn="ctr">
              <a:defRPr sz="863"/>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dirty="0"/>
              <a:t>Insert logo or text here</a:t>
            </a:r>
          </a:p>
        </p:txBody>
      </p:sp>
      <p:sp>
        <p:nvSpPr>
          <p:cNvPr id="24" name="Text Placeholder 7"/>
          <p:cNvSpPr>
            <a:spLocks noGrp="1"/>
          </p:cNvSpPr>
          <p:nvPr>
            <p:ph type="body" sz="quarter" idx="51"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37" name="Text Placeholder 23"/>
          <p:cNvSpPr>
            <a:spLocks noGrp="1"/>
          </p:cNvSpPr>
          <p:nvPr>
            <p:ph type="body" sz="quarter" idx="45"/>
          </p:nvPr>
        </p:nvSpPr>
        <p:spPr>
          <a:xfrm>
            <a:off x="7429777" y="3338856"/>
            <a:ext cx="2719904"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8" name="Text Placeholder 23"/>
          <p:cNvSpPr>
            <a:spLocks noGrp="1"/>
          </p:cNvSpPr>
          <p:nvPr>
            <p:ph type="body" sz="quarter" idx="52"/>
          </p:nvPr>
        </p:nvSpPr>
        <p:spPr>
          <a:xfrm>
            <a:off x="3978860" y="1478687"/>
            <a:ext cx="2719904"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0" name="Text Placeholder 23"/>
          <p:cNvSpPr>
            <a:spLocks noGrp="1"/>
          </p:cNvSpPr>
          <p:nvPr>
            <p:ph type="body" sz="quarter" idx="76"/>
          </p:nvPr>
        </p:nvSpPr>
        <p:spPr>
          <a:xfrm>
            <a:off x="527256" y="3338856"/>
            <a:ext cx="2719904"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1" name="Text Placeholder 23"/>
          <p:cNvSpPr>
            <a:spLocks noGrp="1"/>
          </p:cNvSpPr>
          <p:nvPr>
            <p:ph type="body" sz="quarter" idx="77"/>
          </p:nvPr>
        </p:nvSpPr>
        <p:spPr>
          <a:xfrm>
            <a:off x="3978860" y="5201950"/>
            <a:ext cx="2719904"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3" name="Text Placeholder 25"/>
          <p:cNvSpPr>
            <a:spLocks noGrp="1"/>
          </p:cNvSpPr>
          <p:nvPr>
            <p:ph type="body" sz="quarter" idx="78" hasCustomPrompt="1"/>
          </p:nvPr>
        </p:nvSpPr>
        <p:spPr>
          <a:xfrm rot="5400000">
            <a:off x="5220007" y="3121712"/>
            <a:ext cx="238091" cy="465788"/>
          </a:xfrm>
          <a:prstGeom prst="chevron">
            <a:avLst>
              <a:gd name="adj" fmla="val 51491"/>
            </a:avLst>
          </a:prstGeom>
          <a:solidFill>
            <a:schemeClr val="accent3"/>
          </a:solidFill>
        </p:spPr>
        <p:txBody>
          <a:bodyPr/>
          <a:lstStyle>
            <a:lvl1pPr>
              <a:defRPr/>
            </a:lvl1pPr>
          </a:lstStyle>
          <a:p>
            <a:pPr lvl="0"/>
            <a:r>
              <a:rPr lang="en-GB" dirty="0"/>
              <a:t> </a:t>
            </a:r>
          </a:p>
        </p:txBody>
      </p:sp>
      <p:sp>
        <p:nvSpPr>
          <p:cNvPr id="44" name="Text Placeholder 25"/>
          <p:cNvSpPr>
            <a:spLocks noGrp="1"/>
          </p:cNvSpPr>
          <p:nvPr>
            <p:ph type="body" sz="quarter" idx="79" hasCustomPrompt="1"/>
          </p:nvPr>
        </p:nvSpPr>
        <p:spPr>
          <a:xfrm rot="5400000">
            <a:off x="5220007" y="3121712"/>
            <a:ext cx="238091" cy="465788"/>
          </a:xfrm>
          <a:prstGeom prst="chevron">
            <a:avLst>
              <a:gd name="adj" fmla="val 51491"/>
            </a:avLst>
          </a:prstGeom>
          <a:solidFill>
            <a:schemeClr val="accent3"/>
          </a:solidFill>
        </p:spPr>
        <p:txBody>
          <a:bodyPr/>
          <a:lstStyle>
            <a:lvl1pPr>
              <a:defRPr/>
            </a:lvl1pPr>
          </a:lstStyle>
          <a:p>
            <a:pPr lvl="0"/>
            <a:r>
              <a:rPr lang="en-GB" dirty="0"/>
              <a:t> </a:t>
            </a:r>
          </a:p>
        </p:txBody>
      </p:sp>
      <p:sp>
        <p:nvSpPr>
          <p:cNvPr id="50" name="Text Placeholder 25"/>
          <p:cNvSpPr>
            <a:spLocks noGrp="1"/>
          </p:cNvSpPr>
          <p:nvPr>
            <p:ph type="body" sz="quarter" idx="80" hasCustomPrompt="1"/>
          </p:nvPr>
        </p:nvSpPr>
        <p:spPr>
          <a:xfrm rot="16200000">
            <a:off x="5220007" y="4756968"/>
            <a:ext cx="238091" cy="465788"/>
          </a:xfrm>
          <a:prstGeom prst="chevron">
            <a:avLst>
              <a:gd name="adj" fmla="val 51491"/>
            </a:avLst>
          </a:prstGeom>
          <a:solidFill>
            <a:schemeClr val="accent3"/>
          </a:solidFill>
        </p:spPr>
        <p:txBody>
          <a:bodyPr/>
          <a:lstStyle>
            <a:lvl1pPr>
              <a:defRPr/>
            </a:lvl1pPr>
          </a:lstStyle>
          <a:p>
            <a:pPr lvl="0"/>
            <a:r>
              <a:rPr lang="en-GB" dirty="0"/>
              <a:t> </a:t>
            </a:r>
          </a:p>
        </p:txBody>
      </p:sp>
      <p:sp>
        <p:nvSpPr>
          <p:cNvPr id="52" name="Text Placeholder 25"/>
          <p:cNvSpPr>
            <a:spLocks noGrp="1"/>
          </p:cNvSpPr>
          <p:nvPr>
            <p:ph type="body" sz="quarter" idx="81" hasCustomPrompt="1"/>
          </p:nvPr>
        </p:nvSpPr>
        <p:spPr>
          <a:xfrm>
            <a:off x="3690722" y="3938971"/>
            <a:ext cx="233126" cy="475708"/>
          </a:xfrm>
          <a:prstGeom prst="chevron">
            <a:avLst>
              <a:gd name="adj" fmla="val 51491"/>
            </a:avLst>
          </a:prstGeom>
          <a:solidFill>
            <a:schemeClr val="accent3"/>
          </a:solidFill>
        </p:spPr>
        <p:txBody>
          <a:bodyPr/>
          <a:lstStyle>
            <a:lvl1pPr>
              <a:defRPr/>
            </a:lvl1pPr>
          </a:lstStyle>
          <a:p>
            <a:pPr lvl="0"/>
            <a:r>
              <a:rPr lang="en-GB" dirty="0"/>
              <a:t> </a:t>
            </a:r>
          </a:p>
        </p:txBody>
      </p:sp>
      <p:sp>
        <p:nvSpPr>
          <p:cNvPr id="54" name="Text Placeholder 25"/>
          <p:cNvSpPr>
            <a:spLocks noGrp="1"/>
          </p:cNvSpPr>
          <p:nvPr>
            <p:ph type="body" sz="quarter" idx="82" hasCustomPrompt="1"/>
          </p:nvPr>
        </p:nvSpPr>
        <p:spPr>
          <a:xfrm rot="10800000">
            <a:off x="6753768" y="3938971"/>
            <a:ext cx="233126" cy="475708"/>
          </a:xfrm>
          <a:prstGeom prst="chevron">
            <a:avLst>
              <a:gd name="adj" fmla="val 51491"/>
            </a:avLst>
          </a:prstGeom>
          <a:solidFill>
            <a:schemeClr val="accent3"/>
          </a:solidFill>
        </p:spPr>
        <p:txBody>
          <a:bodyPr/>
          <a:lstStyle>
            <a:lvl1pPr>
              <a:defRPr/>
            </a:lvl1pPr>
          </a:lstStyle>
          <a:p>
            <a:pPr lvl="0"/>
            <a:r>
              <a:rPr lang="en-GB" dirty="0"/>
              <a:t> </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B] Basic">
    <p:spTree>
      <p:nvGrpSpPr>
        <p:cNvPr id="1" name=""/>
        <p:cNvGrpSpPr/>
        <p:nvPr/>
      </p:nvGrpSpPr>
      <p:grpSpPr>
        <a:xfrm>
          <a:off x="0" y="0"/>
          <a:ext cx="0" cy="0"/>
          <a:chOff x="0" y="0"/>
          <a:chExt cx="0" cy="0"/>
        </a:xfrm>
      </p:grpSpPr>
      <p:sp>
        <p:nvSpPr>
          <p:cNvPr id="9" name="Content Placeholder 2"/>
          <p:cNvSpPr>
            <a:spLocks noGrp="1"/>
          </p:cNvSpPr>
          <p:nvPr>
            <p:ph idx="1"/>
          </p:nvPr>
        </p:nvSpPr>
        <p:spPr>
          <a:xfrm>
            <a:off x="2421079" y="1478687"/>
            <a:ext cx="7742997" cy="5396768"/>
          </a:xfrm>
        </p:spPr>
        <p:txBody>
          <a:bodyPr/>
          <a:lstStyle>
            <a:lvl1pPr>
              <a:defRPr sz="1079"/>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Text Placeholder 10"/>
          <p:cNvSpPr>
            <a:spLocks noGrp="1"/>
          </p:cNvSpPr>
          <p:nvPr>
            <p:ph type="body" sz="quarter" idx="33" hasCustomPrompt="1"/>
          </p:nvPr>
        </p:nvSpPr>
        <p:spPr>
          <a:xfrm>
            <a:off x="520883" y="1716677"/>
            <a:ext cx="1748510" cy="5158778"/>
          </a:xfrm>
          <a:solidFill>
            <a:schemeClr val="bg1">
              <a:lumMod val="95000"/>
            </a:schemeClr>
          </a:solidFill>
        </p:spPr>
        <p:txBody>
          <a:bodyPr/>
          <a:lstStyle>
            <a:lvl1pPr>
              <a:defRPr baseline="0"/>
            </a:lvl1pPr>
          </a:lstStyle>
          <a:p>
            <a:pPr lvl="0"/>
            <a:r>
              <a:rPr lang="en-GB" dirty="0"/>
              <a:t> </a:t>
            </a:r>
          </a:p>
        </p:txBody>
      </p:sp>
      <p:sp>
        <p:nvSpPr>
          <p:cNvPr id="2" name="Title 1"/>
          <p:cNvSpPr>
            <a:spLocks noGrp="1"/>
          </p:cNvSpPr>
          <p:nvPr>
            <p:ph type="title"/>
          </p:nvPr>
        </p:nvSpPr>
        <p:spPr/>
        <p:txBody>
          <a:bodyPr/>
          <a:lstStyle/>
          <a:p>
            <a:r>
              <a:rPr lang="en-US"/>
              <a:t>Click to edit Master title style</a:t>
            </a:r>
            <a:endParaRPr lang="en-GB"/>
          </a:p>
        </p:txBody>
      </p:sp>
      <p:sp>
        <p:nvSpPr>
          <p:cNvPr id="13" name="Text Placeholder 12"/>
          <p:cNvSpPr>
            <a:spLocks noGrp="1"/>
          </p:cNvSpPr>
          <p:nvPr>
            <p:ph type="body" sz="quarter" idx="34"/>
          </p:nvPr>
        </p:nvSpPr>
        <p:spPr>
          <a:xfrm>
            <a:off x="520883" y="1716677"/>
            <a:ext cx="1748510" cy="5158778"/>
          </a:xfrm>
        </p:spPr>
        <p:txBody>
          <a:bodyPr lIns="72000" tIns="36000" rIns="72000" bIns="36000"/>
          <a:lstStyle>
            <a:lvl1pPr>
              <a:defRPr sz="971" i="0"/>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ext Placeholder 7"/>
          <p:cNvSpPr>
            <a:spLocks noGrp="1"/>
          </p:cNvSpPr>
          <p:nvPr>
            <p:ph type="body" sz="quarter" idx="41"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8" name="Text Placeholder 23"/>
          <p:cNvSpPr>
            <a:spLocks noGrp="1"/>
          </p:cNvSpPr>
          <p:nvPr>
            <p:ph type="body" sz="quarter" idx="52" hasCustomPrompt="1"/>
          </p:nvPr>
        </p:nvSpPr>
        <p:spPr>
          <a:xfrm>
            <a:off x="527738" y="1478687"/>
            <a:ext cx="174770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dirty="0"/>
              <a:t>Title</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B] standard profile">
    <p:spTree>
      <p:nvGrpSpPr>
        <p:cNvPr id="1" name=""/>
        <p:cNvGrpSpPr/>
        <p:nvPr/>
      </p:nvGrpSpPr>
      <p:grpSpPr>
        <a:xfrm>
          <a:off x="0" y="0"/>
          <a:ext cx="0" cy="0"/>
          <a:chOff x="0" y="0"/>
          <a:chExt cx="0" cy="0"/>
        </a:xfrm>
      </p:grpSpPr>
      <p:sp>
        <p:nvSpPr>
          <p:cNvPr id="18" name="Content Placeholder 2"/>
          <p:cNvSpPr>
            <a:spLocks noGrp="1"/>
          </p:cNvSpPr>
          <p:nvPr>
            <p:ph idx="1"/>
          </p:nvPr>
        </p:nvSpPr>
        <p:spPr>
          <a:xfrm>
            <a:off x="2421079" y="1478687"/>
            <a:ext cx="3769010" cy="5396768"/>
          </a:xfrm>
        </p:spPr>
        <p:txBody>
          <a:bodyPr/>
          <a:lstStyle>
            <a:lvl1pPr>
              <a:defRPr sz="1079"/>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19" name="Text Placeholder 10"/>
          <p:cNvSpPr>
            <a:spLocks noGrp="1"/>
          </p:cNvSpPr>
          <p:nvPr>
            <p:ph type="body" sz="quarter" idx="34" hasCustomPrompt="1"/>
          </p:nvPr>
        </p:nvSpPr>
        <p:spPr>
          <a:xfrm>
            <a:off x="520883" y="1716677"/>
            <a:ext cx="1748510" cy="5158778"/>
          </a:xfrm>
          <a:solidFill>
            <a:schemeClr val="bg1">
              <a:lumMod val="95000"/>
            </a:schemeClr>
          </a:solidFill>
        </p:spPr>
        <p:txBody>
          <a:bodyPr/>
          <a:lstStyle>
            <a:lvl1pPr>
              <a:defRPr baseline="0"/>
            </a:lvl1pPr>
          </a:lstStyle>
          <a:p>
            <a:pPr lvl="0"/>
            <a:r>
              <a:rPr lang="en-GB" dirty="0"/>
              <a:t> </a:t>
            </a:r>
          </a:p>
        </p:txBody>
      </p:sp>
      <p:sp>
        <p:nvSpPr>
          <p:cNvPr id="27" name="Text Placeholder 12"/>
          <p:cNvSpPr>
            <a:spLocks noGrp="1"/>
          </p:cNvSpPr>
          <p:nvPr>
            <p:ph type="body" sz="quarter" idx="36"/>
          </p:nvPr>
        </p:nvSpPr>
        <p:spPr>
          <a:xfrm>
            <a:off x="520883" y="1716677"/>
            <a:ext cx="1748510" cy="5158778"/>
          </a:xfrm>
        </p:spPr>
        <p:txBody>
          <a:bodyPr lIns="72000" tIns="36000" rIns="72000" bIns="36000"/>
          <a:lstStyle>
            <a:lvl1pPr>
              <a:defRPr sz="971" i="0"/>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7"/>
          <p:cNvSpPr>
            <a:spLocks noGrp="1"/>
          </p:cNvSpPr>
          <p:nvPr>
            <p:ph type="body" sz="quarter" idx="32"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21" name="Text Placeholder 21"/>
          <p:cNvSpPr>
            <a:spLocks noGrp="1"/>
          </p:cNvSpPr>
          <p:nvPr>
            <p:ph type="body" sz="quarter" idx="42" hasCustomPrompt="1"/>
          </p:nvPr>
        </p:nvSpPr>
        <p:spPr>
          <a:xfrm>
            <a:off x="6395066" y="1716677"/>
            <a:ext cx="3769010" cy="2379898"/>
          </a:xfrm>
          <a:solidFill>
            <a:schemeClr val="bg1">
              <a:lumMod val="95000"/>
            </a:schemeClr>
          </a:solidFill>
        </p:spPr>
        <p:txBody>
          <a:bodyPr/>
          <a:lstStyle>
            <a:lvl1pPr>
              <a:defRPr/>
            </a:lvl1pPr>
            <a:lvl2pPr>
              <a:defRPr/>
            </a:lvl2pPr>
          </a:lstStyle>
          <a:p>
            <a:pPr lvl="0"/>
            <a:r>
              <a:rPr lang="en-GB" dirty="0"/>
              <a:t> </a:t>
            </a:r>
          </a:p>
        </p:txBody>
      </p:sp>
      <p:sp>
        <p:nvSpPr>
          <p:cNvPr id="22" name="Content Placeholder 2"/>
          <p:cNvSpPr>
            <a:spLocks noGrp="1"/>
          </p:cNvSpPr>
          <p:nvPr>
            <p:ph sz="half" idx="31"/>
          </p:nvPr>
        </p:nvSpPr>
        <p:spPr>
          <a:xfrm>
            <a:off x="6395066" y="1716677"/>
            <a:ext cx="3769010"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4" name="Text Placeholder 22"/>
          <p:cNvSpPr>
            <a:spLocks noGrp="1"/>
          </p:cNvSpPr>
          <p:nvPr>
            <p:ph type="body" sz="quarter" idx="53" hasCustomPrompt="1"/>
          </p:nvPr>
        </p:nvSpPr>
        <p:spPr>
          <a:xfrm>
            <a:off x="6395066" y="3939600"/>
            <a:ext cx="3769010"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6" name="Text Placeholder 21"/>
          <p:cNvSpPr>
            <a:spLocks noGrp="1"/>
          </p:cNvSpPr>
          <p:nvPr>
            <p:ph type="body" sz="quarter" idx="65" hasCustomPrompt="1"/>
          </p:nvPr>
        </p:nvSpPr>
        <p:spPr>
          <a:xfrm>
            <a:off x="6394583" y="4493806"/>
            <a:ext cx="3769010" cy="2379898"/>
          </a:xfrm>
          <a:solidFill>
            <a:schemeClr val="bg1">
              <a:lumMod val="95000"/>
            </a:schemeClr>
          </a:solidFill>
        </p:spPr>
        <p:txBody>
          <a:bodyPr/>
          <a:lstStyle>
            <a:lvl1pPr>
              <a:defRPr/>
            </a:lvl1pPr>
            <a:lvl2pPr>
              <a:defRPr/>
            </a:lvl2pPr>
          </a:lstStyle>
          <a:p>
            <a:pPr lvl="0"/>
            <a:r>
              <a:rPr lang="en-GB" dirty="0"/>
              <a:t> </a:t>
            </a:r>
          </a:p>
        </p:txBody>
      </p:sp>
      <p:sp>
        <p:nvSpPr>
          <p:cNvPr id="36" name="Content Placeholder 2"/>
          <p:cNvSpPr>
            <a:spLocks noGrp="1"/>
          </p:cNvSpPr>
          <p:nvPr>
            <p:ph sz="half" idx="66"/>
          </p:nvPr>
        </p:nvSpPr>
        <p:spPr>
          <a:xfrm>
            <a:off x="6394583" y="4493806"/>
            <a:ext cx="3769010"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7" name="Text Placeholder 22"/>
          <p:cNvSpPr>
            <a:spLocks noGrp="1"/>
          </p:cNvSpPr>
          <p:nvPr>
            <p:ph type="body" sz="quarter" idx="67" hasCustomPrompt="1"/>
          </p:nvPr>
        </p:nvSpPr>
        <p:spPr>
          <a:xfrm>
            <a:off x="6394583" y="6716729"/>
            <a:ext cx="3769010"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6" name="Text Placeholder 23"/>
          <p:cNvSpPr>
            <a:spLocks noGrp="1"/>
          </p:cNvSpPr>
          <p:nvPr>
            <p:ph type="body" sz="quarter" idx="52" hasCustomPrompt="1"/>
          </p:nvPr>
        </p:nvSpPr>
        <p:spPr>
          <a:xfrm>
            <a:off x="527738" y="1478687"/>
            <a:ext cx="174770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dirty="0"/>
              <a:t>Title</a:t>
            </a:r>
          </a:p>
        </p:txBody>
      </p:sp>
      <p:sp>
        <p:nvSpPr>
          <p:cNvPr id="23" name="Text Placeholder 23"/>
          <p:cNvSpPr>
            <a:spLocks noGrp="1"/>
          </p:cNvSpPr>
          <p:nvPr>
            <p:ph type="body" sz="quarter" idx="45"/>
          </p:nvPr>
        </p:nvSpPr>
        <p:spPr>
          <a:xfrm>
            <a:off x="6395066" y="1478687"/>
            <a:ext cx="376901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9" name="Text Placeholder 23"/>
          <p:cNvSpPr>
            <a:spLocks noGrp="1"/>
          </p:cNvSpPr>
          <p:nvPr>
            <p:ph type="body" sz="quarter" idx="77"/>
          </p:nvPr>
        </p:nvSpPr>
        <p:spPr>
          <a:xfrm>
            <a:off x="6394583" y="4255816"/>
            <a:ext cx="376901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B] Two columns">
    <p:spTree>
      <p:nvGrpSpPr>
        <p:cNvPr id="1" name=""/>
        <p:cNvGrpSpPr/>
        <p:nvPr/>
      </p:nvGrpSpPr>
      <p:grpSpPr>
        <a:xfrm>
          <a:off x="0" y="0"/>
          <a:ext cx="0" cy="0"/>
          <a:chOff x="0" y="0"/>
          <a:chExt cx="0" cy="0"/>
        </a:xfrm>
      </p:grpSpPr>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10" name="Text Placeholder 10"/>
          <p:cNvSpPr>
            <a:spLocks noGrp="1"/>
          </p:cNvSpPr>
          <p:nvPr>
            <p:ph type="body" sz="quarter" idx="33" hasCustomPrompt="1"/>
          </p:nvPr>
        </p:nvSpPr>
        <p:spPr>
          <a:xfrm>
            <a:off x="520883" y="1716677"/>
            <a:ext cx="1748510" cy="5158778"/>
          </a:xfrm>
          <a:solidFill>
            <a:schemeClr val="bg1">
              <a:lumMod val="95000"/>
            </a:schemeClr>
          </a:solidFill>
        </p:spPr>
        <p:txBody>
          <a:bodyPr/>
          <a:lstStyle>
            <a:lvl1pPr>
              <a:defRPr baseline="0"/>
            </a:lvl1pPr>
          </a:lstStyle>
          <a:p>
            <a:pPr lvl="0"/>
            <a:r>
              <a:rPr lang="en-GB" dirty="0"/>
              <a:t> </a:t>
            </a:r>
          </a:p>
        </p:txBody>
      </p:sp>
      <p:sp>
        <p:nvSpPr>
          <p:cNvPr id="12" name="Text Placeholder 12"/>
          <p:cNvSpPr>
            <a:spLocks noGrp="1"/>
          </p:cNvSpPr>
          <p:nvPr>
            <p:ph type="body" sz="quarter" idx="34"/>
          </p:nvPr>
        </p:nvSpPr>
        <p:spPr>
          <a:xfrm>
            <a:off x="520883" y="1716677"/>
            <a:ext cx="1748510" cy="5158778"/>
          </a:xfrm>
        </p:spPr>
        <p:txBody>
          <a:bodyPr lIns="72000" tIns="36000" rIns="72000" bIns="36000"/>
          <a:lstStyle>
            <a:lvl1pPr>
              <a:defRPr sz="971" i="0"/>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7"/>
          <p:cNvSpPr>
            <a:spLocks noGrp="1"/>
          </p:cNvSpPr>
          <p:nvPr>
            <p:ph type="body" sz="quarter" idx="44"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20" name="Text Placeholder 21"/>
          <p:cNvSpPr>
            <a:spLocks noGrp="1"/>
          </p:cNvSpPr>
          <p:nvPr>
            <p:ph type="body" sz="quarter" idx="42" hasCustomPrompt="1"/>
          </p:nvPr>
        </p:nvSpPr>
        <p:spPr>
          <a:xfrm>
            <a:off x="6395066" y="1716677"/>
            <a:ext cx="3769010" cy="5158778"/>
          </a:xfrm>
          <a:solidFill>
            <a:schemeClr val="bg1">
              <a:lumMod val="95000"/>
            </a:schemeClr>
          </a:solidFill>
        </p:spPr>
        <p:txBody>
          <a:bodyPr/>
          <a:lstStyle>
            <a:lvl1pPr>
              <a:defRPr/>
            </a:lvl1pPr>
            <a:lvl2pPr>
              <a:defRPr/>
            </a:lvl2pPr>
          </a:lstStyle>
          <a:p>
            <a:pPr lvl="0"/>
            <a:r>
              <a:rPr lang="en-GB" dirty="0"/>
              <a:t> </a:t>
            </a:r>
          </a:p>
        </p:txBody>
      </p:sp>
      <p:sp>
        <p:nvSpPr>
          <p:cNvPr id="21" name="Content Placeholder 2"/>
          <p:cNvSpPr>
            <a:spLocks noGrp="1"/>
          </p:cNvSpPr>
          <p:nvPr>
            <p:ph sz="half" idx="31"/>
          </p:nvPr>
        </p:nvSpPr>
        <p:spPr>
          <a:xfrm>
            <a:off x="6395066" y="1716677"/>
            <a:ext cx="3769010" cy="500180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2" name="Text Placeholder 22"/>
          <p:cNvSpPr>
            <a:spLocks noGrp="1"/>
          </p:cNvSpPr>
          <p:nvPr>
            <p:ph type="body" sz="quarter" idx="53" hasCustomPrompt="1"/>
          </p:nvPr>
        </p:nvSpPr>
        <p:spPr>
          <a:xfrm>
            <a:off x="6395066" y="6718481"/>
            <a:ext cx="3769010"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3" name="Text Placeholder 23"/>
          <p:cNvSpPr>
            <a:spLocks noGrp="1"/>
          </p:cNvSpPr>
          <p:nvPr>
            <p:ph type="body" sz="quarter" idx="52" hasCustomPrompt="1"/>
          </p:nvPr>
        </p:nvSpPr>
        <p:spPr>
          <a:xfrm>
            <a:off x="527738" y="1478687"/>
            <a:ext cx="174770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dirty="0"/>
              <a:t>Title</a:t>
            </a:r>
          </a:p>
        </p:txBody>
      </p:sp>
      <p:sp>
        <p:nvSpPr>
          <p:cNvPr id="15" name="Text Placeholder 23"/>
          <p:cNvSpPr>
            <a:spLocks noGrp="1"/>
          </p:cNvSpPr>
          <p:nvPr>
            <p:ph type="body" sz="quarter" idx="45"/>
          </p:nvPr>
        </p:nvSpPr>
        <p:spPr>
          <a:xfrm>
            <a:off x="6395066" y="1478687"/>
            <a:ext cx="376901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16" name="Content Placeholder 2"/>
          <p:cNvSpPr>
            <a:spLocks noGrp="1"/>
          </p:cNvSpPr>
          <p:nvPr>
            <p:ph idx="1"/>
          </p:nvPr>
        </p:nvSpPr>
        <p:spPr>
          <a:xfrm>
            <a:off x="2421079" y="1478687"/>
            <a:ext cx="3769010" cy="5396768"/>
          </a:xfrm>
        </p:spPr>
        <p:txBody>
          <a:bodyPr/>
          <a:lstStyle>
            <a:lvl1pPr>
              <a:defRPr sz="1079"/>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B] Two boxes">
    <p:spTree>
      <p:nvGrpSpPr>
        <p:cNvPr id="1" name=""/>
        <p:cNvGrpSpPr/>
        <p:nvPr/>
      </p:nvGrpSpPr>
      <p:grpSpPr>
        <a:xfrm>
          <a:off x="0" y="0"/>
          <a:ext cx="0" cy="0"/>
          <a:chOff x="0" y="0"/>
          <a:chExt cx="0" cy="0"/>
        </a:xfrm>
      </p:grpSpPr>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15" name="Text Placeholder 10"/>
          <p:cNvSpPr>
            <a:spLocks noGrp="1"/>
          </p:cNvSpPr>
          <p:nvPr>
            <p:ph type="body" sz="quarter" idx="34" hasCustomPrompt="1"/>
          </p:nvPr>
        </p:nvSpPr>
        <p:spPr>
          <a:xfrm>
            <a:off x="520883" y="1716677"/>
            <a:ext cx="1748510" cy="5158778"/>
          </a:xfrm>
          <a:solidFill>
            <a:schemeClr val="bg1">
              <a:lumMod val="95000"/>
            </a:schemeClr>
          </a:solidFill>
        </p:spPr>
        <p:txBody>
          <a:bodyPr/>
          <a:lstStyle>
            <a:lvl1pPr>
              <a:defRPr baseline="0"/>
            </a:lvl1pPr>
          </a:lstStyle>
          <a:p>
            <a:pPr lvl="0"/>
            <a:r>
              <a:rPr lang="en-GB" dirty="0"/>
              <a:t> </a:t>
            </a:r>
          </a:p>
        </p:txBody>
      </p:sp>
      <p:sp>
        <p:nvSpPr>
          <p:cNvPr id="21" name="Text Placeholder 12"/>
          <p:cNvSpPr>
            <a:spLocks noGrp="1"/>
          </p:cNvSpPr>
          <p:nvPr>
            <p:ph type="body" sz="quarter" idx="36"/>
          </p:nvPr>
        </p:nvSpPr>
        <p:spPr>
          <a:xfrm>
            <a:off x="520883" y="1716677"/>
            <a:ext cx="1748510" cy="5158778"/>
          </a:xfrm>
        </p:spPr>
        <p:txBody>
          <a:bodyPr lIns="72000" tIns="36000" rIns="72000" bIns="36000"/>
          <a:lstStyle>
            <a:lvl1pPr>
              <a:defRPr sz="971" i="0"/>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7"/>
          <p:cNvSpPr>
            <a:spLocks noGrp="1"/>
          </p:cNvSpPr>
          <p:nvPr>
            <p:ph type="body" sz="quarter" idx="32"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19" name="Text Placeholder 21"/>
          <p:cNvSpPr>
            <a:spLocks noGrp="1"/>
          </p:cNvSpPr>
          <p:nvPr>
            <p:ph type="body" sz="quarter" idx="38" hasCustomPrompt="1"/>
          </p:nvPr>
        </p:nvSpPr>
        <p:spPr>
          <a:xfrm>
            <a:off x="2431359" y="1716677"/>
            <a:ext cx="7732716" cy="2379898"/>
          </a:xfrm>
          <a:solidFill>
            <a:schemeClr val="bg1">
              <a:lumMod val="95000"/>
            </a:schemeClr>
          </a:solidFill>
        </p:spPr>
        <p:txBody>
          <a:bodyPr/>
          <a:lstStyle>
            <a:lvl1pPr>
              <a:defRPr/>
            </a:lvl1pPr>
            <a:lvl2pPr>
              <a:defRPr/>
            </a:lvl2pPr>
          </a:lstStyle>
          <a:p>
            <a:pPr lvl="0"/>
            <a:r>
              <a:rPr lang="en-GB" dirty="0"/>
              <a:t> </a:t>
            </a:r>
          </a:p>
        </p:txBody>
      </p:sp>
      <p:sp>
        <p:nvSpPr>
          <p:cNvPr id="30" name="Content Placeholder 2"/>
          <p:cNvSpPr>
            <a:spLocks noGrp="1"/>
          </p:cNvSpPr>
          <p:nvPr>
            <p:ph sz="half" idx="31"/>
          </p:nvPr>
        </p:nvSpPr>
        <p:spPr>
          <a:xfrm>
            <a:off x="2430877" y="1716677"/>
            <a:ext cx="7732716"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1" name="Text Placeholder 22"/>
          <p:cNvSpPr>
            <a:spLocks noGrp="1"/>
          </p:cNvSpPr>
          <p:nvPr>
            <p:ph type="body" sz="quarter" idx="33" hasCustomPrompt="1"/>
          </p:nvPr>
        </p:nvSpPr>
        <p:spPr>
          <a:xfrm>
            <a:off x="2431359" y="3939600"/>
            <a:ext cx="773271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33" name="Text Placeholder 21"/>
          <p:cNvSpPr>
            <a:spLocks noGrp="1"/>
          </p:cNvSpPr>
          <p:nvPr>
            <p:ph type="body" sz="quarter" idx="42" hasCustomPrompt="1"/>
          </p:nvPr>
        </p:nvSpPr>
        <p:spPr>
          <a:xfrm>
            <a:off x="2431359" y="4493807"/>
            <a:ext cx="7732716" cy="2379898"/>
          </a:xfrm>
          <a:solidFill>
            <a:schemeClr val="bg1">
              <a:lumMod val="95000"/>
            </a:schemeClr>
          </a:solidFill>
        </p:spPr>
        <p:txBody>
          <a:bodyPr/>
          <a:lstStyle>
            <a:lvl1pPr>
              <a:defRPr/>
            </a:lvl1pPr>
            <a:lvl2pPr>
              <a:defRPr/>
            </a:lvl2pPr>
          </a:lstStyle>
          <a:p>
            <a:pPr lvl="0"/>
            <a:r>
              <a:rPr lang="en-GB" dirty="0"/>
              <a:t> </a:t>
            </a:r>
          </a:p>
        </p:txBody>
      </p:sp>
      <p:sp>
        <p:nvSpPr>
          <p:cNvPr id="34" name="Content Placeholder 2"/>
          <p:cNvSpPr>
            <a:spLocks noGrp="1"/>
          </p:cNvSpPr>
          <p:nvPr>
            <p:ph sz="half" idx="43"/>
          </p:nvPr>
        </p:nvSpPr>
        <p:spPr>
          <a:xfrm>
            <a:off x="2430877" y="4493806"/>
            <a:ext cx="7732716"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5" name="Text Placeholder 22"/>
          <p:cNvSpPr>
            <a:spLocks noGrp="1"/>
          </p:cNvSpPr>
          <p:nvPr>
            <p:ph type="body" sz="quarter" idx="44" hasCustomPrompt="1"/>
          </p:nvPr>
        </p:nvSpPr>
        <p:spPr>
          <a:xfrm>
            <a:off x="2431359" y="6716729"/>
            <a:ext cx="773271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6" name="Text Placeholder 23"/>
          <p:cNvSpPr>
            <a:spLocks noGrp="1"/>
          </p:cNvSpPr>
          <p:nvPr>
            <p:ph type="body" sz="quarter" idx="52" hasCustomPrompt="1"/>
          </p:nvPr>
        </p:nvSpPr>
        <p:spPr>
          <a:xfrm>
            <a:off x="527738" y="1478687"/>
            <a:ext cx="174770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dirty="0"/>
              <a:t>Title</a:t>
            </a:r>
          </a:p>
        </p:txBody>
      </p:sp>
      <p:sp>
        <p:nvSpPr>
          <p:cNvPr id="23" name="Text Placeholder 23"/>
          <p:cNvSpPr>
            <a:spLocks noGrp="1"/>
          </p:cNvSpPr>
          <p:nvPr>
            <p:ph type="body" sz="quarter" idx="45"/>
          </p:nvPr>
        </p:nvSpPr>
        <p:spPr>
          <a:xfrm>
            <a:off x="2430877" y="1478687"/>
            <a:ext cx="773271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4" name="Text Placeholder 23"/>
          <p:cNvSpPr>
            <a:spLocks noGrp="1"/>
          </p:cNvSpPr>
          <p:nvPr>
            <p:ph type="body" sz="quarter" idx="77"/>
          </p:nvPr>
        </p:nvSpPr>
        <p:spPr>
          <a:xfrm>
            <a:off x="2430877" y="4255816"/>
            <a:ext cx="773271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B] Four boxes">
    <p:spTree>
      <p:nvGrpSpPr>
        <p:cNvPr id="1" name=""/>
        <p:cNvGrpSpPr/>
        <p:nvPr/>
      </p:nvGrpSpPr>
      <p:grpSpPr>
        <a:xfrm>
          <a:off x="0" y="0"/>
          <a:ext cx="0" cy="0"/>
          <a:chOff x="0" y="0"/>
          <a:chExt cx="0" cy="0"/>
        </a:xfrm>
      </p:grpSpPr>
      <p:sp>
        <p:nvSpPr>
          <p:cNvPr id="2" name="Title 1"/>
          <p:cNvSpPr>
            <a:spLocks noGrp="1"/>
          </p:cNvSpPr>
          <p:nvPr>
            <p:ph type="title"/>
          </p:nvPr>
        </p:nvSpPr>
        <p:spPr>
          <a:xfrm>
            <a:off x="518115" y="207941"/>
            <a:ext cx="8859116" cy="694458"/>
          </a:xfrm>
        </p:spPr>
        <p:txBody>
          <a:bodyPr/>
          <a:lstStyle/>
          <a:p>
            <a:r>
              <a:rPr lang="en-US"/>
              <a:t>Click to edit Master title style</a:t>
            </a:r>
            <a:endParaRPr lang="en-GB"/>
          </a:p>
        </p:txBody>
      </p:sp>
      <p:sp>
        <p:nvSpPr>
          <p:cNvPr id="28" name="Text Placeholder 10"/>
          <p:cNvSpPr>
            <a:spLocks noGrp="1"/>
          </p:cNvSpPr>
          <p:nvPr>
            <p:ph type="body" sz="quarter" idx="33" hasCustomPrompt="1"/>
          </p:nvPr>
        </p:nvSpPr>
        <p:spPr>
          <a:xfrm>
            <a:off x="520883" y="1716677"/>
            <a:ext cx="1748510" cy="5158778"/>
          </a:xfrm>
          <a:solidFill>
            <a:schemeClr val="bg1">
              <a:lumMod val="95000"/>
            </a:schemeClr>
          </a:solidFill>
        </p:spPr>
        <p:txBody>
          <a:bodyPr/>
          <a:lstStyle>
            <a:lvl1pPr>
              <a:defRPr baseline="0"/>
            </a:lvl1pPr>
          </a:lstStyle>
          <a:p>
            <a:pPr lvl="0"/>
            <a:r>
              <a:rPr lang="en-GB" dirty="0"/>
              <a:t> </a:t>
            </a:r>
          </a:p>
        </p:txBody>
      </p:sp>
      <p:sp>
        <p:nvSpPr>
          <p:cNvPr id="32" name="Text Placeholder 12"/>
          <p:cNvSpPr>
            <a:spLocks noGrp="1"/>
          </p:cNvSpPr>
          <p:nvPr>
            <p:ph type="body" sz="quarter" idx="34"/>
          </p:nvPr>
        </p:nvSpPr>
        <p:spPr>
          <a:xfrm>
            <a:off x="520883" y="1716677"/>
            <a:ext cx="1748510" cy="5158778"/>
          </a:xfrm>
        </p:spPr>
        <p:txBody>
          <a:bodyPr lIns="72000" tIns="36000" rIns="72000" bIns="36000"/>
          <a:lstStyle>
            <a:lvl1pPr>
              <a:defRPr sz="971" i="0"/>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4" name="Text Placeholder 7"/>
          <p:cNvSpPr>
            <a:spLocks noGrp="1"/>
          </p:cNvSpPr>
          <p:nvPr>
            <p:ph type="body" sz="quarter" idx="54"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26" name="Text Placeholder 21"/>
          <p:cNvSpPr>
            <a:spLocks noGrp="1"/>
          </p:cNvSpPr>
          <p:nvPr>
            <p:ph type="body" sz="quarter" idx="42" hasCustomPrompt="1"/>
          </p:nvPr>
        </p:nvSpPr>
        <p:spPr>
          <a:xfrm>
            <a:off x="6395066" y="1716677"/>
            <a:ext cx="3769010" cy="2379898"/>
          </a:xfrm>
          <a:solidFill>
            <a:schemeClr val="bg1">
              <a:lumMod val="95000"/>
            </a:schemeClr>
          </a:solidFill>
        </p:spPr>
        <p:txBody>
          <a:bodyPr/>
          <a:lstStyle>
            <a:lvl1pPr>
              <a:defRPr/>
            </a:lvl1pPr>
            <a:lvl2pPr>
              <a:defRPr/>
            </a:lvl2pPr>
          </a:lstStyle>
          <a:p>
            <a:pPr lvl="0"/>
            <a:r>
              <a:rPr lang="en-GB" dirty="0"/>
              <a:t> </a:t>
            </a:r>
          </a:p>
        </p:txBody>
      </p:sp>
      <p:sp>
        <p:nvSpPr>
          <p:cNvPr id="27" name="Content Placeholder 2"/>
          <p:cNvSpPr>
            <a:spLocks noGrp="1"/>
          </p:cNvSpPr>
          <p:nvPr>
            <p:ph sz="half" idx="31"/>
          </p:nvPr>
        </p:nvSpPr>
        <p:spPr>
          <a:xfrm>
            <a:off x="6395066" y="1716677"/>
            <a:ext cx="3769010"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9" name="Text Placeholder 22"/>
          <p:cNvSpPr>
            <a:spLocks noGrp="1"/>
          </p:cNvSpPr>
          <p:nvPr>
            <p:ph type="body" sz="quarter" idx="55" hasCustomPrompt="1"/>
          </p:nvPr>
        </p:nvSpPr>
        <p:spPr>
          <a:xfrm>
            <a:off x="6395066" y="3939600"/>
            <a:ext cx="3769010"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49" name="Text Placeholder 21"/>
          <p:cNvSpPr>
            <a:spLocks noGrp="1"/>
          </p:cNvSpPr>
          <p:nvPr>
            <p:ph type="body" sz="quarter" idx="65" hasCustomPrompt="1"/>
          </p:nvPr>
        </p:nvSpPr>
        <p:spPr>
          <a:xfrm>
            <a:off x="6394583" y="4493806"/>
            <a:ext cx="3769010" cy="2379898"/>
          </a:xfrm>
          <a:solidFill>
            <a:schemeClr val="bg1">
              <a:lumMod val="95000"/>
            </a:schemeClr>
          </a:solidFill>
        </p:spPr>
        <p:txBody>
          <a:bodyPr/>
          <a:lstStyle>
            <a:lvl1pPr>
              <a:defRPr/>
            </a:lvl1pPr>
            <a:lvl2pPr>
              <a:defRPr/>
            </a:lvl2pPr>
          </a:lstStyle>
          <a:p>
            <a:pPr lvl="0"/>
            <a:r>
              <a:rPr lang="en-GB" dirty="0"/>
              <a:t> </a:t>
            </a:r>
          </a:p>
        </p:txBody>
      </p:sp>
      <p:sp>
        <p:nvSpPr>
          <p:cNvPr id="50" name="Content Placeholder 2"/>
          <p:cNvSpPr>
            <a:spLocks noGrp="1"/>
          </p:cNvSpPr>
          <p:nvPr>
            <p:ph sz="half" idx="66"/>
          </p:nvPr>
        </p:nvSpPr>
        <p:spPr>
          <a:xfrm>
            <a:off x="6394583" y="4493806"/>
            <a:ext cx="3769010"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1" name="Text Placeholder 22"/>
          <p:cNvSpPr>
            <a:spLocks noGrp="1"/>
          </p:cNvSpPr>
          <p:nvPr>
            <p:ph type="body" sz="quarter" idx="67" hasCustomPrompt="1"/>
          </p:nvPr>
        </p:nvSpPr>
        <p:spPr>
          <a:xfrm>
            <a:off x="6394583" y="6716729"/>
            <a:ext cx="3769010"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53" name="Text Placeholder 21"/>
          <p:cNvSpPr>
            <a:spLocks noGrp="1"/>
          </p:cNvSpPr>
          <p:nvPr>
            <p:ph type="body" sz="quarter" idx="69" hasCustomPrompt="1"/>
          </p:nvPr>
        </p:nvSpPr>
        <p:spPr>
          <a:xfrm>
            <a:off x="2431360" y="1716677"/>
            <a:ext cx="3769010" cy="2379898"/>
          </a:xfrm>
          <a:solidFill>
            <a:schemeClr val="bg1">
              <a:lumMod val="95000"/>
            </a:schemeClr>
          </a:solidFill>
        </p:spPr>
        <p:txBody>
          <a:bodyPr/>
          <a:lstStyle>
            <a:lvl1pPr>
              <a:defRPr/>
            </a:lvl1pPr>
            <a:lvl2pPr>
              <a:defRPr/>
            </a:lvl2pPr>
          </a:lstStyle>
          <a:p>
            <a:pPr lvl="0"/>
            <a:r>
              <a:rPr lang="en-GB" dirty="0"/>
              <a:t> </a:t>
            </a:r>
          </a:p>
        </p:txBody>
      </p:sp>
      <p:sp>
        <p:nvSpPr>
          <p:cNvPr id="54" name="Content Placeholder 2"/>
          <p:cNvSpPr>
            <a:spLocks noGrp="1"/>
          </p:cNvSpPr>
          <p:nvPr>
            <p:ph sz="half" idx="70"/>
          </p:nvPr>
        </p:nvSpPr>
        <p:spPr>
          <a:xfrm>
            <a:off x="2431360" y="1716677"/>
            <a:ext cx="3769010"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5" name="Text Placeholder 22"/>
          <p:cNvSpPr>
            <a:spLocks noGrp="1"/>
          </p:cNvSpPr>
          <p:nvPr>
            <p:ph type="body" sz="quarter" idx="71" hasCustomPrompt="1"/>
          </p:nvPr>
        </p:nvSpPr>
        <p:spPr>
          <a:xfrm>
            <a:off x="2431360" y="3939600"/>
            <a:ext cx="3769010"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57" name="Text Placeholder 21"/>
          <p:cNvSpPr>
            <a:spLocks noGrp="1"/>
          </p:cNvSpPr>
          <p:nvPr>
            <p:ph type="body" sz="quarter" idx="73" hasCustomPrompt="1"/>
          </p:nvPr>
        </p:nvSpPr>
        <p:spPr>
          <a:xfrm>
            <a:off x="2430876" y="4495557"/>
            <a:ext cx="3769010" cy="2379898"/>
          </a:xfrm>
          <a:solidFill>
            <a:schemeClr val="bg1">
              <a:lumMod val="95000"/>
            </a:schemeClr>
          </a:solidFill>
        </p:spPr>
        <p:txBody>
          <a:bodyPr/>
          <a:lstStyle>
            <a:lvl1pPr>
              <a:defRPr/>
            </a:lvl1pPr>
            <a:lvl2pPr>
              <a:defRPr/>
            </a:lvl2pPr>
          </a:lstStyle>
          <a:p>
            <a:pPr lvl="0"/>
            <a:r>
              <a:rPr lang="en-GB" dirty="0"/>
              <a:t> </a:t>
            </a:r>
          </a:p>
        </p:txBody>
      </p:sp>
      <p:sp>
        <p:nvSpPr>
          <p:cNvPr id="58" name="Content Placeholder 2"/>
          <p:cNvSpPr>
            <a:spLocks noGrp="1"/>
          </p:cNvSpPr>
          <p:nvPr>
            <p:ph sz="half" idx="74"/>
          </p:nvPr>
        </p:nvSpPr>
        <p:spPr>
          <a:xfrm>
            <a:off x="2430876" y="4493806"/>
            <a:ext cx="3769010"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9" name="Text Placeholder 22"/>
          <p:cNvSpPr>
            <a:spLocks noGrp="1"/>
          </p:cNvSpPr>
          <p:nvPr>
            <p:ph type="body" sz="quarter" idx="75" hasCustomPrompt="1"/>
          </p:nvPr>
        </p:nvSpPr>
        <p:spPr>
          <a:xfrm>
            <a:off x="2430876" y="6716729"/>
            <a:ext cx="3769010"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3" name="Text Placeholder 23"/>
          <p:cNvSpPr>
            <a:spLocks noGrp="1"/>
          </p:cNvSpPr>
          <p:nvPr>
            <p:ph type="body" sz="quarter" idx="52" hasCustomPrompt="1"/>
          </p:nvPr>
        </p:nvSpPr>
        <p:spPr>
          <a:xfrm>
            <a:off x="527738" y="1478687"/>
            <a:ext cx="174770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dirty="0"/>
              <a:t>Title</a:t>
            </a:r>
          </a:p>
        </p:txBody>
      </p:sp>
      <p:sp>
        <p:nvSpPr>
          <p:cNvPr id="33" name="Text Placeholder 23"/>
          <p:cNvSpPr>
            <a:spLocks noGrp="1"/>
          </p:cNvSpPr>
          <p:nvPr>
            <p:ph type="body" sz="quarter" idx="45"/>
          </p:nvPr>
        </p:nvSpPr>
        <p:spPr>
          <a:xfrm>
            <a:off x="6395066" y="1478687"/>
            <a:ext cx="376901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4" name="Text Placeholder 23"/>
          <p:cNvSpPr>
            <a:spLocks noGrp="1"/>
          </p:cNvSpPr>
          <p:nvPr>
            <p:ph type="body" sz="quarter" idx="77"/>
          </p:nvPr>
        </p:nvSpPr>
        <p:spPr>
          <a:xfrm>
            <a:off x="6394583" y="4255816"/>
            <a:ext cx="376901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5" name="Text Placeholder 23"/>
          <p:cNvSpPr>
            <a:spLocks noGrp="1"/>
          </p:cNvSpPr>
          <p:nvPr>
            <p:ph type="body" sz="quarter" idx="78"/>
          </p:nvPr>
        </p:nvSpPr>
        <p:spPr>
          <a:xfrm>
            <a:off x="2430876" y="1478687"/>
            <a:ext cx="376901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6" name="Text Placeholder 23"/>
          <p:cNvSpPr>
            <a:spLocks noGrp="1"/>
          </p:cNvSpPr>
          <p:nvPr>
            <p:ph type="body" sz="quarter" idx="79"/>
          </p:nvPr>
        </p:nvSpPr>
        <p:spPr>
          <a:xfrm>
            <a:off x="2430393" y="4255816"/>
            <a:ext cx="376901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eal sheet">
    <p:spTree>
      <p:nvGrpSpPr>
        <p:cNvPr id="1" name=""/>
        <p:cNvGrpSpPr/>
        <p:nvPr/>
      </p:nvGrpSpPr>
      <p:grpSpPr>
        <a:xfrm>
          <a:off x="0" y="0"/>
          <a:ext cx="0" cy="0"/>
          <a:chOff x="0" y="0"/>
          <a:chExt cx="0" cy="0"/>
        </a:xfrm>
      </p:grpSpPr>
      <p:sp>
        <p:nvSpPr>
          <p:cNvPr id="14" name="Rectangle 13"/>
          <p:cNvSpPr/>
          <p:nvPr userDrawn="1"/>
        </p:nvSpPr>
        <p:spPr>
          <a:xfrm>
            <a:off x="527737" y="1476936"/>
            <a:ext cx="1747700" cy="5396768"/>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7712" tIns="38856" rIns="77712" bIns="38856" rtlCol="0" anchor="ctr"/>
          <a:lstStyle/>
          <a:p>
            <a:pPr algn="ctr"/>
            <a:endParaRPr lang="en-GB" sz="863" dirty="0">
              <a:solidFill>
                <a:srgbClr val="FFFFFF"/>
              </a:solidFill>
            </a:endParaRPr>
          </a:p>
        </p:txBody>
      </p:sp>
      <p:sp>
        <p:nvSpPr>
          <p:cNvPr id="11" name="Text Placeholder 10"/>
          <p:cNvSpPr>
            <a:spLocks noGrp="1"/>
          </p:cNvSpPr>
          <p:nvPr>
            <p:ph type="body" sz="quarter" idx="63"/>
          </p:nvPr>
        </p:nvSpPr>
        <p:spPr>
          <a:xfrm>
            <a:off x="2431360" y="1476936"/>
            <a:ext cx="2837443" cy="5396768"/>
          </a:xfrm>
        </p:spPr>
        <p:txBody>
          <a:bodyPr/>
          <a:lstStyle>
            <a:lvl1pPr>
              <a:defRPr sz="1079"/>
            </a:lvl1pPr>
            <a:lvl2pPr marL="0" indent="0">
              <a:buNone/>
              <a:defRPr sz="756"/>
            </a:lvl2pPr>
            <a:lvl3pPr marL="193613" indent="-193613">
              <a:buFont typeface="Wingdings" pitchFamily="2" charset="2"/>
              <a:buChar char="§"/>
              <a:defRPr sz="756"/>
            </a:lvl3pPr>
            <a:lvl4pPr marL="392367" indent="-197040">
              <a:buFont typeface="Verdana" pitchFamily="34" charset="0"/>
              <a:buChar char="–"/>
              <a:defRPr sz="756"/>
            </a:lvl4pPr>
            <a:lvl5pPr marL="582552" indent="-197040">
              <a:defRPr sz="75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17" name="Text Placeholder 7"/>
          <p:cNvSpPr>
            <a:spLocks noGrp="1"/>
          </p:cNvSpPr>
          <p:nvPr>
            <p:ph type="body" sz="quarter" idx="52"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13" name="Text Placeholder 10"/>
          <p:cNvSpPr>
            <a:spLocks noGrp="1"/>
          </p:cNvSpPr>
          <p:nvPr>
            <p:ph type="body" sz="quarter" idx="64"/>
          </p:nvPr>
        </p:nvSpPr>
        <p:spPr>
          <a:xfrm>
            <a:off x="5423011" y="1476936"/>
            <a:ext cx="2837443" cy="5396768"/>
          </a:xfrm>
        </p:spPr>
        <p:txBody>
          <a:bodyPr/>
          <a:lstStyle>
            <a:lvl1pPr>
              <a:defRPr sz="1079"/>
            </a:lvl1pPr>
            <a:lvl2pPr marL="0" indent="0">
              <a:buNone/>
              <a:defRPr sz="756"/>
            </a:lvl2pPr>
            <a:lvl3pPr marL="193613" indent="-193613">
              <a:buFont typeface="Wingdings" pitchFamily="2" charset="2"/>
              <a:buChar char="§"/>
              <a:defRPr sz="756"/>
            </a:lvl3pPr>
            <a:lvl4pPr marL="392367" indent="-197040">
              <a:buFont typeface="Verdana" pitchFamily="34" charset="0"/>
              <a:buChar char="–"/>
              <a:defRPr sz="756"/>
            </a:lvl4pPr>
            <a:lvl5pPr marL="582552" indent="-197040">
              <a:defRPr sz="75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5" name="Rectangle 14"/>
          <p:cNvSpPr/>
          <p:nvPr userDrawn="1"/>
        </p:nvSpPr>
        <p:spPr>
          <a:xfrm>
            <a:off x="8416376" y="1476936"/>
            <a:ext cx="1747700" cy="5396768"/>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7712" tIns="38856" rIns="77712" bIns="38856" rtlCol="0" anchor="ctr"/>
          <a:lstStyle/>
          <a:p>
            <a:pPr algn="ctr"/>
            <a:endParaRPr lang="en-GB" sz="863" dirty="0">
              <a:solidFill>
                <a:srgbClr val="FFFFFF"/>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 Basic">
    <p:spTree>
      <p:nvGrpSpPr>
        <p:cNvPr id="1" name=""/>
        <p:cNvGrpSpPr/>
        <p:nvPr/>
      </p:nvGrpSpPr>
      <p:grpSpPr>
        <a:xfrm>
          <a:off x="0" y="0"/>
          <a:ext cx="0" cy="0"/>
          <a:chOff x="0" y="0"/>
          <a:chExt cx="0" cy="0"/>
        </a:xfrm>
      </p:grpSpPr>
      <p:sp>
        <p:nvSpPr>
          <p:cNvPr id="9" name="Content Placeholder 2"/>
          <p:cNvSpPr>
            <a:spLocks noGrp="1"/>
          </p:cNvSpPr>
          <p:nvPr>
            <p:ph idx="1"/>
          </p:nvPr>
        </p:nvSpPr>
        <p:spPr>
          <a:xfrm>
            <a:off x="527737" y="1478687"/>
            <a:ext cx="9636339" cy="5396768"/>
          </a:xfrm>
        </p:spPr>
        <p:txBody>
          <a:bodyPr/>
          <a:lstStyle>
            <a:lvl1pPr>
              <a:defRPr sz="1079"/>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a:xfrm>
            <a:off x="1382178" y="207941"/>
            <a:ext cx="8043522" cy="694458"/>
          </a:xfrm>
        </p:spPr>
        <p:txBody>
          <a:bodyPr/>
          <a:lstStyle/>
          <a:p>
            <a:r>
              <a:rPr lang="en-US"/>
              <a:t>Click to edit Master title style</a:t>
            </a:r>
            <a:endParaRPr lang="en-GB" dirty="0"/>
          </a:p>
        </p:txBody>
      </p:sp>
      <p:sp>
        <p:nvSpPr>
          <p:cNvPr id="6" name="Text Placeholder 13"/>
          <p:cNvSpPr>
            <a:spLocks noGrp="1"/>
          </p:cNvSpPr>
          <p:nvPr>
            <p:ph type="body" sz="quarter" idx="10" hasCustomPrompt="1"/>
          </p:nvPr>
        </p:nvSpPr>
        <p:spPr>
          <a:xfrm>
            <a:off x="527255" y="207941"/>
            <a:ext cx="582837" cy="694458"/>
          </a:xfrm>
          <a:solidFill>
            <a:schemeClr val="bg1">
              <a:lumMod val="95000"/>
            </a:schemeClr>
          </a:solidFill>
        </p:spPr>
        <p:txBody>
          <a:bodyPr lIns="72000" tIns="0" rIns="72000" anchor="ctr" anchorCtr="0"/>
          <a:lstStyle>
            <a:lvl1pPr algn="ctr">
              <a:defRPr sz="4749">
                <a:solidFill>
                  <a:schemeClr val="tx2"/>
                </a:solidFill>
                <a:latin typeface="Myriad Light" pitchFamily="2" charset="0"/>
              </a:defRPr>
            </a:lvl1pPr>
          </a:lstStyle>
          <a:p>
            <a:pPr lvl="0"/>
            <a:r>
              <a:rPr lang="en-US" dirty="0"/>
              <a:t>#</a:t>
            </a:r>
          </a:p>
        </p:txBody>
      </p:sp>
      <p:sp>
        <p:nvSpPr>
          <p:cNvPr id="7" name="Text Placeholder 7"/>
          <p:cNvSpPr>
            <a:spLocks noGrp="1"/>
          </p:cNvSpPr>
          <p:nvPr>
            <p:ph type="body" sz="quarter" idx="32"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 Standard profile">
    <p:spTree>
      <p:nvGrpSpPr>
        <p:cNvPr id="1" name=""/>
        <p:cNvGrpSpPr/>
        <p:nvPr/>
      </p:nvGrpSpPr>
      <p:grpSpPr>
        <a:xfrm>
          <a:off x="0" y="0"/>
          <a:ext cx="0" cy="0"/>
          <a:chOff x="0" y="0"/>
          <a:chExt cx="0" cy="0"/>
        </a:xfrm>
      </p:grpSpPr>
      <p:sp>
        <p:nvSpPr>
          <p:cNvPr id="2" name="Title 1"/>
          <p:cNvSpPr>
            <a:spLocks noGrp="1"/>
          </p:cNvSpPr>
          <p:nvPr>
            <p:ph type="title"/>
          </p:nvPr>
        </p:nvSpPr>
        <p:spPr>
          <a:xfrm>
            <a:off x="1304457" y="207941"/>
            <a:ext cx="8043522" cy="694458"/>
          </a:xfrm>
        </p:spPr>
        <p:txBody>
          <a:bodyPr/>
          <a:lstStyle/>
          <a:p>
            <a:r>
              <a:rPr lang="en-US"/>
              <a:t>Click to edit Master title style</a:t>
            </a:r>
            <a:endParaRPr lang="en-GB" dirty="0"/>
          </a:p>
        </p:txBody>
      </p:sp>
      <p:sp>
        <p:nvSpPr>
          <p:cNvPr id="17" name="Text Placeholder 13"/>
          <p:cNvSpPr>
            <a:spLocks noGrp="1"/>
          </p:cNvSpPr>
          <p:nvPr>
            <p:ph type="body" sz="quarter" idx="10" hasCustomPrompt="1"/>
          </p:nvPr>
        </p:nvSpPr>
        <p:spPr>
          <a:xfrm>
            <a:off x="527255" y="207941"/>
            <a:ext cx="582837" cy="694458"/>
          </a:xfrm>
          <a:solidFill>
            <a:schemeClr val="bg1">
              <a:lumMod val="95000"/>
            </a:schemeClr>
          </a:solidFill>
        </p:spPr>
        <p:txBody>
          <a:bodyPr lIns="72000" tIns="0" rIns="72000" anchor="ctr" anchorCtr="0"/>
          <a:lstStyle>
            <a:lvl1pPr algn="ctr">
              <a:defRPr sz="4749">
                <a:solidFill>
                  <a:schemeClr val="tx2"/>
                </a:solidFill>
                <a:latin typeface="Myriad Light" pitchFamily="2" charset="0"/>
              </a:defRPr>
            </a:lvl1pPr>
          </a:lstStyle>
          <a:p>
            <a:pPr lvl="0"/>
            <a:r>
              <a:rPr lang="en-US" dirty="0"/>
              <a:t>#</a:t>
            </a:r>
          </a:p>
        </p:txBody>
      </p:sp>
      <p:sp>
        <p:nvSpPr>
          <p:cNvPr id="16" name="Text Placeholder 7"/>
          <p:cNvSpPr>
            <a:spLocks noGrp="1"/>
          </p:cNvSpPr>
          <p:nvPr>
            <p:ph type="body" sz="quarter" idx="40"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20" name="Text Placeholder 21"/>
          <p:cNvSpPr>
            <a:spLocks noGrp="1"/>
          </p:cNvSpPr>
          <p:nvPr>
            <p:ph type="body" sz="quarter" idx="35" hasCustomPrompt="1"/>
          </p:nvPr>
        </p:nvSpPr>
        <p:spPr>
          <a:xfrm>
            <a:off x="5423672" y="1716677"/>
            <a:ext cx="4740404" cy="2379898"/>
          </a:xfrm>
          <a:solidFill>
            <a:schemeClr val="bg1">
              <a:lumMod val="95000"/>
            </a:schemeClr>
          </a:solidFill>
        </p:spPr>
        <p:txBody>
          <a:bodyPr/>
          <a:lstStyle>
            <a:lvl1pPr>
              <a:defRPr/>
            </a:lvl1pPr>
            <a:lvl2pPr>
              <a:defRPr/>
            </a:lvl2pPr>
          </a:lstStyle>
          <a:p>
            <a:pPr lvl="0"/>
            <a:r>
              <a:rPr lang="en-GB" dirty="0"/>
              <a:t> </a:t>
            </a:r>
          </a:p>
        </p:txBody>
      </p:sp>
      <p:sp>
        <p:nvSpPr>
          <p:cNvPr id="29" name="Content Placeholder 2"/>
          <p:cNvSpPr>
            <a:spLocks noGrp="1"/>
          </p:cNvSpPr>
          <p:nvPr>
            <p:ph sz="half" idx="31"/>
          </p:nvPr>
        </p:nvSpPr>
        <p:spPr>
          <a:xfrm>
            <a:off x="5423672" y="1716677"/>
            <a:ext cx="4740404"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0" name="Text Placeholder 22"/>
          <p:cNvSpPr>
            <a:spLocks noGrp="1"/>
          </p:cNvSpPr>
          <p:nvPr>
            <p:ph type="body" sz="quarter" idx="33" hasCustomPrompt="1"/>
          </p:nvPr>
        </p:nvSpPr>
        <p:spPr>
          <a:xfrm>
            <a:off x="5423672" y="3939600"/>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32" name="Text Placeholder 21"/>
          <p:cNvSpPr>
            <a:spLocks noGrp="1"/>
          </p:cNvSpPr>
          <p:nvPr>
            <p:ph type="body" sz="quarter" idx="42" hasCustomPrompt="1"/>
          </p:nvPr>
        </p:nvSpPr>
        <p:spPr>
          <a:xfrm>
            <a:off x="5423672" y="4493807"/>
            <a:ext cx="4740404" cy="2379898"/>
          </a:xfrm>
          <a:solidFill>
            <a:schemeClr val="bg1">
              <a:lumMod val="95000"/>
            </a:schemeClr>
          </a:solidFill>
        </p:spPr>
        <p:txBody>
          <a:bodyPr/>
          <a:lstStyle>
            <a:lvl1pPr>
              <a:defRPr/>
            </a:lvl1pPr>
            <a:lvl2pPr>
              <a:defRPr/>
            </a:lvl2pPr>
          </a:lstStyle>
          <a:p>
            <a:pPr lvl="0"/>
            <a:r>
              <a:rPr lang="en-GB" dirty="0"/>
              <a:t> </a:t>
            </a:r>
          </a:p>
        </p:txBody>
      </p:sp>
      <p:sp>
        <p:nvSpPr>
          <p:cNvPr id="33" name="Content Placeholder 2"/>
          <p:cNvSpPr>
            <a:spLocks noGrp="1"/>
          </p:cNvSpPr>
          <p:nvPr>
            <p:ph sz="half" idx="43"/>
          </p:nvPr>
        </p:nvSpPr>
        <p:spPr>
          <a:xfrm>
            <a:off x="5423672" y="4493806"/>
            <a:ext cx="4740404"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4" name="Text Placeholder 22"/>
          <p:cNvSpPr>
            <a:spLocks noGrp="1"/>
          </p:cNvSpPr>
          <p:nvPr>
            <p:ph type="body" sz="quarter" idx="44" hasCustomPrompt="1"/>
          </p:nvPr>
        </p:nvSpPr>
        <p:spPr>
          <a:xfrm>
            <a:off x="5423672" y="6716729"/>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5" name="Text Placeholder 23"/>
          <p:cNvSpPr>
            <a:spLocks noGrp="1"/>
          </p:cNvSpPr>
          <p:nvPr>
            <p:ph type="body" sz="quarter" idx="62"/>
          </p:nvPr>
        </p:nvSpPr>
        <p:spPr>
          <a:xfrm>
            <a:off x="5423011" y="4255817"/>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2" name="Text Placeholder 23"/>
          <p:cNvSpPr>
            <a:spLocks noGrp="1"/>
          </p:cNvSpPr>
          <p:nvPr>
            <p:ph type="body" sz="quarter" idx="64"/>
          </p:nvPr>
        </p:nvSpPr>
        <p:spPr>
          <a:xfrm>
            <a:off x="5423672" y="1478686"/>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14" name="Content Placeholder 2"/>
          <p:cNvSpPr>
            <a:spLocks noGrp="1"/>
          </p:cNvSpPr>
          <p:nvPr>
            <p:ph idx="1"/>
          </p:nvPr>
        </p:nvSpPr>
        <p:spPr>
          <a:xfrm>
            <a:off x="527734" y="1478687"/>
            <a:ext cx="4741068" cy="5396768"/>
          </a:xfrm>
        </p:spPr>
        <p:txBody>
          <a:bodyPr/>
          <a:lstStyle>
            <a:lvl1pPr>
              <a:defRPr sz="1079"/>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 Two boxes">
    <p:spTree>
      <p:nvGrpSpPr>
        <p:cNvPr id="1" name=""/>
        <p:cNvGrpSpPr/>
        <p:nvPr/>
      </p:nvGrpSpPr>
      <p:grpSpPr>
        <a:xfrm>
          <a:off x="0" y="0"/>
          <a:ext cx="0" cy="0"/>
          <a:chOff x="0" y="0"/>
          <a:chExt cx="0" cy="0"/>
        </a:xfrm>
      </p:grpSpPr>
      <p:sp>
        <p:nvSpPr>
          <p:cNvPr id="2" name="Title 1"/>
          <p:cNvSpPr>
            <a:spLocks noGrp="1"/>
          </p:cNvSpPr>
          <p:nvPr>
            <p:ph type="title"/>
          </p:nvPr>
        </p:nvSpPr>
        <p:spPr>
          <a:xfrm>
            <a:off x="1304457" y="207941"/>
            <a:ext cx="8043522" cy="694458"/>
          </a:xfrm>
        </p:spPr>
        <p:txBody>
          <a:bodyPr/>
          <a:lstStyle/>
          <a:p>
            <a:r>
              <a:rPr lang="en-US"/>
              <a:t>Click to edit Master title style</a:t>
            </a:r>
            <a:endParaRPr lang="en-GB"/>
          </a:p>
        </p:txBody>
      </p:sp>
      <p:sp>
        <p:nvSpPr>
          <p:cNvPr id="14" name="Text Placeholder 13"/>
          <p:cNvSpPr>
            <a:spLocks noGrp="1"/>
          </p:cNvSpPr>
          <p:nvPr>
            <p:ph type="body" sz="quarter" idx="10" hasCustomPrompt="1"/>
          </p:nvPr>
        </p:nvSpPr>
        <p:spPr>
          <a:xfrm>
            <a:off x="527255" y="207941"/>
            <a:ext cx="582837" cy="694458"/>
          </a:xfrm>
          <a:solidFill>
            <a:schemeClr val="bg1">
              <a:lumMod val="95000"/>
            </a:schemeClr>
          </a:solidFill>
        </p:spPr>
        <p:txBody>
          <a:bodyPr lIns="72000" tIns="0" rIns="72000" anchor="ctr" anchorCtr="0"/>
          <a:lstStyle>
            <a:lvl1pPr algn="ctr">
              <a:defRPr sz="4749">
                <a:solidFill>
                  <a:schemeClr val="tx2"/>
                </a:solidFill>
                <a:latin typeface="Myriad Light" pitchFamily="2" charset="0"/>
              </a:defRPr>
            </a:lvl1pPr>
          </a:lstStyle>
          <a:p>
            <a:pPr lvl="0"/>
            <a:r>
              <a:rPr lang="en-US" dirty="0"/>
              <a:t>#</a:t>
            </a:r>
          </a:p>
        </p:txBody>
      </p:sp>
      <p:sp>
        <p:nvSpPr>
          <p:cNvPr id="15" name="Text Placeholder 7"/>
          <p:cNvSpPr>
            <a:spLocks noGrp="1"/>
          </p:cNvSpPr>
          <p:nvPr>
            <p:ph type="body" sz="quarter" idx="40"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18" name="Text Placeholder 21"/>
          <p:cNvSpPr>
            <a:spLocks noGrp="1"/>
          </p:cNvSpPr>
          <p:nvPr>
            <p:ph type="body" sz="quarter" idx="35" hasCustomPrompt="1"/>
          </p:nvPr>
        </p:nvSpPr>
        <p:spPr>
          <a:xfrm>
            <a:off x="527737" y="1716677"/>
            <a:ext cx="9636339" cy="2379898"/>
          </a:xfrm>
          <a:solidFill>
            <a:schemeClr val="bg1">
              <a:lumMod val="95000"/>
            </a:schemeClr>
          </a:solidFill>
        </p:spPr>
        <p:txBody>
          <a:bodyPr/>
          <a:lstStyle>
            <a:lvl1pPr>
              <a:defRPr/>
            </a:lvl1pPr>
            <a:lvl2pPr>
              <a:defRPr/>
            </a:lvl2pPr>
          </a:lstStyle>
          <a:p>
            <a:pPr lvl="0"/>
            <a:r>
              <a:rPr lang="en-GB" dirty="0"/>
              <a:t> </a:t>
            </a:r>
          </a:p>
        </p:txBody>
      </p:sp>
      <p:sp>
        <p:nvSpPr>
          <p:cNvPr id="20" name="Content Placeholder 2"/>
          <p:cNvSpPr>
            <a:spLocks noGrp="1"/>
          </p:cNvSpPr>
          <p:nvPr>
            <p:ph sz="half" idx="31"/>
          </p:nvPr>
        </p:nvSpPr>
        <p:spPr>
          <a:xfrm>
            <a:off x="527737" y="1716677"/>
            <a:ext cx="9636339"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2" name="Text Placeholder 22"/>
          <p:cNvSpPr>
            <a:spLocks noGrp="1"/>
          </p:cNvSpPr>
          <p:nvPr>
            <p:ph type="body" sz="quarter" idx="33" hasCustomPrompt="1"/>
          </p:nvPr>
        </p:nvSpPr>
        <p:spPr>
          <a:xfrm>
            <a:off x="527737" y="3939600"/>
            <a:ext cx="9636339"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9" name="Text Placeholder 21"/>
          <p:cNvSpPr>
            <a:spLocks noGrp="1"/>
          </p:cNvSpPr>
          <p:nvPr>
            <p:ph type="body" sz="quarter" idx="42" hasCustomPrompt="1"/>
          </p:nvPr>
        </p:nvSpPr>
        <p:spPr>
          <a:xfrm>
            <a:off x="527737" y="4493807"/>
            <a:ext cx="9636339" cy="2379898"/>
          </a:xfrm>
          <a:solidFill>
            <a:schemeClr val="bg1">
              <a:lumMod val="95000"/>
            </a:schemeClr>
          </a:solidFill>
        </p:spPr>
        <p:txBody>
          <a:bodyPr/>
          <a:lstStyle>
            <a:lvl1pPr>
              <a:defRPr/>
            </a:lvl1pPr>
            <a:lvl2pPr>
              <a:defRPr/>
            </a:lvl2pPr>
          </a:lstStyle>
          <a:p>
            <a:pPr lvl="0"/>
            <a:r>
              <a:rPr lang="en-GB" dirty="0"/>
              <a:t> </a:t>
            </a:r>
          </a:p>
        </p:txBody>
      </p:sp>
      <p:sp>
        <p:nvSpPr>
          <p:cNvPr id="30" name="Content Placeholder 2"/>
          <p:cNvSpPr>
            <a:spLocks noGrp="1"/>
          </p:cNvSpPr>
          <p:nvPr>
            <p:ph sz="half" idx="43"/>
          </p:nvPr>
        </p:nvSpPr>
        <p:spPr>
          <a:xfrm>
            <a:off x="527737" y="4493806"/>
            <a:ext cx="9636339"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1" name="Text Placeholder 22"/>
          <p:cNvSpPr>
            <a:spLocks noGrp="1"/>
          </p:cNvSpPr>
          <p:nvPr>
            <p:ph type="body" sz="quarter" idx="44" hasCustomPrompt="1"/>
          </p:nvPr>
        </p:nvSpPr>
        <p:spPr>
          <a:xfrm>
            <a:off x="527737" y="6716729"/>
            <a:ext cx="9636339"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6" name="Text Placeholder 23"/>
          <p:cNvSpPr>
            <a:spLocks noGrp="1"/>
          </p:cNvSpPr>
          <p:nvPr>
            <p:ph type="body" sz="quarter" idx="62"/>
          </p:nvPr>
        </p:nvSpPr>
        <p:spPr>
          <a:xfrm>
            <a:off x="527738" y="4255817"/>
            <a:ext cx="9636339" cy="237989"/>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1" name="Text Placeholder 23"/>
          <p:cNvSpPr>
            <a:spLocks noGrp="1"/>
          </p:cNvSpPr>
          <p:nvPr>
            <p:ph type="body" sz="quarter" idx="64"/>
          </p:nvPr>
        </p:nvSpPr>
        <p:spPr>
          <a:xfrm>
            <a:off x="528400" y="1478686"/>
            <a:ext cx="9636339" cy="237989"/>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 Four boxes">
    <p:spTree>
      <p:nvGrpSpPr>
        <p:cNvPr id="1" name=""/>
        <p:cNvGrpSpPr/>
        <p:nvPr/>
      </p:nvGrpSpPr>
      <p:grpSpPr>
        <a:xfrm>
          <a:off x="0" y="0"/>
          <a:ext cx="0" cy="0"/>
          <a:chOff x="0" y="0"/>
          <a:chExt cx="0" cy="0"/>
        </a:xfrm>
      </p:grpSpPr>
      <p:sp>
        <p:nvSpPr>
          <p:cNvPr id="2" name="Title 1"/>
          <p:cNvSpPr>
            <a:spLocks noGrp="1"/>
          </p:cNvSpPr>
          <p:nvPr>
            <p:ph type="title"/>
          </p:nvPr>
        </p:nvSpPr>
        <p:spPr>
          <a:xfrm>
            <a:off x="1304457" y="207941"/>
            <a:ext cx="8043522" cy="694458"/>
          </a:xfrm>
        </p:spPr>
        <p:txBody>
          <a:bodyPr/>
          <a:lstStyle/>
          <a:p>
            <a:r>
              <a:rPr lang="en-US"/>
              <a:t>Click to edit Master title style</a:t>
            </a:r>
            <a:endParaRPr lang="en-GB"/>
          </a:p>
        </p:txBody>
      </p:sp>
      <p:sp>
        <p:nvSpPr>
          <p:cNvPr id="29" name="Text Placeholder 13"/>
          <p:cNvSpPr>
            <a:spLocks noGrp="1"/>
          </p:cNvSpPr>
          <p:nvPr>
            <p:ph type="body" sz="quarter" idx="10" hasCustomPrompt="1"/>
          </p:nvPr>
        </p:nvSpPr>
        <p:spPr>
          <a:xfrm>
            <a:off x="527255" y="207941"/>
            <a:ext cx="582837" cy="694458"/>
          </a:xfrm>
          <a:solidFill>
            <a:schemeClr val="bg1">
              <a:lumMod val="95000"/>
            </a:schemeClr>
          </a:solidFill>
        </p:spPr>
        <p:txBody>
          <a:bodyPr lIns="72000" tIns="0" rIns="72000" anchor="ctr" anchorCtr="0"/>
          <a:lstStyle>
            <a:lvl1pPr algn="ctr">
              <a:defRPr sz="4749">
                <a:solidFill>
                  <a:schemeClr val="tx2"/>
                </a:solidFill>
                <a:latin typeface="Myriad Light" pitchFamily="2" charset="0"/>
              </a:defRPr>
            </a:lvl1pPr>
          </a:lstStyle>
          <a:p>
            <a:pPr lvl="0"/>
            <a:r>
              <a:rPr lang="en-US" dirty="0"/>
              <a:t>#</a:t>
            </a:r>
          </a:p>
        </p:txBody>
      </p:sp>
      <p:sp>
        <p:nvSpPr>
          <p:cNvPr id="22" name="Text Placeholder 7"/>
          <p:cNvSpPr>
            <a:spLocks noGrp="1"/>
          </p:cNvSpPr>
          <p:nvPr>
            <p:ph type="body" sz="quarter" idx="48"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24" name="Text Placeholder 21"/>
          <p:cNvSpPr>
            <a:spLocks noGrp="1"/>
          </p:cNvSpPr>
          <p:nvPr>
            <p:ph type="body" sz="quarter" idx="35" hasCustomPrompt="1"/>
          </p:nvPr>
        </p:nvSpPr>
        <p:spPr>
          <a:xfrm>
            <a:off x="5423010" y="1716677"/>
            <a:ext cx="4740404" cy="2379898"/>
          </a:xfrm>
          <a:solidFill>
            <a:schemeClr val="bg1">
              <a:lumMod val="95000"/>
            </a:schemeClr>
          </a:solidFill>
        </p:spPr>
        <p:txBody>
          <a:bodyPr/>
          <a:lstStyle>
            <a:lvl1pPr>
              <a:defRPr/>
            </a:lvl1pPr>
            <a:lvl2pPr>
              <a:defRPr/>
            </a:lvl2pPr>
          </a:lstStyle>
          <a:p>
            <a:pPr lvl="0"/>
            <a:r>
              <a:rPr lang="en-GB" dirty="0"/>
              <a:t> </a:t>
            </a:r>
          </a:p>
        </p:txBody>
      </p:sp>
      <p:sp>
        <p:nvSpPr>
          <p:cNvPr id="25" name="Content Placeholder 2"/>
          <p:cNvSpPr>
            <a:spLocks noGrp="1"/>
          </p:cNvSpPr>
          <p:nvPr>
            <p:ph sz="half" idx="31"/>
          </p:nvPr>
        </p:nvSpPr>
        <p:spPr>
          <a:xfrm>
            <a:off x="5423010" y="1716677"/>
            <a:ext cx="4740404"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6" name="Text Placeholder 22"/>
          <p:cNvSpPr>
            <a:spLocks noGrp="1"/>
          </p:cNvSpPr>
          <p:nvPr>
            <p:ph type="body" sz="quarter" idx="33" hasCustomPrompt="1"/>
          </p:nvPr>
        </p:nvSpPr>
        <p:spPr>
          <a:xfrm>
            <a:off x="5423010" y="3939600"/>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45" name="Text Placeholder 21"/>
          <p:cNvSpPr>
            <a:spLocks noGrp="1"/>
          </p:cNvSpPr>
          <p:nvPr>
            <p:ph type="body" sz="quarter" idx="50" hasCustomPrompt="1"/>
          </p:nvPr>
        </p:nvSpPr>
        <p:spPr>
          <a:xfrm>
            <a:off x="5423010" y="4493807"/>
            <a:ext cx="4740404" cy="2379898"/>
          </a:xfrm>
          <a:solidFill>
            <a:schemeClr val="bg1">
              <a:lumMod val="95000"/>
            </a:schemeClr>
          </a:solidFill>
        </p:spPr>
        <p:txBody>
          <a:bodyPr/>
          <a:lstStyle>
            <a:lvl1pPr>
              <a:defRPr/>
            </a:lvl1pPr>
            <a:lvl2pPr>
              <a:defRPr/>
            </a:lvl2pPr>
          </a:lstStyle>
          <a:p>
            <a:pPr lvl="0"/>
            <a:r>
              <a:rPr lang="en-GB" dirty="0"/>
              <a:t> </a:t>
            </a:r>
          </a:p>
        </p:txBody>
      </p:sp>
      <p:sp>
        <p:nvSpPr>
          <p:cNvPr id="46" name="Content Placeholder 2"/>
          <p:cNvSpPr>
            <a:spLocks noGrp="1"/>
          </p:cNvSpPr>
          <p:nvPr>
            <p:ph sz="half" idx="51"/>
          </p:nvPr>
        </p:nvSpPr>
        <p:spPr>
          <a:xfrm>
            <a:off x="5423010" y="4493806"/>
            <a:ext cx="4740404"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7" name="Text Placeholder 22"/>
          <p:cNvSpPr>
            <a:spLocks noGrp="1"/>
          </p:cNvSpPr>
          <p:nvPr>
            <p:ph type="body" sz="quarter" idx="52" hasCustomPrompt="1"/>
          </p:nvPr>
        </p:nvSpPr>
        <p:spPr>
          <a:xfrm>
            <a:off x="5423010" y="6716729"/>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49" name="Text Placeholder 21"/>
          <p:cNvSpPr>
            <a:spLocks noGrp="1"/>
          </p:cNvSpPr>
          <p:nvPr>
            <p:ph type="body" sz="quarter" idx="54" hasCustomPrompt="1"/>
          </p:nvPr>
        </p:nvSpPr>
        <p:spPr>
          <a:xfrm>
            <a:off x="527737" y="1716675"/>
            <a:ext cx="4740404" cy="2379898"/>
          </a:xfrm>
          <a:solidFill>
            <a:schemeClr val="bg1">
              <a:lumMod val="95000"/>
            </a:schemeClr>
          </a:solidFill>
        </p:spPr>
        <p:txBody>
          <a:bodyPr/>
          <a:lstStyle>
            <a:lvl1pPr>
              <a:defRPr/>
            </a:lvl1pPr>
            <a:lvl2pPr>
              <a:defRPr/>
            </a:lvl2pPr>
          </a:lstStyle>
          <a:p>
            <a:pPr lvl="0"/>
            <a:r>
              <a:rPr lang="en-GB" dirty="0"/>
              <a:t> </a:t>
            </a:r>
          </a:p>
        </p:txBody>
      </p:sp>
      <p:sp>
        <p:nvSpPr>
          <p:cNvPr id="50" name="Content Placeholder 2"/>
          <p:cNvSpPr>
            <a:spLocks noGrp="1"/>
          </p:cNvSpPr>
          <p:nvPr>
            <p:ph sz="half" idx="55"/>
          </p:nvPr>
        </p:nvSpPr>
        <p:spPr>
          <a:xfrm>
            <a:off x="527737" y="1716675"/>
            <a:ext cx="4740404"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1" name="Text Placeholder 22"/>
          <p:cNvSpPr>
            <a:spLocks noGrp="1"/>
          </p:cNvSpPr>
          <p:nvPr>
            <p:ph type="body" sz="quarter" idx="56" hasCustomPrompt="1"/>
          </p:nvPr>
        </p:nvSpPr>
        <p:spPr>
          <a:xfrm>
            <a:off x="527737" y="3939599"/>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53" name="Text Placeholder 21"/>
          <p:cNvSpPr>
            <a:spLocks noGrp="1"/>
          </p:cNvSpPr>
          <p:nvPr>
            <p:ph type="body" sz="quarter" idx="58" hasCustomPrompt="1"/>
          </p:nvPr>
        </p:nvSpPr>
        <p:spPr>
          <a:xfrm>
            <a:off x="527737" y="4493806"/>
            <a:ext cx="4740404" cy="2379898"/>
          </a:xfrm>
          <a:solidFill>
            <a:schemeClr val="bg1">
              <a:lumMod val="95000"/>
            </a:schemeClr>
          </a:solidFill>
        </p:spPr>
        <p:txBody>
          <a:bodyPr/>
          <a:lstStyle>
            <a:lvl1pPr>
              <a:defRPr/>
            </a:lvl1pPr>
            <a:lvl2pPr>
              <a:defRPr/>
            </a:lvl2pPr>
          </a:lstStyle>
          <a:p>
            <a:pPr lvl="0"/>
            <a:r>
              <a:rPr lang="en-GB" dirty="0"/>
              <a:t> </a:t>
            </a:r>
          </a:p>
        </p:txBody>
      </p:sp>
      <p:sp>
        <p:nvSpPr>
          <p:cNvPr id="54" name="Content Placeholder 2"/>
          <p:cNvSpPr>
            <a:spLocks noGrp="1"/>
          </p:cNvSpPr>
          <p:nvPr>
            <p:ph sz="half" idx="59"/>
          </p:nvPr>
        </p:nvSpPr>
        <p:spPr>
          <a:xfrm>
            <a:off x="527737" y="4493804"/>
            <a:ext cx="4740404"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5" name="Text Placeholder 22"/>
          <p:cNvSpPr>
            <a:spLocks noGrp="1"/>
          </p:cNvSpPr>
          <p:nvPr>
            <p:ph type="body" sz="quarter" idx="60" hasCustomPrompt="1"/>
          </p:nvPr>
        </p:nvSpPr>
        <p:spPr>
          <a:xfrm>
            <a:off x="527737" y="6716728"/>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1" name="Text Placeholder 23"/>
          <p:cNvSpPr>
            <a:spLocks noGrp="1"/>
          </p:cNvSpPr>
          <p:nvPr>
            <p:ph type="body" sz="quarter" idx="61"/>
          </p:nvPr>
        </p:nvSpPr>
        <p:spPr>
          <a:xfrm>
            <a:off x="527737" y="4255817"/>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8" name="Text Placeholder 23"/>
          <p:cNvSpPr>
            <a:spLocks noGrp="1"/>
          </p:cNvSpPr>
          <p:nvPr>
            <p:ph type="body" sz="quarter" idx="62"/>
          </p:nvPr>
        </p:nvSpPr>
        <p:spPr>
          <a:xfrm>
            <a:off x="5423011" y="4255817"/>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0" name="Text Placeholder 23"/>
          <p:cNvSpPr>
            <a:spLocks noGrp="1"/>
          </p:cNvSpPr>
          <p:nvPr>
            <p:ph type="body" sz="quarter" idx="63"/>
          </p:nvPr>
        </p:nvSpPr>
        <p:spPr>
          <a:xfrm>
            <a:off x="527737" y="1478686"/>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1" name="Text Placeholder 23"/>
          <p:cNvSpPr>
            <a:spLocks noGrp="1"/>
          </p:cNvSpPr>
          <p:nvPr>
            <p:ph type="body" sz="quarter" idx="64"/>
          </p:nvPr>
        </p:nvSpPr>
        <p:spPr>
          <a:xfrm>
            <a:off x="5423011" y="1478686"/>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 Six boxes">
    <p:spTree>
      <p:nvGrpSpPr>
        <p:cNvPr id="1" name=""/>
        <p:cNvGrpSpPr/>
        <p:nvPr/>
      </p:nvGrpSpPr>
      <p:grpSpPr>
        <a:xfrm>
          <a:off x="0" y="0"/>
          <a:ext cx="0" cy="0"/>
          <a:chOff x="0" y="0"/>
          <a:chExt cx="0" cy="0"/>
        </a:xfrm>
      </p:grpSpPr>
      <p:sp>
        <p:nvSpPr>
          <p:cNvPr id="2" name="Title 1"/>
          <p:cNvSpPr>
            <a:spLocks noGrp="1"/>
          </p:cNvSpPr>
          <p:nvPr>
            <p:ph type="title"/>
          </p:nvPr>
        </p:nvSpPr>
        <p:spPr>
          <a:xfrm>
            <a:off x="1382177" y="207941"/>
            <a:ext cx="8043041" cy="694458"/>
          </a:xfrm>
        </p:spPr>
        <p:txBody>
          <a:bodyPr/>
          <a:lstStyle/>
          <a:p>
            <a:r>
              <a:rPr lang="en-US"/>
              <a:t>Click to edit Master title style</a:t>
            </a:r>
            <a:endParaRPr lang="en-GB" dirty="0"/>
          </a:p>
        </p:txBody>
      </p:sp>
      <p:sp>
        <p:nvSpPr>
          <p:cNvPr id="43" name="Text Placeholder 13"/>
          <p:cNvSpPr>
            <a:spLocks noGrp="1"/>
          </p:cNvSpPr>
          <p:nvPr>
            <p:ph type="body" sz="quarter" idx="10" hasCustomPrompt="1"/>
          </p:nvPr>
        </p:nvSpPr>
        <p:spPr>
          <a:xfrm>
            <a:off x="527255" y="207941"/>
            <a:ext cx="582837" cy="694458"/>
          </a:xfrm>
          <a:solidFill>
            <a:schemeClr val="bg1">
              <a:lumMod val="95000"/>
            </a:schemeClr>
          </a:solidFill>
        </p:spPr>
        <p:txBody>
          <a:bodyPr lIns="72000" tIns="0" rIns="72000" anchor="ctr" anchorCtr="0"/>
          <a:lstStyle>
            <a:lvl1pPr algn="ctr">
              <a:defRPr sz="4749">
                <a:solidFill>
                  <a:schemeClr val="tx2"/>
                </a:solidFill>
                <a:latin typeface="Myriad Light" pitchFamily="2" charset="0"/>
              </a:defRPr>
            </a:lvl1pPr>
          </a:lstStyle>
          <a:p>
            <a:pPr lvl="0"/>
            <a:r>
              <a:rPr lang="en-US" dirty="0"/>
              <a:t>#</a:t>
            </a:r>
          </a:p>
        </p:txBody>
      </p:sp>
      <p:sp>
        <p:nvSpPr>
          <p:cNvPr id="31" name="Text Placeholder 7"/>
          <p:cNvSpPr>
            <a:spLocks noGrp="1"/>
          </p:cNvSpPr>
          <p:nvPr>
            <p:ph type="body" sz="quarter" idx="56"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33" name="Text Placeholder 21"/>
          <p:cNvSpPr>
            <a:spLocks noGrp="1"/>
          </p:cNvSpPr>
          <p:nvPr>
            <p:ph type="body" sz="quarter" idx="35" hasCustomPrompt="1"/>
          </p:nvPr>
        </p:nvSpPr>
        <p:spPr>
          <a:xfrm>
            <a:off x="7055910" y="1716677"/>
            <a:ext cx="3108166" cy="2379898"/>
          </a:xfrm>
          <a:solidFill>
            <a:schemeClr val="bg1">
              <a:lumMod val="95000"/>
            </a:schemeClr>
          </a:solidFill>
        </p:spPr>
        <p:txBody>
          <a:bodyPr/>
          <a:lstStyle>
            <a:lvl1pPr>
              <a:defRPr/>
            </a:lvl1pPr>
            <a:lvl2pPr>
              <a:defRPr/>
            </a:lvl2pPr>
          </a:lstStyle>
          <a:p>
            <a:pPr lvl="0"/>
            <a:r>
              <a:rPr lang="en-GB" dirty="0"/>
              <a:t> </a:t>
            </a:r>
          </a:p>
        </p:txBody>
      </p:sp>
      <p:sp>
        <p:nvSpPr>
          <p:cNvPr id="34" name="Content Placeholder 2"/>
          <p:cNvSpPr>
            <a:spLocks noGrp="1"/>
          </p:cNvSpPr>
          <p:nvPr>
            <p:ph sz="half" idx="31"/>
          </p:nvPr>
        </p:nvSpPr>
        <p:spPr>
          <a:xfrm>
            <a:off x="7055910" y="1716677"/>
            <a:ext cx="3108166"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5" name="Text Placeholder 22"/>
          <p:cNvSpPr>
            <a:spLocks noGrp="1"/>
          </p:cNvSpPr>
          <p:nvPr>
            <p:ph type="body" sz="quarter" idx="53" hasCustomPrompt="1"/>
          </p:nvPr>
        </p:nvSpPr>
        <p:spPr>
          <a:xfrm>
            <a:off x="7055910" y="3939600"/>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37" name="Text Placeholder 21"/>
          <p:cNvSpPr>
            <a:spLocks noGrp="1"/>
          </p:cNvSpPr>
          <p:nvPr>
            <p:ph type="body" sz="quarter" idx="57" hasCustomPrompt="1"/>
          </p:nvPr>
        </p:nvSpPr>
        <p:spPr>
          <a:xfrm>
            <a:off x="3791825" y="1716677"/>
            <a:ext cx="3108166" cy="2379898"/>
          </a:xfrm>
          <a:solidFill>
            <a:schemeClr val="bg1">
              <a:lumMod val="95000"/>
            </a:schemeClr>
          </a:solidFill>
        </p:spPr>
        <p:txBody>
          <a:bodyPr/>
          <a:lstStyle>
            <a:lvl1pPr>
              <a:defRPr/>
            </a:lvl1pPr>
            <a:lvl2pPr>
              <a:defRPr/>
            </a:lvl2pPr>
          </a:lstStyle>
          <a:p>
            <a:pPr lvl="0"/>
            <a:r>
              <a:rPr lang="en-GB" dirty="0"/>
              <a:t> </a:t>
            </a:r>
          </a:p>
        </p:txBody>
      </p:sp>
      <p:sp>
        <p:nvSpPr>
          <p:cNvPr id="38" name="Content Placeholder 2"/>
          <p:cNvSpPr>
            <a:spLocks noGrp="1"/>
          </p:cNvSpPr>
          <p:nvPr>
            <p:ph sz="half" idx="58"/>
          </p:nvPr>
        </p:nvSpPr>
        <p:spPr>
          <a:xfrm>
            <a:off x="3791825" y="1716677"/>
            <a:ext cx="3108166"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9" name="Text Placeholder 22"/>
          <p:cNvSpPr>
            <a:spLocks noGrp="1"/>
          </p:cNvSpPr>
          <p:nvPr>
            <p:ph type="body" sz="quarter" idx="59" hasCustomPrompt="1"/>
          </p:nvPr>
        </p:nvSpPr>
        <p:spPr>
          <a:xfrm>
            <a:off x="3791825" y="3939600"/>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41" name="Text Placeholder 21"/>
          <p:cNvSpPr>
            <a:spLocks noGrp="1"/>
          </p:cNvSpPr>
          <p:nvPr>
            <p:ph type="body" sz="quarter" idx="61" hasCustomPrompt="1"/>
          </p:nvPr>
        </p:nvSpPr>
        <p:spPr>
          <a:xfrm>
            <a:off x="527739" y="1716677"/>
            <a:ext cx="3108166" cy="2379898"/>
          </a:xfrm>
          <a:solidFill>
            <a:schemeClr val="bg1">
              <a:lumMod val="95000"/>
            </a:schemeClr>
          </a:solidFill>
        </p:spPr>
        <p:txBody>
          <a:bodyPr/>
          <a:lstStyle>
            <a:lvl1pPr>
              <a:defRPr/>
            </a:lvl1pPr>
            <a:lvl2pPr>
              <a:defRPr/>
            </a:lvl2pPr>
          </a:lstStyle>
          <a:p>
            <a:pPr lvl="0"/>
            <a:r>
              <a:rPr lang="en-GB" dirty="0"/>
              <a:t> </a:t>
            </a:r>
          </a:p>
        </p:txBody>
      </p:sp>
      <p:sp>
        <p:nvSpPr>
          <p:cNvPr id="42" name="Content Placeholder 2"/>
          <p:cNvSpPr>
            <a:spLocks noGrp="1"/>
          </p:cNvSpPr>
          <p:nvPr>
            <p:ph sz="half" idx="62"/>
          </p:nvPr>
        </p:nvSpPr>
        <p:spPr>
          <a:xfrm>
            <a:off x="527739" y="1716677"/>
            <a:ext cx="3108166"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4" name="Text Placeholder 22"/>
          <p:cNvSpPr>
            <a:spLocks noGrp="1"/>
          </p:cNvSpPr>
          <p:nvPr>
            <p:ph type="body" sz="quarter" idx="63" hasCustomPrompt="1"/>
          </p:nvPr>
        </p:nvSpPr>
        <p:spPr>
          <a:xfrm>
            <a:off x="527739" y="3939600"/>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54" name="Text Placeholder 21"/>
          <p:cNvSpPr>
            <a:spLocks noGrp="1"/>
          </p:cNvSpPr>
          <p:nvPr>
            <p:ph type="body" sz="quarter" idx="65" hasCustomPrompt="1"/>
          </p:nvPr>
        </p:nvSpPr>
        <p:spPr>
          <a:xfrm>
            <a:off x="7055427" y="4493806"/>
            <a:ext cx="3108166" cy="2379898"/>
          </a:xfrm>
          <a:solidFill>
            <a:schemeClr val="bg1">
              <a:lumMod val="95000"/>
            </a:schemeClr>
          </a:solidFill>
        </p:spPr>
        <p:txBody>
          <a:bodyPr/>
          <a:lstStyle>
            <a:lvl1pPr>
              <a:defRPr/>
            </a:lvl1pPr>
            <a:lvl2pPr>
              <a:defRPr/>
            </a:lvl2pPr>
          </a:lstStyle>
          <a:p>
            <a:pPr lvl="0"/>
            <a:r>
              <a:rPr lang="en-GB" dirty="0"/>
              <a:t> </a:t>
            </a:r>
          </a:p>
        </p:txBody>
      </p:sp>
      <p:sp>
        <p:nvSpPr>
          <p:cNvPr id="55" name="Content Placeholder 2"/>
          <p:cNvSpPr>
            <a:spLocks noGrp="1"/>
          </p:cNvSpPr>
          <p:nvPr>
            <p:ph sz="half" idx="66"/>
          </p:nvPr>
        </p:nvSpPr>
        <p:spPr>
          <a:xfrm>
            <a:off x="7055427" y="4493806"/>
            <a:ext cx="3108166"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6" name="Text Placeholder 22"/>
          <p:cNvSpPr>
            <a:spLocks noGrp="1"/>
          </p:cNvSpPr>
          <p:nvPr>
            <p:ph type="body" sz="quarter" idx="67" hasCustomPrompt="1"/>
          </p:nvPr>
        </p:nvSpPr>
        <p:spPr>
          <a:xfrm>
            <a:off x="7055427" y="6716729"/>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58" name="Text Placeholder 21"/>
          <p:cNvSpPr>
            <a:spLocks noGrp="1"/>
          </p:cNvSpPr>
          <p:nvPr>
            <p:ph type="body" sz="quarter" idx="69" hasCustomPrompt="1"/>
          </p:nvPr>
        </p:nvSpPr>
        <p:spPr>
          <a:xfrm>
            <a:off x="3791341" y="4493806"/>
            <a:ext cx="3108166" cy="2379898"/>
          </a:xfrm>
          <a:solidFill>
            <a:schemeClr val="bg1">
              <a:lumMod val="95000"/>
            </a:schemeClr>
          </a:solidFill>
        </p:spPr>
        <p:txBody>
          <a:bodyPr/>
          <a:lstStyle>
            <a:lvl1pPr>
              <a:defRPr/>
            </a:lvl1pPr>
            <a:lvl2pPr>
              <a:defRPr/>
            </a:lvl2pPr>
          </a:lstStyle>
          <a:p>
            <a:pPr lvl="0"/>
            <a:r>
              <a:rPr lang="en-GB" dirty="0"/>
              <a:t> </a:t>
            </a:r>
          </a:p>
        </p:txBody>
      </p:sp>
      <p:sp>
        <p:nvSpPr>
          <p:cNvPr id="59" name="Content Placeholder 2"/>
          <p:cNvSpPr>
            <a:spLocks noGrp="1"/>
          </p:cNvSpPr>
          <p:nvPr>
            <p:ph sz="half" idx="70"/>
          </p:nvPr>
        </p:nvSpPr>
        <p:spPr>
          <a:xfrm>
            <a:off x="3791341" y="4493806"/>
            <a:ext cx="3108166"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0" name="Text Placeholder 22"/>
          <p:cNvSpPr>
            <a:spLocks noGrp="1"/>
          </p:cNvSpPr>
          <p:nvPr>
            <p:ph type="body" sz="quarter" idx="71" hasCustomPrompt="1"/>
          </p:nvPr>
        </p:nvSpPr>
        <p:spPr>
          <a:xfrm>
            <a:off x="3791341" y="6716729"/>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62" name="Text Placeholder 21"/>
          <p:cNvSpPr>
            <a:spLocks noGrp="1"/>
          </p:cNvSpPr>
          <p:nvPr>
            <p:ph type="body" sz="quarter" idx="73" hasCustomPrompt="1"/>
          </p:nvPr>
        </p:nvSpPr>
        <p:spPr>
          <a:xfrm>
            <a:off x="527256" y="4493806"/>
            <a:ext cx="3108166" cy="2379898"/>
          </a:xfrm>
          <a:solidFill>
            <a:schemeClr val="bg1">
              <a:lumMod val="95000"/>
            </a:schemeClr>
          </a:solidFill>
        </p:spPr>
        <p:txBody>
          <a:bodyPr/>
          <a:lstStyle>
            <a:lvl1pPr>
              <a:defRPr/>
            </a:lvl1pPr>
            <a:lvl2pPr>
              <a:defRPr/>
            </a:lvl2pPr>
          </a:lstStyle>
          <a:p>
            <a:pPr lvl="0"/>
            <a:r>
              <a:rPr lang="en-GB" dirty="0"/>
              <a:t> </a:t>
            </a:r>
          </a:p>
        </p:txBody>
      </p:sp>
      <p:sp>
        <p:nvSpPr>
          <p:cNvPr id="63" name="Content Placeholder 2"/>
          <p:cNvSpPr>
            <a:spLocks noGrp="1"/>
          </p:cNvSpPr>
          <p:nvPr>
            <p:ph sz="half" idx="74"/>
          </p:nvPr>
        </p:nvSpPr>
        <p:spPr>
          <a:xfrm>
            <a:off x="527256" y="4493806"/>
            <a:ext cx="3108166"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4" name="Text Placeholder 22"/>
          <p:cNvSpPr>
            <a:spLocks noGrp="1"/>
          </p:cNvSpPr>
          <p:nvPr>
            <p:ph type="body" sz="quarter" idx="75" hasCustomPrompt="1"/>
          </p:nvPr>
        </p:nvSpPr>
        <p:spPr>
          <a:xfrm>
            <a:off x="527256" y="6716729"/>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9" name="Text Placeholder 23"/>
          <p:cNvSpPr>
            <a:spLocks noGrp="1"/>
          </p:cNvSpPr>
          <p:nvPr>
            <p:ph type="body" sz="quarter" idx="45"/>
          </p:nvPr>
        </p:nvSpPr>
        <p:spPr>
          <a:xfrm>
            <a:off x="7055910" y="1478687"/>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0" name="Text Placeholder 23"/>
          <p:cNvSpPr>
            <a:spLocks noGrp="1"/>
          </p:cNvSpPr>
          <p:nvPr>
            <p:ph type="body" sz="quarter" idx="46"/>
          </p:nvPr>
        </p:nvSpPr>
        <p:spPr>
          <a:xfrm>
            <a:off x="3791825" y="1478687"/>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5" name="Text Placeholder 23"/>
          <p:cNvSpPr>
            <a:spLocks noGrp="1"/>
          </p:cNvSpPr>
          <p:nvPr>
            <p:ph type="body" sz="quarter" idx="76"/>
          </p:nvPr>
        </p:nvSpPr>
        <p:spPr>
          <a:xfrm>
            <a:off x="527739" y="1478687"/>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6" name="Text Placeholder 23"/>
          <p:cNvSpPr>
            <a:spLocks noGrp="1"/>
          </p:cNvSpPr>
          <p:nvPr>
            <p:ph type="body" sz="quarter" idx="77"/>
          </p:nvPr>
        </p:nvSpPr>
        <p:spPr>
          <a:xfrm>
            <a:off x="7055427" y="4255816"/>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7" name="Text Placeholder 23"/>
          <p:cNvSpPr>
            <a:spLocks noGrp="1"/>
          </p:cNvSpPr>
          <p:nvPr>
            <p:ph type="body" sz="quarter" idx="78"/>
          </p:nvPr>
        </p:nvSpPr>
        <p:spPr>
          <a:xfrm>
            <a:off x="3791341" y="4255816"/>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8" name="Text Placeholder 23"/>
          <p:cNvSpPr>
            <a:spLocks noGrp="1"/>
          </p:cNvSpPr>
          <p:nvPr>
            <p:ph type="body" sz="quarter" idx="79"/>
          </p:nvPr>
        </p:nvSpPr>
        <p:spPr>
          <a:xfrm>
            <a:off x="527256" y="4255816"/>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B] Basic">
    <p:spTree>
      <p:nvGrpSpPr>
        <p:cNvPr id="1" name=""/>
        <p:cNvGrpSpPr/>
        <p:nvPr/>
      </p:nvGrpSpPr>
      <p:grpSpPr>
        <a:xfrm>
          <a:off x="0" y="0"/>
          <a:ext cx="0" cy="0"/>
          <a:chOff x="0" y="0"/>
          <a:chExt cx="0" cy="0"/>
        </a:xfrm>
      </p:grpSpPr>
      <p:sp>
        <p:nvSpPr>
          <p:cNvPr id="11" name="Content Placeholder 2"/>
          <p:cNvSpPr>
            <a:spLocks noGrp="1"/>
          </p:cNvSpPr>
          <p:nvPr>
            <p:ph idx="1"/>
          </p:nvPr>
        </p:nvSpPr>
        <p:spPr>
          <a:xfrm>
            <a:off x="2421079" y="1478687"/>
            <a:ext cx="7742997" cy="5396768"/>
          </a:xfrm>
        </p:spPr>
        <p:txBody>
          <a:bodyPr/>
          <a:lstStyle>
            <a:lvl1pPr>
              <a:defRPr sz="1079"/>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a:xfrm>
            <a:off x="1304457" y="207941"/>
            <a:ext cx="8043522" cy="694458"/>
          </a:xfrm>
        </p:spPr>
        <p:txBody>
          <a:bodyPr/>
          <a:lstStyle/>
          <a:p>
            <a:r>
              <a:rPr lang="en-US"/>
              <a:t>Click to edit Master title style</a:t>
            </a:r>
            <a:endParaRPr lang="en-GB" dirty="0"/>
          </a:p>
        </p:txBody>
      </p:sp>
      <p:sp>
        <p:nvSpPr>
          <p:cNvPr id="10" name="Text Placeholder 13"/>
          <p:cNvSpPr>
            <a:spLocks noGrp="1"/>
          </p:cNvSpPr>
          <p:nvPr>
            <p:ph type="body" sz="quarter" idx="10" hasCustomPrompt="1"/>
          </p:nvPr>
        </p:nvSpPr>
        <p:spPr>
          <a:xfrm>
            <a:off x="527255" y="207941"/>
            <a:ext cx="582837" cy="694458"/>
          </a:xfrm>
          <a:solidFill>
            <a:schemeClr val="bg1">
              <a:lumMod val="95000"/>
            </a:schemeClr>
          </a:solidFill>
        </p:spPr>
        <p:txBody>
          <a:bodyPr lIns="72000" tIns="0" rIns="72000" anchor="ctr" anchorCtr="0"/>
          <a:lstStyle>
            <a:lvl1pPr algn="ctr">
              <a:defRPr sz="4749">
                <a:solidFill>
                  <a:schemeClr val="tx2"/>
                </a:solidFill>
                <a:latin typeface="Myriad Light" pitchFamily="2" charset="0"/>
              </a:defRPr>
            </a:lvl1pPr>
          </a:lstStyle>
          <a:p>
            <a:pPr lvl="0"/>
            <a:r>
              <a:rPr lang="en-US" dirty="0"/>
              <a:t>#</a:t>
            </a:r>
          </a:p>
        </p:txBody>
      </p:sp>
      <p:sp>
        <p:nvSpPr>
          <p:cNvPr id="9" name="Text Placeholder 10"/>
          <p:cNvSpPr>
            <a:spLocks noGrp="1"/>
          </p:cNvSpPr>
          <p:nvPr>
            <p:ph type="body" sz="quarter" idx="33" hasCustomPrompt="1"/>
          </p:nvPr>
        </p:nvSpPr>
        <p:spPr>
          <a:xfrm>
            <a:off x="520883" y="1716677"/>
            <a:ext cx="1748510" cy="5158778"/>
          </a:xfrm>
          <a:solidFill>
            <a:schemeClr val="bg1">
              <a:lumMod val="95000"/>
            </a:schemeClr>
          </a:solidFill>
        </p:spPr>
        <p:txBody>
          <a:bodyPr/>
          <a:lstStyle>
            <a:lvl1pPr>
              <a:defRPr baseline="0"/>
            </a:lvl1pPr>
          </a:lstStyle>
          <a:p>
            <a:pPr lvl="0"/>
            <a:r>
              <a:rPr lang="en-GB" dirty="0"/>
              <a:t> </a:t>
            </a:r>
          </a:p>
        </p:txBody>
      </p:sp>
      <p:sp>
        <p:nvSpPr>
          <p:cNvPr id="12" name="Text Placeholder 12"/>
          <p:cNvSpPr>
            <a:spLocks noGrp="1"/>
          </p:cNvSpPr>
          <p:nvPr>
            <p:ph type="body" sz="quarter" idx="34"/>
          </p:nvPr>
        </p:nvSpPr>
        <p:spPr>
          <a:xfrm>
            <a:off x="520883" y="1716677"/>
            <a:ext cx="1748510" cy="5158778"/>
          </a:xfrm>
        </p:spPr>
        <p:txBody>
          <a:bodyPr lIns="72000" tIns="36000" rIns="72000" bIns="36000"/>
          <a:lstStyle>
            <a:lvl1pPr>
              <a:defRPr sz="971" i="0"/>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5" name="Text Placeholder 7"/>
          <p:cNvSpPr>
            <a:spLocks noGrp="1"/>
          </p:cNvSpPr>
          <p:nvPr>
            <p:ph type="body" sz="quarter" idx="36"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13" name="Text Placeholder 23"/>
          <p:cNvSpPr>
            <a:spLocks noGrp="1"/>
          </p:cNvSpPr>
          <p:nvPr>
            <p:ph type="body" sz="quarter" idx="52" hasCustomPrompt="1"/>
          </p:nvPr>
        </p:nvSpPr>
        <p:spPr>
          <a:xfrm>
            <a:off x="527738" y="1478687"/>
            <a:ext cx="174770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dirty="0"/>
              <a:t>Title</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B] standard profile">
    <p:spTree>
      <p:nvGrpSpPr>
        <p:cNvPr id="1" name=""/>
        <p:cNvGrpSpPr/>
        <p:nvPr/>
      </p:nvGrpSpPr>
      <p:grpSpPr>
        <a:xfrm>
          <a:off x="0" y="0"/>
          <a:ext cx="0" cy="0"/>
          <a:chOff x="0" y="0"/>
          <a:chExt cx="0" cy="0"/>
        </a:xfrm>
      </p:grpSpPr>
      <p:sp>
        <p:nvSpPr>
          <p:cNvPr id="19" name="Content Placeholder 2"/>
          <p:cNvSpPr>
            <a:spLocks noGrp="1"/>
          </p:cNvSpPr>
          <p:nvPr>
            <p:ph idx="1"/>
          </p:nvPr>
        </p:nvSpPr>
        <p:spPr>
          <a:xfrm>
            <a:off x="2421537" y="1478687"/>
            <a:ext cx="3769011" cy="5396768"/>
          </a:xfrm>
        </p:spPr>
        <p:txBody>
          <a:bodyPr/>
          <a:lstStyle>
            <a:lvl1pPr>
              <a:defRPr sz="1079"/>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a:xfrm>
            <a:off x="1304457" y="207941"/>
            <a:ext cx="8043522" cy="694458"/>
          </a:xfrm>
        </p:spPr>
        <p:txBody>
          <a:bodyPr/>
          <a:lstStyle/>
          <a:p>
            <a:r>
              <a:rPr lang="en-US"/>
              <a:t>Click to edit Master title style</a:t>
            </a:r>
            <a:endParaRPr lang="en-GB" dirty="0"/>
          </a:p>
        </p:txBody>
      </p:sp>
      <p:sp>
        <p:nvSpPr>
          <p:cNvPr id="16" name="Text Placeholder 13"/>
          <p:cNvSpPr>
            <a:spLocks noGrp="1"/>
          </p:cNvSpPr>
          <p:nvPr>
            <p:ph type="body" sz="quarter" idx="10" hasCustomPrompt="1"/>
          </p:nvPr>
        </p:nvSpPr>
        <p:spPr>
          <a:xfrm>
            <a:off x="527255" y="207941"/>
            <a:ext cx="582837" cy="694458"/>
          </a:xfrm>
          <a:solidFill>
            <a:schemeClr val="bg1">
              <a:lumMod val="95000"/>
            </a:schemeClr>
          </a:solidFill>
        </p:spPr>
        <p:txBody>
          <a:bodyPr lIns="72000" tIns="0" rIns="72000" anchor="ctr" anchorCtr="0"/>
          <a:lstStyle>
            <a:lvl1pPr algn="ctr">
              <a:defRPr sz="4749">
                <a:solidFill>
                  <a:schemeClr val="tx2"/>
                </a:solidFill>
                <a:latin typeface="Myriad Light" pitchFamily="2" charset="0"/>
              </a:defRPr>
            </a:lvl1pPr>
          </a:lstStyle>
          <a:p>
            <a:pPr lvl="0"/>
            <a:r>
              <a:rPr lang="en-US" dirty="0"/>
              <a:t>#</a:t>
            </a:r>
          </a:p>
        </p:txBody>
      </p:sp>
      <p:sp>
        <p:nvSpPr>
          <p:cNvPr id="17" name="Text Placeholder 10"/>
          <p:cNvSpPr>
            <a:spLocks noGrp="1"/>
          </p:cNvSpPr>
          <p:nvPr>
            <p:ph type="body" sz="quarter" idx="34" hasCustomPrompt="1"/>
          </p:nvPr>
        </p:nvSpPr>
        <p:spPr>
          <a:xfrm>
            <a:off x="520883" y="1716677"/>
            <a:ext cx="1748510" cy="5158778"/>
          </a:xfrm>
          <a:solidFill>
            <a:schemeClr val="bg1">
              <a:lumMod val="95000"/>
            </a:schemeClr>
          </a:solidFill>
        </p:spPr>
        <p:txBody>
          <a:bodyPr/>
          <a:lstStyle>
            <a:lvl1pPr>
              <a:defRPr baseline="0"/>
            </a:lvl1pPr>
          </a:lstStyle>
          <a:p>
            <a:pPr lvl="0"/>
            <a:r>
              <a:rPr lang="en-GB" dirty="0"/>
              <a:t> </a:t>
            </a:r>
          </a:p>
        </p:txBody>
      </p:sp>
      <p:sp>
        <p:nvSpPr>
          <p:cNvPr id="20" name="Text Placeholder 12"/>
          <p:cNvSpPr>
            <a:spLocks noGrp="1"/>
          </p:cNvSpPr>
          <p:nvPr>
            <p:ph type="body" sz="quarter" idx="36"/>
          </p:nvPr>
        </p:nvSpPr>
        <p:spPr>
          <a:xfrm>
            <a:off x="520883" y="1716677"/>
            <a:ext cx="1748510" cy="5158778"/>
          </a:xfrm>
        </p:spPr>
        <p:txBody>
          <a:bodyPr lIns="72000" tIns="36000" rIns="72000" bIns="36000"/>
          <a:lstStyle>
            <a:lvl1pPr>
              <a:defRPr sz="971" i="0"/>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5" name="Text Placeholder 7"/>
          <p:cNvSpPr>
            <a:spLocks noGrp="1"/>
          </p:cNvSpPr>
          <p:nvPr>
            <p:ph type="body" sz="quarter" idx="32"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31" name="Text Placeholder 21"/>
          <p:cNvSpPr>
            <a:spLocks noGrp="1"/>
          </p:cNvSpPr>
          <p:nvPr>
            <p:ph type="body" sz="quarter" idx="42" hasCustomPrompt="1"/>
          </p:nvPr>
        </p:nvSpPr>
        <p:spPr>
          <a:xfrm>
            <a:off x="6394583" y="1716677"/>
            <a:ext cx="3769010" cy="2379898"/>
          </a:xfrm>
          <a:solidFill>
            <a:schemeClr val="bg1">
              <a:lumMod val="95000"/>
            </a:schemeClr>
          </a:solidFill>
        </p:spPr>
        <p:txBody>
          <a:bodyPr/>
          <a:lstStyle>
            <a:lvl1pPr>
              <a:defRPr/>
            </a:lvl1pPr>
            <a:lvl2pPr>
              <a:defRPr/>
            </a:lvl2pPr>
          </a:lstStyle>
          <a:p>
            <a:pPr lvl="0"/>
            <a:r>
              <a:rPr lang="en-GB" dirty="0"/>
              <a:t> </a:t>
            </a:r>
          </a:p>
        </p:txBody>
      </p:sp>
      <p:sp>
        <p:nvSpPr>
          <p:cNvPr id="32" name="Content Placeholder 2"/>
          <p:cNvSpPr>
            <a:spLocks noGrp="1"/>
          </p:cNvSpPr>
          <p:nvPr>
            <p:ph sz="half" idx="31"/>
          </p:nvPr>
        </p:nvSpPr>
        <p:spPr>
          <a:xfrm>
            <a:off x="6394583" y="1716677"/>
            <a:ext cx="3769010"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3" name="Text Placeholder 22"/>
          <p:cNvSpPr>
            <a:spLocks noGrp="1"/>
          </p:cNvSpPr>
          <p:nvPr>
            <p:ph type="body" sz="quarter" idx="53" hasCustomPrompt="1"/>
          </p:nvPr>
        </p:nvSpPr>
        <p:spPr>
          <a:xfrm>
            <a:off x="6394583" y="3939600"/>
            <a:ext cx="3769010"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36" name="Text Placeholder 21"/>
          <p:cNvSpPr>
            <a:spLocks noGrp="1"/>
          </p:cNvSpPr>
          <p:nvPr>
            <p:ph type="body" sz="quarter" idx="65" hasCustomPrompt="1"/>
          </p:nvPr>
        </p:nvSpPr>
        <p:spPr>
          <a:xfrm>
            <a:off x="6394583" y="4493806"/>
            <a:ext cx="3769010" cy="2379898"/>
          </a:xfrm>
          <a:solidFill>
            <a:schemeClr val="bg1">
              <a:lumMod val="95000"/>
            </a:schemeClr>
          </a:solidFill>
        </p:spPr>
        <p:txBody>
          <a:bodyPr/>
          <a:lstStyle>
            <a:lvl1pPr>
              <a:defRPr/>
            </a:lvl1pPr>
            <a:lvl2pPr>
              <a:defRPr/>
            </a:lvl2pPr>
          </a:lstStyle>
          <a:p>
            <a:pPr lvl="0"/>
            <a:r>
              <a:rPr lang="en-GB" dirty="0"/>
              <a:t> </a:t>
            </a:r>
          </a:p>
        </p:txBody>
      </p:sp>
      <p:sp>
        <p:nvSpPr>
          <p:cNvPr id="37" name="Content Placeholder 2"/>
          <p:cNvSpPr>
            <a:spLocks noGrp="1"/>
          </p:cNvSpPr>
          <p:nvPr>
            <p:ph sz="half" idx="66"/>
          </p:nvPr>
        </p:nvSpPr>
        <p:spPr>
          <a:xfrm>
            <a:off x="6394583" y="4493806"/>
            <a:ext cx="3769010"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8" name="Text Placeholder 22"/>
          <p:cNvSpPr>
            <a:spLocks noGrp="1"/>
          </p:cNvSpPr>
          <p:nvPr>
            <p:ph type="body" sz="quarter" idx="67" hasCustomPrompt="1"/>
          </p:nvPr>
        </p:nvSpPr>
        <p:spPr>
          <a:xfrm>
            <a:off x="6394583" y="6716729"/>
            <a:ext cx="3769010"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8" name="Text Placeholder 23"/>
          <p:cNvSpPr>
            <a:spLocks noGrp="1"/>
          </p:cNvSpPr>
          <p:nvPr>
            <p:ph type="body" sz="quarter" idx="45"/>
          </p:nvPr>
        </p:nvSpPr>
        <p:spPr>
          <a:xfrm>
            <a:off x="6394583" y="1478687"/>
            <a:ext cx="376901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1" name="Text Placeholder 23"/>
          <p:cNvSpPr>
            <a:spLocks noGrp="1"/>
          </p:cNvSpPr>
          <p:nvPr>
            <p:ph type="body" sz="quarter" idx="77"/>
          </p:nvPr>
        </p:nvSpPr>
        <p:spPr>
          <a:xfrm>
            <a:off x="6394583" y="4255816"/>
            <a:ext cx="376901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4" name="Text Placeholder 23"/>
          <p:cNvSpPr>
            <a:spLocks noGrp="1"/>
          </p:cNvSpPr>
          <p:nvPr>
            <p:ph type="body" sz="quarter" idx="52" hasCustomPrompt="1"/>
          </p:nvPr>
        </p:nvSpPr>
        <p:spPr>
          <a:xfrm>
            <a:off x="527738" y="1478687"/>
            <a:ext cx="174770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dirty="0"/>
              <a:t>Title</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B] Two boxes">
    <p:spTree>
      <p:nvGrpSpPr>
        <p:cNvPr id="1" name=""/>
        <p:cNvGrpSpPr/>
        <p:nvPr/>
      </p:nvGrpSpPr>
      <p:grpSpPr>
        <a:xfrm>
          <a:off x="0" y="0"/>
          <a:ext cx="0" cy="0"/>
          <a:chOff x="0" y="0"/>
          <a:chExt cx="0" cy="0"/>
        </a:xfrm>
      </p:grpSpPr>
      <p:sp>
        <p:nvSpPr>
          <p:cNvPr id="2" name="Title 1"/>
          <p:cNvSpPr>
            <a:spLocks noGrp="1"/>
          </p:cNvSpPr>
          <p:nvPr>
            <p:ph type="title"/>
          </p:nvPr>
        </p:nvSpPr>
        <p:spPr>
          <a:xfrm>
            <a:off x="1304457" y="207941"/>
            <a:ext cx="8043522" cy="694458"/>
          </a:xfrm>
        </p:spPr>
        <p:txBody>
          <a:bodyPr/>
          <a:lstStyle/>
          <a:p>
            <a:r>
              <a:rPr lang="en-US"/>
              <a:t>Click to edit Master title style</a:t>
            </a:r>
            <a:endParaRPr lang="en-GB" dirty="0"/>
          </a:p>
        </p:txBody>
      </p:sp>
      <p:sp>
        <p:nvSpPr>
          <p:cNvPr id="15" name="Text Placeholder 13"/>
          <p:cNvSpPr>
            <a:spLocks noGrp="1"/>
          </p:cNvSpPr>
          <p:nvPr>
            <p:ph type="body" sz="quarter" idx="10" hasCustomPrompt="1"/>
          </p:nvPr>
        </p:nvSpPr>
        <p:spPr>
          <a:xfrm>
            <a:off x="527255" y="207941"/>
            <a:ext cx="582837" cy="694458"/>
          </a:xfrm>
          <a:solidFill>
            <a:schemeClr val="bg1">
              <a:lumMod val="95000"/>
            </a:schemeClr>
          </a:solidFill>
        </p:spPr>
        <p:txBody>
          <a:bodyPr lIns="72000" tIns="0" rIns="72000" anchor="ctr" anchorCtr="0"/>
          <a:lstStyle>
            <a:lvl1pPr algn="ctr">
              <a:defRPr sz="4749">
                <a:solidFill>
                  <a:schemeClr val="tx2"/>
                </a:solidFill>
                <a:latin typeface="Myriad Light" pitchFamily="2" charset="0"/>
              </a:defRPr>
            </a:lvl1pPr>
          </a:lstStyle>
          <a:p>
            <a:pPr lvl="0"/>
            <a:r>
              <a:rPr lang="en-US" dirty="0"/>
              <a:t>#</a:t>
            </a:r>
          </a:p>
        </p:txBody>
      </p:sp>
      <p:sp>
        <p:nvSpPr>
          <p:cNvPr id="20" name="Text Placeholder 10"/>
          <p:cNvSpPr>
            <a:spLocks noGrp="1"/>
          </p:cNvSpPr>
          <p:nvPr>
            <p:ph type="body" sz="quarter" idx="34" hasCustomPrompt="1"/>
          </p:nvPr>
        </p:nvSpPr>
        <p:spPr>
          <a:xfrm>
            <a:off x="520883" y="1716677"/>
            <a:ext cx="1748510" cy="5158778"/>
          </a:xfrm>
          <a:solidFill>
            <a:schemeClr val="bg1">
              <a:lumMod val="95000"/>
            </a:schemeClr>
          </a:solidFill>
        </p:spPr>
        <p:txBody>
          <a:bodyPr/>
          <a:lstStyle>
            <a:lvl1pPr>
              <a:defRPr baseline="0"/>
            </a:lvl1pPr>
          </a:lstStyle>
          <a:p>
            <a:pPr lvl="0"/>
            <a:r>
              <a:rPr lang="en-GB" dirty="0"/>
              <a:t> </a:t>
            </a:r>
          </a:p>
        </p:txBody>
      </p:sp>
      <p:sp>
        <p:nvSpPr>
          <p:cNvPr id="22" name="Text Placeholder 12"/>
          <p:cNvSpPr>
            <a:spLocks noGrp="1"/>
          </p:cNvSpPr>
          <p:nvPr>
            <p:ph type="body" sz="quarter" idx="36"/>
          </p:nvPr>
        </p:nvSpPr>
        <p:spPr>
          <a:xfrm>
            <a:off x="520883" y="1716677"/>
            <a:ext cx="1748510" cy="5158778"/>
          </a:xfrm>
        </p:spPr>
        <p:txBody>
          <a:bodyPr lIns="72000" tIns="36000" rIns="72000" bIns="36000"/>
          <a:lstStyle>
            <a:lvl1pPr>
              <a:defRPr sz="971" i="0"/>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7"/>
          <p:cNvSpPr>
            <a:spLocks noGrp="1"/>
          </p:cNvSpPr>
          <p:nvPr>
            <p:ph type="body" sz="quarter" idx="32"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19" name="Text Placeholder 21"/>
          <p:cNvSpPr>
            <a:spLocks noGrp="1"/>
          </p:cNvSpPr>
          <p:nvPr>
            <p:ph type="body" sz="quarter" idx="38" hasCustomPrompt="1"/>
          </p:nvPr>
        </p:nvSpPr>
        <p:spPr>
          <a:xfrm>
            <a:off x="2430877" y="1716677"/>
            <a:ext cx="7732716" cy="2379898"/>
          </a:xfrm>
          <a:solidFill>
            <a:schemeClr val="bg1">
              <a:lumMod val="95000"/>
            </a:schemeClr>
          </a:solidFill>
        </p:spPr>
        <p:txBody>
          <a:bodyPr/>
          <a:lstStyle>
            <a:lvl1pPr>
              <a:defRPr/>
            </a:lvl1pPr>
            <a:lvl2pPr>
              <a:defRPr/>
            </a:lvl2pPr>
          </a:lstStyle>
          <a:p>
            <a:pPr lvl="0"/>
            <a:r>
              <a:rPr lang="en-GB" dirty="0"/>
              <a:t> </a:t>
            </a:r>
          </a:p>
        </p:txBody>
      </p:sp>
      <p:sp>
        <p:nvSpPr>
          <p:cNvPr id="31" name="Content Placeholder 2"/>
          <p:cNvSpPr>
            <a:spLocks noGrp="1"/>
          </p:cNvSpPr>
          <p:nvPr>
            <p:ph sz="half" idx="31"/>
          </p:nvPr>
        </p:nvSpPr>
        <p:spPr>
          <a:xfrm>
            <a:off x="2430877" y="1716677"/>
            <a:ext cx="7732716"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2" name="Text Placeholder 22"/>
          <p:cNvSpPr>
            <a:spLocks noGrp="1"/>
          </p:cNvSpPr>
          <p:nvPr>
            <p:ph type="body" sz="quarter" idx="33" hasCustomPrompt="1"/>
          </p:nvPr>
        </p:nvSpPr>
        <p:spPr>
          <a:xfrm>
            <a:off x="2430877" y="3939600"/>
            <a:ext cx="773271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34" name="Text Placeholder 21"/>
          <p:cNvSpPr>
            <a:spLocks noGrp="1"/>
          </p:cNvSpPr>
          <p:nvPr>
            <p:ph type="body" sz="quarter" idx="42" hasCustomPrompt="1"/>
          </p:nvPr>
        </p:nvSpPr>
        <p:spPr>
          <a:xfrm>
            <a:off x="2430877" y="4493807"/>
            <a:ext cx="7732716" cy="2379898"/>
          </a:xfrm>
          <a:solidFill>
            <a:schemeClr val="bg1">
              <a:lumMod val="95000"/>
            </a:schemeClr>
          </a:solidFill>
        </p:spPr>
        <p:txBody>
          <a:bodyPr/>
          <a:lstStyle>
            <a:lvl1pPr>
              <a:defRPr/>
            </a:lvl1pPr>
            <a:lvl2pPr>
              <a:defRPr/>
            </a:lvl2pPr>
          </a:lstStyle>
          <a:p>
            <a:pPr lvl="0"/>
            <a:r>
              <a:rPr lang="en-GB" dirty="0"/>
              <a:t> </a:t>
            </a:r>
          </a:p>
        </p:txBody>
      </p:sp>
      <p:sp>
        <p:nvSpPr>
          <p:cNvPr id="35" name="Content Placeholder 2"/>
          <p:cNvSpPr>
            <a:spLocks noGrp="1"/>
          </p:cNvSpPr>
          <p:nvPr>
            <p:ph sz="half" idx="43"/>
          </p:nvPr>
        </p:nvSpPr>
        <p:spPr>
          <a:xfrm>
            <a:off x="2430877" y="4493806"/>
            <a:ext cx="7732716"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6" name="Text Placeholder 22"/>
          <p:cNvSpPr>
            <a:spLocks noGrp="1"/>
          </p:cNvSpPr>
          <p:nvPr>
            <p:ph type="body" sz="quarter" idx="44" hasCustomPrompt="1"/>
          </p:nvPr>
        </p:nvSpPr>
        <p:spPr>
          <a:xfrm>
            <a:off x="2430877" y="6716729"/>
            <a:ext cx="773271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6" name="Text Placeholder 23"/>
          <p:cNvSpPr>
            <a:spLocks noGrp="1"/>
          </p:cNvSpPr>
          <p:nvPr>
            <p:ph type="body" sz="quarter" idx="45"/>
          </p:nvPr>
        </p:nvSpPr>
        <p:spPr>
          <a:xfrm>
            <a:off x="2430877" y="1478687"/>
            <a:ext cx="773271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3" name="Text Placeholder 23"/>
          <p:cNvSpPr>
            <a:spLocks noGrp="1"/>
          </p:cNvSpPr>
          <p:nvPr>
            <p:ph type="body" sz="quarter" idx="77"/>
          </p:nvPr>
        </p:nvSpPr>
        <p:spPr>
          <a:xfrm>
            <a:off x="2430877" y="4255816"/>
            <a:ext cx="773271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6" name="Text Placeholder 23"/>
          <p:cNvSpPr>
            <a:spLocks noGrp="1"/>
          </p:cNvSpPr>
          <p:nvPr>
            <p:ph type="body" sz="quarter" idx="52" hasCustomPrompt="1"/>
          </p:nvPr>
        </p:nvSpPr>
        <p:spPr>
          <a:xfrm>
            <a:off x="527738" y="1478687"/>
            <a:ext cx="174770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dirty="0"/>
              <a:t>Title</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B] Four boxes">
    <p:spTree>
      <p:nvGrpSpPr>
        <p:cNvPr id="1" name=""/>
        <p:cNvGrpSpPr/>
        <p:nvPr/>
      </p:nvGrpSpPr>
      <p:grpSpPr>
        <a:xfrm>
          <a:off x="0" y="0"/>
          <a:ext cx="0" cy="0"/>
          <a:chOff x="0" y="0"/>
          <a:chExt cx="0" cy="0"/>
        </a:xfrm>
      </p:grpSpPr>
      <p:sp>
        <p:nvSpPr>
          <p:cNvPr id="28" name="Text Placeholder 10"/>
          <p:cNvSpPr>
            <a:spLocks noGrp="1"/>
          </p:cNvSpPr>
          <p:nvPr>
            <p:ph type="body" sz="quarter" idx="33" hasCustomPrompt="1"/>
          </p:nvPr>
        </p:nvSpPr>
        <p:spPr>
          <a:xfrm>
            <a:off x="520883" y="1716677"/>
            <a:ext cx="1748510" cy="5158778"/>
          </a:xfrm>
          <a:solidFill>
            <a:schemeClr val="bg1">
              <a:lumMod val="95000"/>
            </a:schemeClr>
          </a:solidFill>
        </p:spPr>
        <p:txBody>
          <a:bodyPr/>
          <a:lstStyle>
            <a:lvl1pPr>
              <a:defRPr baseline="0"/>
            </a:lvl1pPr>
          </a:lstStyle>
          <a:p>
            <a:pPr lvl="0"/>
            <a:r>
              <a:rPr lang="en-GB" dirty="0"/>
              <a:t> </a:t>
            </a:r>
          </a:p>
        </p:txBody>
      </p:sp>
      <p:sp>
        <p:nvSpPr>
          <p:cNvPr id="33" name="Text Placeholder 12"/>
          <p:cNvSpPr>
            <a:spLocks noGrp="1"/>
          </p:cNvSpPr>
          <p:nvPr>
            <p:ph type="body" sz="quarter" idx="34"/>
          </p:nvPr>
        </p:nvSpPr>
        <p:spPr>
          <a:xfrm>
            <a:off x="520883" y="1716677"/>
            <a:ext cx="1748510" cy="5158778"/>
          </a:xfrm>
        </p:spPr>
        <p:txBody>
          <a:bodyPr lIns="72000" tIns="36000" rIns="72000" bIns="36000"/>
          <a:lstStyle>
            <a:lvl1pPr>
              <a:defRPr sz="971" i="0"/>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3" name="Title 1"/>
          <p:cNvSpPr>
            <a:spLocks noGrp="1"/>
          </p:cNvSpPr>
          <p:nvPr>
            <p:ph type="title"/>
          </p:nvPr>
        </p:nvSpPr>
        <p:spPr>
          <a:xfrm>
            <a:off x="1382178" y="207941"/>
            <a:ext cx="8043522" cy="694458"/>
          </a:xfrm>
        </p:spPr>
        <p:txBody>
          <a:bodyPr/>
          <a:lstStyle/>
          <a:p>
            <a:r>
              <a:rPr lang="en-US"/>
              <a:t>Click to edit Master title style</a:t>
            </a:r>
            <a:endParaRPr lang="en-GB" dirty="0"/>
          </a:p>
        </p:txBody>
      </p:sp>
      <p:sp>
        <p:nvSpPr>
          <p:cNvPr id="24" name="Text Placeholder 13"/>
          <p:cNvSpPr>
            <a:spLocks noGrp="1"/>
          </p:cNvSpPr>
          <p:nvPr>
            <p:ph type="body" sz="quarter" idx="10" hasCustomPrompt="1"/>
          </p:nvPr>
        </p:nvSpPr>
        <p:spPr>
          <a:xfrm>
            <a:off x="527255" y="207941"/>
            <a:ext cx="582837" cy="694458"/>
          </a:xfrm>
          <a:solidFill>
            <a:schemeClr val="bg1">
              <a:lumMod val="95000"/>
            </a:schemeClr>
          </a:solidFill>
        </p:spPr>
        <p:txBody>
          <a:bodyPr lIns="72000" tIns="0" rIns="72000" anchor="ctr" anchorCtr="0"/>
          <a:lstStyle>
            <a:lvl1pPr algn="ctr">
              <a:defRPr sz="4749">
                <a:solidFill>
                  <a:schemeClr val="tx2"/>
                </a:solidFill>
                <a:latin typeface="Myriad Light" pitchFamily="2" charset="0"/>
              </a:defRPr>
            </a:lvl1pPr>
          </a:lstStyle>
          <a:p>
            <a:pPr lvl="0"/>
            <a:r>
              <a:rPr lang="en-US" dirty="0"/>
              <a:t>#</a:t>
            </a:r>
          </a:p>
        </p:txBody>
      </p:sp>
      <p:sp>
        <p:nvSpPr>
          <p:cNvPr id="25" name="Text Placeholder 7"/>
          <p:cNvSpPr>
            <a:spLocks noGrp="1"/>
          </p:cNvSpPr>
          <p:nvPr>
            <p:ph type="body" sz="quarter" idx="54"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29" name="Text Placeholder 21"/>
          <p:cNvSpPr>
            <a:spLocks noGrp="1"/>
          </p:cNvSpPr>
          <p:nvPr>
            <p:ph type="body" sz="quarter" idx="42" hasCustomPrompt="1"/>
          </p:nvPr>
        </p:nvSpPr>
        <p:spPr>
          <a:xfrm>
            <a:off x="6394583" y="1716677"/>
            <a:ext cx="3769010" cy="2379898"/>
          </a:xfrm>
          <a:solidFill>
            <a:schemeClr val="bg1">
              <a:lumMod val="95000"/>
            </a:schemeClr>
          </a:solidFill>
        </p:spPr>
        <p:txBody>
          <a:bodyPr/>
          <a:lstStyle>
            <a:lvl1pPr>
              <a:defRPr/>
            </a:lvl1pPr>
            <a:lvl2pPr>
              <a:defRPr/>
            </a:lvl2pPr>
          </a:lstStyle>
          <a:p>
            <a:pPr lvl="0"/>
            <a:r>
              <a:rPr lang="en-GB" dirty="0"/>
              <a:t> </a:t>
            </a:r>
          </a:p>
        </p:txBody>
      </p:sp>
      <p:sp>
        <p:nvSpPr>
          <p:cNvPr id="30" name="Content Placeholder 2"/>
          <p:cNvSpPr>
            <a:spLocks noGrp="1"/>
          </p:cNvSpPr>
          <p:nvPr>
            <p:ph sz="half" idx="31"/>
          </p:nvPr>
        </p:nvSpPr>
        <p:spPr>
          <a:xfrm>
            <a:off x="6394583" y="1716677"/>
            <a:ext cx="3769010"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1" name="Text Placeholder 22"/>
          <p:cNvSpPr>
            <a:spLocks noGrp="1"/>
          </p:cNvSpPr>
          <p:nvPr>
            <p:ph type="body" sz="quarter" idx="55" hasCustomPrompt="1"/>
          </p:nvPr>
        </p:nvSpPr>
        <p:spPr>
          <a:xfrm>
            <a:off x="6394583" y="3939600"/>
            <a:ext cx="3769010"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51" name="Text Placeholder 21"/>
          <p:cNvSpPr>
            <a:spLocks noGrp="1"/>
          </p:cNvSpPr>
          <p:nvPr>
            <p:ph type="body" sz="quarter" idx="65" hasCustomPrompt="1"/>
          </p:nvPr>
        </p:nvSpPr>
        <p:spPr>
          <a:xfrm>
            <a:off x="6394583" y="4493806"/>
            <a:ext cx="3769010" cy="2379898"/>
          </a:xfrm>
          <a:solidFill>
            <a:schemeClr val="bg1">
              <a:lumMod val="95000"/>
            </a:schemeClr>
          </a:solidFill>
        </p:spPr>
        <p:txBody>
          <a:bodyPr/>
          <a:lstStyle>
            <a:lvl1pPr>
              <a:defRPr/>
            </a:lvl1pPr>
            <a:lvl2pPr>
              <a:defRPr/>
            </a:lvl2pPr>
          </a:lstStyle>
          <a:p>
            <a:pPr lvl="0"/>
            <a:r>
              <a:rPr lang="en-GB" dirty="0"/>
              <a:t> </a:t>
            </a:r>
          </a:p>
        </p:txBody>
      </p:sp>
      <p:sp>
        <p:nvSpPr>
          <p:cNvPr id="52" name="Content Placeholder 2"/>
          <p:cNvSpPr>
            <a:spLocks noGrp="1"/>
          </p:cNvSpPr>
          <p:nvPr>
            <p:ph sz="half" idx="66"/>
          </p:nvPr>
        </p:nvSpPr>
        <p:spPr>
          <a:xfrm>
            <a:off x="6394583" y="4493806"/>
            <a:ext cx="3769010"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3" name="Text Placeholder 22"/>
          <p:cNvSpPr>
            <a:spLocks noGrp="1"/>
          </p:cNvSpPr>
          <p:nvPr>
            <p:ph type="body" sz="quarter" idx="67" hasCustomPrompt="1"/>
          </p:nvPr>
        </p:nvSpPr>
        <p:spPr>
          <a:xfrm>
            <a:off x="6394583" y="6716729"/>
            <a:ext cx="3769010"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55" name="Text Placeholder 21"/>
          <p:cNvSpPr>
            <a:spLocks noGrp="1"/>
          </p:cNvSpPr>
          <p:nvPr>
            <p:ph type="body" sz="quarter" idx="69" hasCustomPrompt="1"/>
          </p:nvPr>
        </p:nvSpPr>
        <p:spPr>
          <a:xfrm>
            <a:off x="2430876" y="1716677"/>
            <a:ext cx="3769010" cy="2379898"/>
          </a:xfrm>
          <a:solidFill>
            <a:schemeClr val="bg1">
              <a:lumMod val="95000"/>
            </a:schemeClr>
          </a:solidFill>
        </p:spPr>
        <p:txBody>
          <a:bodyPr/>
          <a:lstStyle>
            <a:lvl1pPr>
              <a:defRPr/>
            </a:lvl1pPr>
            <a:lvl2pPr>
              <a:defRPr/>
            </a:lvl2pPr>
          </a:lstStyle>
          <a:p>
            <a:pPr lvl="0"/>
            <a:r>
              <a:rPr lang="en-GB" dirty="0"/>
              <a:t> </a:t>
            </a:r>
          </a:p>
        </p:txBody>
      </p:sp>
      <p:sp>
        <p:nvSpPr>
          <p:cNvPr id="56" name="Content Placeholder 2"/>
          <p:cNvSpPr>
            <a:spLocks noGrp="1"/>
          </p:cNvSpPr>
          <p:nvPr>
            <p:ph sz="half" idx="70"/>
          </p:nvPr>
        </p:nvSpPr>
        <p:spPr>
          <a:xfrm>
            <a:off x="2430876" y="1716677"/>
            <a:ext cx="3769010"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7" name="Text Placeholder 22"/>
          <p:cNvSpPr>
            <a:spLocks noGrp="1"/>
          </p:cNvSpPr>
          <p:nvPr>
            <p:ph type="body" sz="quarter" idx="71" hasCustomPrompt="1"/>
          </p:nvPr>
        </p:nvSpPr>
        <p:spPr>
          <a:xfrm>
            <a:off x="2430876" y="3939600"/>
            <a:ext cx="3769010"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59" name="Text Placeholder 21"/>
          <p:cNvSpPr>
            <a:spLocks noGrp="1"/>
          </p:cNvSpPr>
          <p:nvPr>
            <p:ph type="body" sz="quarter" idx="73" hasCustomPrompt="1"/>
          </p:nvPr>
        </p:nvSpPr>
        <p:spPr>
          <a:xfrm>
            <a:off x="2430876" y="4495557"/>
            <a:ext cx="3769010" cy="2379898"/>
          </a:xfrm>
          <a:solidFill>
            <a:schemeClr val="bg1">
              <a:lumMod val="95000"/>
            </a:schemeClr>
          </a:solidFill>
        </p:spPr>
        <p:txBody>
          <a:bodyPr/>
          <a:lstStyle>
            <a:lvl1pPr>
              <a:defRPr/>
            </a:lvl1pPr>
            <a:lvl2pPr>
              <a:defRPr/>
            </a:lvl2pPr>
          </a:lstStyle>
          <a:p>
            <a:pPr lvl="0"/>
            <a:r>
              <a:rPr lang="en-GB" dirty="0"/>
              <a:t> </a:t>
            </a:r>
          </a:p>
        </p:txBody>
      </p:sp>
      <p:sp>
        <p:nvSpPr>
          <p:cNvPr id="60" name="Content Placeholder 2"/>
          <p:cNvSpPr>
            <a:spLocks noGrp="1"/>
          </p:cNvSpPr>
          <p:nvPr>
            <p:ph sz="half" idx="74"/>
          </p:nvPr>
        </p:nvSpPr>
        <p:spPr>
          <a:xfrm>
            <a:off x="2430876" y="4493806"/>
            <a:ext cx="3769010"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1" name="Text Placeholder 22"/>
          <p:cNvSpPr>
            <a:spLocks noGrp="1"/>
          </p:cNvSpPr>
          <p:nvPr>
            <p:ph type="body" sz="quarter" idx="75" hasCustomPrompt="1"/>
          </p:nvPr>
        </p:nvSpPr>
        <p:spPr>
          <a:xfrm>
            <a:off x="2430876" y="6716729"/>
            <a:ext cx="3769010"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6" name="Text Placeholder 23"/>
          <p:cNvSpPr>
            <a:spLocks noGrp="1"/>
          </p:cNvSpPr>
          <p:nvPr>
            <p:ph type="body" sz="quarter" idx="45"/>
          </p:nvPr>
        </p:nvSpPr>
        <p:spPr>
          <a:xfrm>
            <a:off x="6394583" y="1478687"/>
            <a:ext cx="376901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4" name="Text Placeholder 23"/>
          <p:cNvSpPr>
            <a:spLocks noGrp="1"/>
          </p:cNvSpPr>
          <p:nvPr>
            <p:ph type="body" sz="quarter" idx="77"/>
          </p:nvPr>
        </p:nvSpPr>
        <p:spPr>
          <a:xfrm>
            <a:off x="6394583" y="4255816"/>
            <a:ext cx="376901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5" name="Text Placeholder 23"/>
          <p:cNvSpPr>
            <a:spLocks noGrp="1"/>
          </p:cNvSpPr>
          <p:nvPr>
            <p:ph type="body" sz="quarter" idx="78"/>
          </p:nvPr>
        </p:nvSpPr>
        <p:spPr>
          <a:xfrm>
            <a:off x="2430876" y="1478687"/>
            <a:ext cx="376901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6" name="Text Placeholder 23"/>
          <p:cNvSpPr>
            <a:spLocks noGrp="1"/>
          </p:cNvSpPr>
          <p:nvPr>
            <p:ph type="body" sz="quarter" idx="79"/>
          </p:nvPr>
        </p:nvSpPr>
        <p:spPr>
          <a:xfrm>
            <a:off x="2430393" y="4255816"/>
            <a:ext cx="376901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7" name="Text Placeholder 23"/>
          <p:cNvSpPr>
            <a:spLocks noGrp="1"/>
          </p:cNvSpPr>
          <p:nvPr>
            <p:ph type="body" sz="quarter" idx="52" hasCustomPrompt="1"/>
          </p:nvPr>
        </p:nvSpPr>
        <p:spPr>
          <a:xfrm>
            <a:off x="527738" y="1478687"/>
            <a:ext cx="174770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dirty="0"/>
              <a:t>Title</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50783" y="1690333"/>
            <a:ext cx="6407787" cy="5112264"/>
          </a:xfrm>
        </p:spPr>
        <p:txBody>
          <a:bodyPr/>
          <a:lstStyle>
            <a:lvl1pPr>
              <a:buFont typeface="Wingdings" pitchFamily="2" charset="2"/>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6" name="Content Placeholder 2"/>
          <p:cNvSpPr>
            <a:spLocks noGrp="1"/>
          </p:cNvSpPr>
          <p:nvPr>
            <p:ph idx="15"/>
          </p:nvPr>
        </p:nvSpPr>
        <p:spPr bwMode="gray">
          <a:xfrm>
            <a:off x="952361" y="6947028"/>
            <a:ext cx="9010935" cy="302852"/>
          </a:xfrm>
        </p:spPr>
        <p:txBody>
          <a:bodyPr/>
          <a:lstStyle>
            <a:lvl1pPr marL="0" indent="0">
              <a:lnSpc>
                <a:spcPct val="100000"/>
              </a:lnSpc>
              <a:buClrTx/>
              <a:buFont typeface="Arial" pitchFamily="34" charset="0"/>
              <a:buNone/>
              <a:defRPr sz="648">
                <a:solidFill>
                  <a:schemeClr val="accent1">
                    <a:lumMod val="50000"/>
                  </a:schemeClr>
                </a:solidFill>
              </a:defRPr>
            </a:lvl1pPr>
            <a:lvl2pPr>
              <a:buClrTx/>
              <a:buNone/>
              <a:defRPr sz="971"/>
            </a:lvl2pPr>
            <a:lvl3pPr>
              <a:buClrTx/>
              <a:defRPr sz="971"/>
            </a:lvl3pPr>
            <a:lvl4pPr>
              <a:buClrTx/>
              <a:defRPr sz="971"/>
            </a:lvl4pPr>
            <a:lvl5pPr>
              <a:buClrTx/>
              <a:defRPr sz="971"/>
            </a:lvl5pPr>
          </a:lstStyle>
          <a:p>
            <a:pPr lvl="0"/>
            <a:r>
              <a:rPr lang="en-US" noProof="0"/>
              <a:t>Click to edit Master text styles</a:t>
            </a:r>
          </a:p>
        </p:txBody>
      </p:sp>
      <p:sp>
        <p:nvSpPr>
          <p:cNvPr id="12" name="Text Placeholder 13"/>
          <p:cNvSpPr>
            <a:spLocks noGrp="1"/>
          </p:cNvSpPr>
          <p:nvPr>
            <p:ph type="body" sz="quarter" idx="18"/>
          </p:nvPr>
        </p:nvSpPr>
        <p:spPr bwMode="gray">
          <a:xfrm>
            <a:off x="7153963" y="1691921"/>
            <a:ext cx="3077543" cy="359925"/>
          </a:xfrm>
          <a:solidFill>
            <a:schemeClr val="bg1">
              <a:lumMod val="50000"/>
            </a:schemeClr>
          </a:solidFill>
          <a:ln w="15875" algn="ctr">
            <a:solidFill>
              <a:schemeClr val="bg1">
                <a:lumMod val="50000"/>
              </a:schemeClr>
            </a:solidFill>
            <a:round/>
            <a:headEnd/>
            <a:tailEnd/>
          </a:ln>
        </p:spPr>
        <p:txBody>
          <a:bodyPr lIns="69414" tIns="69414" rIns="69414" bIns="69414" anchor="ctr"/>
          <a:lstStyle>
            <a:lvl1pPr marL="0" indent="0" algn="l" defTabSz="986400" rtl="0" fontAlgn="base">
              <a:lnSpc>
                <a:spcPts val="1585"/>
              </a:lnSpc>
              <a:spcBef>
                <a:spcPts val="0"/>
              </a:spcBef>
              <a:spcAft>
                <a:spcPct val="0"/>
              </a:spcAft>
              <a:buFont typeface="Times" pitchFamily="18" charset="0"/>
              <a:buNone/>
              <a:defRPr lang="en-US" sz="971" b="1" kern="1200" dirty="0" smtClean="0">
                <a:solidFill>
                  <a:schemeClr val="accent1"/>
                </a:solidFill>
                <a:latin typeface="Verdana" pitchFamily="34" charset="0"/>
                <a:ea typeface="+mn-ea"/>
                <a:cs typeface="+mn-cs"/>
              </a:defRPr>
            </a:lvl1pPr>
            <a:lvl2pPr algn="l" defTabSz="986400" rtl="0" fontAlgn="base">
              <a:lnSpc>
                <a:spcPts val="1585"/>
              </a:lnSpc>
              <a:spcBef>
                <a:spcPct val="50000"/>
              </a:spcBef>
              <a:spcAft>
                <a:spcPct val="0"/>
              </a:spcAft>
              <a:buFont typeface="Times" pitchFamily="18" charset="0"/>
              <a:buNone/>
              <a:defRPr lang="en-US" sz="1079" b="1" kern="1200" dirty="0" smtClean="0">
                <a:solidFill>
                  <a:schemeClr val="accent1"/>
                </a:solidFill>
                <a:latin typeface="Verdana" pitchFamily="34" charset="0"/>
                <a:ea typeface="+mn-ea"/>
                <a:cs typeface="+mn-cs"/>
              </a:defRPr>
            </a:lvl2pPr>
            <a:lvl3pPr algn="l" defTabSz="986400" rtl="0" fontAlgn="base">
              <a:lnSpc>
                <a:spcPts val="1585"/>
              </a:lnSpc>
              <a:spcBef>
                <a:spcPct val="50000"/>
              </a:spcBef>
              <a:spcAft>
                <a:spcPct val="0"/>
              </a:spcAft>
              <a:buFont typeface="Times" pitchFamily="18" charset="0"/>
              <a:buNone/>
              <a:defRPr lang="en-US" sz="1079" b="1" kern="1200" dirty="0" smtClean="0">
                <a:solidFill>
                  <a:schemeClr val="accent1"/>
                </a:solidFill>
                <a:latin typeface="Verdana" pitchFamily="34" charset="0"/>
                <a:ea typeface="+mn-ea"/>
                <a:cs typeface="+mn-cs"/>
              </a:defRPr>
            </a:lvl3pPr>
            <a:lvl4pPr algn="l" defTabSz="986400" rtl="0" fontAlgn="base">
              <a:lnSpc>
                <a:spcPts val="1585"/>
              </a:lnSpc>
              <a:spcBef>
                <a:spcPct val="50000"/>
              </a:spcBef>
              <a:spcAft>
                <a:spcPct val="0"/>
              </a:spcAft>
              <a:buFont typeface="Times" pitchFamily="18" charset="0"/>
              <a:buNone/>
              <a:defRPr lang="en-US" sz="1079" b="1" kern="1200" dirty="0" smtClean="0">
                <a:solidFill>
                  <a:schemeClr val="accent1"/>
                </a:solidFill>
                <a:latin typeface="Verdana" pitchFamily="34" charset="0"/>
                <a:ea typeface="+mn-ea"/>
                <a:cs typeface="+mn-cs"/>
              </a:defRPr>
            </a:lvl4pPr>
            <a:lvl5pPr algn="l" defTabSz="986400" rtl="0" fontAlgn="base">
              <a:lnSpc>
                <a:spcPts val="1585"/>
              </a:lnSpc>
              <a:spcBef>
                <a:spcPct val="50000"/>
              </a:spcBef>
              <a:spcAft>
                <a:spcPct val="0"/>
              </a:spcAft>
              <a:buFont typeface="Times" pitchFamily="18" charset="0"/>
              <a:buNone/>
              <a:defRPr lang="en-GB" sz="1079" b="1" kern="1200" dirty="0" smtClean="0">
                <a:solidFill>
                  <a:schemeClr val="accent1"/>
                </a:solidFill>
                <a:latin typeface="Verdana" pitchFamily="34" charset="0"/>
                <a:ea typeface="+mn-ea"/>
                <a:cs typeface="+mn-cs"/>
              </a:defRPr>
            </a:lvl5pPr>
          </a:lstStyle>
          <a:p>
            <a:pPr lvl="0"/>
            <a:r>
              <a:rPr lang="en-US" noProof="0"/>
              <a:t>Click to edit Master text styles</a:t>
            </a:r>
          </a:p>
        </p:txBody>
      </p:sp>
      <p:sp>
        <p:nvSpPr>
          <p:cNvPr id="14" name="Text Placeholder 13"/>
          <p:cNvSpPr>
            <a:spLocks noGrp="1"/>
          </p:cNvSpPr>
          <p:nvPr>
            <p:ph type="body" sz="quarter" idx="23"/>
          </p:nvPr>
        </p:nvSpPr>
        <p:spPr bwMode="gray">
          <a:xfrm>
            <a:off x="7153963" y="4355183"/>
            <a:ext cx="3077543" cy="359925"/>
          </a:xfrm>
          <a:solidFill>
            <a:schemeClr val="bg1">
              <a:lumMod val="50000"/>
            </a:schemeClr>
          </a:solidFill>
          <a:ln w="15875" algn="ctr">
            <a:solidFill>
              <a:schemeClr val="bg1">
                <a:lumMod val="50000"/>
              </a:schemeClr>
            </a:solidFill>
            <a:round/>
            <a:headEnd/>
            <a:tailEnd/>
          </a:ln>
        </p:spPr>
        <p:txBody>
          <a:bodyPr lIns="69414" tIns="69414" rIns="69414" bIns="69414" anchor="ctr"/>
          <a:lstStyle>
            <a:lvl1pPr marL="0" indent="0" algn="l" defTabSz="986400" rtl="0" fontAlgn="base">
              <a:lnSpc>
                <a:spcPts val="1585"/>
              </a:lnSpc>
              <a:spcBef>
                <a:spcPts val="0"/>
              </a:spcBef>
              <a:spcAft>
                <a:spcPct val="0"/>
              </a:spcAft>
              <a:buFont typeface="Times" pitchFamily="18" charset="0"/>
              <a:buNone/>
              <a:defRPr lang="en-US" sz="971" b="1" kern="1200" dirty="0" smtClean="0">
                <a:solidFill>
                  <a:schemeClr val="accent1"/>
                </a:solidFill>
                <a:latin typeface="Verdana" pitchFamily="34" charset="0"/>
                <a:ea typeface="+mn-ea"/>
                <a:cs typeface="+mn-cs"/>
              </a:defRPr>
            </a:lvl1pPr>
            <a:lvl2pPr algn="l" defTabSz="986400" rtl="0" fontAlgn="base">
              <a:lnSpc>
                <a:spcPts val="1585"/>
              </a:lnSpc>
              <a:spcBef>
                <a:spcPct val="50000"/>
              </a:spcBef>
              <a:spcAft>
                <a:spcPct val="0"/>
              </a:spcAft>
              <a:buFont typeface="Times" pitchFamily="18" charset="0"/>
              <a:buNone/>
              <a:defRPr lang="en-US" sz="1079" b="1" kern="1200" dirty="0" smtClean="0">
                <a:solidFill>
                  <a:schemeClr val="accent1"/>
                </a:solidFill>
                <a:latin typeface="Verdana" pitchFamily="34" charset="0"/>
                <a:ea typeface="+mn-ea"/>
                <a:cs typeface="+mn-cs"/>
              </a:defRPr>
            </a:lvl2pPr>
            <a:lvl3pPr algn="l" defTabSz="986400" rtl="0" fontAlgn="base">
              <a:lnSpc>
                <a:spcPts val="1585"/>
              </a:lnSpc>
              <a:spcBef>
                <a:spcPct val="50000"/>
              </a:spcBef>
              <a:spcAft>
                <a:spcPct val="0"/>
              </a:spcAft>
              <a:buFont typeface="Times" pitchFamily="18" charset="0"/>
              <a:buNone/>
              <a:defRPr lang="en-US" sz="1079" b="1" kern="1200" dirty="0" smtClean="0">
                <a:solidFill>
                  <a:schemeClr val="accent1"/>
                </a:solidFill>
                <a:latin typeface="Verdana" pitchFamily="34" charset="0"/>
                <a:ea typeface="+mn-ea"/>
                <a:cs typeface="+mn-cs"/>
              </a:defRPr>
            </a:lvl3pPr>
            <a:lvl4pPr algn="l" defTabSz="986400" rtl="0" fontAlgn="base">
              <a:lnSpc>
                <a:spcPts val="1585"/>
              </a:lnSpc>
              <a:spcBef>
                <a:spcPct val="50000"/>
              </a:spcBef>
              <a:spcAft>
                <a:spcPct val="0"/>
              </a:spcAft>
              <a:buFont typeface="Times" pitchFamily="18" charset="0"/>
              <a:buNone/>
              <a:defRPr lang="en-US" sz="1079" b="1" kern="1200" dirty="0" smtClean="0">
                <a:solidFill>
                  <a:schemeClr val="accent1"/>
                </a:solidFill>
                <a:latin typeface="Verdana" pitchFamily="34" charset="0"/>
                <a:ea typeface="+mn-ea"/>
                <a:cs typeface="+mn-cs"/>
              </a:defRPr>
            </a:lvl4pPr>
            <a:lvl5pPr algn="l" defTabSz="986400" rtl="0" fontAlgn="base">
              <a:lnSpc>
                <a:spcPts val="1585"/>
              </a:lnSpc>
              <a:spcBef>
                <a:spcPct val="50000"/>
              </a:spcBef>
              <a:spcAft>
                <a:spcPct val="0"/>
              </a:spcAft>
              <a:buFont typeface="Times" pitchFamily="18" charset="0"/>
              <a:buNone/>
              <a:defRPr lang="en-GB" sz="1079" b="1" kern="1200" dirty="0" smtClean="0">
                <a:solidFill>
                  <a:schemeClr val="accent1"/>
                </a:solidFill>
                <a:latin typeface="Verdana" pitchFamily="34" charset="0"/>
                <a:ea typeface="+mn-ea"/>
                <a:cs typeface="+mn-cs"/>
              </a:defRPr>
            </a:lvl5pPr>
          </a:lstStyle>
          <a:p>
            <a:pPr lvl="0"/>
            <a:r>
              <a:rPr lang="en-US" noProof="0"/>
              <a:t>Click to edit Master text styles</a:t>
            </a:r>
          </a:p>
        </p:txBody>
      </p:sp>
      <p:sp>
        <p:nvSpPr>
          <p:cNvPr id="27" name="Text Placeholder 26"/>
          <p:cNvSpPr>
            <a:spLocks noGrp="1"/>
          </p:cNvSpPr>
          <p:nvPr>
            <p:ph type="body" sz="quarter" idx="32"/>
          </p:nvPr>
        </p:nvSpPr>
        <p:spPr bwMode="gray">
          <a:xfrm>
            <a:off x="7153963" y="2047889"/>
            <a:ext cx="3077543" cy="2091443"/>
          </a:xfrm>
          <a:ln>
            <a:solidFill>
              <a:schemeClr val="bg1">
                <a:lumMod val="50000"/>
              </a:schemeClr>
            </a:solidFill>
          </a:ln>
        </p:spPr>
        <p:txBody>
          <a:bodyPr/>
          <a:lstStyle>
            <a:lvl1pPr>
              <a:buNone/>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noProof="0"/>
              <a:t>Click to edit Master text styles</a:t>
            </a:r>
          </a:p>
        </p:txBody>
      </p:sp>
      <p:sp>
        <p:nvSpPr>
          <p:cNvPr id="28" name="Content Placeholder 18"/>
          <p:cNvSpPr>
            <a:spLocks noGrp="1"/>
          </p:cNvSpPr>
          <p:nvPr>
            <p:ph sz="quarter" idx="33"/>
          </p:nvPr>
        </p:nvSpPr>
        <p:spPr bwMode="gray">
          <a:xfrm>
            <a:off x="7153963" y="2051846"/>
            <a:ext cx="3077543" cy="1844478"/>
          </a:xfrm>
          <a:noFill/>
          <a:ln w="9525">
            <a:noFill/>
            <a:miter lim="800000"/>
            <a:headEnd/>
            <a:tailEnd/>
          </a:ln>
        </p:spPr>
        <p:txBody>
          <a:bodyPr lIns="69414" tIns="69414" rIns="69414" bIns="69414"/>
          <a:lstStyle>
            <a:lvl1pPr algn="l" defTabSz="986400" rtl="0" eaLnBrk="1" fontAlgn="base" hangingPunct="1">
              <a:lnSpc>
                <a:spcPts val="1585"/>
              </a:lnSpc>
              <a:spcBef>
                <a:spcPct val="0"/>
              </a:spcBef>
              <a:spcAft>
                <a:spcPct val="0"/>
              </a:spcAft>
              <a:buClr>
                <a:schemeClr val="accent5">
                  <a:lumMod val="50000"/>
                </a:schemeClr>
              </a:buClr>
              <a:defRPr lang="en-GB" sz="971" dirty="0" smtClean="0">
                <a:solidFill>
                  <a:schemeClr val="tx1"/>
                </a:solidFill>
                <a:latin typeface="+mn-lt"/>
                <a:ea typeface="+mn-ea"/>
                <a:cs typeface="+mn-cs"/>
              </a:defRPr>
            </a:lvl1pPr>
            <a:lvl2pPr algn="l" defTabSz="986400" rtl="0" eaLnBrk="1" fontAlgn="base" hangingPunct="1">
              <a:lnSpc>
                <a:spcPts val="1585"/>
              </a:lnSpc>
              <a:spcBef>
                <a:spcPct val="0"/>
              </a:spcBef>
              <a:spcAft>
                <a:spcPct val="0"/>
              </a:spcAft>
              <a:buClr>
                <a:schemeClr val="accent5">
                  <a:lumMod val="50000"/>
                </a:schemeClr>
              </a:buClr>
              <a:defRPr lang="en-US" sz="971" dirty="0" smtClean="0">
                <a:solidFill>
                  <a:schemeClr val="tx1"/>
                </a:solidFill>
                <a:latin typeface="+mn-lt"/>
                <a:ea typeface="+mn-ea"/>
                <a:cs typeface="+mn-cs"/>
              </a:defRPr>
            </a:lvl2pPr>
            <a:lvl3pPr algn="l" defTabSz="986400" rtl="0" eaLnBrk="1" fontAlgn="base" hangingPunct="1">
              <a:lnSpc>
                <a:spcPts val="1585"/>
              </a:lnSpc>
              <a:spcBef>
                <a:spcPct val="0"/>
              </a:spcBef>
              <a:spcAft>
                <a:spcPct val="0"/>
              </a:spcAft>
              <a:buClr>
                <a:schemeClr val="accent5">
                  <a:lumMod val="50000"/>
                </a:schemeClr>
              </a:buClr>
              <a:defRPr lang="en-US" sz="971" dirty="0" smtClean="0">
                <a:solidFill>
                  <a:schemeClr val="tx1"/>
                </a:solidFill>
                <a:latin typeface="+mn-lt"/>
                <a:ea typeface="+mn-ea"/>
                <a:cs typeface="+mn-cs"/>
              </a:defRPr>
            </a:lvl3pPr>
            <a:lvl4pPr algn="l" defTabSz="986400" rtl="0" eaLnBrk="1" fontAlgn="base" hangingPunct="1">
              <a:lnSpc>
                <a:spcPts val="1585"/>
              </a:lnSpc>
              <a:spcBef>
                <a:spcPct val="0"/>
              </a:spcBef>
              <a:spcAft>
                <a:spcPct val="0"/>
              </a:spcAft>
              <a:buClr>
                <a:schemeClr val="accent5">
                  <a:lumMod val="50000"/>
                </a:schemeClr>
              </a:buClr>
              <a:defRPr lang="en-US" sz="971" dirty="0" smtClean="0">
                <a:solidFill>
                  <a:schemeClr val="tx1"/>
                </a:solidFill>
                <a:latin typeface="+mn-lt"/>
                <a:ea typeface="+mn-ea"/>
                <a:cs typeface="+mn-cs"/>
              </a:defRPr>
            </a:lvl4pPr>
            <a:lvl5pPr algn="l" defTabSz="986400" rtl="0" eaLnBrk="1" fontAlgn="base" hangingPunct="1">
              <a:lnSpc>
                <a:spcPts val="1585"/>
              </a:lnSpc>
              <a:spcBef>
                <a:spcPct val="0"/>
              </a:spcBef>
              <a:spcAft>
                <a:spcPct val="0"/>
              </a:spcAft>
              <a:buClr>
                <a:schemeClr val="accent5">
                  <a:lumMod val="50000"/>
                </a:schemeClr>
              </a:buClr>
              <a:defRPr lang="en-GB" sz="971" dirty="0" smtClean="0">
                <a:solidFill>
                  <a:schemeClr val="tx1"/>
                </a:solidFill>
                <a:latin typeface="+mn-lt"/>
                <a:ea typeface="+mn-ea"/>
                <a:cs typeface="+mn-cs"/>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29" name="Content Placeholder 2"/>
          <p:cNvSpPr>
            <a:spLocks noGrp="1"/>
          </p:cNvSpPr>
          <p:nvPr>
            <p:ph idx="27"/>
          </p:nvPr>
        </p:nvSpPr>
        <p:spPr bwMode="gray">
          <a:xfrm>
            <a:off x="7153963" y="3896322"/>
            <a:ext cx="3077543" cy="243009"/>
          </a:xfrm>
        </p:spPr>
        <p:txBody>
          <a:bodyPr lIns="39667" anchor="ctr"/>
          <a:lstStyle>
            <a:lvl1pPr marL="0" indent="0">
              <a:lnSpc>
                <a:spcPct val="100000"/>
              </a:lnSpc>
              <a:buClrTx/>
              <a:buFont typeface="Arial" pitchFamily="34" charset="0"/>
              <a:buNone/>
              <a:defRPr sz="648" i="1">
                <a:solidFill>
                  <a:schemeClr val="accent1">
                    <a:lumMod val="50000"/>
                  </a:schemeClr>
                </a:solidFill>
              </a:defRPr>
            </a:lvl1pPr>
            <a:lvl2pPr>
              <a:buClrTx/>
              <a:buNone/>
              <a:defRPr sz="971"/>
            </a:lvl2pPr>
            <a:lvl3pPr>
              <a:buClrTx/>
              <a:defRPr sz="971"/>
            </a:lvl3pPr>
            <a:lvl4pPr>
              <a:buClrTx/>
              <a:defRPr sz="971"/>
            </a:lvl4pPr>
            <a:lvl5pPr>
              <a:buClrTx/>
              <a:defRPr sz="971"/>
            </a:lvl5pPr>
          </a:lstStyle>
          <a:p>
            <a:pPr lvl="0"/>
            <a:r>
              <a:rPr lang="en-US" noProof="0"/>
              <a:t>Click to edit Master text styles</a:t>
            </a:r>
          </a:p>
        </p:txBody>
      </p:sp>
      <p:sp>
        <p:nvSpPr>
          <p:cNvPr id="30" name="Text Placeholder 26"/>
          <p:cNvSpPr>
            <a:spLocks noGrp="1"/>
          </p:cNvSpPr>
          <p:nvPr>
            <p:ph type="body" sz="quarter" idx="34"/>
          </p:nvPr>
        </p:nvSpPr>
        <p:spPr bwMode="gray">
          <a:xfrm>
            <a:off x="7153963" y="4711790"/>
            <a:ext cx="3077543" cy="2091443"/>
          </a:xfrm>
          <a:ln>
            <a:solidFill>
              <a:schemeClr val="bg1">
                <a:lumMod val="50000"/>
              </a:schemeClr>
            </a:solidFill>
          </a:ln>
        </p:spPr>
        <p:txBody>
          <a:bodyPr/>
          <a:lstStyle>
            <a:lvl1pPr>
              <a:buNone/>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noProof="0"/>
              <a:t>Click to edit Master text styles</a:t>
            </a:r>
          </a:p>
        </p:txBody>
      </p:sp>
      <p:sp>
        <p:nvSpPr>
          <p:cNvPr id="31" name="Content Placeholder 18"/>
          <p:cNvSpPr>
            <a:spLocks noGrp="1"/>
          </p:cNvSpPr>
          <p:nvPr>
            <p:ph sz="quarter" idx="35"/>
          </p:nvPr>
        </p:nvSpPr>
        <p:spPr bwMode="gray">
          <a:xfrm>
            <a:off x="7153963" y="4715745"/>
            <a:ext cx="3077543" cy="1844478"/>
          </a:xfrm>
          <a:noFill/>
          <a:ln w="9525">
            <a:noFill/>
            <a:miter lim="800000"/>
            <a:headEnd/>
            <a:tailEnd/>
          </a:ln>
        </p:spPr>
        <p:txBody>
          <a:bodyPr lIns="69414" tIns="69414" rIns="69414" bIns="69414"/>
          <a:lstStyle>
            <a:lvl1pPr algn="l" defTabSz="986400" rtl="0" eaLnBrk="1" fontAlgn="base" hangingPunct="1">
              <a:lnSpc>
                <a:spcPts val="1585"/>
              </a:lnSpc>
              <a:spcBef>
                <a:spcPct val="0"/>
              </a:spcBef>
              <a:spcAft>
                <a:spcPct val="0"/>
              </a:spcAft>
              <a:buClr>
                <a:schemeClr val="accent5">
                  <a:lumMod val="50000"/>
                </a:schemeClr>
              </a:buClr>
              <a:defRPr lang="en-GB" sz="971" dirty="0" smtClean="0">
                <a:solidFill>
                  <a:schemeClr val="tx1"/>
                </a:solidFill>
                <a:latin typeface="+mn-lt"/>
                <a:ea typeface="+mn-ea"/>
                <a:cs typeface="+mn-cs"/>
              </a:defRPr>
            </a:lvl1pPr>
            <a:lvl2pPr algn="l" defTabSz="986400" rtl="0" eaLnBrk="1" fontAlgn="base" hangingPunct="1">
              <a:lnSpc>
                <a:spcPts val="1585"/>
              </a:lnSpc>
              <a:spcBef>
                <a:spcPct val="0"/>
              </a:spcBef>
              <a:spcAft>
                <a:spcPct val="0"/>
              </a:spcAft>
              <a:buClr>
                <a:schemeClr val="accent5">
                  <a:lumMod val="50000"/>
                </a:schemeClr>
              </a:buClr>
              <a:defRPr lang="en-US" sz="971" dirty="0" smtClean="0">
                <a:solidFill>
                  <a:schemeClr val="tx1"/>
                </a:solidFill>
                <a:latin typeface="+mn-lt"/>
                <a:ea typeface="+mn-ea"/>
                <a:cs typeface="+mn-cs"/>
              </a:defRPr>
            </a:lvl2pPr>
            <a:lvl3pPr algn="l" defTabSz="986400" rtl="0" eaLnBrk="1" fontAlgn="base" hangingPunct="1">
              <a:lnSpc>
                <a:spcPts val="1585"/>
              </a:lnSpc>
              <a:spcBef>
                <a:spcPct val="0"/>
              </a:spcBef>
              <a:spcAft>
                <a:spcPct val="0"/>
              </a:spcAft>
              <a:buClr>
                <a:schemeClr val="accent5">
                  <a:lumMod val="50000"/>
                </a:schemeClr>
              </a:buClr>
              <a:defRPr lang="en-US" sz="971" dirty="0" smtClean="0">
                <a:solidFill>
                  <a:schemeClr val="tx1"/>
                </a:solidFill>
                <a:latin typeface="+mn-lt"/>
                <a:ea typeface="+mn-ea"/>
                <a:cs typeface="+mn-cs"/>
              </a:defRPr>
            </a:lvl3pPr>
            <a:lvl4pPr algn="l" defTabSz="986400" rtl="0" eaLnBrk="1" fontAlgn="base" hangingPunct="1">
              <a:lnSpc>
                <a:spcPts val="1585"/>
              </a:lnSpc>
              <a:spcBef>
                <a:spcPct val="0"/>
              </a:spcBef>
              <a:spcAft>
                <a:spcPct val="0"/>
              </a:spcAft>
              <a:buClr>
                <a:schemeClr val="accent5">
                  <a:lumMod val="50000"/>
                </a:schemeClr>
              </a:buClr>
              <a:defRPr lang="en-US" sz="971" dirty="0" smtClean="0">
                <a:solidFill>
                  <a:schemeClr val="tx1"/>
                </a:solidFill>
                <a:latin typeface="+mn-lt"/>
                <a:ea typeface="+mn-ea"/>
                <a:cs typeface="+mn-cs"/>
              </a:defRPr>
            </a:lvl4pPr>
            <a:lvl5pPr algn="l" defTabSz="986400" rtl="0" eaLnBrk="1" fontAlgn="base" hangingPunct="1">
              <a:lnSpc>
                <a:spcPts val="1585"/>
              </a:lnSpc>
              <a:spcBef>
                <a:spcPct val="0"/>
              </a:spcBef>
              <a:spcAft>
                <a:spcPct val="0"/>
              </a:spcAft>
              <a:buClr>
                <a:schemeClr val="accent5">
                  <a:lumMod val="50000"/>
                </a:schemeClr>
              </a:buClr>
              <a:defRPr lang="en-GB" sz="971" dirty="0" smtClean="0">
                <a:solidFill>
                  <a:schemeClr val="tx1"/>
                </a:solidFill>
                <a:latin typeface="+mn-lt"/>
                <a:ea typeface="+mn-ea"/>
                <a:cs typeface="+mn-cs"/>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32" name="Content Placeholder 2"/>
          <p:cNvSpPr>
            <a:spLocks noGrp="1"/>
          </p:cNvSpPr>
          <p:nvPr>
            <p:ph idx="36"/>
          </p:nvPr>
        </p:nvSpPr>
        <p:spPr bwMode="gray">
          <a:xfrm>
            <a:off x="7153963" y="6560222"/>
            <a:ext cx="3077543" cy="243009"/>
          </a:xfrm>
        </p:spPr>
        <p:txBody>
          <a:bodyPr lIns="39667" anchor="ctr"/>
          <a:lstStyle>
            <a:lvl1pPr marL="0" indent="0">
              <a:lnSpc>
                <a:spcPct val="100000"/>
              </a:lnSpc>
              <a:buClrTx/>
              <a:buFont typeface="Arial" pitchFamily="34" charset="0"/>
              <a:buNone/>
              <a:defRPr sz="648" i="1">
                <a:solidFill>
                  <a:schemeClr val="accent1">
                    <a:lumMod val="50000"/>
                  </a:schemeClr>
                </a:solidFill>
              </a:defRPr>
            </a:lvl1pPr>
            <a:lvl2pPr>
              <a:buClrTx/>
              <a:buNone/>
              <a:defRPr sz="971"/>
            </a:lvl2pPr>
            <a:lvl3pPr>
              <a:buClrTx/>
              <a:defRPr sz="971"/>
            </a:lvl3pPr>
            <a:lvl4pPr>
              <a:buClrTx/>
              <a:defRPr sz="971"/>
            </a:lvl4pPr>
            <a:lvl5pPr>
              <a:buClrTx/>
              <a:defRPr sz="971"/>
            </a:lvl5pPr>
          </a:lstStyle>
          <a:p>
            <a:pPr lvl="0"/>
            <a:r>
              <a:rPr lang="en-US" noProof="0"/>
              <a:t>Click to edit Master text styles</a:t>
            </a:r>
          </a:p>
        </p:txBody>
      </p:sp>
      <p:sp>
        <p:nvSpPr>
          <p:cNvPr id="13" name="Title 1"/>
          <p:cNvSpPr>
            <a:spLocks noGrp="1"/>
          </p:cNvSpPr>
          <p:nvPr>
            <p:ph type="title"/>
          </p:nvPr>
        </p:nvSpPr>
        <p:spPr>
          <a:xfrm>
            <a:off x="521457" y="207941"/>
            <a:ext cx="8859116" cy="694458"/>
          </a:xfrm>
        </p:spPr>
        <p:txBody>
          <a:bodyPr/>
          <a:lstStyle/>
          <a:p>
            <a:r>
              <a:rPr lang="en-US" dirty="0"/>
              <a:t>Click to edit Master title style</a:t>
            </a:r>
            <a:endParaRPr lang="en-GB" dirty="0"/>
          </a:p>
        </p:txBody>
      </p:sp>
    </p:spTree>
    <p:extLst>
      <p:ext uri="{BB962C8B-B14F-4D97-AF65-F5344CB8AC3E}">
        <p14:creationId xmlns:p14="http://schemas.microsoft.com/office/powerpoint/2010/main" val="290282281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Six boxes">
    <p:spTree>
      <p:nvGrpSpPr>
        <p:cNvPr id="1" name=""/>
        <p:cNvGrpSpPr/>
        <p:nvPr/>
      </p:nvGrpSpPr>
      <p:grpSpPr>
        <a:xfrm>
          <a:off x="0" y="0"/>
          <a:ext cx="0" cy="0"/>
          <a:chOff x="0" y="0"/>
          <a:chExt cx="0" cy="0"/>
        </a:xfrm>
      </p:grpSpPr>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43" name="Content Placeholder 2"/>
          <p:cNvSpPr>
            <a:spLocks noGrp="1"/>
          </p:cNvSpPr>
          <p:nvPr>
            <p:ph sz="half" idx="32"/>
          </p:nvPr>
        </p:nvSpPr>
        <p:spPr>
          <a:xfrm>
            <a:off x="7055911" y="1478695"/>
            <a:ext cx="3108165" cy="237991"/>
          </a:xfrm>
          <a:noFill/>
        </p:spPr>
        <p:txBody>
          <a:bodyPr wrap="square">
            <a:noAutofit/>
          </a:bodyPr>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p:txBody>
      </p:sp>
      <p:sp>
        <p:nvSpPr>
          <p:cNvPr id="46" name="Content Placeholder 2"/>
          <p:cNvSpPr>
            <a:spLocks noGrp="1"/>
          </p:cNvSpPr>
          <p:nvPr>
            <p:ph sz="half" idx="31"/>
          </p:nvPr>
        </p:nvSpPr>
        <p:spPr>
          <a:xfrm>
            <a:off x="7055911" y="1716079"/>
            <a:ext cx="3108165" cy="2380497"/>
          </a:xfrm>
          <a:noFill/>
        </p:spPr>
        <p:txBody>
          <a:bodyPr lIns="71968" tIns="71968" rIns="71968" bIns="71968"/>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8" name="Content Placeholder 2"/>
          <p:cNvSpPr>
            <a:spLocks noGrp="1"/>
          </p:cNvSpPr>
          <p:nvPr>
            <p:ph sz="half" idx="36"/>
          </p:nvPr>
        </p:nvSpPr>
        <p:spPr>
          <a:xfrm>
            <a:off x="7055911" y="4243576"/>
            <a:ext cx="3108165" cy="237991"/>
          </a:xfrm>
          <a:noFill/>
        </p:spPr>
        <p:txBody>
          <a:bodyPr wrap="square">
            <a:noAutofit/>
          </a:bodyPr>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p:txBody>
      </p:sp>
      <p:sp>
        <p:nvSpPr>
          <p:cNvPr id="50" name="Content Placeholder 2"/>
          <p:cNvSpPr>
            <a:spLocks noGrp="1"/>
          </p:cNvSpPr>
          <p:nvPr>
            <p:ph sz="half" idx="38"/>
          </p:nvPr>
        </p:nvSpPr>
        <p:spPr>
          <a:xfrm>
            <a:off x="7055911" y="4480962"/>
            <a:ext cx="3108165" cy="2380497"/>
          </a:xfrm>
          <a:noFill/>
        </p:spPr>
        <p:txBody>
          <a:bodyPr lIns="71968" tIns="71968" rIns="71968" bIns="71968"/>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2" name="Content Placeholder 2"/>
          <p:cNvSpPr>
            <a:spLocks noGrp="1"/>
          </p:cNvSpPr>
          <p:nvPr>
            <p:ph sz="half" idx="40"/>
          </p:nvPr>
        </p:nvSpPr>
        <p:spPr>
          <a:xfrm>
            <a:off x="3791825" y="1478694"/>
            <a:ext cx="3108165" cy="237991"/>
          </a:xfrm>
          <a:noFill/>
        </p:spPr>
        <p:txBody>
          <a:bodyPr wrap="square">
            <a:noAutofit/>
          </a:bodyPr>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p:txBody>
      </p:sp>
      <p:sp>
        <p:nvSpPr>
          <p:cNvPr id="73" name="Content Placeholder 2"/>
          <p:cNvSpPr>
            <a:spLocks noGrp="1"/>
          </p:cNvSpPr>
          <p:nvPr>
            <p:ph sz="half" idx="42"/>
          </p:nvPr>
        </p:nvSpPr>
        <p:spPr>
          <a:xfrm>
            <a:off x="3791825" y="1716079"/>
            <a:ext cx="3108165" cy="2380497"/>
          </a:xfrm>
          <a:noFill/>
        </p:spPr>
        <p:txBody>
          <a:bodyPr lIns="71968" tIns="71968" rIns="71968" bIns="71968"/>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5" name="Content Placeholder 2"/>
          <p:cNvSpPr>
            <a:spLocks noGrp="1"/>
          </p:cNvSpPr>
          <p:nvPr>
            <p:ph sz="half" idx="44"/>
          </p:nvPr>
        </p:nvSpPr>
        <p:spPr>
          <a:xfrm>
            <a:off x="3791825" y="4243575"/>
            <a:ext cx="3108165" cy="237991"/>
          </a:xfrm>
          <a:noFill/>
        </p:spPr>
        <p:txBody>
          <a:bodyPr wrap="square">
            <a:noAutofit/>
          </a:bodyPr>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p:txBody>
      </p:sp>
      <p:sp>
        <p:nvSpPr>
          <p:cNvPr id="77" name="Content Placeholder 2"/>
          <p:cNvSpPr>
            <a:spLocks noGrp="1"/>
          </p:cNvSpPr>
          <p:nvPr>
            <p:ph sz="half" idx="46"/>
          </p:nvPr>
        </p:nvSpPr>
        <p:spPr>
          <a:xfrm>
            <a:off x="3791825" y="4480962"/>
            <a:ext cx="3108165" cy="2380497"/>
          </a:xfrm>
          <a:noFill/>
        </p:spPr>
        <p:txBody>
          <a:bodyPr lIns="71968" tIns="71968" rIns="71968" bIns="71968"/>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9" name="Content Placeholder 2"/>
          <p:cNvSpPr>
            <a:spLocks noGrp="1"/>
          </p:cNvSpPr>
          <p:nvPr>
            <p:ph sz="half" idx="48"/>
          </p:nvPr>
        </p:nvSpPr>
        <p:spPr>
          <a:xfrm>
            <a:off x="527740" y="1478693"/>
            <a:ext cx="3108165" cy="237991"/>
          </a:xfrm>
          <a:noFill/>
        </p:spPr>
        <p:txBody>
          <a:bodyPr wrap="square">
            <a:noAutofit/>
          </a:bodyPr>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p:txBody>
      </p:sp>
      <p:sp>
        <p:nvSpPr>
          <p:cNvPr id="81" name="Content Placeholder 2"/>
          <p:cNvSpPr>
            <a:spLocks noGrp="1"/>
          </p:cNvSpPr>
          <p:nvPr>
            <p:ph sz="half" idx="50"/>
          </p:nvPr>
        </p:nvSpPr>
        <p:spPr>
          <a:xfrm>
            <a:off x="527740" y="1716079"/>
            <a:ext cx="3108165" cy="2380497"/>
          </a:xfrm>
          <a:noFill/>
        </p:spPr>
        <p:txBody>
          <a:bodyPr lIns="71968" tIns="71968" rIns="71968" bIns="71968"/>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3" name="Content Placeholder 2"/>
          <p:cNvSpPr>
            <a:spLocks noGrp="1"/>
          </p:cNvSpPr>
          <p:nvPr>
            <p:ph sz="half" idx="52"/>
          </p:nvPr>
        </p:nvSpPr>
        <p:spPr>
          <a:xfrm>
            <a:off x="527740" y="4243574"/>
            <a:ext cx="3108165" cy="237991"/>
          </a:xfrm>
          <a:noFill/>
        </p:spPr>
        <p:txBody>
          <a:bodyPr wrap="square">
            <a:noAutofit/>
          </a:bodyPr>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p:txBody>
      </p:sp>
      <p:sp>
        <p:nvSpPr>
          <p:cNvPr id="85" name="Content Placeholder 2"/>
          <p:cNvSpPr>
            <a:spLocks noGrp="1"/>
          </p:cNvSpPr>
          <p:nvPr>
            <p:ph sz="half" idx="54"/>
          </p:nvPr>
        </p:nvSpPr>
        <p:spPr>
          <a:xfrm>
            <a:off x="527740" y="4480956"/>
            <a:ext cx="3108165" cy="2380497"/>
          </a:xfrm>
          <a:noFill/>
        </p:spPr>
        <p:txBody>
          <a:bodyPr lIns="71968" tIns="71968" rIns="71968" bIns="71968"/>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8" name="Text Placeholder 9"/>
          <p:cNvSpPr>
            <a:spLocks noGrp="1"/>
          </p:cNvSpPr>
          <p:nvPr>
            <p:ph type="body" sz="quarter" idx="56" hasCustomPrompt="1"/>
          </p:nvPr>
        </p:nvSpPr>
        <p:spPr>
          <a:xfrm>
            <a:off x="527737" y="6875854"/>
            <a:ext cx="9131106" cy="396833"/>
          </a:xfrm>
        </p:spPr>
        <p:txBody>
          <a:bodyPr anchor="b"/>
          <a:lstStyle>
            <a:lvl1pPr>
              <a:spcBef>
                <a:spcPts val="0"/>
              </a:spcBef>
              <a:defRPr sz="648">
                <a:solidFill>
                  <a:srgbClr val="7F7F7F"/>
                </a:solidFill>
              </a:defRPr>
            </a:lvl1pPr>
          </a:lstStyle>
          <a:p>
            <a:pPr lvl="0"/>
            <a:r>
              <a:rPr lang="en-US" dirty="0"/>
              <a:t>Notes/Sources:</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_Six boxes">
    <p:spTree>
      <p:nvGrpSpPr>
        <p:cNvPr id="1" name=""/>
        <p:cNvGrpSpPr/>
        <p:nvPr/>
      </p:nvGrpSpPr>
      <p:grpSpPr>
        <a:xfrm>
          <a:off x="0" y="0"/>
          <a:ext cx="0" cy="0"/>
          <a:chOff x="0" y="0"/>
          <a:chExt cx="0" cy="0"/>
        </a:xfrm>
      </p:grpSpPr>
      <p:sp>
        <p:nvSpPr>
          <p:cNvPr id="2" name="Title 1"/>
          <p:cNvSpPr>
            <a:spLocks noGrp="1"/>
          </p:cNvSpPr>
          <p:nvPr>
            <p:ph type="title"/>
          </p:nvPr>
        </p:nvSpPr>
        <p:spPr>
          <a:xfrm>
            <a:off x="521457" y="207941"/>
            <a:ext cx="8859116" cy="694458"/>
          </a:xfrm>
        </p:spPr>
        <p:txBody>
          <a:bodyPr/>
          <a:lstStyle/>
          <a:p>
            <a:r>
              <a:rPr lang="en-US" dirty="0"/>
              <a:t>Click to edit Master title style</a:t>
            </a:r>
            <a:endParaRPr lang="en-GB" dirty="0"/>
          </a:p>
        </p:txBody>
      </p:sp>
      <p:sp>
        <p:nvSpPr>
          <p:cNvPr id="43" name="Content Placeholder 2"/>
          <p:cNvSpPr>
            <a:spLocks noGrp="1"/>
          </p:cNvSpPr>
          <p:nvPr>
            <p:ph sz="half" idx="32"/>
          </p:nvPr>
        </p:nvSpPr>
        <p:spPr>
          <a:xfrm>
            <a:off x="7055911" y="1478695"/>
            <a:ext cx="3108165" cy="237991"/>
          </a:xfrm>
          <a:noFill/>
        </p:spPr>
        <p:txBody>
          <a:bodyPr wrap="square">
            <a:noAutofit/>
          </a:bodyPr>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p:txBody>
      </p:sp>
      <p:sp>
        <p:nvSpPr>
          <p:cNvPr id="46" name="Content Placeholder 2"/>
          <p:cNvSpPr>
            <a:spLocks noGrp="1"/>
          </p:cNvSpPr>
          <p:nvPr>
            <p:ph sz="half" idx="31"/>
          </p:nvPr>
        </p:nvSpPr>
        <p:spPr>
          <a:xfrm>
            <a:off x="7055911" y="1716079"/>
            <a:ext cx="3108165" cy="2380497"/>
          </a:xfrm>
          <a:noFill/>
        </p:spPr>
        <p:txBody>
          <a:bodyPr lIns="71968" tIns="71968" rIns="71968" bIns="71968"/>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8" name="Content Placeholder 2"/>
          <p:cNvSpPr>
            <a:spLocks noGrp="1"/>
          </p:cNvSpPr>
          <p:nvPr>
            <p:ph sz="half" idx="36"/>
          </p:nvPr>
        </p:nvSpPr>
        <p:spPr>
          <a:xfrm>
            <a:off x="7055911" y="4243576"/>
            <a:ext cx="3108165" cy="237991"/>
          </a:xfrm>
          <a:noFill/>
        </p:spPr>
        <p:txBody>
          <a:bodyPr wrap="square">
            <a:noAutofit/>
          </a:bodyPr>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p:txBody>
      </p:sp>
      <p:sp>
        <p:nvSpPr>
          <p:cNvPr id="50" name="Content Placeholder 2"/>
          <p:cNvSpPr>
            <a:spLocks noGrp="1"/>
          </p:cNvSpPr>
          <p:nvPr>
            <p:ph sz="half" idx="38"/>
          </p:nvPr>
        </p:nvSpPr>
        <p:spPr>
          <a:xfrm>
            <a:off x="7055911" y="4480962"/>
            <a:ext cx="3108165" cy="2380497"/>
          </a:xfrm>
          <a:noFill/>
        </p:spPr>
        <p:txBody>
          <a:bodyPr lIns="71968" tIns="71968" rIns="71968" bIns="71968"/>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2" name="Content Placeholder 2"/>
          <p:cNvSpPr>
            <a:spLocks noGrp="1"/>
          </p:cNvSpPr>
          <p:nvPr>
            <p:ph sz="half" idx="40"/>
          </p:nvPr>
        </p:nvSpPr>
        <p:spPr>
          <a:xfrm>
            <a:off x="3791825" y="1478694"/>
            <a:ext cx="3108165" cy="237991"/>
          </a:xfrm>
          <a:noFill/>
        </p:spPr>
        <p:txBody>
          <a:bodyPr wrap="square">
            <a:noAutofit/>
          </a:bodyPr>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p:txBody>
      </p:sp>
      <p:sp>
        <p:nvSpPr>
          <p:cNvPr id="73" name="Content Placeholder 2"/>
          <p:cNvSpPr>
            <a:spLocks noGrp="1"/>
          </p:cNvSpPr>
          <p:nvPr>
            <p:ph sz="half" idx="42"/>
          </p:nvPr>
        </p:nvSpPr>
        <p:spPr>
          <a:xfrm>
            <a:off x="3791825" y="1716079"/>
            <a:ext cx="3108165" cy="2380497"/>
          </a:xfrm>
          <a:noFill/>
        </p:spPr>
        <p:txBody>
          <a:bodyPr lIns="71968" tIns="71968" rIns="71968" bIns="71968"/>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5" name="Content Placeholder 2"/>
          <p:cNvSpPr>
            <a:spLocks noGrp="1"/>
          </p:cNvSpPr>
          <p:nvPr>
            <p:ph sz="half" idx="44"/>
          </p:nvPr>
        </p:nvSpPr>
        <p:spPr>
          <a:xfrm>
            <a:off x="3791825" y="4243575"/>
            <a:ext cx="3108165" cy="237991"/>
          </a:xfrm>
          <a:noFill/>
        </p:spPr>
        <p:txBody>
          <a:bodyPr wrap="square">
            <a:noAutofit/>
          </a:bodyPr>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p:txBody>
      </p:sp>
      <p:sp>
        <p:nvSpPr>
          <p:cNvPr id="77" name="Content Placeholder 2"/>
          <p:cNvSpPr>
            <a:spLocks noGrp="1"/>
          </p:cNvSpPr>
          <p:nvPr>
            <p:ph sz="half" idx="46"/>
          </p:nvPr>
        </p:nvSpPr>
        <p:spPr>
          <a:xfrm>
            <a:off x="3791825" y="4480962"/>
            <a:ext cx="3108165" cy="2380497"/>
          </a:xfrm>
          <a:noFill/>
        </p:spPr>
        <p:txBody>
          <a:bodyPr lIns="71968" tIns="71968" rIns="71968" bIns="71968"/>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9" name="Content Placeholder 2"/>
          <p:cNvSpPr>
            <a:spLocks noGrp="1"/>
          </p:cNvSpPr>
          <p:nvPr>
            <p:ph sz="half" idx="48"/>
          </p:nvPr>
        </p:nvSpPr>
        <p:spPr>
          <a:xfrm>
            <a:off x="527740" y="1478693"/>
            <a:ext cx="3108165" cy="237991"/>
          </a:xfrm>
          <a:noFill/>
        </p:spPr>
        <p:txBody>
          <a:bodyPr wrap="square">
            <a:noAutofit/>
          </a:bodyPr>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p:txBody>
      </p:sp>
      <p:sp>
        <p:nvSpPr>
          <p:cNvPr id="81" name="Content Placeholder 2"/>
          <p:cNvSpPr>
            <a:spLocks noGrp="1"/>
          </p:cNvSpPr>
          <p:nvPr>
            <p:ph sz="half" idx="50"/>
          </p:nvPr>
        </p:nvSpPr>
        <p:spPr>
          <a:xfrm>
            <a:off x="527740" y="1716079"/>
            <a:ext cx="3108165" cy="2380497"/>
          </a:xfrm>
          <a:noFill/>
        </p:spPr>
        <p:txBody>
          <a:bodyPr lIns="71968" tIns="71968" rIns="71968" bIns="71968"/>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3" name="Content Placeholder 2"/>
          <p:cNvSpPr>
            <a:spLocks noGrp="1"/>
          </p:cNvSpPr>
          <p:nvPr>
            <p:ph sz="half" idx="52"/>
          </p:nvPr>
        </p:nvSpPr>
        <p:spPr>
          <a:xfrm>
            <a:off x="527740" y="4243574"/>
            <a:ext cx="3108165" cy="237991"/>
          </a:xfrm>
          <a:noFill/>
        </p:spPr>
        <p:txBody>
          <a:bodyPr wrap="square">
            <a:noAutofit/>
          </a:bodyPr>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p:txBody>
      </p:sp>
      <p:sp>
        <p:nvSpPr>
          <p:cNvPr id="85" name="Content Placeholder 2"/>
          <p:cNvSpPr>
            <a:spLocks noGrp="1"/>
          </p:cNvSpPr>
          <p:nvPr>
            <p:ph sz="half" idx="54"/>
          </p:nvPr>
        </p:nvSpPr>
        <p:spPr>
          <a:xfrm>
            <a:off x="527740" y="4480956"/>
            <a:ext cx="3108165" cy="2380497"/>
          </a:xfrm>
          <a:noFill/>
        </p:spPr>
        <p:txBody>
          <a:bodyPr lIns="71968" tIns="71968" rIns="71968" bIns="71968"/>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8" name="Text Placeholder 9"/>
          <p:cNvSpPr>
            <a:spLocks noGrp="1"/>
          </p:cNvSpPr>
          <p:nvPr>
            <p:ph type="body" sz="quarter" idx="56" hasCustomPrompt="1"/>
          </p:nvPr>
        </p:nvSpPr>
        <p:spPr>
          <a:xfrm>
            <a:off x="527737" y="6875854"/>
            <a:ext cx="9131106" cy="396833"/>
          </a:xfrm>
        </p:spPr>
        <p:txBody>
          <a:bodyPr anchor="b"/>
          <a:lstStyle>
            <a:lvl1pPr>
              <a:spcBef>
                <a:spcPts val="0"/>
              </a:spcBef>
              <a:defRPr sz="648">
                <a:solidFill>
                  <a:srgbClr val="7F7F7F"/>
                </a:solidFill>
              </a:defRPr>
            </a:lvl1pPr>
          </a:lstStyle>
          <a:p>
            <a:pPr lvl="0"/>
            <a:r>
              <a:rPr lang="en-US" dirty="0"/>
              <a:t>Notes/Sources:</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graphicFrame>
        <p:nvGraphicFramePr>
          <p:cNvPr id="13" name="Object 3" hidden="1"/>
          <p:cNvGraphicFramePr>
            <a:graphicFrameLocks noChangeAspect="1"/>
          </p:cNvGraphicFramePr>
          <p:nvPr>
            <p:custDataLst>
              <p:tags r:id="rId1"/>
            </p:custDataLst>
          </p:nvPr>
        </p:nvGraphicFramePr>
        <p:xfrm>
          <a:off x="0" y="0"/>
          <a:ext cx="158727" cy="158717"/>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13" name="Object 3"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58727" cy="1587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Placeholder 11"/>
          <p:cNvSpPr>
            <a:spLocks noGrp="1"/>
          </p:cNvSpPr>
          <p:nvPr>
            <p:ph type="body" sz="quarter" idx="17"/>
          </p:nvPr>
        </p:nvSpPr>
        <p:spPr bwMode="gray">
          <a:xfrm>
            <a:off x="449194" y="1691920"/>
            <a:ext cx="4733298" cy="359925"/>
          </a:xfrm>
          <a:solidFill>
            <a:schemeClr val="accent1"/>
          </a:solidFill>
          <a:ln w="15875" algn="ctr">
            <a:solidFill>
              <a:schemeClr val="accent1"/>
            </a:solidFill>
            <a:round/>
            <a:headEnd/>
            <a:tailEnd/>
          </a:ln>
        </p:spPr>
        <p:txBody>
          <a:bodyPr lIns="69423" tIns="69423" rIns="69423" bIns="69423" anchor="ctr"/>
          <a:lstStyle>
            <a:lvl1pPr marL="0" indent="0" algn="l" defTabSz="986526" rtl="0" fontAlgn="base">
              <a:lnSpc>
                <a:spcPts val="1585"/>
              </a:lnSpc>
              <a:spcBef>
                <a:spcPts val="0"/>
              </a:spcBef>
              <a:spcAft>
                <a:spcPct val="0"/>
              </a:spcAft>
              <a:buFont typeface="Times" pitchFamily="18" charset="0"/>
              <a:buNone/>
              <a:defRPr lang="en-GB" sz="1079" b="1" kern="1200" dirty="0" smtClean="0">
                <a:solidFill>
                  <a:schemeClr val="bg2"/>
                </a:solidFill>
                <a:latin typeface="+mj-lt"/>
                <a:ea typeface="+mn-ea"/>
                <a:cs typeface="+mn-cs"/>
              </a:defRPr>
            </a:lvl1pPr>
          </a:lstStyle>
          <a:p>
            <a:pPr lvl="0"/>
            <a:r>
              <a:rPr lang="en-US" noProof="0" dirty="0"/>
              <a:t>Click to edit Master text styles</a:t>
            </a:r>
          </a:p>
        </p:txBody>
      </p:sp>
      <p:sp>
        <p:nvSpPr>
          <p:cNvPr id="14" name="Text Placeholder 13"/>
          <p:cNvSpPr>
            <a:spLocks noGrp="1"/>
          </p:cNvSpPr>
          <p:nvPr>
            <p:ph type="body" sz="quarter" idx="18"/>
          </p:nvPr>
        </p:nvSpPr>
        <p:spPr bwMode="gray">
          <a:xfrm>
            <a:off x="5490631" y="1691920"/>
            <a:ext cx="4733298" cy="359925"/>
          </a:xfrm>
          <a:solidFill>
            <a:schemeClr val="accent1"/>
          </a:solidFill>
          <a:ln w="15875" algn="ctr">
            <a:solidFill>
              <a:schemeClr val="accent1"/>
            </a:solidFill>
            <a:round/>
            <a:headEnd/>
            <a:tailEnd/>
          </a:ln>
        </p:spPr>
        <p:txBody>
          <a:bodyPr lIns="69423" tIns="69423" rIns="69423" bIns="69423" anchor="ctr"/>
          <a:lstStyle>
            <a:lvl1pPr marL="0" indent="0" algn="l" defTabSz="986526" rtl="0" fontAlgn="base">
              <a:lnSpc>
                <a:spcPts val="1585"/>
              </a:lnSpc>
              <a:spcBef>
                <a:spcPts val="0"/>
              </a:spcBef>
              <a:spcAft>
                <a:spcPct val="0"/>
              </a:spcAft>
              <a:buFont typeface="Times" pitchFamily="18" charset="0"/>
              <a:buNone/>
              <a:defRPr lang="en-US" sz="1079" b="1" kern="1200" dirty="0" smtClean="0">
                <a:solidFill>
                  <a:schemeClr val="bg2"/>
                </a:solidFill>
                <a:latin typeface="+mj-lt"/>
                <a:ea typeface="+mn-ea"/>
                <a:cs typeface="+mn-cs"/>
              </a:defRPr>
            </a:lvl1pPr>
            <a:lvl2pPr algn="l" defTabSz="986526" rtl="0" fontAlgn="base">
              <a:lnSpc>
                <a:spcPts val="1585"/>
              </a:lnSpc>
              <a:spcBef>
                <a:spcPct val="50000"/>
              </a:spcBef>
              <a:spcAft>
                <a:spcPct val="0"/>
              </a:spcAft>
              <a:buFont typeface="Times" pitchFamily="18" charset="0"/>
              <a:buNone/>
              <a:defRPr lang="en-US" sz="1079" b="1" kern="1200" dirty="0" smtClean="0">
                <a:solidFill>
                  <a:schemeClr val="accent1"/>
                </a:solidFill>
                <a:latin typeface="Verdana" pitchFamily="34" charset="0"/>
                <a:ea typeface="+mn-ea"/>
                <a:cs typeface="+mn-cs"/>
              </a:defRPr>
            </a:lvl2pPr>
            <a:lvl3pPr algn="l" defTabSz="986526" rtl="0" fontAlgn="base">
              <a:lnSpc>
                <a:spcPts val="1585"/>
              </a:lnSpc>
              <a:spcBef>
                <a:spcPct val="50000"/>
              </a:spcBef>
              <a:spcAft>
                <a:spcPct val="0"/>
              </a:spcAft>
              <a:buFont typeface="Times" pitchFamily="18" charset="0"/>
              <a:buNone/>
              <a:defRPr lang="en-US" sz="1079" b="1" kern="1200" dirty="0" smtClean="0">
                <a:solidFill>
                  <a:schemeClr val="accent1"/>
                </a:solidFill>
                <a:latin typeface="Verdana" pitchFamily="34" charset="0"/>
                <a:ea typeface="+mn-ea"/>
                <a:cs typeface="+mn-cs"/>
              </a:defRPr>
            </a:lvl3pPr>
            <a:lvl4pPr algn="l" defTabSz="986526" rtl="0" fontAlgn="base">
              <a:lnSpc>
                <a:spcPts val="1585"/>
              </a:lnSpc>
              <a:spcBef>
                <a:spcPct val="50000"/>
              </a:spcBef>
              <a:spcAft>
                <a:spcPct val="0"/>
              </a:spcAft>
              <a:buFont typeface="Times" pitchFamily="18" charset="0"/>
              <a:buNone/>
              <a:defRPr lang="en-US" sz="1079" b="1" kern="1200" dirty="0" smtClean="0">
                <a:solidFill>
                  <a:schemeClr val="accent1"/>
                </a:solidFill>
                <a:latin typeface="Verdana" pitchFamily="34" charset="0"/>
                <a:ea typeface="+mn-ea"/>
                <a:cs typeface="+mn-cs"/>
              </a:defRPr>
            </a:lvl4pPr>
            <a:lvl5pPr algn="l" defTabSz="986526" rtl="0" fontAlgn="base">
              <a:lnSpc>
                <a:spcPts val="1585"/>
              </a:lnSpc>
              <a:spcBef>
                <a:spcPct val="50000"/>
              </a:spcBef>
              <a:spcAft>
                <a:spcPct val="0"/>
              </a:spcAft>
              <a:buFont typeface="Times" pitchFamily="18" charset="0"/>
              <a:buNone/>
              <a:defRPr lang="en-GB" sz="1079" b="1" kern="1200" dirty="0" smtClean="0">
                <a:solidFill>
                  <a:schemeClr val="accent1"/>
                </a:solidFill>
                <a:latin typeface="Verdana" pitchFamily="34" charset="0"/>
                <a:ea typeface="+mn-ea"/>
                <a:cs typeface="+mn-cs"/>
              </a:defRPr>
            </a:lvl5pPr>
          </a:lstStyle>
          <a:p>
            <a:pPr lvl="0"/>
            <a:r>
              <a:rPr lang="en-US" noProof="0"/>
              <a:t>Click to edit Master text styles</a:t>
            </a:r>
          </a:p>
        </p:txBody>
      </p:sp>
      <p:sp>
        <p:nvSpPr>
          <p:cNvPr id="22" name="Content Placeholder 2"/>
          <p:cNvSpPr>
            <a:spLocks noGrp="1"/>
          </p:cNvSpPr>
          <p:nvPr>
            <p:ph idx="27"/>
          </p:nvPr>
        </p:nvSpPr>
        <p:spPr bwMode="gray">
          <a:xfrm>
            <a:off x="5489868" y="6553113"/>
            <a:ext cx="4734808" cy="243009"/>
          </a:xfrm>
        </p:spPr>
        <p:txBody>
          <a:bodyPr lIns="39671" anchor="ctr"/>
          <a:lstStyle>
            <a:lvl1pPr marL="0" indent="0">
              <a:lnSpc>
                <a:spcPct val="100000"/>
              </a:lnSpc>
              <a:buClrTx/>
              <a:buFont typeface="Arial" pitchFamily="34" charset="0"/>
              <a:buNone/>
              <a:defRPr sz="648" i="1">
                <a:solidFill>
                  <a:srgbClr val="7F7F7F"/>
                </a:solidFill>
              </a:defRPr>
            </a:lvl1pPr>
            <a:lvl2pPr>
              <a:buClrTx/>
              <a:buNone/>
              <a:defRPr sz="971"/>
            </a:lvl2pPr>
            <a:lvl3pPr>
              <a:buClrTx/>
              <a:defRPr sz="971"/>
            </a:lvl3pPr>
            <a:lvl4pPr>
              <a:buClrTx/>
              <a:defRPr sz="971"/>
            </a:lvl4pPr>
            <a:lvl5pPr>
              <a:buClrTx/>
              <a:defRPr sz="971"/>
            </a:lvl5pPr>
          </a:lstStyle>
          <a:p>
            <a:pPr lvl="0"/>
            <a:r>
              <a:rPr lang="en-US" noProof="0"/>
              <a:t>Click to edit Master text styles</a:t>
            </a:r>
          </a:p>
        </p:txBody>
      </p:sp>
      <p:sp>
        <p:nvSpPr>
          <p:cNvPr id="25" name="Content Placeholder 2"/>
          <p:cNvSpPr>
            <a:spLocks noGrp="1"/>
          </p:cNvSpPr>
          <p:nvPr>
            <p:ph idx="31"/>
          </p:nvPr>
        </p:nvSpPr>
        <p:spPr bwMode="gray">
          <a:xfrm>
            <a:off x="449196" y="6553113"/>
            <a:ext cx="4734808" cy="243009"/>
          </a:xfrm>
        </p:spPr>
        <p:txBody>
          <a:bodyPr lIns="39671" anchor="ctr"/>
          <a:lstStyle>
            <a:lvl1pPr marL="0" indent="0">
              <a:lnSpc>
                <a:spcPct val="100000"/>
              </a:lnSpc>
              <a:buClrTx/>
              <a:buFont typeface="Arial" pitchFamily="34" charset="0"/>
              <a:buNone/>
              <a:defRPr sz="648" i="1">
                <a:solidFill>
                  <a:srgbClr val="7F7F7F"/>
                </a:solidFill>
              </a:defRPr>
            </a:lvl1pPr>
            <a:lvl2pPr>
              <a:buClrTx/>
              <a:buNone/>
              <a:defRPr sz="971"/>
            </a:lvl2pPr>
            <a:lvl3pPr>
              <a:buClrTx/>
              <a:defRPr sz="971"/>
            </a:lvl3pPr>
            <a:lvl4pPr>
              <a:buClrTx/>
              <a:defRPr sz="971"/>
            </a:lvl4pPr>
            <a:lvl5pPr>
              <a:buClrTx/>
              <a:defRPr sz="971"/>
            </a:lvl5pPr>
          </a:lstStyle>
          <a:p>
            <a:pPr lvl="0"/>
            <a:r>
              <a:rPr lang="en-US" noProof="0"/>
              <a:t>Click to edit Master text styles</a:t>
            </a:r>
          </a:p>
        </p:txBody>
      </p:sp>
      <p:sp>
        <p:nvSpPr>
          <p:cNvPr id="15" name="Title 1"/>
          <p:cNvSpPr>
            <a:spLocks noGrp="1"/>
          </p:cNvSpPr>
          <p:nvPr>
            <p:ph type="title"/>
          </p:nvPr>
        </p:nvSpPr>
        <p:spPr>
          <a:xfrm>
            <a:off x="521457" y="207941"/>
            <a:ext cx="8859116" cy="694458"/>
          </a:xfrm>
        </p:spPr>
        <p:txBody>
          <a:bodyPr/>
          <a:lstStyle/>
          <a:p>
            <a:r>
              <a:rPr lang="en-US" dirty="0"/>
              <a:t>Click to edit Master title style</a:t>
            </a:r>
            <a:endParaRPr lang="en-GB" dirty="0"/>
          </a:p>
        </p:txBody>
      </p:sp>
      <p:sp>
        <p:nvSpPr>
          <p:cNvPr id="19" name="Content Placeholder 19"/>
          <p:cNvSpPr>
            <a:spLocks noGrp="1"/>
          </p:cNvSpPr>
          <p:nvPr>
            <p:ph sz="quarter" idx="22"/>
          </p:nvPr>
        </p:nvSpPr>
        <p:spPr bwMode="gray">
          <a:xfrm>
            <a:off x="5490528" y="2055889"/>
            <a:ext cx="4736592" cy="4745736"/>
          </a:xfrm>
          <a:ln>
            <a:noFill/>
          </a:ln>
        </p:spPr>
        <p:txBody>
          <a:bodyPr lIns="69423" tIns="69423" rIns="69423" bIns="69423"/>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1" name="Content Placeholder 19"/>
          <p:cNvSpPr>
            <a:spLocks noGrp="1"/>
          </p:cNvSpPr>
          <p:nvPr>
            <p:ph sz="quarter" idx="30"/>
          </p:nvPr>
        </p:nvSpPr>
        <p:spPr bwMode="gray">
          <a:xfrm>
            <a:off x="449195" y="2055889"/>
            <a:ext cx="4736592" cy="4745736"/>
          </a:xfrm>
          <a:ln>
            <a:noFill/>
          </a:ln>
        </p:spPr>
        <p:txBody>
          <a:bodyPr lIns="69423" tIns="69423" rIns="69423" bIns="69423"/>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46035167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Text box above, 2 charts under">
    <p:spTree>
      <p:nvGrpSpPr>
        <p:cNvPr id="1" name=""/>
        <p:cNvGrpSpPr/>
        <p:nvPr/>
      </p:nvGrpSpPr>
      <p:grpSpPr>
        <a:xfrm>
          <a:off x="0" y="0"/>
          <a:ext cx="0" cy="0"/>
          <a:chOff x="0" y="0"/>
          <a:chExt cx="0" cy="0"/>
        </a:xfrm>
      </p:grpSpPr>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16" name="Content Placeholder 2"/>
          <p:cNvSpPr>
            <a:spLocks noGrp="1"/>
          </p:cNvSpPr>
          <p:nvPr>
            <p:ph sz="half" idx="36"/>
          </p:nvPr>
        </p:nvSpPr>
        <p:spPr>
          <a:xfrm>
            <a:off x="5443103" y="4243576"/>
            <a:ext cx="4720976" cy="237991"/>
          </a:xfrm>
          <a:noFill/>
        </p:spPr>
        <p:txBody>
          <a:bodyPr wrap="square">
            <a:noAutofit/>
          </a:bodyPr>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p:txBody>
      </p:sp>
      <p:sp>
        <p:nvSpPr>
          <p:cNvPr id="21" name="Content Placeholder 2"/>
          <p:cNvSpPr>
            <a:spLocks noGrp="1"/>
          </p:cNvSpPr>
          <p:nvPr>
            <p:ph sz="half" idx="38"/>
          </p:nvPr>
        </p:nvSpPr>
        <p:spPr>
          <a:xfrm>
            <a:off x="5443103" y="4494218"/>
            <a:ext cx="4720976" cy="2381637"/>
          </a:xfrm>
          <a:noFill/>
        </p:spPr>
        <p:txBody>
          <a:bodyPr lIns="71968" tIns="71968" rIns="71968" bIns="71968"/>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5" name="Content Placeholder 2"/>
          <p:cNvSpPr>
            <a:spLocks noGrp="1"/>
          </p:cNvSpPr>
          <p:nvPr>
            <p:ph sz="half" idx="44"/>
          </p:nvPr>
        </p:nvSpPr>
        <p:spPr>
          <a:xfrm>
            <a:off x="528237" y="4243575"/>
            <a:ext cx="4720976" cy="237991"/>
          </a:xfrm>
          <a:noFill/>
        </p:spPr>
        <p:txBody>
          <a:bodyPr wrap="square">
            <a:noAutofit/>
          </a:bodyPr>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p:txBody>
      </p:sp>
      <p:sp>
        <p:nvSpPr>
          <p:cNvPr id="27" name="Content Placeholder 2"/>
          <p:cNvSpPr>
            <a:spLocks noGrp="1"/>
          </p:cNvSpPr>
          <p:nvPr>
            <p:ph sz="half" idx="46"/>
          </p:nvPr>
        </p:nvSpPr>
        <p:spPr>
          <a:xfrm>
            <a:off x="528237" y="4494217"/>
            <a:ext cx="4720976" cy="2381637"/>
          </a:xfrm>
          <a:noFill/>
        </p:spPr>
        <p:txBody>
          <a:bodyPr lIns="71968" tIns="71968" rIns="71968" bIns="71968"/>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9" name="Text Placeholder 21"/>
          <p:cNvSpPr>
            <a:spLocks noGrp="1"/>
          </p:cNvSpPr>
          <p:nvPr>
            <p:ph type="body" sz="quarter" idx="40"/>
          </p:nvPr>
        </p:nvSpPr>
        <p:spPr>
          <a:xfrm>
            <a:off x="527737" y="1478689"/>
            <a:ext cx="9635866" cy="26178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4" name="Text Placeholder 9"/>
          <p:cNvSpPr>
            <a:spLocks noGrp="1"/>
          </p:cNvSpPr>
          <p:nvPr>
            <p:ph type="body" sz="quarter" idx="32" hasCustomPrompt="1"/>
          </p:nvPr>
        </p:nvSpPr>
        <p:spPr>
          <a:xfrm>
            <a:off x="527737" y="6875854"/>
            <a:ext cx="9131106" cy="396833"/>
          </a:xfrm>
        </p:spPr>
        <p:txBody>
          <a:bodyPr anchor="b"/>
          <a:lstStyle>
            <a:lvl1pPr>
              <a:spcBef>
                <a:spcPts val="0"/>
              </a:spcBef>
              <a:defRPr sz="648">
                <a:solidFill>
                  <a:srgbClr val="7F7F7F"/>
                </a:solidFill>
              </a:defRPr>
            </a:lvl1pPr>
          </a:lstStyle>
          <a:p>
            <a:pPr lvl="0"/>
            <a:r>
              <a:rPr lang="en-US" dirty="0"/>
              <a:t>Notes/Sources:</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Divider">
    <p:spTree>
      <p:nvGrpSpPr>
        <p:cNvPr id="1" name=""/>
        <p:cNvGrpSpPr/>
        <p:nvPr/>
      </p:nvGrpSpPr>
      <p:grpSpPr>
        <a:xfrm>
          <a:off x="0" y="0"/>
          <a:ext cx="0" cy="0"/>
          <a:chOff x="0" y="0"/>
          <a:chExt cx="0" cy="0"/>
        </a:xfrm>
      </p:grpSpPr>
      <p:sp>
        <p:nvSpPr>
          <p:cNvPr id="8" name="Rectangle 7"/>
          <p:cNvSpPr/>
          <p:nvPr userDrawn="1"/>
        </p:nvSpPr>
        <p:spPr bwMode="gray">
          <a:xfrm>
            <a:off x="3197394" y="3113562"/>
            <a:ext cx="6529626" cy="2095035"/>
          </a:xfrm>
          <a:prstGeom prst="rect">
            <a:avLst/>
          </a:prstGeom>
          <a:solidFill>
            <a:schemeClr val="bg1"/>
          </a:solidFill>
          <a:ln w="9525" cap="flat" cmpd="sng" algn="ctr">
            <a:noFill/>
            <a:prstDash val="solid"/>
            <a:round/>
            <a:headEnd type="none" w="med" len="med"/>
            <a:tailEnd type="none" w="med" len="med"/>
          </a:ln>
          <a:effectLst/>
        </p:spPr>
        <p:txBody>
          <a:bodyPr vert="horz" wrap="square" lIns="98694" tIns="49347" rIns="98694" bIns="49347" numCol="1" rtlCol="0" anchor="t" anchorCtr="0" compatLnSpc="1">
            <a:prstTxWarp prst="textNoShape">
              <a:avLst/>
            </a:prstTxWarp>
          </a:bodyPr>
          <a:lstStyle/>
          <a:p>
            <a:pPr algn="ctr" defTabSz="1074295">
              <a:lnSpc>
                <a:spcPts val="1727"/>
              </a:lnSpc>
              <a:spcBef>
                <a:spcPct val="50000"/>
              </a:spcBef>
              <a:buFont typeface="Times" pitchFamily="-112" charset="0"/>
              <a:buNone/>
            </a:pPr>
            <a:endParaRPr lang="en-US" sz="540" dirty="0">
              <a:solidFill>
                <a:prstClr val="black"/>
              </a:solidFill>
              <a:latin typeface="Verdana" pitchFamily="34" charset="0"/>
              <a:cs typeface="Arial" charset="0"/>
            </a:endParaRPr>
          </a:p>
        </p:txBody>
      </p:sp>
      <p:sp>
        <p:nvSpPr>
          <p:cNvPr id="2" name="Title 1"/>
          <p:cNvSpPr>
            <a:spLocks noGrp="1"/>
          </p:cNvSpPr>
          <p:nvPr>
            <p:ph type="ctrTitle" hasCustomPrompt="1"/>
          </p:nvPr>
        </p:nvSpPr>
        <p:spPr>
          <a:xfrm>
            <a:off x="3266320" y="3184588"/>
            <a:ext cx="6391774" cy="1190500"/>
          </a:xfrm>
          <a:solidFill>
            <a:schemeClr val="bg1"/>
          </a:solidFill>
          <a:ln w="3175" algn="ctr">
            <a:noFill/>
            <a:miter lim="800000"/>
            <a:headEnd/>
            <a:tailEnd/>
          </a:ln>
        </p:spPr>
        <p:txBody>
          <a:bodyPr vert="horz" wrap="square" lIns="180000" tIns="72000" rIns="180000" bIns="72000" numCol="1" anchor="ctr" anchorCtr="0" compatLnSpc="1">
            <a:prstTxWarp prst="textNoShape">
              <a:avLst/>
            </a:prstTxWarp>
          </a:bodyPr>
          <a:lstStyle>
            <a:lvl1pPr>
              <a:defRPr kumimoji="0" lang="en-GB" sz="3454" b="0" i="1" u="none" strike="noStrike" kern="1200" cap="none" spc="0" normalizeH="0" baseline="0" noProof="0">
                <a:ln>
                  <a:noFill/>
                </a:ln>
                <a:solidFill>
                  <a:schemeClr val="tx2"/>
                </a:solidFill>
                <a:effectLst/>
                <a:uLnTx/>
                <a:uFillTx/>
                <a:latin typeface="Myriad Light" pitchFamily="2" charset="0"/>
                <a:ea typeface="+mn-ea"/>
                <a:cs typeface="+mn-cs"/>
              </a:defRPr>
            </a:lvl1pPr>
          </a:lstStyle>
          <a:p>
            <a:pPr marL="0" marR="0" lvl="0" indent="0" algn="l" defTabSz="1074295" rtl="0" eaLnBrk="1" fontAlgn="base" latinLnBrk="0" hangingPunct="1">
              <a:lnSpc>
                <a:spcPct val="100000"/>
              </a:lnSpc>
              <a:spcBef>
                <a:spcPts val="648"/>
              </a:spcBef>
              <a:spcAft>
                <a:spcPts val="0"/>
              </a:spcAft>
              <a:buClr>
                <a:schemeClr val="accent5">
                  <a:lumMod val="50000"/>
                </a:schemeClr>
              </a:buClr>
              <a:buSzTx/>
              <a:buFontTx/>
              <a:buNone/>
              <a:tabLst/>
              <a:defRPr/>
            </a:pPr>
            <a:r>
              <a:rPr lang="en-US" dirty="0"/>
              <a:t>Click to edit Section title</a:t>
            </a:r>
            <a:endParaRPr lang="en-GB" dirty="0"/>
          </a:p>
        </p:txBody>
      </p:sp>
      <p:sp>
        <p:nvSpPr>
          <p:cNvPr id="12" name="Rectangle 11"/>
          <p:cNvSpPr/>
          <p:nvPr userDrawn="1"/>
        </p:nvSpPr>
        <p:spPr>
          <a:xfrm>
            <a:off x="138655" y="49190"/>
            <a:ext cx="10259063" cy="15078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FFFF"/>
              </a:solidFill>
            </a:endParaRPr>
          </a:p>
        </p:txBody>
      </p:sp>
      <p:cxnSp>
        <p:nvCxnSpPr>
          <p:cNvPr id="16" name="Straight Connector 15"/>
          <p:cNvCxnSpPr/>
          <p:nvPr userDrawn="1"/>
        </p:nvCxnSpPr>
        <p:spPr>
          <a:xfrm>
            <a:off x="1643163" y="4414841"/>
            <a:ext cx="1554231"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pic>
        <p:nvPicPr>
          <p:cNvPr id="9" name="Picture 8" descr="Front PPT logo.jp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148889" y="6040741"/>
            <a:ext cx="999377" cy="1231946"/>
          </a:xfrm>
          <a:prstGeom prst="rect">
            <a:avLst/>
          </a:prstGeom>
        </p:spPr>
      </p:pic>
      <p:cxnSp>
        <p:nvCxnSpPr>
          <p:cNvPr id="10" name="Straight Connector 9"/>
          <p:cNvCxnSpPr/>
          <p:nvPr userDrawn="1"/>
        </p:nvCxnSpPr>
        <p:spPr>
          <a:xfrm>
            <a:off x="1643163" y="4414841"/>
            <a:ext cx="8014931"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1" hasCustomPrompt="1"/>
          </p:nvPr>
        </p:nvSpPr>
        <p:spPr>
          <a:xfrm>
            <a:off x="1643163" y="2887652"/>
            <a:ext cx="1554082" cy="297487"/>
          </a:xfrm>
          <a:solidFill>
            <a:schemeClr val="bg1"/>
          </a:solidFill>
          <a:ln w="3175" algn="ctr">
            <a:noFill/>
            <a:miter lim="800000"/>
            <a:headEnd/>
            <a:tailEnd/>
          </a:ln>
        </p:spPr>
        <p:txBody>
          <a:bodyPr vert="horz" wrap="square" lIns="0" tIns="72000" rIns="0" bIns="72000" numCol="1" anchor="ctr" anchorCtr="0" compatLnSpc="1">
            <a:prstTxWarp prst="textNoShape">
              <a:avLst/>
            </a:prstTxWarp>
          </a:bodyPr>
          <a:lstStyle>
            <a:lvl1pPr algn="ctr">
              <a:defRPr kumimoji="0" lang="en-US" sz="1727" b="0" i="1" u="none" strike="noStrike" kern="1200" cap="none" spc="0" normalizeH="0" baseline="0" noProof="0" dirty="0" smtClean="0">
                <a:ln>
                  <a:noFill/>
                </a:ln>
                <a:solidFill>
                  <a:schemeClr val="tx2"/>
                </a:solidFill>
                <a:effectLst/>
                <a:uLnTx/>
                <a:uFillTx/>
                <a:latin typeface="Myriad Light" pitchFamily="2" charset="0"/>
                <a:ea typeface="+mn-ea"/>
                <a:cs typeface="+mn-cs"/>
              </a:defRPr>
            </a:lvl1pPr>
          </a:lstStyle>
          <a:p>
            <a:pPr marL="0" marR="0" lvl="0" indent="0" algn="ctr" defTabSz="1074295" rtl="0" eaLnBrk="1" fontAlgn="base" latinLnBrk="0" hangingPunct="1">
              <a:lnSpc>
                <a:spcPct val="100000"/>
              </a:lnSpc>
              <a:spcBef>
                <a:spcPts val="648"/>
              </a:spcBef>
              <a:spcAft>
                <a:spcPts val="0"/>
              </a:spcAft>
              <a:buClr>
                <a:schemeClr val="accent5">
                  <a:lumMod val="50000"/>
                </a:schemeClr>
              </a:buClr>
              <a:buSzTx/>
              <a:buFontTx/>
              <a:buNone/>
              <a:tabLst/>
              <a:defRPr/>
            </a:pPr>
            <a:r>
              <a:rPr lang="en-US" dirty="0"/>
              <a:t>(Appendix)</a:t>
            </a:r>
          </a:p>
        </p:txBody>
      </p:sp>
      <p:sp>
        <p:nvSpPr>
          <p:cNvPr id="11" name="Text Placeholder 13"/>
          <p:cNvSpPr>
            <a:spLocks noGrp="1"/>
          </p:cNvSpPr>
          <p:nvPr>
            <p:ph type="body" sz="quarter" idx="10" hasCustomPrompt="1"/>
          </p:nvPr>
        </p:nvSpPr>
        <p:spPr>
          <a:xfrm>
            <a:off x="1643163" y="3185139"/>
            <a:ext cx="1554231" cy="1189949"/>
          </a:xfrm>
          <a:solidFill>
            <a:schemeClr val="bg1">
              <a:lumMod val="95000"/>
            </a:schemeClr>
          </a:solidFill>
        </p:spPr>
        <p:txBody>
          <a:bodyPr lIns="72000" tIns="0" rIns="72000" anchor="ctr" anchorCtr="0"/>
          <a:lstStyle>
            <a:lvl1pPr algn="ctr">
              <a:defRPr sz="7771">
                <a:solidFill>
                  <a:schemeClr val="tx2"/>
                </a:solidFill>
                <a:latin typeface="Myriad Light" pitchFamily="2" charset="0"/>
              </a:defRPr>
            </a:lvl1pPr>
          </a:lstStyle>
          <a:p>
            <a:pPr lvl="0"/>
            <a:r>
              <a:rPr lang="en-US" dirty="0"/>
              <a:t>#</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Bas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8" name="Text Placeholder 7"/>
          <p:cNvSpPr>
            <a:spLocks noGrp="1"/>
          </p:cNvSpPr>
          <p:nvPr>
            <p:ph type="body" sz="quarter" idx="32" hasCustomPrompt="1"/>
          </p:nvPr>
        </p:nvSpPr>
        <p:spPr>
          <a:xfrm>
            <a:off x="527738" y="6875455"/>
            <a:ext cx="8781898" cy="396904"/>
          </a:xfrm>
        </p:spPr>
        <p:txBody>
          <a:bodyPr anchor="b" anchorCtr="0"/>
          <a:lstStyle>
            <a:lvl1pPr>
              <a:lnSpc>
                <a:spcPct val="100000"/>
              </a:lnSpc>
              <a:spcBef>
                <a:spcPts val="0"/>
              </a:spcBef>
              <a:defRPr sz="648">
                <a:solidFill>
                  <a:schemeClr val="bg1">
                    <a:lumMod val="50000"/>
                  </a:schemeClr>
                </a:solidFill>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lvl="0"/>
            <a:r>
              <a:rPr lang="en-US" dirty="0"/>
              <a:t>Notes/Sources:</a:t>
            </a:r>
          </a:p>
        </p:txBody>
      </p:sp>
      <p:sp>
        <p:nvSpPr>
          <p:cNvPr id="5" name="Content Placeholder 2"/>
          <p:cNvSpPr>
            <a:spLocks noGrp="1"/>
          </p:cNvSpPr>
          <p:nvPr>
            <p:ph idx="1"/>
          </p:nvPr>
        </p:nvSpPr>
        <p:spPr>
          <a:xfrm>
            <a:off x="527737" y="1478687"/>
            <a:ext cx="9636339" cy="5396768"/>
          </a:xfrm>
        </p:spPr>
        <p:txBody>
          <a:bodyPr/>
          <a:lstStyle>
            <a:lvl1pPr>
              <a:defRPr sz="1079"/>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Box list">
    <p:spTree>
      <p:nvGrpSpPr>
        <p:cNvPr id="1" name=""/>
        <p:cNvGrpSpPr/>
        <p:nvPr/>
      </p:nvGrpSpPr>
      <p:grpSpPr>
        <a:xfrm>
          <a:off x="0" y="0"/>
          <a:ext cx="0" cy="0"/>
          <a:chOff x="0" y="0"/>
          <a:chExt cx="0" cy="0"/>
        </a:xfrm>
      </p:grpSpPr>
      <p:sp>
        <p:nvSpPr>
          <p:cNvPr id="21" name="Text Placeholder 20"/>
          <p:cNvSpPr>
            <a:spLocks noGrp="1"/>
          </p:cNvSpPr>
          <p:nvPr>
            <p:ph type="body" sz="quarter" idx="30"/>
          </p:nvPr>
        </p:nvSpPr>
        <p:spPr>
          <a:xfrm>
            <a:off x="527737" y="1478687"/>
            <a:ext cx="1748510" cy="992083"/>
          </a:xfrm>
          <a:solidFill>
            <a:schemeClr val="accent3"/>
          </a:solidFill>
          <a:ln w="9525">
            <a:noFill/>
            <a:miter lim="800000"/>
            <a:headEnd/>
            <a:tailEnd/>
          </a:ln>
        </p:spPr>
        <p:txBody>
          <a:bodyPr vert="horz" wrap="square" lIns="72000" tIns="72000" rIns="72000" bIns="72000" numCol="1" anchor="ctr" anchorCtr="0" compatLnSpc="1">
            <a:prstTxWarp prst="textNoShape">
              <a:avLst/>
            </a:prstTxWarp>
            <a:noAutofit/>
          </a:bodyPr>
          <a:lstStyle>
            <a:lvl1pPr>
              <a:defRPr lang="en-GB" sz="1079" i="1" kern="1200" dirty="0" smtClean="0">
                <a:solidFill>
                  <a:schemeClr val="bg1"/>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6" name="Text Placeholder 20"/>
          <p:cNvSpPr>
            <a:spLocks noGrp="1"/>
          </p:cNvSpPr>
          <p:nvPr>
            <p:ph type="body" sz="quarter" idx="32"/>
          </p:nvPr>
        </p:nvSpPr>
        <p:spPr>
          <a:xfrm>
            <a:off x="527737" y="2579865"/>
            <a:ext cx="1748510" cy="992083"/>
          </a:xfrm>
          <a:solidFill>
            <a:schemeClr val="accent3"/>
          </a:solidFill>
          <a:ln w="9525">
            <a:noFill/>
            <a:miter lim="800000"/>
            <a:headEnd/>
            <a:tailEnd/>
          </a:ln>
        </p:spPr>
        <p:txBody>
          <a:bodyPr vert="horz" wrap="square" lIns="72000" tIns="72000" rIns="72000" bIns="72000" numCol="1" anchor="ctr" anchorCtr="0" compatLnSpc="1">
            <a:prstTxWarp prst="textNoShape">
              <a:avLst/>
            </a:prstTxWarp>
            <a:noAutofit/>
          </a:bodyPr>
          <a:lstStyle>
            <a:lvl1pPr>
              <a:defRPr lang="en-GB" sz="1079" i="1" kern="1200" dirty="0" smtClean="0">
                <a:solidFill>
                  <a:schemeClr val="bg1"/>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8" name="Text Placeholder 20"/>
          <p:cNvSpPr>
            <a:spLocks noGrp="1"/>
          </p:cNvSpPr>
          <p:nvPr>
            <p:ph type="body" sz="quarter" idx="34"/>
          </p:nvPr>
        </p:nvSpPr>
        <p:spPr>
          <a:xfrm>
            <a:off x="527737" y="3681044"/>
            <a:ext cx="1748510" cy="992083"/>
          </a:xfrm>
          <a:solidFill>
            <a:schemeClr val="accent3"/>
          </a:solidFill>
          <a:ln w="9525">
            <a:noFill/>
            <a:miter lim="800000"/>
            <a:headEnd/>
            <a:tailEnd/>
          </a:ln>
        </p:spPr>
        <p:txBody>
          <a:bodyPr vert="horz" wrap="square" lIns="72000" tIns="72000" rIns="72000" bIns="72000" numCol="1" anchor="ctr" anchorCtr="0" compatLnSpc="1">
            <a:prstTxWarp prst="textNoShape">
              <a:avLst/>
            </a:prstTxWarp>
            <a:noAutofit/>
          </a:bodyPr>
          <a:lstStyle>
            <a:lvl1pPr>
              <a:defRPr lang="en-GB" sz="1079" i="1" kern="1200" dirty="0" smtClean="0">
                <a:solidFill>
                  <a:schemeClr val="bg1"/>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0" name="Text Placeholder 20"/>
          <p:cNvSpPr>
            <a:spLocks noGrp="1"/>
          </p:cNvSpPr>
          <p:nvPr>
            <p:ph type="body" sz="quarter" idx="36"/>
          </p:nvPr>
        </p:nvSpPr>
        <p:spPr>
          <a:xfrm>
            <a:off x="527737" y="4782222"/>
            <a:ext cx="1748510" cy="992083"/>
          </a:xfrm>
          <a:solidFill>
            <a:schemeClr val="accent3"/>
          </a:solidFill>
          <a:ln w="9525">
            <a:noFill/>
            <a:miter lim="800000"/>
            <a:headEnd/>
            <a:tailEnd/>
          </a:ln>
        </p:spPr>
        <p:txBody>
          <a:bodyPr vert="horz" wrap="square" lIns="72000" tIns="72000" rIns="72000" bIns="72000" numCol="1" anchor="ctr" anchorCtr="0" compatLnSpc="1">
            <a:prstTxWarp prst="textNoShape">
              <a:avLst/>
            </a:prstTxWarp>
            <a:noAutofit/>
          </a:bodyPr>
          <a:lstStyle>
            <a:lvl1pPr>
              <a:defRPr lang="en-GB" sz="1079" i="1" kern="1200" dirty="0" smtClean="0">
                <a:solidFill>
                  <a:schemeClr val="bg1"/>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2" name="Text Placeholder 20"/>
          <p:cNvSpPr>
            <a:spLocks noGrp="1"/>
          </p:cNvSpPr>
          <p:nvPr>
            <p:ph type="body" sz="quarter" idx="38"/>
          </p:nvPr>
        </p:nvSpPr>
        <p:spPr>
          <a:xfrm>
            <a:off x="527737" y="5883398"/>
            <a:ext cx="1748510" cy="992083"/>
          </a:xfrm>
          <a:solidFill>
            <a:schemeClr val="accent3"/>
          </a:solidFill>
          <a:ln w="9525">
            <a:noFill/>
            <a:miter lim="800000"/>
            <a:headEnd/>
            <a:tailEnd/>
          </a:ln>
        </p:spPr>
        <p:txBody>
          <a:bodyPr vert="horz" wrap="square" lIns="72000" tIns="72000" rIns="72000" bIns="72000" numCol="1" anchor="ctr" anchorCtr="0" compatLnSpc="1">
            <a:prstTxWarp prst="textNoShape">
              <a:avLst/>
            </a:prstTxWarp>
            <a:noAutofit/>
          </a:bodyPr>
          <a:lstStyle>
            <a:lvl1pPr>
              <a:defRPr lang="en-GB" sz="1079" i="1" kern="1200" dirty="0" smtClean="0">
                <a:solidFill>
                  <a:schemeClr val="bg1"/>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16" name="Text Placeholder 15"/>
          <p:cNvSpPr>
            <a:spLocks noGrp="1"/>
          </p:cNvSpPr>
          <p:nvPr>
            <p:ph type="body" sz="quarter" idx="40"/>
          </p:nvPr>
        </p:nvSpPr>
        <p:spPr>
          <a:xfrm>
            <a:off x="2431361" y="1478687"/>
            <a:ext cx="7732716" cy="992207"/>
          </a:xfrm>
          <a:solidFill>
            <a:schemeClr val="bg1">
              <a:lumMod val="95000"/>
            </a:schemeClr>
          </a:solidFill>
        </p:spPr>
        <p:txBody>
          <a:bodyPr lIns="72000" tIns="36000" rIns="72000" bIns="36000" anchor="ctr" anchorCtr="0"/>
          <a:lstStyle>
            <a:lvl1pPr>
              <a:defRPr sz="1079" i="0"/>
            </a:lvl1pPr>
            <a:lvl2pPr>
              <a:defRPr sz="863"/>
            </a:lvl2pPr>
            <a:lvl3pPr>
              <a:defRPr sz="863"/>
            </a:lvl3pPr>
            <a:lvl4pPr>
              <a:defRPr sz="863"/>
            </a:lvl4pPr>
            <a:lvl5pPr>
              <a:defRPr sz="863"/>
            </a:lvl5pPr>
          </a:lstStyle>
          <a:p>
            <a:pPr lvl="0"/>
            <a:r>
              <a:rPr lang="en-US" dirty="0"/>
              <a:t>Click to edit Master text styles</a:t>
            </a:r>
          </a:p>
          <a:p>
            <a:pPr lvl="1"/>
            <a:r>
              <a:rPr lang="en-US" dirty="0"/>
              <a:t>Second level</a:t>
            </a:r>
          </a:p>
          <a:p>
            <a:pPr lvl="2"/>
            <a:r>
              <a:rPr lang="en-US" dirty="0"/>
              <a:t>Third level</a:t>
            </a:r>
          </a:p>
        </p:txBody>
      </p:sp>
      <p:sp>
        <p:nvSpPr>
          <p:cNvPr id="17" name="Text Placeholder 15"/>
          <p:cNvSpPr>
            <a:spLocks noGrp="1"/>
          </p:cNvSpPr>
          <p:nvPr>
            <p:ph type="body" sz="quarter" idx="41"/>
          </p:nvPr>
        </p:nvSpPr>
        <p:spPr>
          <a:xfrm>
            <a:off x="2431361" y="2579834"/>
            <a:ext cx="7732716" cy="992207"/>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18" name="Text Placeholder 15"/>
          <p:cNvSpPr>
            <a:spLocks noGrp="1"/>
          </p:cNvSpPr>
          <p:nvPr>
            <p:ph type="body" sz="quarter" idx="42"/>
          </p:nvPr>
        </p:nvSpPr>
        <p:spPr>
          <a:xfrm>
            <a:off x="2431361" y="3680982"/>
            <a:ext cx="7732716" cy="992207"/>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19" name="Text Placeholder 15"/>
          <p:cNvSpPr>
            <a:spLocks noGrp="1"/>
          </p:cNvSpPr>
          <p:nvPr>
            <p:ph type="body" sz="quarter" idx="43"/>
          </p:nvPr>
        </p:nvSpPr>
        <p:spPr>
          <a:xfrm>
            <a:off x="2431361" y="4782129"/>
            <a:ext cx="7732716" cy="992207"/>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20" name="Text Placeholder 15"/>
          <p:cNvSpPr>
            <a:spLocks noGrp="1"/>
          </p:cNvSpPr>
          <p:nvPr>
            <p:ph type="body" sz="quarter" idx="44"/>
          </p:nvPr>
        </p:nvSpPr>
        <p:spPr>
          <a:xfrm>
            <a:off x="2431361" y="5883275"/>
            <a:ext cx="7732716" cy="992207"/>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15" name="Text Placeholder 7"/>
          <p:cNvSpPr>
            <a:spLocks noGrp="1"/>
          </p:cNvSpPr>
          <p:nvPr>
            <p:ph type="body" sz="quarter" idx="45" hasCustomPrompt="1"/>
          </p:nvPr>
        </p:nvSpPr>
        <p:spPr>
          <a:xfrm>
            <a:off x="527738" y="6875455"/>
            <a:ext cx="6761174" cy="396904"/>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5" name="Title 4"/>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sp>
        <p:nvSpPr>
          <p:cNvPr id="75" name="Picture Placeholder 74"/>
          <p:cNvSpPr>
            <a:spLocks noGrp="1"/>
          </p:cNvSpPr>
          <p:nvPr>
            <p:ph type="pic" sz="quarter" idx="11"/>
          </p:nvPr>
        </p:nvSpPr>
        <p:spPr>
          <a:xfrm>
            <a:off x="527737" y="201518"/>
            <a:ext cx="9636231" cy="4173570"/>
          </a:xfrm>
        </p:spPr>
        <p:txBody>
          <a:bodyPr/>
          <a:lstStyle/>
          <a:p>
            <a:r>
              <a:rPr lang="en-US" dirty="0"/>
              <a:t>Click icon to add picture</a:t>
            </a:r>
            <a:endParaRPr lang="en-GB" dirty="0"/>
          </a:p>
        </p:txBody>
      </p:sp>
      <p:sp>
        <p:nvSpPr>
          <p:cNvPr id="79" name="ClipArt Placeholder 78"/>
          <p:cNvSpPr>
            <a:spLocks noGrp="1"/>
          </p:cNvSpPr>
          <p:nvPr>
            <p:ph type="clipArt" sz="quarter" idx="12" hasCustomPrompt="1"/>
          </p:nvPr>
        </p:nvSpPr>
        <p:spPr>
          <a:xfrm>
            <a:off x="3197264" y="3113118"/>
            <a:ext cx="6529888" cy="2033491"/>
          </a:xfrm>
          <a:solidFill>
            <a:schemeClr val="bg1"/>
          </a:solidFill>
        </p:spPr>
        <p:txBody>
          <a:bodyPr/>
          <a:lstStyle>
            <a:lvl1pPr>
              <a:defRPr baseline="0"/>
            </a:lvl1pPr>
          </a:lstStyle>
          <a:p>
            <a:r>
              <a:rPr lang="en-GB" dirty="0"/>
              <a:t> </a:t>
            </a:r>
          </a:p>
        </p:txBody>
      </p:sp>
      <p:sp>
        <p:nvSpPr>
          <p:cNvPr id="2" name="Title 1"/>
          <p:cNvSpPr>
            <a:spLocks noGrp="1"/>
          </p:cNvSpPr>
          <p:nvPr>
            <p:ph type="ctrTitle"/>
          </p:nvPr>
        </p:nvSpPr>
        <p:spPr>
          <a:xfrm>
            <a:off x="3266320" y="3184588"/>
            <a:ext cx="6391774" cy="1190500"/>
          </a:xfrm>
          <a:solidFill>
            <a:schemeClr val="tx2"/>
          </a:solidFill>
          <a:ln w="9525" algn="ctr">
            <a:noFill/>
            <a:miter lim="800000"/>
            <a:headEnd/>
            <a:tailEnd/>
          </a:ln>
        </p:spPr>
        <p:txBody>
          <a:bodyPr vert="horz" wrap="square" lIns="180000" tIns="72000" rIns="180000" bIns="72000" numCol="1" anchor="b" anchorCtr="0" compatLnSpc="1">
            <a:prstTxWarp prst="textNoShape">
              <a:avLst/>
            </a:prstTxWarp>
          </a:bodyPr>
          <a:lstStyle>
            <a:lvl1pPr>
              <a:defRPr kumimoji="0" lang="en-GB" sz="3454" b="0" i="1" u="none" strike="noStrike" kern="1200" cap="none" spc="0" normalizeH="0" baseline="0" noProof="0">
                <a:ln>
                  <a:noFill/>
                </a:ln>
                <a:solidFill>
                  <a:schemeClr val="bg1"/>
                </a:solidFill>
                <a:effectLst/>
                <a:uLnTx/>
                <a:uFillTx/>
                <a:latin typeface="Myriad Light" pitchFamily="2" charset="0"/>
                <a:ea typeface="+mn-ea"/>
                <a:cs typeface="+mn-cs"/>
              </a:defRPr>
            </a:lvl1pPr>
          </a:lstStyle>
          <a:p>
            <a:pPr marL="0" marR="0" lvl="0" indent="0" algn="l" defTabSz="1074295" rtl="0" eaLnBrk="1" fontAlgn="base" latinLnBrk="0" hangingPunct="1">
              <a:lnSpc>
                <a:spcPct val="100000"/>
              </a:lnSpc>
              <a:spcBef>
                <a:spcPts val="648"/>
              </a:spcBef>
              <a:spcAft>
                <a:spcPts val="0"/>
              </a:spcAft>
              <a:buClr>
                <a:schemeClr val="accent5">
                  <a:lumMod val="50000"/>
                </a:schemeClr>
              </a:buClr>
              <a:buSzTx/>
              <a:buFontTx/>
              <a:buNone/>
              <a:tabLst/>
              <a:defRPr/>
            </a:pPr>
            <a:r>
              <a:rPr lang="en-US" dirty="0"/>
              <a:t>Click to edit Master title style</a:t>
            </a:r>
            <a:endParaRPr lang="en-GB" dirty="0"/>
          </a:p>
        </p:txBody>
      </p:sp>
      <p:sp>
        <p:nvSpPr>
          <p:cNvPr id="3" name="Subtitle 2"/>
          <p:cNvSpPr>
            <a:spLocks noGrp="1"/>
          </p:cNvSpPr>
          <p:nvPr>
            <p:ph type="subTitle" idx="1"/>
          </p:nvPr>
        </p:nvSpPr>
        <p:spPr>
          <a:xfrm>
            <a:off x="3266320" y="4454595"/>
            <a:ext cx="6391774" cy="595250"/>
          </a:xfrm>
          <a:solidFill>
            <a:schemeClr val="bg2"/>
          </a:solidFill>
          <a:ln w="9525">
            <a:noFill/>
            <a:miter lim="800000"/>
            <a:headEnd/>
            <a:tailEnd/>
          </a:ln>
        </p:spPr>
        <p:txBody>
          <a:bodyPr vert="horz" wrap="square" lIns="180000" tIns="72000" rIns="180000" bIns="72000" numCol="1" anchor="ctr" anchorCtr="0" compatLnSpc="1">
            <a:prstTxWarp prst="textNoShape">
              <a:avLst/>
            </a:prstTxWarp>
          </a:bodyPr>
          <a:lstStyle>
            <a:lvl1pPr marL="0" indent="0" algn="r">
              <a:buNone/>
              <a:defRPr kumimoji="0" lang="en-GB" sz="1727" b="0" i="1" u="none" strike="noStrike" kern="1200" cap="none" spc="0" normalizeH="0" baseline="0" noProof="0">
                <a:ln>
                  <a:noFill/>
                </a:ln>
                <a:solidFill>
                  <a:schemeClr val="bg1"/>
                </a:solidFill>
                <a:effectLst/>
                <a:uLnTx/>
                <a:uFillTx/>
                <a:latin typeface="Myriad-Italic" pitchFamily="2" charset="0"/>
                <a:ea typeface="+mj-ea"/>
                <a:cs typeface="+mj-cs"/>
              </a:defRPr>
            </a:lvl1pPr>
            <a:lvl2pPr marL="493456" indent="0" algn="ctr">
              <a:buNone/>
              <a:defRPr>
                <a:solidFill>
                  <a:schemeClr val="tx1">
                    <a:tint val="75000"/>
                  </a:schemeClr>
                </a:solidFill>
              </a:defRPr>
            </a:lvl2pPr>
            <a:lvl3pPr marL="986912" indent="0" algn="ctr">
              <a:buNone/>
              <a:defRPr>
                <a:solidFill>
                  <a:schemeClr val="tx1">
                    <a:tint val="75000"/>
                  </a:schemeClr>
                </a:solidFill>
              </a:defRPr>
            </a:lvl3pPr>
            <a:lvl4pPr marL="1480368" indent="0" algn="ctr">
              <a:buNone/>
              <a:defRPr>
                <a:solidFill>
                  <a:schemeClr val="tx1">
                    <a:tint val="75000"/>
                  </a:schemeClr>
                </a:solidFill>
              </a:defRPr>
            </a:lvl4pPr>
            <a:lvl5pPr marL="1973824" indent="0" algn="ctr">
              <a:buNone/>
              <a:defRPr>
                <a:solidFill>
                  <a:schemeClr val="tx1">
                    <a:tint val="75000"/>
                  </a:schemeClr>
                </a:solidFill>
              </a:defRPr>
            </a:lvl5pPr>
            <a:lvl6pPr marL="2467280" indent="0" algn="ctr">
              <a:buNone/>
              <a:defRPr>
                <a:solidFill>
                  <a:schemeClr val="tx1">
                    <a:tint val="75000"/>
                  </a:schemeClr>
                </a:solidFill>
              </a:defRPr>
            </a:lvl6pPr>
            <a:lvl7pPr marL="2960736" indent="0" algn="ctr">
              <a:buNone/>
              <a:defRPr>
                <a:solidFill>
                  <a:schemeClr val="tx1">
                    <a:tint val="75000"/>
                  </a:schemeClr>
                </a:solidFill>
              </a:defRPr>
            </a:lvl7pPr>
            <a:lvl8pPr marL="3454192" indent="0" algn="ctr">
              <a:buNone/>
              <a:defRPr>
                <a:solidFill>
                  <a:schemeClr val="tx1">
                    <a:tint val="75000"/>
                  </a:schemeClr>
                </a:solidFill>
              </a:defRPr>
            </a:lvl8pPr>
            <a:lvl9pPr marL="3947648" indent="0" algn="ctr">
              <a:buNone/>
              <a:defRPr>
                <a:solidFill>
                  <a:schemeClr val="tx1">
                    <a:tint val="75000"/>
                  </a:schemeClr>
                </a:solidFill>
              </a:defRPr>
            </a:lvl9pPr>
          </a:lstStyle>
          <a:p>
            <a:pPr marL="0" marR="0" lvl="0" indent="0" algn="r" defTabSz="1074295" rtl="0" eaLnBrk="1" fontAlgn="base" latinLnBrk="0" hangingPunct="1">
              <a:lnSpc>
                <a:spcPct val="110000"/>
              </a:lnSpc>
              <a:spcBef>
                <a:spcPct val="0"/>
              </a:spcBef>
              <a:spcAft>
                <a:spcPct val="0"/>
              </a:spcAft>
              <a:buClrTx/>
              <a:buSzTx/>
              <a:buFontTx/>
              <a:buNone/>
              <a:tabLst/>
              <a:defRPr/>
            </a:pPr>
            <a:r>
              <a:rPr lang="en-US" dirty="0"/>
              <a:t>Click to edit Master subtitle style</a:t>
            </a:r>
            <a:endParaRPr lang="en-GB" dirty="0"/>
          </a:p>
        </p:txBody>
      </p:sp>
      <p:sp>
        <p:nvSpPr>
          <p:cNvPr id="18" name="Text Placeholder 17"/>
          <p:cNvSpPr>
            <a:spLocks noGrp="1"/>
          </p:cNvSpPr>
          <p:nvPr>
            <p:ph type="body" sz="quarter" idx="10"/>
          </p:nvPr>
        </p:nvSpPr>
        <p:spPr>
          <a:xfrm>
            <a:off x="3265801" y="5923496"/>
            <a:ext cx="4179060" cy="1349191"/>
          </a:xfrm>
          <a:noFill/>
          <a:ln w="9525" algn="ctr">
            <a:noFill/>
            <a:miter lim="800000"/>
            <a:headEnd/>
            <a:tailEnd/>
          </a:ln>
          <a:effectLst/>
        </p:spPr>
        <p:txBody>
          <a:bodyPr vert="horz" wrap="square" lIns="180000" tIns="0" rIns="0" bIns="0" numCol="1" anchor="b" anchorCtr="0" compatLnSpc="1">
            <a:prstTxWarp prst="textNoShape">
              <a:avLst/>
            </a:prstTxWarp>
            <a:noAutofit/>
          </a:bodyPr>
          <a:lstStyle>
            <a:lvl1pPr>
              <a:defRPr lang="en-GB" sz="1511" b="0" i="1" kern="1200" noProof="0" dirty="0" smtClean="0">
                <a:solidFill>
                  <a:schemeClr val="bg1">
                    <a:lumMod val="50000"/>
                  </a:schemeClr>
                </a:solidFill>
                <a:latin typeface="Myriad Light" pitchFamily="2" charset="0"/>
                <a:ea typeface="+mn-ea"/>
                <a:cs typeface="+mn-cs"/>
              </a:defRPr>
            </a:lvl1pPr>
          </a:lstStyle>
          <a:p>
            <a:pPr marL="0" marR="0" lvl="0" indent="0" algn="l" defTabSz="1074295" rtl="0" eaLnBrk="1" fontAlgn="base" latinLnBrk="0" hangingPunct="1">
              <a:lnSpc>
                <a:spcPct val="150000"/>
              </a:lnSpc>
              <a:spcBef>
                <a:spcPct val="50000"/>
              </a:spcBef>
              <a:spcAft>
                <a:spcPct val="0"/>
              </a:spcAft>
              <a:buClrTx/>
              <a:buSzTx/>
              <a:buFont typeface="Times" pitchFamily="-112" charset="0"/>
              <a:buNone/>
              <a:tabLst/>
            </a:pPr>
            <a:r>
              <a:rPr lang="en-US"/>
              <a:t>Click to edit Master text styles</a:t>
            </a:r>
          </a:p>
        </p:txBody>
      </p:sp>
      <p:grpSp>
        <p:nvGrpSpPr>
          <p:cNvPr id="4" name="Group 8"/>
          <p:cNvGrpSpPr/>
          <p:nvPr userDrawn="1"/>
        </p:nvGrpSpPr>
        <p:grpSpPr>
          <a:xfrm>
            <a:off x="162958" y="-902677"/>
            <a:ext cx="699482" cy="793116"/>
            <a:chOff x="160506" y="-818892"/>
            <a:chExt cx="648072" cy="719500"/>
          </a:xfrm>
        </p:grpSpPr>
        <p:cxnSp>
          <p:nvCxnSpPr>
            <p:cNvPr id="11" name="Straight Arrow Connector 10"/>
            <p:cNvCxnSpPr/>
            <p:nvPr userDrawn="1"/>
          </p:nvCxnSpPr>
          <p:spPr>
            <a:xfrm>
              <a:off x="482600" y="-603448"/>
              <a:ext cx="0" cy="50405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userDrawn="1"/>
          </p:nvSpPr>
          <p:spPr>
            <a:xfrm>
              <a:off x="160506" y="-818892"/>
              <a:ext cx="648072" cy="204230"/>
            </a:xfrm>
            <a:prstGeom prst="rect">
              <a:avLst/>
            </a:prstGeom>
            <a:noFill/>
          </p:spPr>
          <p:txBody>
            <a:bodyPr wrap="square" rtlCol="0">
              <a:spAutoFit/>
            </a:bodyPr>
            <a:lstStyle/>
            <a:p>
              <a:pPr algn="ctr"/>
              <a:r>
                <a:rPr lang="en-GB" sz="863" dirty="0">
                  <a:solidFill>
                    <a:srgbClr val="FFFFFF"/>
                  </a:solidFill>
                  <a:cs typeface="Arial" charset="0"/>
                </a:rPr>
                <a:t>12.40</a:t>
              </a:r>
            </a:p>
          </p:txBody>
        </p:sp>
      </p:grpSp>
      <p:grpSp>
        <p:nvGrpSpPr>
          <p:cNvPr id="5" name="Group 12"/>
          <p:cNvGrpSpPr/>
          <p:nvPr userDrawn="1"/>
        </p:nvGrpSpPr>
        <p:grpSpPr>
          <a:xfrm>
            <a:off x="-1546270" y="1112570"/>
            <a:ext cx="1444943" cy="225126"/>
            <a:chOff x="-1563724" y="81191"/>
            <a:chExt cx="1338744" cy="204230"/>
          </a:xfrm>
        </p:grpSpPr>
        <p:cxnSp>
          <p:nvCxnSpPr>
            <p:cNvPr id="14" name="Straight Arrow Connector 13"/>
            <p:cNvCxnSpPr/>
            <p:nvPr userDrawn="1"/>
          </p:nvCxnSpPr>
          <p:spPr>
            <a:xfrm>
              <a:off x="-873052" y="188913"/>
              <a:ext cx="648072"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userDrawn="1"/>
          </p:nvSpPr>
          <p:spPr>
            <a:xfrm>
              <a:off x="-1563724" y="81191"/>
              <a:ext cx="648072" cy="204230"/>
            </a:xfrm>
            <a:prstGeom prst="rect">
              <a:avLst/>
            </a:prstGeom>
            <a:noFill/>
          </p:spPr>
          <p:txBody>
            <a:bodyPr wrap="square" rtlCol="0">
              <a:spAutoFit/>
            </a:bodyPr>
            <a:lstStyle/>
            <a:p>
              <a:pPr algn="r"/>
              <a:r>
                <a:rPr lang="en-GB" sz="863" dirty="0">
                  <a:solidFill>
                    <a:srgbClr val="FFFFFF"/>
                  </a:solidFill>
                  <a:cs typeface="Arial" charset="0"/>
                </a:rPr>
                <a:t>6.40</a:t>
              </a:r>
            </a:p>
          </p:txBody>
        </p:sp>
      </p:grpSp>
      <p:grpSp>
        <p:nvGrpSpPr>
          <p:cNvPr id="6" name="Group 16"/>
          <p:cNvGrpSpPr/>
          <p:nvPr userDrawn="1"/>
        </p:nvGrpSpPr>
        <p:grpSpPr>
          <a:xfrm>
            <a:off x="10864039" y="946677"/>
            <a:ext cx="1492321" cy="225126"/>
            <a:chOff x="10065568" y="797397"/>
            <a:chExt cx="1382640" cy="204230"/>
          </a:xfrm>
        </p:grpSpPr>
        <p:cxnSp>
          <p:nvCxnSpPr>
            <p:cNvPr id="19" name="Straight Arrow Connector 18"/>
            <p:cNvCxnSpPr/>
            <p:nvPr userDrawn="1"/>
          </p:nvCxnSpPr>
          <p:spPr>
            <a:xfrm flipH="1">
              <a:off x="10065568" y="908050"/>
              <a:ext cx="648072"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userDrawn="1"/>
          </p:nvSpPr>
          <p:spPr>
            <a:xfrm>
              <a:off x="10800136" y="797397"/>
              <a:ext cx="648072" cy="204230"/>
            </a:xfrm>
            <a:prstGeom prst="rect">
              <a:avLst/>
            </a:prstGeom>
            <a:noFill/>
          </p:spPr>
          <p:txBody>
            <a:bodyPr wrap="square" rtlCol="0">
              <a:spAutoFit/>
            </a:bodyPr>
            <a:lstStyle/>
            <a:p>
              <a:r>
                <a:rPr lang="en-GB" sz="863" dirty="0">
                  <a:solidFill>
                    <a:srgbClr val="FFFFFF"/>
                  </a:solidFill>
                  <a:cs typeface="Arial" charset="0"/>
                </a:rPr>
                <a:t>6.80</a:t>
              </a:r>
            </a:p>
          </p:txBody>
        </p:sp>
      </p:grpSp>
      <p:grpSp>
        <p:nvGrpSpPr>
          <p:cNvPr id="7" name="Group 20"/>
          <p:cNvGrpSpPr/>
          <p:nvPr userDrawn="1"/>
        </p:nvGrpSpPr>
        <p:grpSpPr>
          <a:xfrm>
            <a:off x="10864039" y="1342915"/>
            <a:ext cx="1492321" cy="225126"/>
            <a:chOff x="10065568" y="797397"/>
            <a:chExt cx="1382640" cy="204230"/>
          </a:xfrm>
        </p:grpSpPr>
        <p:cxnSp>
          <p:nvCxnSpPr>
            <p:cNvPr id="22" name="Straight Arrow Connector 21"/>
            <p:cNvCxnSpPr/>
            <p:nvPr userDrawn="1"/>
          </p:nvCxnSpPr>
          <p:spPr>
            <a:xfrm flipH="1">
              <a:off x="10065568" y="908050"/>
              <a:ext cx="648072"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userDrawn="1"/>
          </p:nvSpPr>
          <p:spPr>
            <a:xfrm>
              <a:off x="10800136" y="797397"/>
              <a:ext cx="648072" cy="204230"/>
            </a:xfrm>
            <a:prstGeom prst="rect">
              <a:avLst/>
            </a:prstGeom>
            <a:noFill/>
          </p:spPr>
          <p:txBody>
            <a:bodyPr wrap="square" rtlCol="0">
              <a:spAutoFit/>
            </a:bodyPr>
            <a:lstStyle/>
            <a:p>
              <a:r>
                <a:rPr lang="en-GB" sz="863" dirty="0">
                  <a:solidFill>
                    <a:srgbClr val="FFFFFF"/>
                  </a:solidFill>
                  <a:cs typeface="Arial" charset="0"/>
                </a:rPr>
                <a:t>5.80</a:t>
              </a:r>
            </a:p>
          </p:txBody>
        </p:sp>
      </p:grpSp>
      <p:grpSp>
        <p:nvGrpSpPr>
          <p:cNvPr id="8" name="Group 23"/>
          <p:cNvGrpSpPr/>
          <p:nvPr userDrawn="1"/>
        </p:nvGrpSpPr>
        <p:grpSpPr>
          <a:xfrm>
            <a:off x="-1546270" y="3965973"/>
            <a:ext cx="1444943" cy="225126"/>
            <a:chOff x="-1563724" y="81191"/>
            <a:chExt cx="1338744" cy="204230"/>
          </a:xfrm>
        </p:grpSpPr>
        <p:cxnSp>
          <p:nvCxnSpPr>
            <p:cNvPr id="25" name="Straight Arrow Connector 24"/>
            <p:cNvCxnSpPr/>
            <p:nvPr userDrawn="1"/>
          </p:nvCxnSpPr>
          <p:spPr>
            <a:xfrm>
              <a:off x="-873052" y="188913"/>
              <a:ext cx="648072"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userDrawn="1"/>
          </p:nvSpPr>
          <p:spPr>
            <a:xfrm>
              <a:off x="-1563724" y="81191"/>
              <a:ext cx="648072" cy="204230"/>
            </a:xfrm>
            <a:prstGeom prst="rect">
              <a:avLst/>
            </a:prstGeom>
            <a:noFill/>
          </p:spPr>
          <p:txBody>
            <a:bodyPr wrap="square" rtlCol="0">
              <a:spAutoFit/>
            </a:bodyPr>
            <a:lstStyle/>
            <a:p>
              <a:pPr algn="r"/>
              <a:r>
                <a:rPr lang="en-GB" sz="863" dirty="0">
                  <a:solidFill>
                    <a:srgbClr val="FFFFFF"/>
                  </a:solidFill>
                  <a:cs typeface="Arial" charset="0"/>
                </a:rPr>
                <a:t>0.80</a:t>
              </a:r>
            </a:p>
          </p:txBody>
        </p:sp>
      </p:grpSp>
      <p:grpSp>
        <p:nvGrpSpPr>
          <p:cNvPr id="9" name="Group 26"/>
          <p:cNvGrpSpPr/>
          <p:nvPr userDrawn="1"/>
        </p:nvGrpSpPr>
        <p:grpSpPr>
          <a:xfrm>
            <a:off x="10910718" y="4121057"/>
            <a:ext cx="1492321" cy="225126"/>
            <a:chOff x="10065568" y="797397"/>
            <a:chExt cx="1382640" cy="204230"/>
          </a:xfrm>
        </p:grpSpPr>
        <p:cxnSp>
          <p:nvCxnSpPr>
            <p:cNvPr id="28" name="Straight Arrow Connector 27"/>
            <p:cNvCxnSpPr/>
            <p:nvPr userDrawn="1"/>
          </p:nvCxnSpPr>
          <p:spPr>
            <a:xfrm flipH="1">
              <a:off x="10065568" y="908050"/>
              <a:ext cx="648072"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userDrawn="1"/>
          </p:nvSpPr>
          <p:spPr>
            <a:xfrm>
              <a:off x="10800136" y="797397"/>
              <a:ext cx="648072" cy="204230"/>
            </a:xfrm>
            <a:prstGeom prst="rect">
              <a:avLst/>
            </a:prstGeom>
            <a:noFill/>
          </p:spPr>
          <p:txBody>
            <a:bodyPr wrap="square" rtlCol="0">
              <a:spAutoFit/>
            </a:bodyPr>
            <a:lstStyle/>
            <a:p>
              <a:r>
                <a:rPr lang="en-GB" sz="863" dirty="0">
                  <a:solidFill>
                    <a:srgbClr val="FFFFFF"/>
                  </a:solidFill>
                  <a:cs typeface="Arial" charset="0"/>
                </a:rPr>
                <a:t>1.20</a:t>
              </a:r>
            </a:p>
          </p:txBody>
        </p:sp>
      </p:grpSp>
      <p:grpSp>
        <p:nvGrpSpPr>
          <p:cNvPr id="10" name="Group 29"/>
          <p:cNvGrpSpPr/>
          <p:nvPr userDrawn="1"/>
        </p:nvGrpSpPr>
        <p:grpSpPr>
          <a:xfrm>
            <a:off x="-1546270" y="6744853"/>
            <a:ext cx="1444943" cy="225126"/>
            <a:chOff x="-1563724" y="81191"/>
            <a:chExt cx="1338744" cy="204230"/>
          </a:xfrm>
        </p:grpSpPr>
        <p:cxnSp>
          <p:nvCxnSpPr>
            <p:cNvPr id="31" name="Straight Arrow Connector 30"/>
            <p:cNvCxnSpPr/>
            <p:nvPr userDrawn="1"/>
          </p:nvCxnSpPr>
          <p:spPr>
            <a:xfrm>
              <a:off x="-873052" y="188913"/>
              <a:ext cx="648072"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p:cNvSpPr txBox="1"/>
            <p:nvPr userDrawn="1"/>
          </p:nvSpPr>
          <p:spPr>
            <a:xfrm>
              <a:off x="-1563724" y="81191"/>
              <a:ext cx="648072" cy="204230"/>
            </a:xfrm>
            <a:prstGeom prst="rect">
              <a:avLst/>
            </a:prstGeom>
            <a:noFill/>
          </p:spPr>
          <p:txBody>
            <a:bodyPr wrap="square" rtlCol="0">
              <a:spAutoFit/>
            </a:bodyPr>
            <a:lstStyle/>
            <a:p>
              <a:pPr algn="r"/>
              <a:r>
                <a:rPr lang="en-GB" sz="863" dirty="0">
                  <a:solidFill>
                    <a:srgbClr val="FFFFFF"/>
                  </a:solidFill>
                  <a:cs typeface="Arial" charset="0"/>
                </a:rPr>
                <a:t>7.80</a:t>
              </a:r>
            </a:p>
          </p:txBody>
        </p:sp>
      </p:grpSp>
      <p:grpSp>
        <p:nvGrpSpPr>
          <p:cNvPr id="13" name="Group 32"/>
          <p:cNvGrpSpPr/>
          <p:nvPr userDrawn="1"/>
        </p:nvGrpSpPr>
        <p:grpSpPr>
          <a:xfrm>
            <a:off x="-1546270" y="7144829"/>
            <a:ext cx="1444943" cy="225126"/>
            <a:chOff x="-1563724" y="81191"/>
            <a:chExt cx="1338744" cy="204230"/>
          </a:xfrm>
        </p:grpSpPr>
        <p:cxnSp>
          <p:nvCxnSpPr>
            <p:cNvPr id="34" name="Straight Arrow Connector 33"/>
            <p:cNvCxnSpPr/>
            <p:nvPr userDrawn="1"/>
          </p:nvCxnSpPr>
          <p:spPr>
            <a:xfrm>
              <a:off x="-873052" y="188913"/>
              <a:ext cx="648072"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userDrawn="1"/>
          </p:nvSpPr>
          <p:spPr>
            <a:xfrm>
              <a:off x="-1563724" y="81191"/>
              <a:ext cx="648072" cy="204230"/>
            </a:xfrm>
            <a:prstGeom prst="rect">
              <a:avLst/>
            </a:prstGeom>
            <a:noFill/>
          </p:spPr>
          <p:txBody>
            <a:bodyPr wrap="square" rtlCol="0">
              <a:spAutoFit/>
            </a:bodyPr>
            <a:lstStyle/>
            <a:p>
              <a:pPr algn="r"/>
              <a:r>
                <a:rPr lang="en-GB" sz="863" dirty="0">
                  <a:solidFill>
                    <a:srgbClr val="FFFFFF"/>
                  </a:solidFill>
                  <a:cs typeface="Arial" charset="0"/>
                </a:rPr>
                <a:t>8.80</a:t>
              </a:r>
            </a:p>
          </p:txBody>
        </p:sp>
      </p:grpSp>
      <p:grpSp>
        <p:nvGrpSpPr>
          <p:cNvPr id="17" name="Group 35"/>
          <p:cNvGrpSpPr/>
          <p:nvPr userDrawn="1"/>
        </p:nvGrpSpPr>
        <p:grpSpPr>
          <a:xfrm>
            <a:off x="-1546270" y="81770"/>
            <a:ext cx="1444943" cy="225126"/>
            <a:chOff x="-1563724" y="81191"/>
            <a:chExt cx="1338744" cy="204230"/>
          </a:xfrm>
        </p:grpSpPr>
        <p:cxnSp>
          <p:nvCxnSpPr>
            <p:cNvPr id="37" name="Straight Arrow Connector 36"/>
            <p:cNvCxnSpPr/>
            <p:nvPr userDrawn="1"/>
          </p:nvCxnSpPr>
          <p:spPr>
            <a:xfrm>
              <a:off x="-873052" y="188913"/>
              <a:ext cx="648072"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userDrawn="1"/>
          </p:nvSpPr>
          <p:spPr>
            <a:xfrm>
              <a:off x="-1563724" y="81191"/>
              <a:ext cx="648072" cy="204230"/>
            </a:xfrm>
            <a:prstGeom prst="rect">
              <a:avLst/>
            </a:prstGeom>
            <a:noFill/>
          </p:spPr>
          <p:txBody>
            <a:bodyPr wrap="square" rtlCol="0">
              <a:spAutoFit/>
            </a:bodyPr>
            <a:lstStyle/>
            <a:p>
              <a:pPr algn="r"/>
              <a:r>
                <a:rPr lang="en-GB" sz="863" dirty="0">
                  <a:solidFill>
                    <a:srgbClr val="FFFFFF"/>
                  </a:solidFill>
                  <a:cs typeface="Arial" charset="0"/>
                </a:rPr>
                <a:t>9.00</a:t>
              </a:r>
            </a:p>
          </p:txBody>
        </p:sp>
      </p:grpSp>
      <p:grpSp>
        <p:nvGrpSpPr>
          <p:cNvPr id="21" name="Group 38"/>
          <p:cNvGrpSpPr/>
          <p:nvPr userDrawn="1"/>
        </p:nvGrpSpPr>
        <p:grpSpPr>
          <a:xfrm>
            <a:off x="4919566" y="-902677"/>
            <a:ext cx="699482" cy="793116"/>
            <a:chOff x="312906" y="-666492"/>
            <a:chExt cx="648072" cy="719500"/>
          </a:xfrm>
        </p:grpSpPr>
        <p:cxnSp>
          <p:nvCxnSpPr>
            <p:cNvPr id="40" name="Straight Arrow Connector 39"/>
            <p:cNvCxnSpPr/>
            <p:nvPr userDrawn="1"/>
          </p:nvCxnSpPr>
          <p:spPr>
            <a:xfrm>
              <a:off x="635000" y="-451048"/>
              <a:ext cx="0" cy="50405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p:cNvSpPr txBox="1"/>
            <p:nvPr userDrawn="1"/>
          </p:nvSpPr>
          <p:spPr>
            <a:xfrm>
              <a:off x="312906" y="-666492"/>
              <a:ext cx="648072" cy="204230"/>
            </a:xfrm>
            <a:prstGeom prst="rect">
              <a:avLst/>
            </a:prstGeom>
            <a:noFill/>
          </p:spPr>
          <p:txBody>
            <a:bodyPr wrap="square" rtlCol="0">
              <a:spAutoFit/>
            </a:bodyPr>
            <a:lstStyle/>
            <a:p>
              <a:pPr algn="ctr"/>
              <a:r>
                <a:rPr lang="en-GB" sz="863" dirty="0">
                  <a:solidFill>
                    <a:srgbClr val="FFFFFF"/>
                  </a:solidFill>
                  <a:cs typeface="Arial" charset="0"/>
                </a:rPr>
                <a:t>0.20</a:t>
              </a:r>
            </a:p>
          </p:txBody>
        </p:sp>
      </p:grpSp>
      <p:grpSp>
        <p:nvGrpSpPr>
          <p:cNvPr id="24" name="Group 84"/>
          <p:cNvGrpSpPr/>
          <p:nvPr userDrawn="1"/>
        </p:nvGrpSpPr>
        <p:grpSpPr>
          <a:xfrm>
            <a:off x="5063694" y="7669237"/>
            <a:ext cx="699482" cy="780755"/>
            <a:chOff x="4691529" y="6957392"/>
            <a:chExt cx="648072" cy="708287"/>
          </a:xfrm>
        </p:grpSpPr>
        <p:cxnSp>
          <p:nvCxnSpPr>
            <p:cNvPr id="43" name="Straight Arrow Connector 42"/>
            <p:cNvCxnSpPr/>
            <p:nvPr userDrawn="1"/>
          </p:nvCxnSpPr>
          <p:spPr>
            <a:xfrm rot="10800000">
              <a:off x="5015565" y="6957392"/>
              <a:ext cx="0" cy="50405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p:cNvSpPr txBox="1"/>
            <p:nvPr userDrawn="1"/>
          </p:nvSpPr>
          <p:spPr>
            <a:xfrm>
              <a:off x="4691529" y="7461449"/>
              <a:ext cx="648072" cy="204230"/>
            </a:xfrm>
            <a:prstGeom prst="rect">
              <a:avLst/>
            </a:prstGeom>
            <a:noFill/>
          </p:spPr>
          <p:txBody>
            <a:bodyPr wrap="square" rtlCol="0">
              <a:spAutoFit/>
            </a:bodyPr>
            <a:lstStyle/>
            <a:p>
              <a:pPr algn="ctr"/>
              <a:r>
                <a:rPr lang="en-GB" sz="863" dirty="0">
                  <a:solidFill>
                    <a:srgbClr val="FFFFFF"/>
                  </a:solidFill>
                  <a:cs typeface="Arial" charset="0"/>
                </a:rPr>
                <a:t>0.20</a:t>
              </a:r>
            </a:p>
          </p:txBody>
        </p:sp>
      </p:grpSp>
      <p:grpSp>
        <p:nvGrpSpPr>
          <p:cNvPr id="27" name="Group 44"/>
          <p:cNvGrpSpPr/>
          <p:nvPr userDrawn="1"/>
        </p:nvGrpSpPr>
        <p:grpSpPr>
          <a:xfrm>
            <a:off x="9806240" y="-891458"/>
            <a:ext cx="699482" cy="793116"/>
            <a:chOff x="160506" y="-818892"/>
            <a:chExt cx="648072" cy="719500"/>
          </a:xfrm>
        </p:grpSpPr>
        <p:cxnSp>
          <p:nvCxnSpPr>
            <p:cNvPr id="46" name="Straight Arrow Connector 45"/>
            <p:cNvCxnSpPr/>
            <p:nvPr userDrawn="1"/>
          </p:nvCxnSpPr>
          <p:spPr>
            <a:xfrm>
              <a:off x="482600" y="-603448"/>
              <a:ext cx="0" cy="50405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p:cNvSpPr txBox="1"/>
            <p:nvPr userDrawn="1"/>
          </p:nvSpPr>
          <p:spPr>
            <a:xfrm>
              <a:off x="160506" y="-818892"/>
              <a:ext cx="648072" cy="204230"/>
            </a:xfrm>
            <a:prstGeom prst="rect">
              <a:avLst/>
            </a:prstGeom>
            <a:noFill/>
          </p:spPr>
          <p:txBody>
            <a:bodyPr wrap="square" rtlCol="0">
              <a:spAutoFit/>
            </a:bodyPr>
            <a:lstStyle/>
            <a:p>
              <a:pPr algn="ctr"/>
              <a:r>
                <a:rPr lang="en-GB" sz="863" dirty="0">
                  <a:solidFill>
                    <a:srgbClr val="FFFFFF"/>
                  </a:solidFill>
                  <a:cs typeface="Arial" charset="0"/>
                </a:rPr>
                <a:t>12.40</a:t>
              </a:r>
            </a:p>
          </p:txBody>
        </p:sp>
      </p:grpSp>
      <p:grpSp>
        <p:nvGrpSpPr>
          <p:cNvPr id="30" name="Group 47"/>
          <p:cNvGrpSpPr/>
          <p:nvPr userDrawn="1"/>
        </p:nvGrpSpPr>
        <p:grpSpPr>
          <a:xfrm>
            <a:off x="1914085" y="-902677"/>
            <a:ext cx="699482" cy="793116"/>
            <a:chOff x="160506" y="-818892"/>
            <a:chExt cx="648072" cy="719500"/>
          </a:xfrm>
        </p:grpSpPr>
        <p:cxnSp>
          <p:nvCxnSpPr>
            <p:cNvPr id="49" name="Straight Arrow Connector 48"/>
            <p:cNvCxnSpPr/>
            <p:nvPr userDrawn="1"/>
          </p:nvCxnSpPr>
          <p:spPr>
            <a:xfrm>
              <a:off x="482600" y="-603448"/>
              <a:ext cx="0" cy="5040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49"/>
            <p:cNvSpPr txBox="1"/>
            <p:nvPr userDrawn="1"/>
          </p:nvSpPr>
          <p:spPr>
            <a:xfrm>
              <a:off x="160506" y="-818892"/>
              <a:ext cx="648072" cy="204230"/>
            </a:xfrm>
            <a:prstGeom prst="rect">
              <a:avLst/>
            </a:prstGeom>
            <a:noFill/>
          </p:spPr>
          <p:txBody>
            <a:bodyPr wrap="square" rtlCol="0">
              <a:spAutoFit/>
            </a:bodyPr>
            <a:lstStyle/>
            <a:p>
              <a:pPr algn="ctr"/>
              <a:r>
                <a:rPr lang="en-GB" sz="863" dirty="0">
                  <a:solidFill>
                    <a:srgbClr val="FF0000"/>
                  </a:solidFill>
                  <a:cs typeface="Arial" charset="0"/>
                </a:rPr>
                <a:t>7.90</a:t>
              </a:r>
            </a:p>
          </p:txBody>
        </p:sp>
      </p:grpSp>
      <p:grpSp>
        <p:nvGrpSpPr>
          <p:cNvPr id="57345" name="Group 88"/>
          <p:cNvGrpSpPr/>
          <p:nvPr userDrawn="1"/>
        </p:nvGrpSpPr>
        <p:grpSpPr>
          <a:xfrm>
            <a:off x="2091939" y="-664550"/>
            <a:ext cx="699482" cy="554350"/>
            <a:chOff x="1938189" y="-602868"/>
            <a:chExt cx="648072" cy="502896"/>
          </a:xfrm>
        </p:grpSpPr>
        <p:cxnSp>
          <p:nvCxnSpPr>
            <p:cNvPr id="52" name="Straight Arrow Connector 51"/>
            <p:cNvCxnSpPr/>
            <p:nvPr userDrawn="1"/>
          </p:nvCxnSpPr>
          <p:spPr>
            <a:xfrm>
              <a:off x="2249525" y="-387424"/>
              <a:ext cx="0" cy="28745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p:cNvSpPr txBox="1"/>
            <p:nvPr userDrawn="1"/>
          </p:nvSpPr>
          <p:spPr>
            <a:xfrm>
              <a:off x="1938189" y="-602868"/>
              <a:ext cx="648072" cy="204230"/>
            </a:xfrm>
            <a:prstGeom prst="rect">
              <a:avLst/>
            </a:prstGeom>
            <a:noFill/>
          </p:spPr>
          <p:txBody>
            <a:bodyPr wrap="square" rtlCol="0">
              <a:spAutoFit/>
            </a:bodyPr>
            <a:lstStyle/>
            <a:p>
              <a:pPr algn="ctr"/>
              <a:r>
                <a:rPr lang="en-GB" sz="863" dirty="0">
                  <a:solidFill>
                    <a:srgbClr val="FF0000"/>
                  </a:solidFill>
                  <a:cs typeface="Arial" charset="0"/>
                </a:rPr>
                <a:t>7.50</a:t>
              </a:r>
            </a:p>
          </p:txBody>
        </p:sp>
      </p:grpSp>
      <p:sp>
        <p:nvSpPr>
          <p:cNvPr id="55" name="TextBox 54"/>
          <p:cNvSpPr txBox="1"/>
          <p:nvPr userDrawn="1"/>
        </p:nvSpPr>
        <p:spPr>
          <a:xfrm>
            <a:off x="1778363" y="-1079460"/>
            <a:ext cx="1110262" cy="211264"/>
          </a:xfrm>
          <a:prstGeom prst="rect">
            <a:avLst/>
          </a:prstGeom>
          <a:noFill/>
        </p:spPr>
        <p:txBody>
          <a:bodyPr wrap="square" lIns="77712" tIns="38856" rIns="77712" bIns="38856" rtlCol="0" anchor="ctr" anchorCtr="0">
            <a:spAutoFit/>
          </a:bodyPr>
          <a:lstStyle/>
          <a:p>
            <a:r>
              <a:rPr lang="en-GB" sz="863" dirty="0">
                <a:solidFill>
                  <a:srgbClr val="FF0000"/>
                </a:solidFill>
                <a:latin typeface="Verdana" pitchFamily="34" charset="0"/>
                <a:cs typeface="Arial" charset="0"/>
              </a:rPr>
              <a:t>Guides for gutter</a:t>
            </a:r>
          </a:p>
        </p:txBody>
      </p:sp>
      <p:sp>
        <p:nvSpPr>
          <p:cNvPr id="56" name="Rectangle 55"/>
          <p:cNvSpPr/>
          <p:nvPr userDrawn="1"/>
        </p:nvSpPr>
        <p:spPr>
          <a:xfrm>
            <a:off x="-2387251" y="4220731"/>
            <a:ext cx="2285924" cy="9258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7712" tIns="38856" rIns="77712" bIns="38856" rtlCol="0" anchor="t" anchorCtr="0"/>
          <a:lstStyle/>
          <a:p>
            <a:pPr algn="ctr"/>
            <a:r>
              <a:rPr lang="en-GB" sz="863" dirty="0">
                <a:solidFill>
                  <a:srgbClr val="1B4298"/>
                </a:solidFill>
              </a:rPr>
              <a:t>Text colours</a:t>
            </a:r>
          </a:p>
        </p:txBody>
      </p:sp>
      <p:sp>
        <p:nvSpPr>
          <p:cNvPr id="57" name="Rectangle 56"/>
          <p:cNvSpPr/>
          <p:nvPr userDrawn="1"/>
        </p:nvSpPr>
        <p:spPr>
          <a:xfrm>
            <a:off x="-2270671" y="4551291"/>
            <a:ext cx="466321" cy="47625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FFFFFF"/>
                </a:solidFill>
              </a:rPr>
              <a:t>R 27</a:t>
            </a:r>
          </a:p>
          <a:p>
            <a:pPr algn="ctr"/>
            <a:r>
              <a:rPr lang="en-GB" sz="863" dirty="0">
                <a:solidFill>
                  <a:srgbClr val="FFFFFF"/>
                </a:solidFill>
              </a:rPr>
              <a:t>G 66</a:t>
            </a:r>
          </a:p>
          <a:p>
            <a:pPr algn="ctr"/>
            <a:r>
              <a:rPr lang="en-GB" sz="863" dirty="0">
                <a:solidFill>
                  <a:srgbClr val="FFFFFF"/>
                </a:solidFill>
              </a:rPr>
              <a:t>B 152</a:t>
            </a:r>
          </a:p>
        </p:txBody>
      </p:sp>
      <p:sp>
        <p:nvSpPr>
          <p:cNvPr id="60" name="Rectangle 59"/>
          <p:cNvSpPr/>
          <p:nvPr userDrawn="1"/>
        </p:nvSpPr>
        <p:spPr>
          <a:xfrm>
            <a:off x="-1474039" y="4551291"/>
            <a:ext cx="466321" cy="4762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FFFFFF"/>
                </a:solidFill>
              </a:rPr>
              <a:t>R 0</a:t>
            </a:r>
          </a:p>
          <a:p>
            <a:pPr algn="ctr"/>
            <a:r>
              <a:rPr lang="en-GB" sz="863" dirty="0">
                <a:solidFill>
                  <a:srgbClr val="FFFFFF"/>
                </a:solidFill>
              </a:rPr>
              <a:t>G 0</a:t>
            </a:r>
          </a:p>
          <a:p>
            <a:pPr algn="ctr"/>
            <a:r>
              <a:rPr lang="en-GB" sz="863" dirty="0">
                <a:solidFill>
                  <a:srgbClr val="FFFFFF"/>
                </a:solidFill>
              </a:rPr>
              <a:t>B 0</a:t>
            </a:r>
          </a:p>
        </p:txBody>
      </p:sp>
      <p:sp>
        <p:nvSpPr>
          <p:cNvPr id="61" name="Rectangle 60"/>
          <p:cNvSpPr/>
          <p:nvPr userDrawn="1"/>
        </p:nvSpPr>
        <p:spPr>
          <a:xfrm>
            <a:off x="-677407" y="4551291"/>
            <a:ext cx="466321" cy="47625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FFFFFF"/>
                </a:solidFill>
              </a:rPr>
              <a:t>R 127</a:t>
            </a:r>
          </a:p>
          <a:p>
            <a:pPr algn="ctr"/>
            <a:r>
              <a:rPr lang="en-GB" sz="863" dirty="0">
                <a:solidFill>
                  <a:srgbClr val="FFFFFF"/>
                </a:solidFill>
              </a:rPr>
              <a:t>G 127</a:t>
            </a:r>
          </a:p>
          <a:p>
            <a:pPr algn="ctr"/>
            <a:r>
              <a:rPr lang="en-GB" sz="863" dirty="0">
                <a:solidFill>
                  <a:srgbClr val="FFFFFF"/>
                </a:solidFill>
              </a:rPr>
              <a:t>B 127</a:t>
            </a:r>
          </a:p>
        </p:txBody>
      </p:sp>
      <p:sp>
        <p:nvSpPr>
          <p:cNvPr id="62" name="Rectangle 61"/>
          <p:cNvSpPr/>
          <p:nvPr userDrawn="1"/>
        </p:nvSpPr>
        <p:spPr>
          <a:xfrm>
            <a:off x="-2387251" y="5314601"/>
            <a:ext cx="2285924" cy="14302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7712" tIns="38856" rIns="77712" bIns="38856" rtlCol="0" anchor="t" anchorCtr="0"/>
          <a:lstStyle/>
          <a:p>
            <a:pPr algn="ctr"/>
            <a:r>
              <a:rPr lang="en-GB" sz="863" dirty="0">
                <a:solidFill>
                  <a:srgbClr val="1B4298"/>
                </a:solidFill>
              </a:rPr>
              <a:t>Background shading</a:t>
            </a:r>
          </a:p>
        </p:txBody>
      </p:sp>
      <p:sp>
        <p:nvSpPr>
          <p:cNvPr id="63" name="Rectangle 62"/>
          <p:cNvSpPr/>
          <p:nvPr userDrawn="1"/>
        </p:nvSpPr>
        <p:spPr>
          <a:xfrm>
            <a:off x="-2270671" y="5526098"/>
            <a:ext cx="466321" cy="4762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FFFFFF">
                    <a:lumMod val="50000"/>
                  </a:srgbClr>
                </a:solidFill>
              </a:rPr>
              <a:t>R 242</a:t>
            </a:r>
          </a:p>
          <a:p>
            <a:pPr algn="ctr"/>
            <a:r>
              <a:rPr lang="en-GB" sz="863" dirty="0">
                <a:solidFill>
                  <a:srgbClr val="FFFFFF">
                    <a:lumMod val="50000"/>
                  </a:srgbClr>
                </a:solidFill>
              </a:rPr>
              <a:t>G 242</a:t>
            </a:r>
          </a:p>
          <a:p>
            <a:pPr algn="ctr"/>
            <a:r>
              <a:rPr lang="en-GB" sz="863" dirty="0">
                <a:solidFill>
                  <a:srgbClr val="FFFFFF">
                    <a:lumMod val="50000"/>
                  </a:srgbClr>
                </a:solidFill>
              </a:rPr>
              <a:t>B 242</a:t>
            </a:r>
          </a:p>
        </p:txBody>
      </p:sp>
      <p:sp>
        <p:nvSpPr>
          <p:cNvPr id="64" name="Rectangle 63"/>
          <p:cNvSpPr/>
          <p:nvPr userDrawn="1"/>
        </p:nvSpPr>
        <p:spPr>
          <a:xfrm>
            <a:off x="-1474039" y="5526098"/>
            <a:ext cx="466321" cy="47625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1B4298"/>
                </a:solidFill>
              </a:rPr>
              <a:t>R 225</a:t>
            </a:r>
          </a:p>
          <a:p>
            <a:pPr algn="ctr"/>
            <a:r>
              <a:rPr lang="en-GB" sz="863" dirty="0">
                <a:solidFill>
                  <a:srgbClr val="1B4298"/>
                </a:solidFill>
              </a:rPr>
              <a:t>G 235</a:t>
            </a:r>
          </a:p>
          <a:p>
            <a:pPr algn="ctr"/>
            <a:r>
              <a:rPr lang="en-GB" sz="863" dirty="0">
                <a:solidFill>
                  <a:srgbClr val="1B4298"/>
                </a:solidFill>
              </a:rPr>
              <a:t>B 244</a:t>
            </a:r>
          </a:p>
        </p:txBody>
      </p:sp>
      <p:sp>
        <p:nvSpPr>
          <p:cNvPr id="65" name="Rectangle 64"/>
          <p:cNvSpPr/>
          <p:nvPr userDrawn="1"/>
        </p:nvSpPr>
        <p:spPr>
          <a:xfrm>
            <a:off x="-677407" y="5526098"/>
            <a:ext cx="466321" cy="476253"/>
          </a:xfrm>
          <a:prstGeom prst="rect">
            <a:avLst/>
          </a:prstGeom>
          <a:solidFill>
            <a:srgbClr val="E3F4E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73C6A1"/>
                </a:solidFill>
              </a:rPr>
              <a:t>R 227</a:t>
            </a:r>
          </a:p>
          <a:p>
            <a:pPr algn="ctr"/>
            <a:r>
              <a:rPr lang="en-GB" sz="863" dirty="0">
                <a:solidFill>
                  <a:srgbClr val="73C6A1"/>
                </a:solidFill>
              </a:rPr>
              <a:t>G 244</a:t>
            </a:r>
          </a:p>
          <a:p>
            <a:pPr algn="ctr"/>
            <a:r>
              <a:rPr lang="en-GB" sz="863" dirty="0">
                <a:solidFill>
                  <a:srgbClr val="73C6A1"/>
                </a:solidFill>
              </a:rPr>
              <a:t>B 236</a:t>
            </a:r>
          </a:p>
        </p:txBody>
      </p:sp>
      <p:grpSp>
        <p:nvGrpSpPr>
          <p:cNvPr id="57346" name="Group 65"/>
          <p:cNvGrpSpPr/>
          <p:nvPr userDrawn="1"/>
        </p:nvGrpSpPr>
        <p:grpSpPr>
          <a:xfrm>
            <a:off x="-1546270" y="326284"/>
            <a:ext cx="1444943" cy="225126"/>
            <a:chOff x="-1563724" y="81191"/>
            <a:chExt cx="1338744" cy="204230"/>
          </a:xfrm>
        </p:grpSpPr>
        <p:cxnSp>
          <p:nvCxnSpPr>
            <p:cNvPr id="67" name="Straight Arrow Connector 66"/>
            <p:cNvCxnSpPr/>
            <p:nvPr userDrawn="1"/>
          </p:nvCxnSpPr>
          <p:spPr>
            <a:xfrm>
              <a:off x="-873052" y="188913"/>
              <a:ext cx="648072"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p:cNvSpPr txBox="1"/>
            <p:nvPr userDrawn="1"/>
          </p:nvSpPr>
          <p:spPr>
            <a:xfrm>
              <a:off x="-1563724" y="81191"/>
              <a:ext cx="648072" cy="204230"/>
            </a:xfrm>
            <a:prstGeom prst="rect">
              <a:avLst/>
            </a:prstGeom>
            <a:noFill/>
          </p:spPr>
          <p:txBody>
            <a:bodyPr wrap="square" rtlCol="0">
              <a:spAutoFit/>
            </a:bodyPr>
            <a:lstStyle/>
            <a:p>
              <a:pPr algn="r"/>
              <a:r>
                <a:rPr lang="en-GB" sz="863" dirty="0">
                  <a:solidFill>
                    <a:srgbClr val="FFFFFF"/>
                  </a:solidFill>
                  <a:cs typeface="Arial" charset="0"/>
                </a:rPr>
                <a:t>8.40</a:t>
              </a:r>
            </a:p>
          </p:txBody>
        </p:sp>
      </p:grpSp>
      <p:sp>
        <p:nvSpPr>
          <p:cNvPr id="71" name="Rectangle 70"/>
          <p:cNvSpPr/>
          <p:nvPr userDrawn="1"/>
        </p:nvSpPr>
        <p:spPr>
          <a:xfrm>
            <a:off x="-2387251" y="1478687"/>
            <a:ext cx="2285924" cy="24872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7712" tIns="38856" rIns="77712" bIns="38856" rtlCol="0" anchor="t" anchorCtr="0"/>
          <a:lstStyle/>
          <a:p>
            <a:pPr algn="ctr"/>
            <a:r>
              <a:rPr lang="en-GB" sz="863" dirty="0">
                <a:solidFill>
                  <a:srgbClr val="1B4298"/>
                </a:solidFill>
              </a:rPr>
              <a:t>Colour order </a:t>
            </a:r>
            <a:r>
              <a:rPr lang="en-GB" sz="756" i="1" dirty="0">
                <a:solidFill>
                  <a:srgbClr val="1B4298"/>
                </a:solidFill>
              </a:rPr>
              <a:t>(left to right, top to bottom)</a:t>
            </a:r>
          </a:p>
        </p:txBody>
      </p:sp>
      <p:sp>
        <p:nvSpPr>
          <p:cNvPr id="72" name="Rectangle 71"/>
          <p:cNvSpPr/>
          <p:nvPr userDrawn="1"/>
        </p:nvSpPr>
        <p:spPr>
          <a:xfrm>
            <a:off x="-2270671" y="1690185"/>
            <a:ext cx="466321" cy="4762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US" sz="863" dirty="0">
                <a:solidFill>
                  <a:srgbClr val="FFFFFF"/>
                </a:solidFill>
              </a:rPr>
              <a:t>R 59</a:t>
            </a:r>
          </a:p>
          <a:p>
            <a:pPr algn="ctr"/>
            <a:r>
              <a:rPr lang="en-US" sz="863" dirty="0">
                <a:solidFill>
                  <a:srgbClr val="FFFFFF"/>
                </a:solidFill>
              </a:rPr>
              <a:t>G 110</a:t>
            </a:r>
          </a:p>
          <a:p>
            <a:pPr algn="ctr"/>
            <a:r>
              <a:rPr lang="en-US" sz="863" dirty="0">
                <a:solidFill>
                  <a:srgbClr val="FFFFFF"/>
                </a:solidFill>
              </a:rPr>
              <a:t>B 143</a:t>
            </a:r>
            <a:endParaRPr lang="en-GB" sz="863" dirty="0">
              <a:solidFill>
                <a:srgbClr val="FFFFFF"/>
              </a:solidFill>
            </a:endParaRPr>
          </a:p>
        </p:txBody>
      </p:sp>
      <p:sp>
        <p:nvSpPr>
          <p:cNvPr id="73" name="Rectangle 72"/>
          <p:cNvSpPr/>
          <p:nvPr userDrawn="1"/>
        </p:nvSpPr>
        <p:spPr>
          <a:xfrm>
            <a:off x="-1474039" y="1690185"/>
            <a:ext cx="466321" cy="476253"/>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FFFFFF"/>
                </a:solidFill>
              </a:rPr>
              <a:t>R 251</a:t>
            </a:r>
          </a:p>
          <a:p>
            <a:pPr algn="ctr"/>
            <a:r>
              <a:rPr lang="en-US" sz="863" dirty="0">
                <a:solidFill>
                  <a:srgbClr val="FFFFFF"/>
                </a:solidFill>
              </a:rPr>
              <a:t>G 193</a:t>
            </a:r>
          </a:p>
          <a:p>
            <a:pPr algn="ctr"/>
            <a:r>
              <a:rPr lang="en-US" sz="863" dirty="0">
                <a:solidFill>
                  <a:srgbClr val="FFFFFF"/>
                </a:solidFill>
              </a:rPr>
              <a:t>B 119</a:t>
            </a:r>
            <a:endParaRPr lang="en-GB" sz="863" dirty="0">
              <a:solidFill>
                <a:srgbClr val="FFFFFF"/>
              </a:solidFill>
            </a:endParaRPr>
          </a:p>
        </p:txBody>
      </p:sp>
      <p:sp>
        <p:nvSpPr>
          <p:cNvPr id="74" name="Rectangle 73"/>
          <p:cNvSpPr/>
          <p:nvPr userDrawn="1"/>
        </p:nvSpPr>
        <p:spPr>
          <a:xfrm>
            <a:off x="-677407" y="1690185"/>
            <a:ext cx="466321" cy="4762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FFFFFF"/>
                </a:solidFill>
              </a:rPr>
              <a:t>R 115</a:t>
            </a:r>
          </a:p>
          <a:p>
            <a:pPr algn="ctr"/>
            <a:r>
              <a:rPr lang="en-US" sz="863" dirty="0">
                <a:solidFill>
                  <a:srgbClr val="FFFFFF"/>
                </a:solidFill>
              </a:rPr>
              <a:t>G 198</a:t>
            </a:r>
          </a:p>
          <a:p>
            <a:pPr algn="ctr"/>
            <a:r>
              <a:rPr lang="en-US" sz="863" dirty="0">
                <a:solidFill>
                  <a:srgbClr val="FFFFFF"/>
                </a:solidFill>
              </a:rPr>
              <a:t>B 161</a:t>
            </a:r>
            <a:endParaRPr lang="en-GB" sz="863" dirty="0">
              <a:solidFill>
                <a:srgbClr val="FFFFFF"/>
              </a:solidFill>
            </a:endParaRPr>
          </a:p>
        </p:txBody>
      </p:sp>
      <p:sp>
        <p:nvSpPr>
          <p:cNvPr id="76" name="Rectangle 75"/>
          <p:cNvSpPr/>
          <p:nvPr userDrawn="1"/>
        </p:nvSpPr>
        <p:spPr>
          <a:xfrm>
            <a:off x="-2270671" y="2236614"/>
            <a:ext cx="466321" cy="47625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FFFFFF"/>
                </a:solidFill>
              </a:rPr>
              <a:t>R 103</a:t>
            </a:r>
          </a:p>
          <a:p>
            <a:pPr algn="ctr"/>
            <a:r>
              <a:rPr lang="en-US" sz="863" dirty="0">
                <a:solidFill>
                  <a:srgbClr val="FFFFFF"/>
                </a:solidFill>
              </a:rPr>
              <a:t>G 153</a:t>
            </a:r>
          </a:p>
          <a:p>
            <a:pPr algn="ctr"/>
            <a:r>
              <a:rPr lang="en-US" sz="863" dirty="0">
                <a:solidFill>
                  <a:srgbClr val="FFFFFF"/>
                </a:solidFill>
              </a:rPr>
              <a:t>B 200</a:t>
            </a:r>
            <a:endParaRPr lang="en-GB" sz="863" dirty="0">
              <a:solidFill>
                <a:srgbClr val="FFFFFF"/>
              </a:solidFill>
            </a:endParaRPr>
          </a:p>
        </p:txBody>
      </p:sp>
      <p:sp>
        <p:nvSpPr>
          <p:cNvPr id="77" name="Rectangle 76"/>
          <p:cNvSpPr/>
          <p:nvPr userDrawn="1"/>
        </p:nvSpPr>
        <p:spPr>
          <a:xfrm>
            <a:off x="-677407" y="2236614"/>
            <a:ext cx="466321" cy="47625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1B4298"/>
                </a:solidFill>
              </a:rPr>
              <a:t>R 186</a:t>
            </a:r>
          </a:p>
          <a:p>
            <a:pPr algn="ctr"/>
            <a:r>
              <a:rPr lang="en-US" sz="863" dirty="0">
                <a:solidFill>
                  <a:srgbClr val="1B4298"/>
                </a:solidFill>
              </a:rPr>
              <a:t>G 163</a:t>
            </a:r>
          </a:p>
          <a:p>
            <a:pPr algn="ctr"/>
            <a:r>
              <a:rPr lang="en-US" sz="863" dirty="0">
                <a:solidFill>
                  <a:srgbClr val="1B4298"/>
                </a:solidFill>
              </a:rPr>
              <a:t>B 171</a:t>
            </a:r>
            <a:endParaRPr lang="en-GB" sz="863" dirty="0">
              <a:solidFill>
                <a:srgbClr val="1B4298"/>
              </a:solidFill>
            </a:endParaRPr>
          </a:p>
        </p:txBody>
      </p:sp>
      <p:sp>
        <p:nvSpPr>
          <p:cNvPr id="78" name="Rectangle 77"/>
          <p:cNvSpPr/>
          <p:nvPr userDrawn="1"/>
        </p:nvSpPr>
        <p:spPr>
          <a:xfrm>
            <a:off x="-1474039" y="2236614"/>
            <a:ext cx="466321" cy="476253"/>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1B4298"/>
                </a:solidFill>
              </a:rPr>
              <a:t>R 191</a:t>
            </a:r>
          </a:p>
          <a:p>
            <a:pPr algn="ctr"/>
            <a:r>
              <a:rPr lang="en-US" sz="863" dirty="0">
                <a:solidFill>
                  <a:srgbClr val="1B4298"/>
                </a:solidFill>
              </a:rPr>
              <a:t>G 191</a:t>
            </a:r>
          </a:p>
          <a:p>
            <a:pPr algn="ctr"/>
            <a:r>
              <a:rPr lang="en-US" sz="863" dirty="0">
                <a:solidFill>
                  <a:srgbClr val="1B4298"/>
                </a:solidFill>
              </a:rPr>
              <a:t>B 191</a:t>
            </a:r>
            <a:endParaRPr lang="en-GB" sz="863" dirty="0">
              <a:solidFill>
                <a:srgbClr val="1B4298"/>
              </a:solidFill>
            </a:endParaRPr>
          </a:p>
        </p:txBody>
      </p:sp>
      <p:sp>
        <p:nvSpPr>
          <p:cNvPr id="80" name="Rectangle 79"/>
          <p:cNvSpPr/>
          <p:nvPr userDrawn="1"/>
        </p:nvSpPr>
        <p:spPr>
          <a:xfrm>
            <a:off x="-2270671" y="2783044"/>
            <a:ext cx="466321" cy="47625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US" sz="863" dirty="0">
                <a:solidFill>
                  <a:srgbClr val="FFFFFF"/>
                </a:solidFill>
              </a:rPr>
              <a:t>R 127</a:t>
            </a:r>
          </a:p>
          <a:p>
            <a:pPr algn="ctr"/>
            <a:r>
              <a:rPr lang="en-US" sz="863" dirty="0">
                <a:solidFill>
                  <a:srgbClr val="FFFFFF"/>
                </a:solidFill>
              </a:rPr>
              <a:t>G 127</a:t>
            </a:r>
          </a:p>
          <a:p>
            <a:pPr algn="ctr"/>
            <a:r>
              <a:rPr lang="en-US" sz="863" dirty="0">
                <a:solidFill>
                  <a:srgbClr val="FFFFFF"/>
                </a:solidFill>
              </a:rPr>
              <a:t>B 127</a:t>
            </a:r>
            <a:endParaRPr lang="en-GB" sz="863" dirty="0">
              <a:solidFill>
                <a:srgbClr val="FFFFFF"/>
              </a:solidFill>
            </a:endParaRPr>
          </a:p>
        </p:txBody>
      </p:sp>
      <p:sp>
        <p:nvSpPr>
          <p:cNvPr id="81" name="Rectangle 80"/>
          <p:cNvSpPr/>
          <p:nvPr userDrawn="1"/>
        </p:nvSpPr>
        <p:spPr>
          <a:xfrm>
            <a:off x="-1474039" y="2783044"/>
            <a:ext cx="466321" cy="47625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FFFFFF"/>
                </a:solidFill>
              </a:rPr>
              <a:t>R 201</a:t>
            </a:r>
          </a:p>
          <a:p>
            <a:pPr algn="ctr"/>
            <a:r>
              <a:rPr lang="en-US" sz="863" dirty="0">
                <a:solidFill>
                  <a:srgbClr val="FFFFFF"/>
                </a:solidFill>
              </a:rPr>
              <a:t>G 48</a:t>
            </a:r>
          </a:p>
          <a:p>
            <a:pPr algn="ctr"/>
            <a:r>
              <a:rPr lang="en-US" sz="863" dirty="0">
                <a:solidFill>
                  <a:srgbClr val="FFFFFF"/>
                </a:solidFill>
              </a:rPr>
              <a:t>B 146</a:t>
            </a:r>
            <a:endParaRPr lang="en-GB" sz="863" dirty="0">
              <a:solidFill>
                <a:srgbClr val="FFFFFF"/>
              </a:solidFill>
            </a:endParaRPr>
          </a:p>
        </p:txBody>
      </p:sp>
      <p:sp>
        <p:nvSpPr>
          <p:cNvPr id="82" name="Rectangle 81"/>
          <p:cNvSpPr/>
          <p:nvPr userDrawn="1"/>
        </p:nvSpPr>
        <p:spPr>
          <a:xfrm>
            <a:off x="-677407" y="2783044"/>
            <a:ext cx="466321" cy="47625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FFFFFF"/>
                </a:solidFill>
              </a:rPr>
              <a:t>R 27</a:t>
            </a:r>
          </a:p>
          <a:p>
            <a:pPr algn="ctr"/>
            <a:r>
              <a:rPr lang="en-US" sz="863" dirty="0">
                <a:solidFill>
                  <a:srgbClr val="FFFFFF"/>
                </a:solidFill>
              </a:rPr>
              <a:t>G 66</a:t>
            </a:r>
          </a:p>
          <a:p>
            <a:pPr algn="ctr"/>
            <a:r>
              <a:rPr lang="en-US" sz="863" dirty="0">
                <a:solidFill>
                  <a:srgbClr val="FFFFFF"/>
                </a:solidFill>
              </a:rPr>
              <a:t>B 152</a:t>
            </a:r>
            <a:endParaRPr lang="en-GB" sz="863" dirty="0">
              <a:solidFill>
                <a:srgbClr val="FFFFFF"/>
              </a:solidFill>
            </a:endParaRPr>
          </a:p>
        </p:txBody>
      </p:sp>
      <p:sp>
        <p:nvSpPr>
          <p:cNvPr id="83" name="Rectangle 82"/>
          <p:cNvSpPr/>
          <p:nvPr userDrawn="1"/>
        </p:nvSpPr>
        <p:spPr>
          <a:xfrm>
            <a:off x="-2270671" y="3329475"/>
            <a:ext cx="466321" cy="47625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FFFFFF"/>
                </a:solidFill>
              </a:rPr>
              <a:t>R 84</a:t>
            </a:r>
          </a:p>
          <a:p>
            <a:pPr algn="ctr"/>
            <a:r>
              <a:rPr lang="en-US" sz="863" dirty="0">
                <a:solidFill>
                  <a:srgbClr val="FFFFFF"/>
                </a:solidFill>
              </a:rPr>
              <a:t>G 7</a:t>
            </a:r>
          </a:p>
          <a:p>
            <a:pPr algn="ctr"/>
            <a:r>
              <a:rPr lang="en-US" sz="863" dirty="0">
                <a:solidFill>
                  <a:srgbClr val="FFFFFF"/>
                </a:solidFill>
              </a:rPr>
              <a:t>B 91</a:t>
            </a:r>
            <a:endParaRPr lang="en-GB" sz="863" dirty="0">
              <a:solidFill>
                <a:srgbClr val="FFFFFF"/>
              </a:solidFill>
            </a:endParaRPr>
          </a:p>
        </p:txBody>
      </p:sp>
      <p:sp>
        <p:nvSpPr>
          <p:cNvPr id="84" name="Rectangle 83"/>
          <p:cNvSpPr/>
          <p:nvPr userDrawn="1"/>
        </p:nvSpPr>
        <p:spPr>
          <a:xfrm>
            <a:off x="-1474039" y="3329475"/>
            <a:ext cx="466321" cy="47625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1B4298"/>
                </a:solidFill>
              </a:rPr>
              <a:t>R 248</a:t>
            </a:r>
          </a:p>
          <a:p>
            <a:pPr algn="ctr"/>
            <a:r>
              <a:rPr lang="en-US" sz="863" dirty="0">
                <a:solidFill>
                  <a:srgbClr val="1B4298"/>
                </a:solidFill>
              </a:rPr>
              <a:t>G 152</a:t>
            </a:r>
          </a:p>
          <a:p>
            <a:pPr algn="ctr"/>
            <a:r>
              <a:rPr lang="en-US" sz="863" dirty="0">
                <a:solidFill>
                  <a:srgbClr val="1B4298"/>
                </a:solidFill>
              </a:rPr>
              <a:t>B 29</a:t>
            </a:r>
            <a:endParaRPr lang="en-GB" sz="863" dirty="0">
              <a:solidFill>
                <a:srgbClr val="1B4298"/>
              </a:solidFill>
            </a:endParaRPr>
          </a:p>
        </p:txBody>
      </p:sp>
      <p:sp>
        <p:nvSpPr>
          <p:cNvPr id="86" name="Rectangle 85"/>
          <p:cNvSpPr/>
          <p:nvPr userDrawn="1"/>
        </p:nvSpPr>
        <p:spPr>
          <a:xfrm>
            <a:off x="-2270671" y="6081727"/>
            <a:ext cx="466321" cy="476253"/>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BAA3AB"/>
                </a:solidFill>
              </a:rPr>
              <a:t>R 241</a:t>
            </a:r>
          </a:p>
          <a:p>
            <a:pPr algn="ctr"/>
            <a:r>
              <a:rPr lang="en-GB" sz="863" dirty="0">
                <a:solidFill>
                  <a:srgbClr val="BAA3AB"/>
                </a:solidFill>
              </a:rPr>
              <a:t>G 237</a:t>
            </a:r>
          </a:p>
          <a:p>
            <a:pPr algn="ctr"/>
            <a:r>
              <a:rPr lang="en-GB" sz="863" dirty="0">
                <a:solidFill>
                  <a:srgbClr val="BAA3AB"/>
                </a:solidFill>
              </a:rPr>
              <a:t>B 238</a:t>
            </a:r>
          </a:p>
        </p:txBody>
      </p:sp>
      <p:sp>
        <p:nvSpPr>
          <p:cNvPr id="87" name="Rectangle 86"/>
          <p:cNvSpPr/>
          <p:nvPr userDrawn="1"/>
        </p:nvSpPr>
        <p:spPr>
          <a:xfrm>
            <a:off x="-1474039" y="6081727"/>
            <a:ext cx="466321" cy="476253"/>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F8981D"/>
                </a:solidFill>
              </a:rPr>
              <a:t>R 254</a:t>
            </a:r>
          </a:p>
          <a:p>
            <a:pPr algn="ctr"/>
            <a:r>
              <a:rPr lang="en-GB" sz="863" dirty="0">
                <a:solidFill>
                  <a:srgbClr val="F8981D"/>
                </a:solidFill>
              </a:rPr>
              <a:t>G 234</a:t>
            </a:r>
          </a:p>
          <a:p>
            <a:pPr algn="ctr"/>
            <a:r>
              <a:rPr lang="en-GB" sz="863" dirty="0">
                <a:solidFill>
                  <a:srgbClr val="F8981D"/>
                </a:solidFill>
              </a:rPr>
              <a:t>B 210</a:t>
            </a:r>
          </a:p>
        </p:txBody>
      </p:sp>
      <p:sp>
        <p:nvSpPr>
          <p:cNvPr id="88" name="Rectangle 87"/>
          <p:cNvSpPr/>
          <p:nvPr userDrawn="1"/>
        </p:nvSpPr>
        <p:spPr>
          <a:xfrm>
            <a:off x="-677407" y="6081727"/>
            <a:ext cx="466321" cy="47625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1B4298"/>
                </a:solidFill>
              </a:rPr>
              <a:t>R 211</a:t>
            </a:r>
          </a:p>
          <a:p>
            <a:pPr algn="ctr"/>
            <a:r>
              <a:rPr lang="en-GB" sz="863" dirty="0">
                <a:solidFill>
                  <a:srgbClr val="1B4298"/>
                </a:solidFill>
              </a:rPr>
              <a:t>G 227</a:t>
            </a:r>
          </a:p>
          <a:p>
            <a:pPr algn="ctr"/>
            <a:r>
              <a:rPr lang="en-GB" sz="863" dirty="0">
                <a:solidFill>
                  <a:srgbClr val="1B4298"/>
                </a:solidFill>
              </a:rPr>
              <a:t>B 237</a:t>
            </a:r>
          </a:p>
        </p:txBody>
      </p:sp>
    </p:spTree>
    <p:extLst>
      <p:ext uri="{BB962C8B-B14F-4D97-AF65-F5344CB8AC3E}">
        <p14:creationId xmlns:p14="http://schemas.microsoft.com/office/powerpoint/2010/main" val="153357480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2_Basic">
    <p:spTree>
      <p:nvGrpSpPr>
        <p:cNvPr id="1" name="Shape 95"/>
        <p:cNvGrpSpPr/>
        <p:nvPr/>
      </p:nvGrpSpPr>
      <p:grpSpPr>
        <a:xfrm>
          <a:off x="0" y="0"/>
          <a:ext cx="0" cy="0"/>
          <a:chOff x="0" y="0"/>
          <a:chExt cx="0" cy="0"/>
        </a:xfrm>
      </p:grpSpPr>
      <p:sp>
        <p:nvSpPr>
          <p:cNvPr id="96" name="Shape 96"/>
          <p:cNvSpPr txBox="1">
            <a:spLocks noGrp="1"/>
          </p:cNvSpPr>
          <p:nvPr>
            <p:ph type="title"/>
          </p:nvPr>
        </p:nvSpPr>
        <p:spPr>
          <a:xfrm>
            <a:off x="527740" y="304403"/>
            <a:ext cx="8859116" cy="694457"/>
          </a:xfrm>
          <a:prstGeom prst="rect">
            <a:avLst/>
          </a:prstGeom>
          <a:noFill/>
          <a:ln>
            <a:noFill/>
          </a:ln>
        </p:spPr>
        <p:txBody>
          <a:bodyPr lIns="91425" tIns="91425" rIns="91425" bIns="91425" anchor="b" anchorCtr="0"/>
          <a:lstStyle>
            <a:lvl1pPr marL="0" marR="0" lvl="0" indent="0" algn="l" rtl="0">
              <a:lnSpc>
                <a:spcPct val="100000"/>
              </a:lnSpc>
              <a:spcBef>
                <a:spcPts val="0"/>
              </a:spcBef>
              <a:spcAft>
                <a:spcPts val="0"/>
              </a:spcAft>
              <a:buNone/>
              <a:defRPr sz="2391" b="0" i="0" u="none" strike="noStrike" cap="none">
                <a:solidFill>
                  <a:schemeClr val="dk2"/>
                </a:solidFill>
                <a:latin typeface="+mj-lt"/>
                <a:ea typeface="Arial"/>
                <a:cs typeface="Arial"/>
                <a:sym typeface="Arial"/>
              </a:defRPr>
            </a:lvl1pPr>
            <a:lvl2pPr marL="0" marR="0" lvl="1" indent="0" algn="ctr" rtl="0">
              <a:spcBef>
                <a:spcPts val="0"/>
              </a:spcBef>
              <a:spcAft>
                <a:spcPts val="0"/>
              </a:spcAft>
              <a:buNone/>
              <a:defRPr sz="4384" b="0" i="0" u="none" strike="noStrike" cap="none">
                <a:solidFill>
                  <a:schemeClr val="dk1"/>
                </a:solidFill>
                <a:latin typeface="Calibri"/>
                <a:ea typeface="Calibri"/>
                <a:cs typeface="Calibri"/>
                <a:sym typeface="Calibri"/>
              </a:defRPr>
            </a:lvl2pPr>
            <a:lvl3pPr marL="0" marR="0" lvl="2" indent="0" algn="ctr" rtl="0">
              <a:spcBef>
                <a:spcPts val="0"/>
              </a:spcBef>
              <a:spcAft>
                <a:spcPts val="0"/>
              </a:spcAft>
              <a:buNone/>
              <a:defRPr sz="4384" b="0" i="0" u="none" strike="noStrike" cap="none">
                <a:solidFill>
                  <a:schemeClr val="dk1"/>
                </a:solidFill>
                <a:latin typeface="Calibri"/>
                <a:ea typeface="Calibri"/>
                <a:cs typeface="Calibri"/>
                <a:sym typeface="Calibri"/>
              </a:defRPr>
            </a:lvl3pPr>
            <a:lvl4pPr marL="0" marR="0" lvl="3" indent="0" algn="ctr" rtl="0">
              <a:spcBef>
                <a:spcPts val="0"/>
              </a:spcBef>
              <a:spcAft>
                <a:spcPts val="0"/>
              </a:spcAft>
              <a:buNone/>
              <a:defRPr sz="4384" b="0" i="0" u="none" strike="noStrike" cap="none">
                <a:solidFill>
                  <a:schemeClr val="dk1"/>
                </a:solidFill>
                <a:latin typeface="Calibri"/>
                <a:ea typeface="Calibri"/>
                <a:cs typeface="Calibri"/>
                <a:sym typeface="Calibri"/>
              </a:defRPr>
            </a:lvl4pPr>
            <a:lvl5pPr marL="0" marR="0" lvl="4" indent="0" algn="ctr" rtl="0">
              <a:spcBef>
                <a:spcPts val="0"/>
              </a:spcBef>
              <a:spcAft>
                <a:spcPts val="0"/>
              </a:spcAft>
              <a:buNone/>
              <a:defRPr sz="4384" b="0" i="0" u="none" strike="noStrike" cap="none">
                <a:solidFill>
                  <a:schemeClr val="dk1"/>
                </a:solidFill>
                <a:latin typeface="Calibri"/>
                <a:ea typeface="Calibri"/>
                <a:cs typeface="Calibri"/>
                <a:sym typeface="Calibri"/>
              </a:defRPr>
            </a:lvl5pPr>
            <a:lvl6pPr marL="455509" marR="0" lvl="5" indent="-3174" algn="ctr" rtl="0">
              <a:spcBef>
                <a:spcPts val="0"/>
              </a:spcBef>
              <a:spcAft>
                <a:spcPts val="0"/>
              </a:spcAft>
              <a:buNone/>
              <a:defRPr sz="4384" b="0" i="0" u="none" strike="noStrike" cap="none">
                <a:solidFill>
                  <a:schemeClr val="dk1"/>
                </a:solidFill>
                <a:latin typeface="Calibri"/>
                <a:ea typeface="Calibri"/>
                <a:cs typeface="Calibri"/>
                <a:sym typeface="Calibri"/>
              </a:defRPr>
            </a:lvl6pPr>
            <a:lvl7pPr marL="911019" marR="0" lvl="6" indent="-6348" algn="ctr" rtl="0">
              <a:spcBef>
                <a:spcPts val="0"/>
              </a:spcBef>
              <a:spcAft>
                <a:spcPts val="0"/>
              </a:spcAft>
              <a:buNone/>
              <a:defRPr sz="4384" b="0" i="0" u="none" strike="noStrike" cap="none">
                <a:solidFill>
                  <a:schemeClr val="dk1"/>
                </a:solidFill>
                <a:latin typeface="Calibri"/>
                <a:ea typeface="Calibri"/>
                <a:cs typeface="Calibri"/>
                <a:sym typeface="Calibri"/>
              </a:defRPr>
            </a:lvl7pPr>
            <a:lvl8pPr marL="1366528" marR="0" lvl="7" indent="-9523" algn="ctr" rtl="0">
              <a:spcBef>
                <a:spcPts val="0"/>
              </a:spcBef>
              <a:spcAft>
                <a:spcPts val="0"/>
              </a:spcAft>
              <a:buNone/>
              <a:defRPr sz="4384" b="0" i="0" u="none" strike="noStrike" cap="none">
                <a:solidFill>
                  <a:schemeClr val="dk1"/>
                </a:solidFill>
                <a:latin typeface="Calibri"/>
                <a:ea typeface="Calibri"/>
                <a:cs typeface="Calibri"/>
                <a:sym typeface="Calibri"/>
              </a:defRPr>
            </a:lvl8pPr>
            <a:lvl9pPr marL="1822036" marR="0" lvl="8" indent="-12697" algn="ctr" rtl="0">
              <a:spcBef>
                <a:spcPts val="0"/>
              </a:spcBef>
              <a:spcAft>
                <a:spcPts val="0"/>
              </a:spcAft>
              <a:buNone/>
              <a:defRPr sz="4384" b="0" i="0" u="none" strike="noStrike" cap="none">
                <a:solidFill>
                  <a:schemeClr val="dk1"/>
                </a:solidFill>
                <a:latin typeface="Calibri"/>
                <a:ea typeface="Calibri"/>
                <a:cs typeface="Calibri"/>
                <a:sym typeface="Calibri"/>
              </a:defRPr>
            </a:lvl9pPr>
          </a:lstStyle>
          <a:p>
            <a:endParaRPr dirty="0"/>
          </a:p>
        </p:txBody>
      </p:sp>
      <p:sp>
        <p:nvSpPr>
          <p:cNvPr id="97" name="Shape 97"/>
          <p:cNvSpPr txBox="1">
            <a:spLocks noGrp="1"/>
          </p:cNvSpPr>
          <p:nvPr>
            <p:ph type="body" idx="1"/>
          </p:nvPr>
        </p:nvSpPr>
        <p:spPr>
          <a:xfrm>
            <a:off x="527738" y="6875454"/>
            <a:ext cx="8858441" cy="397232"/>
          </a:xfrm>
          <a:prstGeom prst="rect">
            <a:avLst/>
          </a:prstGeom>
          <a:noFill/>
          <a:ln>
            <a:noFill/>
          </a:ln>
        </p:spPr>
        <p:txBody>
          <a:bodyPr lIns="91425" tIns="91425" rIns="91425" bIns="91425" anchor="b" anchorCtr="0"/>
          <a:lstStyle>
            <a:lvl1pPr marL="0" marR="0" lvl="0" indent="0" algn="l" rtl="0">
              <a:lnSpc>
                <a:spcPct val="100000"/>
              </a:lnSpc>
              <a:spcBef>
                <a:spcPts val="0"/>
              </a:spcBef>
              <a:spcAft>
                <a:spcPts val="0"/>
              </a:spcAft>
              <a:buClr>
                <a:srgbClr val="7F7F7F"/>
              </a:buClr>
              <a:buFont typeface="Arial"/>
              <a:buNone/>
              <a:defRPr sz="598" b="0" i="1" u="none" strike="noStrike" cap="none">
                <a:solidFill>
                  <a:srgbClr val="7F7F7F"/>
                </a:solidFill>
                <a:latin typeface="Verdana"/>
                <a:ea typeface="Verdana"/>
                <a:cs typeface="Verdana"/>
                <a:sym typeface="Verdana"/>
              </a:defRPr>
            </a:lvl1pPr>
            <a:lvl2pPr marL="181888" marR="0" lvl="1" indent="-143919" algn="l" rtl="0">
              <a:lnSpc>
                <a:spcPct val="110000"/>
              </a:lnSpc>
              <a:spcBef>
                <a:spcPts val="0"/>
              </a:spcBef>
              <a:spcAft>
                <a:spcPts val="0"/>
              </a:spcAft>
              <a:buClr>
                <a:srgbClr val="DF6822"/>
              </a:buClr>
              <a:buSzPct val="92333"/>
              <a:buFont typeface="Arial"/>
              <a:buChar char="•"/>
              <a:defRPr sz="598" b="0" i="0" u="none" strike="noStrike" cap="none">
                <a:solidFill>
                  <a:schemeClr val="dk1"/>
                </a:solidFill>
                <a:latin typeface="Verdana"/>
                <a:ea typeface="Verdana"/>
                <a:cs typeface="Verdana"/>
                <a:sym typeface="Verdana"/>
              </a:defRPr>
            </a:lvl2pPr>
            <a:lvl3pPr marL="354285" marR="0" lvl="2" indent="-138122" algn="l" rtl="0">
              <a:lnSpc>
                <a:spcPct val="110000"/>
              </a:lnSpc>
              <a:spcBef>
                <a:spcPts val="0"/>
              </a:spcBef>
              <a:spcAft>
                <a:spcPts val="0"/>
              </a:spcAft>
              <a:buClr>
                <a:schemeClr val="dk2"/>
              </a:buClr>
              <a:buSzPct val="92333"/>
              <a:buFont typeface="Verdana"/>
              <a:buChar char="–"/>
              <a:defRPr sz="598" b="0" i="0" u="none" strike="noStrike" cap="none">
                <a:solidFill>
                  <a:schemeClr val="dk1"/>
                </a:solidFill>
                <a:latin typeface="Verdana"/>
                <a:ea typeface="Verdana"/>
                <a:cs typeface="Verdana"/>
                <a:sym typeface="Verdana"/>
              </a:defRPr>
            </a:lvl3pPr>
            <a:lvl4pPr marL="536172" marR="0" lvl="3" indent="-155526" algn="l" rtl="0">
              <a:lnSpc>
                <a:spcPct val="110000"/>
              </a:lnSpc>
              <a:spcBef>
                <a:spcPts val="0"/>
              </a:spcBef>
              <a:spcAft>
                <a:spcPts val="0"/>
              </a:spcAft>
              <a:buClr>
                <a:schemeClr val="dk2"/>
              </a:buClr>
              <a:buSzPct val="92333"/>
              <a:buFont typeface="Arial"/>
              <a:buChar char="•"/>
              <a:defRPr sz="598" b="0" i="0" u="none" strike="noStrike" cap="none">
                <a:solidFill>
                  <a:schemeClr val="dk1"/>
                </a:solidFill>
                <a:latin typeface="Verdana"/>
                <a:ea typeface="Verdana"/>
                <a:cs typeface="Verdana"/>
                <a:sym typeface="Verdana"/>
              </a:defRPr>
            </a:lvl4pPr>
            <a:lvl5pPr marL="718059" marR="0" lvl="4" indent="-145513" algn="l" rtl="0">
              <a:lnSpc>
                <a:spcPct val="110000"/>
              </a:lnSpc>
              <a:spcBef>
                <a:spcPts val="0"/>
              </a:spcBef>
              <a:spcAft>
                <a:spcPts val="0"/>
              </a:spcAft>
              <a:buClr>
                <a:schemeClr val="dk2"/>
              </a:buClr>
              <a:buSzPct val="92333"/>
              <a:buFont typeface="Verdana"/>
              <a:buChar char="–"/>
              <a:defRPr sz="598" b="0" i="0" u="none" strike="noStrike" cap="none">
                <a:solidFill>
                  <a:schemeClr val="dk1"/>
                </a:solidFill>
                <a:latin typeface="Verdana"/>
                <a:ea typeface="Verdana"/>
                <a:cs typeface="Verdana"/>
                <a:sym typeface="Verdana"/>
              </a:defRPr>
            </a:lvl5pPr>
            <a:lvl6pPr marL="2505300" marR="0" lvl="5" indent="-103402" algn="l" rtl="0">
              <a:spcBef>
                <a:spcPts val="398"/>
              </a:spcBef>
              <a:buClr>
                <a:schemeClr val="dk1"/>
              </a:buClr>
              <a:buSzPct val="102555"/>
              <a:buFont typeface="Arial"/>
              <a:buChar char="•"/>
              <a:defRPr sz="1991" b="0" i="0" u="none" strike="noStrike" cap="none">
                <a:solidFill>
                  <a:schemeClr val="dk1"/>
                </a:solidFill>
                <a:latin typeface="Verdana"/>
                <a:ea typeface="Verdana"/>
                <a:cs typeface="Verdana"/>
                <a:sym typeface="Verdana"/>
              </a:defRPr>
            </a:lvl6pPr>
            <a:lvl7pPr marL="2960810" marR="0" lvl="6" indent="-106579" algn="l" rtl="0">
              <a:spcBef>
                <a:spcPts val="398"/>
              </a:spcBef>
              <a:buClr>
                <a:schemeClr val="dk1"/>
              </a:buClr>
              <a:buSzPct val="102555"/>
              <a:buFont typeface="Arial"/>
              <a:buChar char="•"/>
              <a:defRPr sz="1991" b="0" i="0" u="none" strike="noStrike" cap="none">
                <a:solidFill>
                  <a:schemeClr val="dk1"/>
                </a:solidFill>
                <a:latin typeface="Verdana"/>
                <a:ea typeface="Verdana"/>
                <a:cs typeface="Verdana"/>
                <a:sym typeface="Verdana"/>
              </a:defRPr>
            </a:lvl7pPr>
            <a:lvl8pPr marL="3416319" marR="0" lvl="7" indent="-109753" algn="l" rtl="0">
              <a:spcBef>
                <a:spcPts val="398"/>
              </a:spcBef>
              <a:buClr>
                <a:schemeClr val="dk1"/>
              </a:buClr>
              <a:buSzPct val="102555"/>
              <a:buFont typeface="Arial"/>
              <a:buChar char="•"/>
              <a:defRPr sz="1991" b="0" i="0" u="none" strike="noStrike" cap="none">
                <a:solidFill>
                  <a:schemeClr val="dk1"/>
                </a:solidFill>
                <a:latin typeface="Verdana"/>
                <a:ea typeface="Verdana"/>
                <a:cs typeface="Verdana"/>
                <a:sym typeface="Verdana"/>
              </a:defRPr>
            </a:lvl8pPr>
            <a:lvl9pPr marL="3871828" marR="0" lvl="8" indent="-112927" algn="l" rtl="0">
              <a:spcBef>
                <a:spcPts val="398"/>
              </a:spcBef>
              <a:buClr>
                <a:schemeClr val="dk1"/>
              </a:buClr>
              <a:buSzPct val="102555"/>
              <a:buFont typeface="Arial"/>
              <a:buChar char="•"/>
              <a:defRPr sz="1991" b="0" i="0" u="none" strike="noStrike" cap="none">
                <a:solidFill>
                  <a:schemeClr val="dk1"/>
                </a:solidFill>
                <a:latin typeface="Verdana"/>
                <a:ea typeface="Verdana"/>
                <a:cs typeface="Verdana"/>
                <a:sym typeface="Verdana"/>
              </a:defRPr>
            </a:lvl9pPr>
          </a:lstStyle>
          <a:p>
            <a:endParaRPr/>
          </a:p>
        </p:txBody>
      </p:sp>
      <p:sp>
        <p:nvSpPr>
          <p:cNvPr id="98" name="Shape 98"/>
          <p:cNvSpPr txBox="1">
            <a:spLocks noGrp="1"/>
          </p:cNvSpPr>
          <p:nvPr>
            <p:ph type="body" idx="2"/>
          </p:nvPr>
        </p:nvSpPr>
        <p:spPr>
          <a:xfrm>
            <a:off x="527849" y="1478522"/>
            <a:ext cx="9636230" cy="5396932"/>
          </a:xfrm>
          <a:prstGeom prst="rect">
            <a:avLst/>
          </a:prstGeom>
          <a:noFill/>
          <a:ln>
            <a:noFill/>
          </a:ln>
        </p:spPr>
        <p:txBody>
          <a:bodyPr lIns="91425" tIns="91425" rIns="91425" bIns="91425" anchor="t" anchorCtr="0"/>
          <a:lstStyle>
            <a:lvl1pPr marL="0" marR="0" lvl="0" indent="0" algn="l" rtl="0">
              <a:lnSpc>
                <a:spcPct val="110000"/>
              </a:lnSpc>
              <a:spcBef>
                <a:spcPts val="598"/>
              </a:spcBef>
              <a:spcAft>
                <a:spcPts val="0"/>
              </a:spcAft>
              <a:buClr>
                <a:schemeClr val="dk2"/>
              </a:buClr>
              <a:buFont typeface="Arial"/>
              <a:buNone/>
              <a:defRPr sz="995" b="0" i="1" u="none" strike="noStrike" cap="none">
                <a:solidFill>
                  <a:schemeClr val="dk2"/>
                </a:solidFill>
                <a:latin typeface="+mj-lt"/>
                <a:ea typeface="Verdana"/>
                <a:cs typeface="Verdana"/>
                <a:sym typeface="Verdana"/>
              </a:defRPr>
            </a:lvl1pPr>
            <a:lvl2pPr marL="181888" marR="0" lvl="1" indent="-131309" algn="l" rtl="0">
              <a:lnSpc>
                <a:spcPct val="110000"/>
              </a:lnSpc>
              <a:spcBef>
                <a:spcPts val="598"/>
              </a:spcBef>
              <a:spcAft>
                <a:spcPts val="0"/>
              </a:spcAft>
              <a:buClr>
                <a:srgbClr val="DF6822"/>
              </a:buClr>
              <a:buSzPct val="105428"/>
              <a:buFont typeface="Arial"/>
              <a:buChar char="•"/>
              <a:defRPr sz="797" b="0" i="0" u="none" strike="noStrike" cap="none">
                <a:solidFill>
                  <a:schemeClr val="dk1"/>
                </a:solidFill>
                <a:latin typeface="Verdana"/>
                <a:ea typeface="Verdana"/>
                <a:cs typeface="Verdana"/>
                <a:sym typeface="Verdana"/>
              </a:defRPr>
            </a:lvl2pPr>
            <a:lvl3pPr marL="354285" marR="0" lvl="2" indent="-125512" algn="l" rtl="0">
              <a:lnSpc>
                <a:spcPct val="110000"/>
              </a:lnSpc>
              <a:spcBef>
                <a:spcPts val="299"/>
              </a:spcBef>
              <a:spcAft>
                <a:spcPts val="0"/>
              </a:spcAft>
              <a:buClr>
                <a:schemeClr val="dk2"/>
              </a:buClr>
              <a:buSzPct val="105428"/>
              <a:buFont typeface="Verdana"/>
              <a:buChar char="–"/>
              <a:defRPr sz="797" b="0" i="0" u="none" strike="noStrike" cap="none">
                <a:solidFill>
                  <a:schemeClr val="dk1"/>
                </a:solidFill>
                <a:latin typeface="Verdana"/>
                <a:ea typeface="Verdana"/>
                <a:cs typeface="Verdana"/>
                <a:sym typeface="Verdana"/>
              </a:defRPr>
            </a:lvl3pPr>
            <a:lvl4pPr marL="536172" marR="0" lvl="3" indent="-142916" algn="l" rtl="0">
              <a:lnSpc>
                <a:spcPct val="110000"/>
              </a:lnSpc>
              <a:spcBef>
                <a:spcPts val="299"/>
              </a:spcBef>
              <a:spcAft>
                <a:spcPts val="0"/>
              </a:spcAft>
              <a:buClr>
                <a:schemeClr val="dk2"/>
              </a:buClr>
              <a:buSzPct val="105428"/>
              <a:buFont typeface="Arial"/>
              <a:buChar char="•"/>
              <a:defRPr sz="797" b="0" i="0" u="none" strike="noStrike" cap="none">
                <a:solidFill>
                  <a:schemeClr val="dk1"/>
                </a:solidFill>
                <a:latin typeface="Verdana"/>
                <a:ea typeface="Verdana"/>
                <a:cs typeface="Verdana"/>
                <a:sym typeface="Verdana"/>
              </a:defRPr>
            </a:lvl4pPr>
            <a:lvl5pPr marL="718059" marR="0" lvl="4" indent="-132903" algn="l" rtl="0">
              <a:lnSpc>
                <a:spcPct val="110000"/>
              </a:lnSpc>
              <a:spcBef>
                <a:spcPts val="299"/>
              </a:spcBef>
              <a:spcAft>
                <a:spcPts val="0"/>
              </a:spcAft>
              <a:buClr>
                <a:schemeClr val="dk2"/>
              </a:buClr>
              <a:buSzPct val="105428"/>
              <a:buFont typeface="Verdana"/>
              <a:buChar char="–"/>
              <a:defRPr sz="797" b="0" i="0" u="none" strike="noStrike" cap="none">
                <a:solidFill>
                  <a:schemeClr val="dk1"/>
                </a:solidFill>
                <a:latin typeface="Verdana"/>
                <a:ea typeface="Verdana"/>
                <a:cs typeface="Verdana"/>
                <a:sym typeface="Verdana"/>
              </a:defRPr>
            </a:lvl5pPr>
            <a:lvl6pPr marL="2505300" marR="0" lvl="5" indent="-103402" algn="l" rtl="0">
              <a:spcBef>
                <a:spcPts val="398"/>
              </a:spcBef>
              <a:buClr>
                <a:schemeClr val="dk1"/>
              </a:buClr>
              <a:buSzPct val="102555"/>
              <a:buFont typeface="Arial"/>
              <a:buChar char="•"/>
              <a:defRPr sz="1991" b="0" i="0" u="none" strike="noStrike" cap="none">
                <a:solidFill>
                  <a:schemeClr val="dk1"/>
                </a:solidFill>
                <a:latin typeface="Verdana"/>
                <a:ea typeface="Verdana"/>
                <a:cs typeface="Verdana"/>
                <a:sym typeface="Verdana"/>
              </a:defRPr>
            </a:lvl6pPr>
            <a:lvl7pPr marL="2960810" marR="0" lvl="6" indent="-106579" algn="l" rtl="0">
              <a:spcBef>
                <a:spcPts val="398"/>
              </a:spcBef>
              <a:buClr>
                <a:schemeClr val="dk1"/>
              </a:buClr>
              <a:buSzPct val="102555"/>
              <a:buFont typeface="Arial"/>
              <a:buChar char="•"/>
              <a:defRPr sz="1991" b="0" i="0" u="none" strike="noStrike" cap="none">
                <a:solidFill>
                  <a:schemeClr val="dk1"/>
                </a:solidFill>
                <a:latin typeface="Verdana"/>
                <a:ea typeface="Verdana"/>
                <a:cs typeface="Verdana"/>
                <a:sym typeface="Verdana"/>
              </a:defRPr>
            </a:lvl7pPr>
            <a:lvl8pPr marL="3416319" marR="0" lvl="7" indent="-109753" algn="l" rtl="0">
              <a:spcBef>
                <a:spcPts val="398"/>
              </a:spcBef>
              <a:buClr>
                <a:schemeClr val="dk1"/>
              </a:buClr>
              <a:buSzPct val="102555"/>
              <a:buFont typeface="Arial"/>
              <a:buChar char="•"/>
              <a:defRPr sz="1991" b="0" i="0" u="none" strike="noStrike" cap="none">
                <a:solidFill>
                  <a:schemeClr val="dk1"/>
                </a:solidFill>
                <a:latin typeface="Verdana"/>
                <a:ea typeface="Verdana"/>
                <a:cs typeface="Verdana"/>
                <a:sym typeface="Verdana"/>
              </a:defRPr>
            </a:lvl8pPr>
            <a:lvl9pPr marL="3871828" marR="0" lvl="8" indent="-112927" algn="l" rtl="0">
              <a:spcBef>
                <a:spcPts val="398"/>
              </a:spcBef>
              <a:buClr>
                <a:schemeClr val="dk1"/>
              </a:buClr>
              <a:buSzPct val="102555"/>
              <a:buFont typeface="Arial"/>
              <a:buChar char="•"/>
              <a:defRPr sz="1991" b="0" i="0" u="none" strike="noStrike" cap="none">
                <a:solidFill>
                  <a:schemeClr val="dk1"/>
                </a:solidFill>
                <a:latin typeface="Verdana"/>
                <a:ea typeface="Verdana"/>
                <a:cs typeface="Verdana"/>
                <a:sym typeface="Verdana"/>
              </a:defRPr>
            </a:lvl9pPr>
          </a:lstStyle>
          <a:p>
            <a:endParaRPr/>
          </a:p>
        </p:txBody>
      </p:sp>
    </p:spTree>
    <p:extLst>
      <p:ext uri="{BB962C8B-B14F-4D97-AF65-F5344CB8AC3E}">
        <p14:creationId xmlns:p14="http://schemas.microsoft.com/office/powerpoint/2010/main" val="60266501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_Title">
    <p:spTree>
      <p:nvGrpSpPr>
        <p:cNvPr id="1" name=""/>
        <p:cNvGrpSpPr/>
        <p:nvPr/>
      </p:nvGrpSpPr>
      <p:grpSpPr>
        <a:xfrm>
          <a:off x="0" y="0"/>
          <a:ext cx="0" cy="0"/>
          <a:chOff x="0" y="0"/>
          <a:chExt cx="0" cy="0"/>
        </a:xfrm>
      </p:grpSpPr>
      <p:grpSp>
        <p:nvGrpSpPr>
          <p:cNvPr id="8" name="Group 8"/>
          <p:cNvGrpSpPr>
            <a:grpSpLocks/>
          </p:cNvGrpSpPr>
          <p:nvPr userDrawn="1"/>
        </p:nvGrpSpPr>
        <p:grpSpPr bwMode="auto">
          <a:xfrm>
            <a:off x="162777" y="-902960"/>
            <a:ext cx="699080" cy="792715"/>
            <a:chOff x="160506" y="-818892"/>
            <a:chExt cx="648072" cy="719500"/>
          </a:xfrm>
        </p:grpSpPr>
        <p:cxnSp>
          <p:nvCxnSpPr>
            <p:cNvPr id="9" name="Straight Arrow Connector 8"/>
            <p:cNvCxnSpPr/>
            <p:nvPr userDrawn="1"/>
          </p:nvCxnSpPr>
          <p:spPr>
            <a:xfrm>
              <a:off x="482953" y="-602883"/>
              <a:ext cx="0" cy="50349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11"/>
            <p:cNvSpPr txBox="1">
              <a:spLocks noChangeArrowheads="1"/>
            </p:cNvSpPr>
            <p:nvPr userDrawn="1"/>
          </p:nvSpPr>
          <p:spPr bwMode="auto">
            <a:xfrm>
              <a:off x="160506" y="-818892"/>
              <a:ext cx="648072" cy="204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GB" altLang="en-US" sz="863" dirty="0">
                  <a:solidFill>
                    <a:srgbClr val="FFFFFF"/>
                  </a:solidFill>
                </a:rPr>
                <a:t>12.40</a:t>
              </a:r>
            </a:p>
          </p:txBody>
        </p:sp>
      </p:grpSp>
      <p:grpSp>
        <p:nvGrpSpPr>
          <p:cNvPr id="11" name="Group 12"/>
          <p:cNvGrpSpPr>
            <a:grpSpLocks/>
          </p:cNvGrpSpPr>
          <p:nvPr userDrawn="1"/>
        </p:nvGrpSpPr>
        <p:grpSpPr bwMode="auto">
          <a:xfrm>
            <a:off x="-1545515" y="1112952"/>
            <a:ext cx="1444422" cy="225126"/>
            <a:chOff x="-1563724" y="81191"/>
            <a:chExt cx="1338744" cy="205308"/>
          </a:xfrm>
        </p:grpSpPr>
        <p:cxnSp>
          <p:nvCxnSpPr>
            <p:cNvPr id="12" name="Straight Arrow Connector 11"/>
            <p:cNvCxnSpPr/>
            <p:nvPr userDrawn="1"/>
          </p:nvCxnSpPr>
          <p:spPr>
            <a:xfrm>
              <a:off x="-872913" y="189711"/>
              <a:ext cx="647933"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4"/>
            <p:cNvSpPr txBox="1">
              <a:spLocks noChangeArrowheads="1"/>
            </p:cNvSpPr>
            <p:nvPr userDrawn="1"/>
          </p:nvSpPr>
          <p:spPr bwMode="auto">
            <a:xfrm>
              <a:off x="-1563724" y="81191"/>
              <a:ext cx="647933" cy="205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r" eaLnBrk="1" hangingPunct="1"/>
              <a:r>
                <a:rPr lang="en-GB" altLang="en-US" sz="863" dirty="0">
                  <a:solidFill>
                    <a:srgbClr val="FFFFFF"/>
                  </a:solidFill>
                </a:rPr>
                <a:t>6.40</a:t>
              </a:r>
            </a:p>
          </p:txBody>
        </p:sp>
      </p:grpSp>
      <p:grpSp>
        <p:nvGrpSpPr>
          <p:cNvPr id="14" name="Group 16"/>
          <p:cNvGrpSpPr>
            <a:grpSpLocks/>
          </p:cNvGrpSpPr>
          <p:nvPr userDrawn="1"/>
        </p:nvGrpSpPr>
        <p:grpSpPr bwMode="auto">
          <a:xfrm>
            <a:off x="10864871" y="946708"/>
            <a:ext cx="1490685" cy="225126"/>
            <a:chOff x="10065568" y="797397"/>
            <a:chExt cx="1382640" cy="203799"/>
          </a:xfrm>
        </p:grpSpPr>
        <p:cxnSp>
          <p:nvCxnSpPr>
            <p:cNvPr id="15" name="Straight Arrow Connector 14"/>
            <p:cNvCxnSpPr/>
            <p:nvPr userDrawn="1"/>
          </p:nvCxnSpPr>
          <p:spPr>
            <a:xfrm flipH="1">
              <a:off x="10065568" y="908287"/>
              <a:ext cx="64841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7"/>
            <p:cNvSpPr txBox="1">
              <a:spLocks noChangeArrowheads="1"/>
            </p:cNvSpPr>
            <p:nvPr userDrawn="1"/>
          </p:nvSpPr>
          <p:spPr bwMode="auto">
            <a:xfrm>
              <a:off x="10799798" y="797397"/>
              <a:ext cx="648410" cy="203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GB" altLang="en-US" sz="863" dirty="0">
                  <a:solidFill>
                    <a:srgbClr val="FFFFFF"/>
                  </a:solidFill>
                </a:rPr>
                <a:t>6.80</a:t>
              </a:r>
            </a:p>
          </p:txBody>
        </p:sp>
      </p:grpSp>
      <p:grpSp>
        <p:nvGrpSpPr>
          <p:cNvPr id="17" name="Group 20"/>
          <p:cNvGrpSpPr>
            <a:grpSpLocks/>
          </p:cNvGrpSpPr>
          <p:nvPr userDrawn="1"/>
        </p:nvGrpSpPr>
        <p:grpSpPr bwMode="auto">
          <a:xfrm>
            <a:off x="10864871" y="1342191"/>
            <a:ext cx="1490685" cy="225126"/>
            <a:chOff x="10065568" y="797397"/>
            <a:chExt cx="1382640" cy="203799"/>
          </a:xfrm>
        </p:grpSpPr>
        <p:cxnSp>
          <p:nvCxnSpPr>
            <p:cNvPr id="19" name="Straight Arrow Connector 18"/>
            <p:cNvCxnSpPr/>
            <p:nvPr userDrawn="1"/>
          </p:nvCxnSpPr>
          <p:spPr>
            <a:xfrm flipH="1">
              <a:off x="10065568" y="908287"/>
              <a:ext cx="64841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20"/>
            <p:cNvSpPr txBox="1">
              <a:spLocks noChangeArrowheads="1"/>
            </p:cNvSpPr>
            <p:nvPr userDrawn="1"/>
          </p:nvSpPr>
          <p:spPr bwMode="auto">
            <a:xfrm>
              <a:off x="10799798" y="797397"/>
              <a:ext cx="648410" cy="203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GB" altLang="en-US" sz="863" dirty="0">
                  <a:solidFill>
                    <a:srgbClr val="FFFFFF"/>
                  </a:solidFill>
                </a:rPr>
                <a:t>5.80</a:t>
              </a:r>
            </a:p>
          </p:txBody>
        </p:sp>
      </p:grpSp>
      <p:grpSp>
        <p:nvGrpSpPr>
          <p:cNvPr id="21" name="Group 23"/>
          <p:cNvGrpSpPr>
            <a:grpSpLocks/>
          </p:cNvGrpSpPr>
          <p:nvPr userDrawn="1"/>
        </p:nvGrpSpPr>
        <p:grpSpPr bwMode="auto">
          <a:xfrm>
            <a:off x="-1545515" y="3965329"/>
            <a:ext cx="1444422" cy="225126"/>
            <a:chOff x="-1563724" y="81191"/>
            <a:chExt cx="1338744" cy="203799"/>
          </a:xfrm>
        </p:grpSpPr>
        <p:cxnSp>
          <p:nvCxnSpPr>
            <p:cNvPr id="22" name="Straight Arrow Connector 21"/>
            <p:cNvCxnSpPr/>
            <p:nvPr userDrawn="1"/>
          </p:nvCxnSpPr>
          <p:spPr>
            <a:xfrm>
              <a:off x="-872913" y="188913"/>
              <a:ext cx="647933"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3"/>
            <p:cNvSpPr txBox="1">
              <a:spLocks noChangeArrowheads="1"/>
            </p:cNvSpPr>
            <p:nvPr userDrawn="1"/>
          </p:nvSpPr>
          <p:spPr bwMode="auto">
            <a:xfrm>
              <a:off x="-1563724" y="81191"/>
              <a:ext cx="647933" cy="203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r" eaLnBrk="1" hangingPunct="1"/>
              <a:r>
                <a:rPr lang="en-GB" altLang="en-US" sz="863" dirty="0">
                  <a:solidFill>
                    <a:srgbClr val="FFFFFF"/>
                  </a:solidFill>
                </a:rPr>
                <a:t>0.80</a:t>
              </a:r>
            </a:p>
          </p:txBody>
        </p:sp>
      </p:grpSp>
      <p:grpSp>
        <p:nvGrpSpPr>
          <p:cNvPr id="24" name="Group 26"/>
          <p:cNvGrpSpPr>
            <a:grpSpLocks/>
          </p:cNvGrpSpPr>
          <p:nvPr userDrawn="1"/>
        </p:nvGrpSpPr>
        <p:grpSpPr bwMode="auto">
          <a:xfrm>
            <a:off x="10911133" y="4121071"/>
            <a:ext cx="1492399" cy="225126"/>
            <a:chOff x="10065568" y="797397"/>
            <a:chExt cx="1382640" cy="203799"/>
          </a:xfrm>
        </p:grpSpPr>
        <p:cxnSp>
          <p:nvCxnSpPr>
            <p:cNvPr id="25" name="Straight Arrow Connector 24"/>
            <p:cNvCxnSpPr/>
            <p:nvPr userDrawn="1"/>
          </p:nvCxnSpPr>
          <p:spPr>
            <a:xfrm flipH="1">
              <a:off x="10065568" y="908287"/>
              <a:ext cx="64766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6"/>
            <p:cNvSpPr txBox="1">
              <a:spLocks noChangeArrowheads="1"/>
            </p:cNvSpPr>
            <p:nvPr userDrawn="1"/>
          </p:nvSpPr>
          <p:spPr bwMode="auto">
            <a:xfrm>
              <a:off x="10800542" y="797397"/>
              <a:ext cx="647666" cy="203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GB" altLang="en-US" sz="863" dirty="0">
                  <a:solidFill>
                    <a:srgbClr val="FFFFFF"/>
                  </a:solidFill>
                </a:rPr>
                <a:t>1.20</a:t>
              </a:r>
            </a:p>
          </p:txBody>
        </p:sp>
      </p:grpSp>
      <p:grpSp>
        <p:nvGrpSpPr>
          <p:cNvPr id="27" name="Group 29"/>
          <p:cNvGrpSpPr>
            <a:grpSpLocks/>
          </p:cNvGrpSpPr>
          <p:nvPr userDrawn="1"/>
        </p:nvGrpSpPr>
        <p:grpSpPr bwMode="auto">
          <a:xfrm>
            <a:off x="-1545515" y="6744210"/>
            <a:ext cx="1444422" cy="225126"/>
            <a:chOff x="-1563724" y="81191"/>
            <a:chExt cx="1338744" cy="203799"/>
          </a:xfrm>
        </p:grpSpPr>
        <p:cxnSp>
          <p:nvCxnSpPr>
            <p:cNvPr id="28" name="Straight Arrow Connector 27"/>
            <p:cNvCxnSpPr/>
            <p:nvPr userDrawn="1"/>
          </p:nvCxnSpPr>
          <p:spPr>
            <a:xfrm>
              <a:off x="-872913" y="188913"/>
              <a:ext cx="647933"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9"/>
            <p:cNvSpPr txBox="1">
              <a:spLocks noChangeArrowheads="1"/>
            </p:cNvSpPr>
            <p:nvPr userDrawn="1"/>
          </p:nvSpPr>
          <p:spPr bwMode="auto">
            <a:xfrm>
              <a:off x="-1563724" y="81191"/>
              <a:ext cx="647933" cy="203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r" eaLnBrk="1" hangingPunct="1"/>
              <a:r>
                <a:rPr lang="en-GB" altLang="en-US" sz="863" dirty="0">
                  <a:solidFill>
                    <a:srgbClr val="FFFFFF"/>
                  </a:solidFill>
                </a:rPr>
                <a:t>7.80</a:t>
              </a:r>
            </a:p>
          </p:txBody>
        </p:sp>
      </p:grpSp>
      <p:grpSp>
        <p:nvGrpSpPr>
          <p:cNvPr id="30" name="Group 32"/>
          <p:cNvGrpSpPr>
            <a:grpSpLocks/>
          </p:cNvGrpSpPr>
          <p:nvPr userDrawn="1"/>
        </p:nvGrpSpPr>
        <p:grpSpPr bwMode="auto">
          <a:xfrm>
            <a:off x="-1545515" y="7144943"/>
            <a:ext cx="1444422" cy="225126"/>
            <a:chOff x="-1563724" y="81191"/>
            <a:chExt cx="1338744" cy="203799"/>
          </a:xfrm>
        </p:grpSpPr>
        <p:cxnSp>
          <p:nvCxnSpPr>
            <p:cNvPr id="31" name="Straight Arrow Connector 30"/>
            <p:cNvCxnSpPr/>
            <p:nvPr userDrawn="1"/>
          </p:nvCxnSpPr>
          <p:spPr>
            <a:xfrm>
              <a:off x="-872913" y="188913"/>
              <a:ext cx="647933"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2"/>
            <p:cNvSpPr txBox="1">
              <a:spLocks noChangeArrowheads="1"/>
            </p:cNvSpPr>
            <p:nvPr userDrawn="1"/>
          </p:nvSpPr>
          <p:spPr bwMode="auto">
            <a:xfrm>
              <a:off x="-1563724" y="81191"/>
              <a:ext cx="647933" cy="203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r" eaLnBrk="1" hangingPunct="1"/>
              <a:r>
                <a:rPr lang="en-GB" altLang="en-US" sz="863" dirty="0">
                  <a:solidFill>
                    <a:srgbClr val="FFFFFF"/>
                  </a:solidFill>
                </a:rPr>
                <a:t>8.80</a:t>
              </a:r>
            </a:p>
          </p:txBody>
        </p:sp>
      </p:grpSp>
      <p:grpSp>
        <p:nvGrpSpPr>
          <p:cNvPr id="33" name="Group 35"/>
          <p:cNvGrpSpPr>
            <a:grpSpLocks/>
          </p:cNvGrpSpPr>
          <p:nvPr userDrawn="1"/>
        </p:nvGrpSpPr>
        <p:grpSpPr bwMode="auto">
          <a:xfrm>
            <a:off x="-1545515" y="82247"/>
            <a:ext cx="1444422" cy="225126"/>
            <a:chOff x="-1563724" y="81191"/>
            <a:chExt cx="1338744" cy="205309"/>
          </a:xfrm>
        </p:grpSpPr>
        <p:cxnSp>
          <p:nvCxnSpPr>
            <p:cNvPr id="34" name="Straight Arrow Connector 33"/>
            <p:cNvCxnSpPr/>
            <p:nvPr userDrawn="1"/>
          </p:nvCxnSpPr>
          <p:spPr>
            <a:xfrm>
              <a:off x="-872913" y="189711"/>
              <a:ext cx="647933"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5"/>
            <p:cNvSpPr txBox="1">
              <a:spLocks noChangeArrowheads="1"/>
            </p:cNvSpPr>
            <p:nvPr userDrawn="1"/>
          </p:nvSpPr>
          <p:spPr bwMode="auto">
            <a:xfrm>
              <a:off x="-1563724" y="81191"/>
              <a:ext cx="647933" cy="205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r" eaLnBrk="1" hangingPunct="1"/>
              <a:r>
                <a:rPr lang="en-GB" altLang="en-US" sz="863" dirty="0">
                  <a:solidFill>
                    <a:srgbClr val="FFFFFF"/>
                  </a:solidFill>
                </a:rPr>
                <a:t>9.00</a:t>
              </a:r>
            </a:p>
          </p:txBody>
        </p:sp>
      </p:grpSp>
      <p:grpSp>
        <p:nvGrpSpPr>
          <p:cNvPr id="36" name="Group 38"/>
          <p:cNvGrpSpPr>
            <a:grpSpLocks/>
          </p:cNvGrpSpPr>
          <p:nvPr userDrawn="1"/>
        </p:nvGrpSpPr>
        <p:grpSpPr bwMode="auto">
          <a:xfrm>
            <a:off x="4919263" y="-902960"/>
            <a:ext cx="699080" cy="792715"/>
            <a:chOff x="312906" y="-666492"/>
            <a:chExt cx="648072" cy="719500"/>
          </a:xfrm>
        </p:grpSpPr>
        <p:cxnSp>
          <p:nvCxnSpPr>
            <p:cNvPr id="37" name="Straight Arrow Connector 36"/>
            <p:cNvCxnSpPr/>
            <p:nvPr userDrawn="1"/>
          </p:nvCxnSpPr>
          <p:spPr>
            <a:xfrm>
              <a:off x="635353" y="-450483"/>
              <a:ext cx="0" cy="50349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8"/>
            <p:cNvSpPr txBox="1">
              <a:spLocks noChangeArrowheads="1"/>
            </p:cNvSpPr>
            <p:nvPr userDrawn="1"/>
          </p:nvSpPr>
          <p:spPr bwMode="auto">
            <a:xfrm>
              <a:off x="312906" y="-666492"/>
              <a:ext cx="648072" cy="204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GB" altLang="en-US" sz="863" dirty="0">
                  <a:solidFill>
                    <a:srgbClr val="FFFFFF"/>
                  </a:solidFill>
                </a:rPr>
                <a:t>0.20</a:t>
              </a:r>
            </a:p>
          </p:txBody>
        </p:sp>
      </p:grpSp>
      <p:grpSp>
        <p:nvGrpSpPr>
          <p:cNvPr id="39" name="Group 84"/>
          <p:cNvGrpSpPr>
            <a:grpSpLocks/>
          </p:cNvGrpSpPr>
          <p:nvPr userDrawn="1"/>
        </p:nvGrpSpPr>
        <p:grpSpPr bwMode="auto">
          <a:xfrm>
            <a:off x="5063191" y="7669921"/>
            <a:ext cx="700793" cy="779852"/>
            <a:chOff x="4691529" y="6957392"/>
            <a:chExt cx="648072" cy="707826"/>
          </a:xfrm>
        </p:grpSpPr>
        <p:cxnSp>
          <p:nvCxnSpPr>
            <p:cNvPr id="40" name="Straight Arrow Connector 39"/>
            <p:cNvCxnSpPr/>
            <p:nvPr userDrawn="1"/>
          </p:nvCxnSpPr>
          <p:spPr>
            <a:xfrm rot="10800000">
              <a:off x="5016357" y="6957392"/>
              <a:ext cx="0" cy="50349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1"/>
            <p:cNvSpPr txBox="1">
              <a:spLocks noChangeArrowheads="1"/>
            </p:cNvSpPr>
            <p:nvPr userDrawn="1"/>
          </p:nvSpPr>
          <p:spPr bwMode="auto">
            <a:xfrm>
              <a:off x="4691529" y="7460884"/>
              <a:ext cx="648072" cy="204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GB" altLang="en-US" sz="863" dirty="0">
                  <a:solidFill>
                    <a:srgbClr val="FFFFFF"/>
                  </a:solidFill>
                </a:rPr>
                <a:t>0.20</a:t>
              </a:r>
            </a:p>
          </p:txBody>
        </p:sp>
      </p:grpSp>
      <p:grpSp>
        <p:nvGrpSpPr>
          <p:cNvPr id="42" name="Group 44"/>
          <p:cNvGrpSpPr>
            <a:grpSpLocks/>
          </p:cNvGrpSpPr>
          <p:nvPr userDrawn="1"/>
        </p:nvGrpSpPr>
        <p:grpSpPr bwMode="auto">
          <a:xfrm>
            <a:off x="9805969" y="-890712"/>
            <a:ext cx="699080" cy="792716"/>
            <a:chOff x="160506" y="-818892"/>
            <a:chExt cx="648072" cy="719500"/>
          </a:xfrm>
        </p:grpSpPr>
        <p:cxnSp>
          <p:nvCxnSpPr>
            <p:cNvPr id="43" name="Straight Arrow Connector 42"/>
            <p:cNvCxnSpPr/>
            <p:nvPr userDrawn="1"/>
          </p:nvCxnSpPr>
          <p:spPr>
            <a:xfrm>
              <a:off x="482953" y="-602883"/>
              <a:ext cx="0" cy="50349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4"/>
            <p:cNvSpPr txBox="1">
              <a:spLocks noChangeArrowheads="1"/>
            </p:cNvSpPr>
            <p:nvPr userDrawn="1"/>
          </p:nvSpPr>
          <p:spPr bwMode="auto">
            <a:xfrm>
              <a:off x="160506" y="-818892"/>
              <a:ext cx="648072" cy="204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GB" altLang="en-US" sz="863" dirty="0">
                  <a:solidFill>
                    <a:srgbClr val="FFFFFF"/>
                  </a:solidFill>
                </a:rPr>
                <a:t>12.40</a:t>
              </a:r>
            </a:p>
          </p:txBody>
        </p:sp>
      </p:grpSp>
      <p:grpSp>
        <p:nvGrpSpPr>
          <p:cNvPr id="45" name="Group 47"/>
          <p:cNvGrpSpPr>
            <a:grpSpLocks/>
          </p:cNvGrpSpPr>
          <p:nvPr userDrawn="1"/>
        </p:nvGrpSpPr>
        <p:grpSpPr bwMode="auto">
          <a:xfrm>
            <a:off x="1913904" y="-902960"/>
            <a:ext cx="699080" cy="792715"/>
            <a:chOff x="160506" y="-818892"/>
            <a:chExt cx="648072" cy="719500"/>
          </a:xfrm>
        </p:grpSpPr>
        <p:cxnSp>
          <p:nvCxnSpPr>
            <p:cNvPr id="46" name="Straight Arrow Connector 45"/>
            <p:cNvCxnSpPr/>
            <p:nvPr userDrawn="1"/>
          </p:nvCxnSpPr>
          <p:spPr>
            <a:xfrm>
              <a:off x="482953" y="-602883"/>
              <a:ext cx="0" cy="50349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7"/>
            <p:cNvSpPr txBox="1">
              <a:spLocks noChangeArrowheads="1"/>
            </p:cNvSpPr>
            <p:nvPr userDrawn="1"/>
          </p:nvSpPr>
          <p:spPr bwMode="auto">
            <a:xfrm>
              <a:off x="160506" y="-818892"/>
              <a:ext cx="648072" cy="204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GB" altLang="en-US" sz="863" dirty="0">
                  <a:solidFill>
                    <a:srgbClr val="FF0000"/>
                  </a:solidFill>
                </a:rPr>
                <a:t>7.90</a:t>
              </a:r>
            </a:p>
          </p:txBody>
        </p:sp>
      </p:grpSp>
      <p:grpSp>
        <p:nvGrpSpPr>
          <p:cNvPr id="48" name="Group 88"/>
          <p:cNvGrpSpPr>
            <a:grpSpLocks/>
          </p:cNvGrpSpPr>
          <p:nvPr userDrawn="1"/>
        </p:nvGrpSpPr>
        <p:grpSpPr bwMode="auto">
          <a:xfrm>
            <a:off x="2092101" y="-664971"/>
            <a:ext cx="699080" cy="554726"/>
            <a:chOff x="1938189" y="-602868"/>
            <a:chExt cx="648072" cy="502896"/>
          </a:xfrm>
        </p:grpSpPr>
        <p:cxnSp>
          <p:nvCxnSpPr>
            <p:cNvPr id="49" name="Straight Arrow Connector 48"/>
            <p:cNvCxnSpPr/>
            <p:nvPr userDrawn="1"/>
          </p:nvCxnSpPr>
          <p:spPr>
            <a:xfrm>
              <a:off x="2249518" y="-387114"/>
              <a:ext cx="0" cy="28714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50"/>
            <p:cNvSpPr txBox="1">
              <a:spLocks noChangeArrowheads="1"/>
            </p:cNvSpPr>
            <p:nvPr userDrawn="1"/>
          </p:nvSpPr>
          <p:spPr bwMode="auto">
            <a:xfrm>
              <a:off x="1938189" y="-602868"/>
              <a:ext cx="648072" cy="204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GB" altLang="en-US" sz="863" dirty="0">
                  <a:solidFill>
                    <a:srgbClr val="FF0000"/>
                  </a:solidFill>
                </a:rPr>
                <a:t>7.50</a:t>
              </a:r>
            </a:p>
          </p:txBody>
        </p:sp>
      </p:grpSp>
      <p:sp>
        <p:nvSpPr>
          <p:cNvPr id="51" name="TextBox 51"/>
          <p:cNvSpPr txBox="1">
            <a:spLocks noChangeArrowheads="1"/>
          </p:cNvSpPr>
          <p:nvPr userDrawn="1"/>
        </p:nvSpPr>
        <p:spPr bwMode="auto">
          <a:xfrm>
            <a:off x="1778542" y="-1079465"/>
            <a:ext cx="1110304" cy="211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712" tIns="38856" rIns="77712" bIns="38856"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GB" altLang="en-US" sz="863" dirty="0">
                <a:solidFill>
                  <a:srgbClr val="FF0000"/>
                </a:solidFill>
                <a:latin typeface="Verdana" pitchFamily="34" charset="0"/>
              </a:rPr>
              <a:t>Guides for gutter</a:t>
            </a:r>
          </a:p>
        </p:txBody>
      </p:sp>
      <p:sp>
        <p:nvSpPr>
          <p:cNvPr id="52" name="Rectangle 51"/>
          <p:cNvSpPr/>
          <p:nvPr userDrawn="1"/>
        </p:nvSpPr>
        <p:spPr>
          <a:xfrm>
            <a:off x="-2386810" y="4220818"/>
            <a:ext cx="2285718" cy="925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7712" tIns="38856" rIns="77712" bIns="38856"/>
          <a:lstStyle/>
          <a:p>
            <a:pPr algn="ctr">
              <a:defRPr/>
            </a:pPr>
            <a:r>
              <a:rPr lang="en-GB" sz="863" dirty="0">
                <a:solidFill>
                  <a:srgbClr val="1B4298"/>
                </a:solidFill>
              </a:rPr>
              <a:t>Text colours</a:t>
            </a:r>
          </a:p>
        </p:txBody>
      </p:sp>
      <p:sp>
        <p:nvSpPr>
          <p:cNvPr id="53" name="Rectangle 52"/>
          <p:cNvSpPr/>
          <p:nvPr userDrawn="1"/>
        </p:nvSpPr>
        <p:spPr>
          <a:xfrm>
            <a:off x="-2270297" y="4551555"/>
            <a:ext cx="466053" cy="4759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FFFFFF"/>
                </a:solidFill>
              </a:rPr>
              <a:t>R 27</a:t>
            </a:r>
          </a:p>
          <a:p>
            <a:pPr algn="ctr">
              <a:defRPr/>
            </a:pPr>
            <a:r>
              <a:rPr lang="en-GB" sz="863" dirty="0">
                <a:solidFill>
                  <a:srgbClr val="FFFFFF"/>
                </a:solidFill>
              </a:rPr>
              <a:t>G 66</a:t>
            </a:r>
          </a:p>
          <a:p>
            <a:pPr algn="ctr">
              <a:defRPr/>
            </a:pPr>
            <a:r>
              <a:rPr lang="en-GB" sz="863" dirty="0">
                <a:solidFill>
                  <a:srgbClr val="FFFFFF"/>
                </a:solidFill>
              </a:rPr>
              <a:t>B 152</a:t>
            </a:r>
          </a:p>
        </p:txBody>
      </p:sp>
      <p:sp>
        <p:nvSpPr>
          <p:cNvPr id="54" name="Rectangle 53"/>
          <p:cNvSpPr/>
          <p:nvPr userDrawn="1"/>
        </p:nvSpPr>
        <p:spPr>
          <a:xfrm>
            <a:off x="-1473551" y="4551555"/>
            <a:ext cx="466053" cy="4759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FFFFFF"/>
                </a:solidFill>
              </a:rPr>
              <a:t>R 0</a:t>
            </a:r>
          </a:p>
          <a:p>
            <a:pPr algn="ctr">
              <a:defRPr/>
            </a:pPr>
            <a:r>
              <a:rPr lang="en-GB" sz="863" dirty="0">
                <a:solidFill>
                  <a:srgbClr val="FFFFFF"/>
                </a:solidFill>
              </a:rPr>
              <a:t>G 0</a:t>
            </a:r>
          </a:p>
          <a:p>
            <a:pPr algn="ctr">
              <a:defRPr/>
            </a:pPr>
            <a:r>
              <a:rPr lang="en-GB" sz="863" dirty="0">
                <a:solidFill>
                  <a:srgbClr val="FFFFFF"/>
                </a:solidFill>
              </a:rPr>
              <a:t>B 0</a:t>
            </a:r>
          </a:p>
        </p:txBody>
      </p:sp>
      <p:sp>
        <p:nvSpPr>
          <p:cNvPr id="55" name="Rectangle 54"/>
          <p:cNvSpPr/>
          <p:nvPr userDrawn="1"/>
        </p:nvSpPr>
        <p:spPr>
          <a:xfrm>
            <a:off x="-676806" y="4551555"/>
            <a:ext cx="466053" cy="47598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FFFFFF"/>
                </a:solidFill>
              </a:rPr>
              <a:t>R 127</a:t>
            </a:r>
          </a:p>
          <a:p>
            <a:pPr algn="ctr">
              <a:defRPr/>
            </a:pPr>
            <a:r>
              <a:rPr lang="en-GB" sz="863" dirty="0">
                <a:solidFill>
                  <a:srgbClr val="FFFFFF"/>
                </a:solidFill>
              </a:rPr>
              <a:t>G 127</a:t>
            </a:r>
          </a:p>
          <a:p>
            <a:pPr algn="ctr">
              <a:defRPr/>
            </a:pPr>
            <a:r>
              <a:rPr lang="en-GB" sz="863" dirty="0">
                <a:solidFill>
                  <a:srgbClr val="FFFFFF"/>
                </a:solidFill>
              </a:rPr>
              <a:t>B 127</a:t>
            </a:r>
          </a:p>
        </p:txBody>
      </p:sp>
      <p:sp>
        <p:nvSpPr>
          <p:cNvPr id="56" name="Rectangle 55"/>
          <p:cNvSpPr/>
          <p:nvPr userDrawn="1"/>
        </p:nvSpPr>
        <p:spPr>
          <a:xfrm>
            <a:off x="-2386810" y="5314523"/>
            <a:ext cx="2285718" cy="14296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7712" tIns="38856" rIns="77712" bIns="38856"/>
          <a:lstStyle/>
          <a:p>
            <a:pPr algn="ctr">
              <a:defRPr/>
            </a:pPr>
            <a:r>
              <a:rPr lang="en-GB" sz="863" dirty="0">
                <a:solidFill>
                  <a:srgbClr val="1B4298"/>
                </a:solidFill>
              </a:rPr>
              <a:t>Background shading</a:t>
            </a:r>
          </a:p>
        </p:txBody>
      </p:sp>
      <p:sp>
        <p:nvSpPr>
          <p:cNvPr id="57" name="Rectangle 56"/>
          <p:cNvSpPr/>
          <p:nvPr userDrawn="1"/>
        </p:nvSpPr>
        <p:spPr>
          <a:xfrm>
            <a:off x="-2270297" y="5526262"/>
            <a:ext cx="466053" cy="4759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FFFFFF">
                    <a:lumMod val="50000"/>
                  </a:srgbClr>
                </a:solidFill>
              </a:rPr>
              <a:t>R 242</a:t>
            </a:r>
          </a:p>
          <a:p>
            <a:pPr algn="ctr">
              <a:defRPr/>
            </a:pPr>
            <a:r>
              <a:rPr lang="en-GB" sz="863" dirty="0">
                <a:solidFill>
                  <a:srgbClr val="FFFFFF">
                    <a:lumMod val="50000"/>
                  </a:srgbClr>
                </a:solidFill>
              </a:rPr>
              <a:t>G 242</a:t>
            </a:r>
          </a:p>
          <a:p>
            <a:pPr algn="ctr">
              <a:defRPr/>
            </a:pPr>
            <a:r>
              <a:rPr lang="en-GB" sz="863" dirty="0">
                <a:solidFill>
                  <a:srgbClr val="FFFFFF">
                    <a:lumMod val="50000"/>
                  </a:srgbClr>
                </a:solidFill>
              </a:rPr>
              <a:t>B 242</a:t>
            </a:r>
          </a:p>
        </p:txBody>
      </p:sp>
      <p:sp>
        <p:nvSpPr>
          <p:cNvPr id="58" name="Rectangle 57"/>
          <p:cNvSpPr/>
          <p:nvPr userDrawn="1"/>
        </p:nvSpPr>
        <p:spPr>
          <a:xfrm>
            <a:off x="-1473551" y="5526262"/>
            <a:ext cx="466053" cy="47598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1B4298"/>
                </a:solidFill>
              </a:rPr>
              <a:t>R 225</a:t>
            </a:r>
          </a:p>
          <a:p>
            <a:pPr algn="ctr">
              <a:defRPr/>
            </a:pPr>
            <a:r>
              <a:rPr lang="en-GB" sz="863" dirty="0">
                <a:solidFill>
                  <a:srgbClr val="1B4298"/>
                </a:solidFill>
              </a:rPr>
              <a:t>G 235</a:t>
            </a:r>
          </a:p>
          <a:p>
            <a:pPr algn="ctr">
              <a:defRPr/>
            </a:pPr>
            <a:r>
              <a:rPr lang="en-GB" sz="863" dirty="0">
                <a:solidFill>
                  <a:srgbClr val="1B4298"/>
                </a:solidFill>
              </a:rPr>
              <a:t>B 244</a:t>
            </a:r>
          </a:p>
        </p:txBody>
      </p:sp>
      <p:sp>
        <p:nvSpPr>
          <p:cNvPr id="59" name="Rectangle 58"/>
          <p:cNvSpPr/>
          <p:nvPr userDrawn="1"/>
        </p:nvSpPr>
        <p:spPr>
          <a:xfrm>
            <a:off x="-676806" y="5526262"/>
            <a:ext cx="466053" cy="475980"/>
          </a:xfrm>
          <a:prstGeom prst="rect">
            <a:avLst/>
          </a:prstGeom>
          <a:solidFill>
            <a:srgbClr val="E3F4E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73C6A1"/>
                </a:solidFill>
              </a:rPr>
              <a:t>R 227</a:t>
            </a:r>
          </a:p>
          <a:p>
            <a:pPr algn="ctr">
              <a:defRPr/>
            </a:pPr>
            <a:r>
              <a:rPr lang="en-GB" sz="863" dirty="0">
                <a:solidFill>
                  <a:srgbClr val="73C6A1"/>
                </a:solidFill>
              </a:rPr>
              <a:t>G 244</a:t>
            </a:r>
          </a:p>
          <a:p>
            <a:pPr algn="ctr">
              <a:defRPr/>
            </a:pPr>
            <a:r>
              <a:rPr lang="en-GB" sz="863" dirty="0">
                <a:solidFill>
                  <a:srgbClr val="73C6A1"/>
                </a:solidFill>
              </a:rPr>
              <a:t>B 236</a:t>
            </a:r>
          </a:p>
        </p:txBody>
      </p:sp>
      <p:grpSp>
        <p:nvGrpSpPr>
          <p:cNvPr id="60" name="Group 65"/>
          <p:cNvGrpSpPr>
            <a:grpSpLocks/>
          </p:cNvGrpSpPr>
          <p:nvPr userDrawn="1"/>
        </p:nvGrpSpPr>
        <p:grpSpPr bwMode="auto">
          <a:xfrm>
            <a:off x="-1545515" y="325486"/>
            <a:ext cx="1444422" cy="225126"/>
            <a:chOff x="-1563724" y="81191"/>
            <a:chExt cx="1338744" cy="203799"/>
          </a:xfrm>
        </p:grpSpPr>
        <p:cxnSp>
          <p:nvCxnSpPr>
            <p:cNvPr id="61" name="Straight Arrow Connector 60"/>
            <p:cNvCxnSpPr/>
            <p:nvPr userDrawn="1"/>
          </p:nvCxnSpPr>
          <p:spPr>
            <a:xfrm>
              <a:off x="-872913" y="188913"/>
              <a:ext cx="647933"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2" name="TextBox 62"/>
            <p:cNvSpPr txBox="1">
              <a:spLocks noChangeArrowheads="1"/>
            </p:cNvSpPr>
            <p:nvPr userDrawn="1"/>
          </p:nvSpPr>
          <p:spPr bwMode="auto">
            <a:xfrm>
              <a:off x="-1563724" y="81191"/>
              <a:ext cx="647933" cy="203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r" eaLnBrk="1" hangingPunct="1"/>
              <a:r>
                <a:rPr lang="en-GB" altLang="en-US" sz="863" dirty="0">
                  <a:solidFill>
                    <a:srgbClr val="FFFFFF"/>
                  </a:solidFill>
                </a:rPr>
                <a:t>8.40</a:t>
              </a:r>
            </a:p>
          </p:txBody>
        </p:sp>
      </p:grpSp>
      <p:sp>
        <p:nvSpPr>
          <p:cNvPr id="63" name="Rectangle 62"/>
          <p:cNvSpPr/>
          <p:nvPr userDrawn="1"/>
        </p:nvSpPr>
        <p:spPr>
          <a:xfrm>
            <a:off x="-2386810" y="1478687"/>
            <a:ext cx="2285718" cy="24866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7712" tIns="38856" rIns="77712" bIns="38856"/>
          <a:lstStyle/>
          <a:p>
            <a:pPr algn="ctr">
              <a:defRPr/>
            </a:pPr>
            <a:r>
              <a:rPr lang="en-GB" sz="863" dirty="0">
                <a:solidFill>
                  <a:srgbClr val="1B4298"/>
                </a:solidFill>
              </a:rPr>
              <a:t>Colour order </a:t>
            </a:r>
            <a:r>
              <a:rPr lang="en-GB" sz="756" i="1" dirty="0">
                <a:solidFill>
                  <a:srgbClr val="1B4298"/>
                </a:solidFill>
              </a:rPr>
              <a:t>(left to right, top to bottom)</a:t>
            </a:r>
          </a:p>
        </p:txBody>
      </p:sp>
      <p:sp>
        <p:nvSpPr>
          <p:cNvPr id="64" name="Rectangle 63"/>
          <p:cNvSpPr/>
          <p:nvPr userDrawn="1"/>
        </p:nvSpPr>
        <p:spPr>
          <a:xfrm>
            <a:off x="-2270297" y="1690427"/>
            <a:ext cx="466053" cy="4759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US" sz="863" dirty="0">
                <a:solidFill>
                  <a:srgbClr val="FFFFFF"/>
                </a:solidFill>
              </a:rPr>
              <a:t>R 59</a:t>
            </a:r>
          </a:p>
          <a:p>
            <a:pPr algn="ctr">
              <a:defRPr/>
            </a:pPr>
            <a:r>
              <a:rPr lang="en-US" sz="863" dirty="0">
                <a:solidFill>
                  <a:srgbClr val="FFFFFF"/>
                </a:solidFill>
              </a:rPr>
              <a:t>G 110</a:t>
            </a:r>
          </a:p>
          <a:p>
            <a:pPr algn="ctr">
              <a:defRPr/>
            </a:pPr>
            <a:r>
              <a:rPr lang="en-US" sz="863" dirty="0">
                <a:solidFill>
                  <a:srgbClr val="FFFFFF"/>
                </a:solidFill>
              </a:rPr>
              <a:t>B 143</a:t>
            </a:r>
            <a:endParaRPr lang="en-GB" sz="863" dirty="0">
              <a:solidFill>
                <a:srgbClr val="FFFFFF"/>
              </a:solidFill>
            </a:endParaRPr>
          </a:p>
        </p:txBody>
      </p:sp>
      <p:sp>
        <p:nvSpPr>
          <p:cNvPr id="65" name="Rectangle 64"/>
          <p:cNvSpPr/>
          <p:nvPr userDrawn="1"/>
        </p:nvSpPr>
        <p:spPr>
          <a:xfrm>
            <a:off x="-1473551" y="1690427"/>
            <a:ext cx="466053" cy="475980"/>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FFFFFF"/>
                </a:solidFill>
              </a:rPr>
              <a:t>R 251</a:t>
            </a:r>
          </a:p>
          <a:p>
            <a:pPr algn="ctr">
              <a:defRPr/>
            </a:pPr>
            <a:r>
              <a:rPr lang="en-US" sz="863" dirty="0">
                <a:solidFill>
                  <a:srgbClr val="FFFFFF"/>
                </a:solidFill>
              </a:rPr>
              <a:t>G 193</a:t>
            </a:r>
          </a:p>
          <a:p>
            <a:pPr algn="ctr">
              <a:defRPr/>
            </a:pPr>
            <a:r>
              <a:rPr lang="en-US" sz="863" dirty="0">
                <a:solidFill>
                  <a:srgbClr val="FFFFFF"/>
                </a:solidFill>
              </a:rPr>
              <a:t>B 119</a:t>
            </a:r>
            <a:endParaRPr lang="en-GB" sz="863" dirty="0">
              <a:solidFill>
                <a:srgbClr val="FFFFFF"/>
              </a:solidFill>
            </a:endParaRPr>
          </a:p>
        </p:txBody>
      </p:sp>
      <p:sp>
        <p:nvSpPr>
          <p:cNvPr id="66" name="Rectangle 65"/>
          <p:cNvSpPr/>
          <p:nvPr userDrawn="1"/>
        </p:nvSpPr>
        <p:spPr>
          <a:xfrm>
            <a:off x="-676806" y="1690427"/>
            <a:ext cx="466053" cy="4759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FFFFFF"/>
                </a:solidFill>
              </a:rPr>
              <a:t>R 115</a:t>
            </a:r>
          </a:p>
          <a:p>
            <a:pPr algn="ctr">
              <a:defRPr/>
            </a:pPr>
            <a:r>
              <a:rPr lang="en-US" sz="863" dirty="0">
                <a:solidFill>
                  <a:srgbClr val="FFFFFF"/>
                </a:solidFill>
              </a:rPr>
              <a:t>G 198</a:t>
            </a:r>
          </a:p>
          <a:p>
            <a:pPr algn="ctr">
              <a:defRPr/>
            </a:pPr>
            <a:r>
              <a:rPr lang="en-US" sz="863" dirty="0">
                <a:solidFill>
                  <a:srgbClr val="FFFFFF"/>
                </a:solidFill>
              </a:rPr>
              <a:t>B 161</a:t>
            </a:r>
            <a:endParaRPr lang="en-GB" sz="863" dirty="0">
              <a:solidFill>
                <a:srgbClr val="FFFFFF"/>
              </a:solidFill>
            </a:endParaRPr>
          </a:p>
        </p:txBody>
      </p:sp>
      <p:sp>
        <p:nvSpPr>
          <p:cNvPr id="67" name="Rectangle 66"/>
          <p:cNvSpPr/>
          <p:nvPr userDrawn="1"/>
        </p:nvSpPr>
        <p:spPr>
          <a:xfrm>
            <a:off x="-2270297" y="2236404"/>
            <a:ext cx="466053" cy="47598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FFFFFF"/>
                </a:solidFill>
              </a:rPr>
              <a:t>R 103</a:t>
            </a:r>
          </a:p>
          <a:p>
            <a:pPr algn="ctr">
              <a:defRPr/>
            </a:pPr>
            <a:r>
              <a:rPr lang="en-US" sz="863" dirty="0">
                <a:solidFill>
                  <a:srgbClr val="FFFFFF"/>
                </a:solidFill>
              </a:rPr>
              <a:t>G 153</a:t>
            </a:r>
          </a:p>
          <a:p>
            <a:pPr algn="ctr">
              <a:defRPr/>
            </a:pPr>
            <a:r>
              <a:rPr lang="en-US" sz="863" dirty="0">
                <a:solidFill>
                  <a:srgbClr val="FFFFFF"/>
                </a:solidFill>
              </a:rPr>
              <a:t>B 200</a:t>
            </a:r>
            <a:endParaRPr lang="en-GB" sz="863" dirty="0">
              <a:solidFill>
                <a:srgbClr val="FFFFFF"/>
              </a:solidFill>
            </a:endParaRPr>
          </a:p>
        </p:txBody>
      </p:sp>
      <p:sp>
        <p:nvSpPr>
          <p:cNvPr id="68" name="Rectangle 67"/>
          <p:cNvSpPr/>
          <p:nvPr userDrawn="1"/>
        </p:nvSpPr>
        <p:spPr>
          <a:xfrm>
            <a:off x="-676806" y="2236404"/>
            <a:ext cx="466053" cy="4759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1B4298"/>
                </a:solidFill>
              </a:rPr>
              <a:t>R 186</a:t>
            </a:r>
          </a:p>
          <a:p>
            <a:pPr algn="ctr">
              <a:defRPr/>
            </a:pPr>
            <a:r>
              <a:rPr lang="en-US" sz="863" dirty="0">
                <a:solidFill>
                  <a:srgbClr val="1B4298"/>
                </a:solidFill>
              </a:rPr>
              <a:t>G 163</a:t>
            </a:r>
          </a:p>
          <a:p>
            <a:pPr algn="ctr">
              <a:defRPr/>
            </a:pPr>
            <a:r>
              <a:rPr lang="en-US" sz="863" dirty="0">
                <a:solidFill>
                  <a:srgbClr val="1B4298"/>
                </a:solidFill>
              </a:rPr>
              <a:t>B 171</a:t>
            </a:r>
            <a:endParaRPr lang="en-GB" sz="863" dirty="0">
              <a:solidFill>
                <a:srgbClr val="1B4298"/>
              </a:solidFill>
            </a:endParaRPr>
          </a:p>
        </p:txBody>
      </p:sp>
      <p:sp>
        <p:nvSpPr>
          <p:cNvPr id="69" name="Rectangle 68"/>
          <p:cNvSpPr/>
          <p:nvPr userDrawn="1"/>
        </p:nvSpPr>
        <p:spPr>
          <a:xfrm>
            <a:off x="-1473551" y="2236404"/>
            <a:ext cx="466053" cy="47598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1B4298"/>
                </a:solidFill>
              </a:rPr>
              <a:t>R 191</a:t>
            </a:r>
          </a:p>
          <a:p>
            <a:pPr algn="ctr">
              <a:defRPr/>
            </a:pPr>
            <a:r>
              <a:rPr lang="en-US" sz="863" dirty="0">
                <a:solidFill>
                  <a:srgbClr val="1B4298"/>
                </a:solidFill>
              </a:rPr>
              <a:t>G 191</a:t>
            </a:r>
          </a:p>
          <a:p>
            <a:pPr algn="ctr">
              <a:defRPr/>
            </a:pPr>
            <a:r>
              <a:rPr lang="en-US" sz="863" dirty="0">
                <a:solidFill>
                  <a:srgbClr val="1B4298"/>
                </a:solidFill>
              </a:rPr>
              <a:t>B 191</a:t>
            </a:r>
            <a:endParaRPr lang="en-GB" sz="863" dirty="0">
              <a:solidFill>
                <a:srgbClr val="1B4298"/>
              </a:solidFill>
            </a:endParaRPr>
          </a:p>
        </p:txBody>
      </p:sp>
      <p:sp>
        <p:nvSpPr>
          <p:cNvPr id="70" name="Rectangle 69"/>
          <p:cNvSpPr/>
          <p:nvPr userDrawn="1"/>
        </p:nvSpPr>
        <p:spPr>
          <a:xfrm>
            <a:off x="-2270297" y="2782380"/>
            <a:ext cx="466053" cy="47773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US" sz="863" dirty="0">
                <a:solidFill>
                  <a:srgbClr val="FFFFFF"/>
                </a:solidFill>
              </a:rPr>
              <a:t>R 127</a:t>
            </a:r>
          </a:p>
          <a:p>
            <a:pPr algn="ctr">
              <a:defRPr/>
            </a:pPr>
            <a:r>
              <a:rPr lang="en-US" sz="863" dirty="0">
                <a:solidFill>
                  <a:srgbClr val="FFFFFF"/>
                </a:solidFill>
              </a:rPr>
              <a:t>G 127</a:t>
            </a:r>
          </a:p>
          <a:p>
            <a:pPr algn="ctr">
              <a:defRPr/>
            </a:pPr>
            <a:r>
              <a:rPr lang="en-US" sz="863" dirty="0">
                <a:solidFill>
                  <a:srgbClr val="FFFFFF"/>
                </a:solidFill>
              </a:rPr>
              <a:t>B 127</a:t>
            </a:r>
            <a:endParaRPr lang="en-GB" sz="863" dirty="0">
              <a:solidFill>
                <a:srgbClr val="FFFFFF"/>
              </a:solidFill>
            </a:endParaRPr>
          </a:p>
        </p:txBody>
      </p:sp>
      <p:sp>
        <p:nvSpPr>
          <p:cNvPr id="71" name="Rectangle 70"/>
          <p:cNvSpPr/>
          <p:nvPr userDrawn="1"/>
        </p:nvSpPr>
        <p:spPr>
          <a:xfrm>
            <a:off x="-1473551" y="2782380"/>
            <a:ext cx="466053" cy="47773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FFFFFF"/>
                </a:solidFill>
              </a:rPr>
              <a:t>R 201</a:t>
            </a:r>
          </a:p>
          <a:p>
            <a:pPr algn="ctr">
              <a:defRPr/>
            </a:pPr>
            <a:r>
              <a:rPr lang="en-US" sz="863" dirty="0">
                <a:solidFill>
                  <a:srgbClr val="FFFFFF"/>
                </a:solidFill>
              </a:rPr>
              <a:t>G 48</a:t>
            </a:r>
          </a:p>
          <a:p>
            <a:pPr algn="ctr">
              <a:defRPr/>
            </a:pPr>
            <a:r>
              <a:rPr lang="en-US" sz="863" dirty="0">
                <a:solidFill>
                  <a:srgbClr val="FFFFFF"/>
                </a:solidFill>
              </a:rPr>
              <a:t>B 146</a:t>
            </a:r>
            <a:endParaRPr lang="en-GB" sz="863" dirty="0">
              <a:solidFill>
                <a:srgbClr val="FFFFFF"/>
              </a:solidFill>
            </a:endParaRPr>
          </a:p>
        </p:txBody>
      </p:sp>
      <p:sp>
        <p:nvSpPr>
          <p:cNvPr id="72" name="Rectangle 71"/>
          <p:cNvSpPr/>
          <p:nvPr userDrawn="1"/>
        </p:nvSpPr>
        <p:spPr>
          <a:xfrm>
            <a:off x="-676806" y="2782380"/>
            <a:ext cx="466053" cy="4777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FFFFFF"/>
                </a:solidFill>
              </a:rPr>
              <a:t>R 27</a:t>
            </a:r>
          </a:p>
          <a:p>
            <a:pPr algn="ctr">
              <a:defRPr/>
            </a:pPr>
            <a:r>
              <a:rPr lang="en-US" sz="863" dirty="0">
                <a:solidFill>
                  <a:srgbClr val="FFFFFF"/>
                </a:solidFill>
              </a:rPr>
              <a:t>G 66</a:t>
            </a:r>
          </a:p>
          <a:p>
            <a:pPr algn="ctr">
              <a:defRPr/>
            </a:pPr>
            <a:r>
              <a:rPr lang="en-US" sz="863" dirty="0">
                <a:solidFill>
                  <a:srgbClr val="FFFFFF"/>
                </a:solidFill>
              </a:rPr>
              <a:t>B 152</a:t>
            </a:r>
            <a:endParaRPr lang="en-GB" sz="863" dirty="0">
              <a:solidFill>
                <a:srgbClr val="FFFFFF"/>
              </a:solidFill>
            </a:endParaRPr>
          </a:p>
        </p:txBody>
      </p:sp>
      <p:sp>
        <p:nvSpPr>
          <p:cNvPr id="73" name="Rectangle 72"/>
          <p:cNvSpPr/>
          <p:nvPr userDrawn="1"/>
        </p:nvSpPr>
        <p:spPr>
          <a:xfrm>
            <a:off x="-2270297" y="3330107"/>
            <a:ext cx="466053" cy="47598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FFFFFF"/>
                </a:solidFill>
              </a:rPr>
              <a:t>R 84</a:t>
            </a:r>
          </a:p>
          <a:p>
            <a:pPr algn="ctr">
              <a:defRPr/>
            </a:pPr>
            <a:r>
              <a:rPr lang="en-US" sz="863" dirty="0">
                <a:solidFill>
                  <a:srgbClr val="FFFFFF"/>
                </a:solidFill>
              </a:rPr>
              <a:t>G 7</a:t>
            </a:r>
          </a:p>
          <a:p>
            <a:pPr algn="ctr">
              <a:defRPr/>
            </a:pPr>
            <a:r>
              <a:rPr lang="en-US" sz="863" dirty="0">
                <a:solidFill>
                  <a:srgbClr val="FFFFFF"/>
                </a:solidFill>
              </a:rPr>
              <a:t>B 91</a:t>
            </a:r>
            <a:endParaRPr lang="en-GB" sz="863" dirty="0">
              <a:solidFill>
                <a:srgbClr val="FFFFFF"/>
              </a:solidFill>
            </a:endParaRPr>
          </a:p>
        </p:txBody>
      </p:sp>
      <p:sp>
        <p:nvSpPr>
          <p:cNvPr id="74" name="Rectangle 73"/>
          <p:cNvSpPr/>
          <p:nvPr userDrawn="1"/>
        </p:nvSpPr>
        <p:spPr>
          <a:xfrm>
            <a:off x="-1473551" y="3330107"/>
            <a:ext cx="466053" cy="4759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1B4298"/>
                </a:solidFill>
              </a:rPr>
              <a:t>R 248</a:t>
            </a:r>
          </a:p>
          <a:p>
            <a:pPr algn="ctr">
              <a:defRPr/>
            </a:pPr>
            <a:r>
              <a:rPr lang="en-US" sz="863" dirty="0">
                <a:solidFill>
                  <a:srgbClr val="1B4298"/>
                </a:solidFill>
              </a:rPr>
              <a:t>G 152</a:t>
            </a:r>
          </a:p>
          <a:p>
            <a:pPr algn="ctr">
              <a:defRPr/>
            </a:pPr>
            <a:r>
              <a:rPr lang="en-US" sz="863" dirty="0">
                <a:solidFill>
                  <a:srgbClr val="1B4298"/>
                </a:solidFill>
              </a:rPr>
              <a:t>B 29</a:t>
            </a:r>
            <a:endParaRPr lang="en-GB" sz="863" dirty="0">
              <a:solidFill>
                <a:srgbClr val="1B4298"/>
              </a:solidFill>
            </a:endParaRPr>
          </a:p>
        </p:txBody>
      </p:sp>
      <p:sp>
        <p:nvSpPr>
          <p:cNvPr id="76" name="Rectangle 75"/>
          <p:cNvSpPr/>
          <p:nvPr userDrawn="1"/>
        </p:nvSpPr>
        <p:spPr>
          <a:xfrm>
            <a:off x="-2270297" y="6080990"/>
            <a:ext cx="466053" cy="47772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BAA3AB"/>
                </a:solidFill>
              </a:rPr>
              <a:t>R 241</a:t>
            </a:r>
          </a:p>
          <a:p>
            <a:pPr algn="ctr">
              <a:defRPr/>
            </a:pPr>
            <a:r>
              <a:rPr lang="en-GB" sz="863" dirty="0">
                <a:solidFill>
                  <a:srgbClr val="BAA3AB"/>
                </a:solidFill>
              </a:rPr>
              <a:t>G 237</a:t>
            </a:r>
          </a:p>
          <a:p>
            <a:pPr algn="ctr">
              <a:defRPr/>
            </a:pPr>
            <a:r>
              <a:rPr lang="en-GB" sz="863" dirty="0">
                <a:solidFill>
                  <a:srgbClr val="BAA3AB"/>
                </a:solidFill>
              </a:rPr>
              <a:t>B 238</a:t>
            </a:r>
          </a:p>
        </p:txBody>
      </p:sp>
      <p:sp>
        <p:nvSpPr>
          <p:cNvPr id="77" name="Rectangle 76"/>
          <p:cNvSpPr/>
          <p:nvPr userDrawn="1"/>
        </p:nvSpPr>
        <p:spPr>
          <a:xfrm>
            <a:off x="-1473551" y="6080990"/>
            <a:ext cx="466053" cy="477729"/>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F8981D"/>
                </a:solidFill>
              </a:rPr>
              <a:t>R 254</a:t>
            </a:r>
          </a:p>
          <a:p>
            <a:pPr algn="ctr">
              <a:defRPr/>
            </a:pPr>
            <a:r>
              <a:rPr lang="en-GB" sz="863" dirty="0">
                <a:solidFill>
                  <a:srgbClr val="F8981D"/>
                </a:solidFill>
              </a:rPr>
              <a:t>G 234</a:t>
            </a:r>
          </a:p>
          <a:p>
            <a:pPr algn="ctr">
              <a:defRPr/>
            </a:pPr>
            <a:r>
              <a:rPr lang="en-GB" sz="863" dirty="0">
                <a:solidFill>
                  <a:srgbClr val="F8981D"/>
                </a:solidFill>
              </a:rPr>
              <a:t>B 210</a:t>
            </a:r>
          </a:p>
        </p:txBody>
      </p:sp>
      <p:sp>
        <p:nvSpPr>
          <p:cNvPr id="78" name="Rectangle 77"/>
          <p:cNvSpPr/>
          <p:nvPr userDrawn="1"/>
        </p:nvSpPr>
        <p:spPr>
          <a:xfrm>
            <a:off x="-676806" y="6080990"/>
            <a:ext cx="466053" cy="47772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anchor="ctr"/>
          <a:lstStyle/>
          <a:p>
            <a:pPr algn="ctr">
              <a:defRPr/>
            </a:pPr>
            <a:r>
              <a:rPr lang="en-GB" sz="863" dirty="0">
                <a:solidFill>
                  <a:srgbClr val="1B4298"/>
                </a:solidFill>
              </a:rPr>
              <a:t>R 211</a:t>
            </a:r>
          </a:p>
          <a:p>
            <a:pPr algn="ctr">
              <a:defRPr/>
            </a:pPr>
            <a:r>
              <a:rPr lang="en-GB" sz="863" dirty="0">
                <a:solidFill>
                  <a:srgbClr val="1B4298"/>
                </a:solidFill>
              </a:rPr>
              <a:t>G 227</a:t>
            </a:r>
          </a:p>
          <a:p>
            <a:pPr algn="ctr">
              <a:defRPr/>
            </a:pPr>
            <a:r>
              <a:rPr lang="en-GB" sz="863" dirty="0">
                <a:solidFill>
                  <a:srgbClr val="1B4298"/>
                </a:solidFill>
              </a:rPr>
              <a:t>B 237</a:t>
            </a:r>
          </a:p>
        </p:txBody>
      </p:sp>
    </p:spTree>
    <p:extLst>
      <p:ext uri="{BB962C8B-B14F-4D97-AF65-F5344CB8AC3E}">
        <p14:creationId xmlns:p14="http://schemas.microsoft.com/office/powerpoint/2010/main" val="42079218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8" name="Rectangle 7"/>
          <p:cNvSpPr/>
          <p:nvPr userDrawn="1"/>
        </p:nvSpPr>
        <p:spPr bwMode="gray">
          <a:xfrm>
            <a:off x="3197394" y="3113562"/>
            <a:ext cx="6529626" cy="2095035"/>
          </a:xfrm>
          <a:prstGeom prst="rect">
            <a:avLst/>
          </a:prstGeom>
          <a:solidFill>
            <a:schemeClr val="bg1"/>
          </a:solidFill>
          <a:ln w="9525" cap="flat" cmpd="sng" algn="ctr">
            <a:noFill/>
            <a:prstDash val="solid"/>
            <a:round/>
            <a:headEnd type="none" w="med" len="med"/>
            <a:tailEnd type="none" w="med" len="med"/>
          </a:ln>
          <a:effectLst/>
        </p:spPr>
        <p:txBody>
          <a:bodyPr vert="horz" wrap="square" lIns="98694" tIns="49347" rIns="98694" bIns="49347" numCol="1" rtlCol="0" anchor="t" anchorCtr="0" compatLnSpc="1">
            <a:prstTxWarp prst="textNoShape">
              <a:avLst/>
            </a:prstTxWarp>
          </a:bodyPr>
          <a:lstStyle/>
          <a:p>
            <a:pPr algn="ctr" defTabSz="1074295">
              <a:lnSpc>
                <a:spcPts val="1727"/>
              </a:lnSpc>
              <a:spcBef>
                <a:spcPct val="50000"/>
              </a:spcBef>
              <a:buFont typeface="Times" pitchFamily="-112" charset="0"/>
              <a:buNone/>
            </a:pPr>
            <a:endParaRPr lang="en-US" sz="540" dirty="0">
              <a:solidFill>
                <a:prstClr val="black"/>
              </a:solidFill>
              <a:latin typeface="Verdana" pitchFamily="34" charset="0"/>
              <a:cs typeface="Arial" charset="0"/>
            </a:endParaRPr>
          </a:p>
        </p:txBody>
      </p:sp>
      <p:sp>
        <p:nvSpPr>
          <p:cNvPr id="2" name="Title 1"/>
          <p:cNvSpPr>
            <a:spLocks noGrp="1"/>
          </p:cNvSpPr>
          <p:nvPr>
            <p:ph type="ctrTitle" hasCustomPrompt="1"/>
          </p:nvPr>
        </p:nvSpPr>
        <p:spPr>
          <a:xfrm>
            <a:off x="3266320" y="3184588"/>
            <a:ext cx="6391774" cy="1190500"/>
          </a:xfrm>
          <a:solidFill>
            <a:schemeClr val="bg1"/>
          </a:solidFill>
          <a:ln w="3175" algn="ctr">
            <a:noFill/>
            <a:miter lim="800000"/>
            <a:headEnd/>
            <a:tailEnd/>
          </a:ln>
        </p:spPr>
        <p:txBody>
          <a:bodyPr vert="horz" wrap="square" lIns="180000" tIns="72000" rIns="180000" bIns="72000" numCol="1" anchor="ctr" anchorCtr="0" compatLnSpc="1">
            <a:prstTxWarp prst="textNoShape">
              <a:avLst/>
            </a:prstTxWarp>
          </a:bodyPr>
          <a:lstStyle>
            <a:lvl1pPr>
              <a:defRPr kumimoji="0" lang="en-GB" sz="3454" b="0" i="1" u="none" strike="noStrike" kern="1200" cap="none" spc="0" normalizeH="0" baseline="0" noProof="0">
                <a:ln>
                  <a:noFill/>
                </a:ln>
                <a:solidFill>
                  <a:schemeClr val="tx2"/>
                </a:solidFill>
                <a:effectLst/>
                <a:uLnTx/>
                <a:uFillTx/>
                <a:latin typeface="Myriad Light" pitchFamily="2" charset="0"/>
                <a:ea typeface="+mn-ea"/>
                <a:cs typeface="+mn-cs"/>
              </a:defRPr>
            </a:lvl1pPr>
          </a:lstStyle>
          <a:p>
            <a:pPr marL="0" marR="0" lvl="0" indent="0" algn="l" defTabSz="1074295" rtl="0" eaLnBrk="1" fontAlgn="base" latinLnBrk="0" hangingPunct="1">
              <a:lnSpc>
                <a:spcPct val="100000"/>
              </a:lnSpc>
              <a:spcBef>
                <a:spcPts val="648"/>
              </a:spcBef>
              <a:spcAft>
                <a:spcPts val="0"/>
              </a:spcAft>
              <a:buClr>
                <a:schemeClr val="accent5">
                  <a:lumMod val="50000"/>
                </a:schemeClr>
              </a:buClr>
              <a:buSzTx/>
              <a:buFontTx/>
              <a:buNone/>
              <a:tabLst/>
              <a:defRPr/>
            </a:pPr>
            <a:r>
              <a:rPr lang="en-US" dirty="0"/>
              <a:t>Click to edit Section title</a:t>
            </a:r>
            <a:endParaRPr lang="en-GB" dirty="0"/>
          </a:p>
        </p:txBody>
      </p:sp>
      <p:sp>
        <p:nvSpPr>
          <p:cNvPr id="12" name="Rectangle 11"/>
          <p:cNvSpPr/>
          <p:nvPr userDrawn="1"/>
        </p:nvSpPr>
        <p:spPr>
          <a:xfrm>
            <a:off x="138655" y="49190"/>
            <a:ext cx="10259063" cy="15078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FFFF"/>
              </a:solidFill>
            </a:endParaRPr>
          </a:p>
        </p:txBody>
      </p:sp>
      <p:cxnSp>
        <p:nvCxnSpPr>
          <p:cNvPr id="16" name="Straight Connector 15"/>
          <p:cNvCxnSpPr/>
          <p:nvPr userDrawn="1"/>
        </p:nvCxnSpPr>
        <p:spPr>
          <a:xfrm>
            <a:off x="1643163" y="4414841"/>
            <a:ext cx="1554231"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pic>
        <p:nvPicPr>
          <p:cNvPr id="9" name="Picture 8" descr="Front PPT logo.jp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94095" y="6076381"/>
            <a:ext cx="999377" cy="1231946"/>
          </a:xfrm>
          <a:prstGeom prst="rect">
            <a:avLst/>
          </a:prstGeom>
        </p:spPr>
      </p:pic>
      <p:cxnSp>
        <p:nvCxnSpPr>
          <p:cNvPr id="10" name="Straight Connector 9"/>
          <p:cNvCxnSpPr/>
          <p:nvPr userDrawn="1"/>
        </p:nvCxnSpPr>
        <p:spPr>
          <a:xfrm>
            <a:off x="1643163" y="4414841"/>
            <a:ext cx="8014931"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1" hasCustomPrompt="1"/>
          </p:nvPr>
        </p:nvSpPr>
        <p:spPr>
          <a:xfrm>
            <a:off x="1643163" y="2887652"/>
            <a:ext cx="1554082" cy="297487"/>
          </a:xfrm>
          <a:solidFill>
            <a:schemeClr val="bg1"/>
          </a:solidFill>
          <a:ln w="3175" algn="ctr">
            <a:noFill/>
            <a:miter lim="800000"/>
            <a:headEnd/>
            <a:tailEnd/>
          </a:ln>
        </p:spPr>
        <p:txBody>
          <a:bodyPr vert="horz" wrap="square" lIns="0" tIns="72000" rIns="0" bIns="72000" numCol="1" anchor="ctr" anchorCtr="0" compatLnSpc="1">
            <a:prstTxWarp prst="textNoShape">
              <a:avLst/>
            </a:prstTxWarp>
          </a:bodyPr>
          <a:lstStyle>
            <a:lvl1pPr algn="ctr">
              <a:defRPr kumimoji="0" lang="en-US" sz="1727" b="0" i="1" u="none" strike="noStrike" kern="1200" cap="none" spc="0" normalizeH="0" baseline="0" noProof="0" dirty="0" smtClean="0">
                <a:ln>
                  <a:noFill/>
                </a:ln>
                <a:solidFill>
                  <a:schemeClr val="tx2"/>
                </a:solidFill>
                <a:effectLst/>
                <a:uLnTx/>
                <a:uFillTx/>
                <a:latin typeface="Myriad Light" pitchFamily="2" charset="0"/>
                <a:ea typeface="+mn-ea"/>
                <a:cs typeface="+mn-cs"/>
              </a:defRPr>
            </a:lvl1pPr>
          </a:lstStyle>
          <a:p>
            <a:pPr marL="0" marR="0" lvl="0" indent="0" algn="ctr" defTabSz="1074295" rtl="0" eaLnBrk="1" fontAlgn="base" latinLnBrk="0" hangingPunct="1">
              <a:lnSpc>
                <a:spcPct val="100000"/>
              </a:lnSpc>
              <a:spcBef>
                <a:spcPts val="648"/>
              </a:spcBef>
              <a:spcAft>
                <a:spcPts val="0"/>
              </a:spcAft>
              <a:buClr>
                <a:schemeClr val="accent5">
                  <a:lumMod val="50000"/>
                </a:schemeClr>
              </a:buClr>
              <a:buSzTx/>
              <a:buFontTx/>
              <a:buNone/>
              <a:tabLst/>
              <a:defRPr/>
            </a:pPr>
            <a:r>
              <a:rPr lang="en-US" dirty="0"/>
              <a:t>(Appendix)</a:t>
            </a:r>
          </a:p>
        </p:txBody>
      </p:sp>
      <p:sp>
        <p:nvSpPr>
          <p:cNvPr id="11" name="Text Placeholder 13"/>
          <p:cNvSpPr>
            <a:spLocks noGrp="1"/>
          </p:cNvSpPr>
          <p:nvPr>
            <p:ph type="body" sz="quarter" idx="10" hasCustomPrompt="1"/>
          </p:nvPr>
        </p:nvSpPr>
        <p:spPr>
          <a:xfrm>
            <a:off x="1643163" y="3185139"/>
            <a:ext cx="1554231" cy="1189949"/>
          </a:xfrm>
          <a:solidFill>
            <a:schemeClr val="bg1">
              <a:lumMod val="95000"/>
            </a:schemeClr>
          </a:solidFill>
        </p:spPr>
        <p:txBody>
          <a:bodyPr lIns="72000" tIns="0" rIns="72000" anchor="ctr" anchorCtr="0"/>
          <a:lstStyle>
            <a:lvl1pPr algn="ctr">
              <a:defRPr sz="7771">
                <a:solidFill>
                  <a:schemeClr val="tx2"/>
                </a:solidFill>
                <a:latin typeface="Myriad Light" pitchFamily="2" charset="0"/>
              </a:defRPr>
            </a:lvl1pPr>
          </a:lstStyle>
          <a:p>
            <a:pPr lvl="0"/>
            <a:r>
              <a:rPr lang="en-US" dirty="0"/>
              <a:t>#</a:t>
            </a:r>
          </a:p>
        </p:txBody>
      </p:sp>
    </p:spTree>
    <p:extLst>
      <p:ext uri="{BB962C8B-B14F-4D97-AF65-F5344CB8AC3E}">
        <p14:creationId xmlns:p14="http://schemas.microsoft.com/office/powerpoint/2010/main" val="279307464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as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38">
                <a:latin typeface="Myriad Light" panose="02000406040000020004" pitchFamily="2" charset="0"/>
              </a:defRPr>
            </a:lvl1pPr>
          </a:lstStyle>
          <a:p>
            <a:r>
              <a:rPr lang="en-US" dirty="0"/>
              <a:t>Click to edit Master title style</a:t>
            </a:r>
            <a:endParaRPr lang="en-GB" dirty="0"/>
          </a:p>
        </p:txBody>
      </p:sp>
      <p:sp>
        <p:nvSpPr>
          <p:cNvPr id="5" name="Content Placeholder 2"/>
          <p:cNvSpPr>
            <a:spLocks noGrp="1"/>
          </p:cNvSpPr>
          <p:nvPr>
            <p:ph idx="1"/>
          </p:nvPr>
        </p:nvSpPr>
        <p:spPr>
          <a:xfrm>
            <a:off x="527737" y="1478687"/>
            <a:ext cx="9636339" cy="5396768"/>
          </a:xfrm>
        </p:spPr>
        <p:txBody>
          <a:bodyPr/>
          <a:lstStyle>
            <a:lvl1pPr>
              <a:defRPr sz="1079">
                <a:latin typeface="Myriad Light" panose="02000406040000020004" pitchFamily="2" charset="0"/>
              </a:defRPr>
            </a:lvl1pPr>
            <a:lvl2pPr>
              <a:defRPr>
                <a:latin typeface="Myriad Light" panose="02000406040000020004" pitchFamily="2" charset="0"/>
              </a:defRPr>
            </a:lvl2pPr>
            <a:lvl3pPr>
              <a:defRPr>
                <a:latin typeface="Myriad Light" panose="02000406040000020004" pitchFamily="2" charset="0"/>
              </a:defRPr>
            </a:lvl3pPr>
            <a:lvl4pPr>
              <a:defRPr>
                <a:latin typeface="Myriad Light" panose="02000406040000020004" pitchFamily="2" charset="0"/>
              </a:defRPr>
            </a:lvl4pPr>
            <a:lvl5pPr>
              <a:defRPr>
                <a:latin typeface="Myriad Light" panose="02000406040000020004"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54303924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tandard profile">
    <p:spTree>
      <p:nvGrpSpPr>
        <p:cNvPr id="1" name=""/>
        <p:cNvGrpSpPr/>
        <p:nvPr/>
      </p:nvGrpSpPr>
      <p:grpSpPr>
        <a:xfrm>
          <a:off x="0" y="0"/>
          <a:ext cx="0" cy="0"/>
          <a:chOff x="0" y="0"/>
          <a:chExt cx="0" cy="0"/>
        </a:xfrm>
      </p:grpSpPr>
      <p:sp>
        <p:nvSpPr>
          <p:cNvPr id="13" name="Content Placeholder 2"/>
          <p:cNvSpPr>
            <a:spLocks noGrp="1"/>
          </p:cNvSpPr>
          <p:nvPr>
            <p:ph idx="1"/>
          </p:nvPr>
        </p:nvSpPr>
        <p:spPr>
          <a:xfrm>
            <a:off x="537537" y="1239822"/>
            <a:ext cx="4741066" cy="5635633"/>
          </a:xfrm>
        </p:spPr>
        <p:txBody>
          <a:bodyPr/>
          <a:lstStyle>
            <a:lvl1pPr>
              <a:defRPr sz="1079"/>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22" name="Text Placeholder 21"/>
          <p:cNvSpPr>
            <a:spLocks noGrp="1"/>
          </p:cNvSpPr>
          <p:nvPr>
            <p:ph type="body" sz="quarter" idx="35" hasCustomPrompt="1"/>
          </p:nvPr>
        </p:nvSpPr>
        <p:spPr>
          <a:xfrm>
            <a:off x="5423010" y="1479315"/>
            <a:ext cx="4740404" cy="2459766"/>
          </a:xfrm>
          <a:solidFill>
            <a:schemeClr val="bg1">
              <a:lumMod val="95000"/>
            </a:schemeClr>
          </a:solidFill>
        </p:spPr>
        <p:txBody>
          <a:bodyPr/>
          <a:lstStyle>
            <a:lvl1pPr>
              <a:defRPr/>
            </a:lvl1pPr>
            <a:lvl2pPr>
              <a:defRPr/>
            </a:lvl2pPr>
          </a:lstStyle>
          <a:p>
            <a:pPr lvl="0"/>
            <a:r>
              <a:rPr lang="en-GB" dirty="0"/>
              <a:t> </a:t>
            </a:r>
          </a:p>
        </p:txBody>
      </p:sp>
      <p:sp>
        <p:nvSpPr>
          <p:cNvPr id="18" name="Content Placeholder 2"/>
          <p:cNvSpPr>
            <a:spLocks noGrp="1"/>
          </p:cNvSpPr>
          <p:nvPr>
            <p:ph sz="half" idx="31"/>
          </p:nvPr>
        </p:nvSpPr>
        <p:spPr>
          <a:xfrm>
            <a:off x="5423010" y="1477810"/>
            <a:ext cx="4740404" cy="2303953"/>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Text Placeholder 22"/>
          <p:cNvSpPr>
            <a:spLocks noGrp="1"/>
          </p:cNvSpPr>
          <p:nvPr>
            <p:ph type="body" sz="quarter" idx="33" hasCustomPrompt="1"/>
          </p:nvPr>
        </p:nvSpPr>
        <p:spPr>
          <a:xfrm>
            <a:off x="5423010" y="3781763"/>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4" name="Text Placeholder 7"/>
          <p:cNvSpPr>
            <a:spLocks noGrp="1"/>
          </p:cNvSpPr>
          <p:nvPr>
            <p:ph type="body" sz="quarter" idx="40"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16" name="Text Placeholder 21"/>
          <p:cNvSpPr>
            <a:spLocks noGrp="1"/>
          </p:cNvSpPr>
          <p:nvPr>
            <p:ph type="body" sz="quarter" idx="42" hasCustomPrompt="1"/>
          </p:nvPr>
        </p:nvSpPr>
        <p:spPr>
          <a:xfrm>
            <a:off x="5423010" y="4345829"/>
            <a:ext cx="4740404" cy="2489965"/>
          </a:xfrm>
          <a:solidFill>
            <a:schemeClr val="bg1">
              <a:lumMod val="95000"/>
            </a:schemeClr>
          </a:solidFill>
        </p:spPr>
        <p:txBody>
          <a:bodyPr/>
          <a:lstStyle>
            <a:lvl1pPr>
              <a:defRPr/>
            </a:lvl1pPr>
            <a:lvl2pPr>
              <a:defRPr/>
            </a:lvl2pPr>
          </a:lstStyle>
          <a:p>
            <a:pPr lvl="0"/>
            <a:r>
              <a:rPr lang="en-GB" dirty="0"/>
              <a:t> </a:t>
            </a:r>
          </a:p>
        </p:txBody>
      </p:sp>
      <p:sp>
        <p:nvSpPr>
          <p:cNvPr id="27" name="Text Placeholder 22"/>
          <p:cNvSpPr>
            <a:spLocks noGrp="1"/>
          </p:cNvSpPr>
          <p:nvPr>
            <p:ph type="body" sz="quarter" idx="44" hasCustomPrompt="1"/>
          </p:nvPr>
        </p:nvSpPr>
        <p:spPr>
          <a:xfrm>
            <a:off x="5423010" y="6697508"/>
            <a:ext cx="4740404" cy="156974"/>
          </a:xfrm>
          <a:noFill/>
        </p:spPr>
        <p:txBody>
          <a:bodyPr vert="horz" lIns="72000" tIns="0" rIns="72000" bIns="36000" rtlCol="0" anchor="b" anchorCtr="0"/>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4" name="Text Placeholder 23"/>
          <p:cNvSpPr>
            <a:spLocks noGrp="1"/>
          </p:cNvSpPr>
          <p:nvPr>
            <p:ph type="body" sz="quarter" idx="45"/>
          </p:nvPr>
        </p:nvSpPr>
        <p:spPr>
          <a:xfrm>
            <a:off x="5423011" y="1239822"/>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dirty="0"/>
              <a:t>Click to edit Master text styles</a:t>
            </a:r>
          </a:p>
        </p:txBody>
      </p:sp>
      <p:sp>
        <p:nvSpPr>
          <p:cNvPr id="25" name="Text Placeholder 23"/>
          <p:cNvSpPr>
            <a:spLocks noGrp="1"/>
          </p:cNvSpPr>
          <p:nvPr>
            <p:ph type="body" sz="quarter" idx="46"/>
          </p:nvPr>
        </p:nvSpPr>
        <p:spPr>
          <a:xfrm>
            <a:off x="5423011" y="4107839"/>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dirty="0"/>
              <a:t>Click to edit Master text styles</a:t>
            </a:r>
          </a:p>
        </p:txBody>
      </p:sp>
      <p:sp>
        <p:nvSpPr>
          <p:cNvPr id="15" name="Content Placeholder 2"/>
          <p:cNvSpPr>
            <a:spLocks noGrp="1"/>
          </p:cNvSpPr>
          <p:nvPr>
            <p:ph sz="half" idx="43"/>
          </p:nvPr>
        </p:nvSpPr>
        <p:spPr>
          <a:xfrm>
            <a:off x="5423010" y="4345827"/>
            <a:ext cx="4740404" cy="2351681"/>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13130477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tandard profile 2">
    <p:spTree>
      <p:nvGrpSpPr>
        <p:cNvPr id="1" name=""/>
        <p:cNvGrpSpPr/>
        <p:nvPr/>
      </p:nvGrpSpPr>
      <p:grpSpPr>
        <a:xfrm>
          <a:off x="0" y="0"/>
          <a:ext cx="0" cy="0"/>
          <a:chOff x="0" y="0"/>
          <a:chExt cx="0" cy="0"/>
        </a:xfrm>
      </p:grpSpPr>
      <p:sp>
        <p:nvSpPr>
          <p:cNvPr id="15" name="Content Placeholder 2"/>
          <p:cNvSpPr>
            <a:spLocks noGrp="1"/>
          </p:cNvSpPr>
          <p:nvPr>
            <p:ph idx="1"/>
          </p:nvPr>
        </p:nvSpPr>
        <p:spPr>
          <a:xfrm>
            <a:off x="527737" y="1478687"/>
            <a:ext cx="6372253" cy="5396768"/>
          </a:xfrm>
        </p:spPr>
        <p:txBody>
          <a:bodyPr/>
          <a:lstStyle>
            <a:lvl1pPr>
              <a:defRPr sz="1079"/>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3" name="Text Placeholder 7"/>
          <p:cNvSpPr>
            <a:spLocks noGrp="1"/>
          </p:cNvSpPr>
          <p:nvPr>
            <p:ph type="body" sz="quarter" idx="41"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25" name="Text Placeholder 21"/>
          <p:cNvSpPr>
            <a:spLocks noGrp="1"/>
          </p:cNvSpPr>
          <p:nvPr>
            <p:ph type="body" sz="quarter" idx="35" hasCustomPrompt="1"/>
          </p:nvPr>
        </p:nvSpPr>
        <p:spPr>
          <a:xfrm>
            <a:off x="7055614" y="1716677"/>
            <a:ext cx="3108166" cy="2379898"/>
          </a:xfrm>
          <a:solidFill>
            <a:schemeClr val="bg1">
              <a:lumMod val="95000"/>
            </a:schemeClr>
          </a:solidFill>
        </p:spPr>
        <p:txBody>
          <a:bodyPr/>
          <a:lstStyle>
            <a:lvl1pPr>
              <a:defRPr/>
            </a:lvl1pPr>
            <a:lvl2pPr>
              <a:defRPr/>
            </a:lvl2pPr>
          </a:lstStyle>
          <a:p>
            <a:pPr lvl="0"/>
            <a:r>
              <a:rPr lang="en-GB" dirty="0"/>
              <a:t> </a:t>
            </a:r>
          </a:p>
        </p:txBody>
      </p:sp>
      <p:sp>
        <p:nvSpPr>
          <p:cNvPr id="26" name="Content Placeholder 2"/>
          <p:cNvSpPr>
            <a:spLocks noGrp="1"/>
          </p:cNvSpPr>
          <p:nvPr>
            <p:ph sz="half" idx="31"/>
          </p:nvPr>
        </p:nvSpPr>
        <p:spPr>
          <a:xfrm>
            <a:off x="7055614" y="1716677"/>
            <a:ext cx="3108166"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7" name="Text Placeholder 22"/>
          <p:cNvSpPr>
            <a:spLocks noGrp="1"/>
          </p:cNvSpPr>
          <p:nvPr>
            <p:ph type="body" sz="quarter" idx="33" hasCustomPrompt="1"/>
          </p:nvPr>
        </p:nvSpPr>
        <p:spPr>
          <a:xfrm>
            <a:off x="7055614" y="3939600"/>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9" name="Text Placeholder 21"/>
          <p:cNvSpPr>
            <a:spLocks noGrp="1"/>
          </p:cNvSpPr>
          <p:nvPr>
            <p:ph type="body" sz="quarter" idx="43" hasCustomPrompt="1"/>
          </p:nvPr>
        </p:nvSpPr>
        <p:spPr>
          <a:xfrm>
            <a:off x="7055614" y="4493807"/>
            <a:ext cx="3108166" cy="2379898"/>
          </a:xfrm>
          <a:solidFill>
            <a:schemeClr val="bg1">
              <a:lumMod val="95000"/>
            </a:schemeClr>
          </a:solidFill>
        </p:spPr>
        <p:txBody>
          <a:bodyPr/>
          <a:lstStyle>
            <a:lvl1pPr>
              <a:defRPr/>
            </a:lvl1pPr>
            <a:lvl2pPr>
              <a:defRPr/>
            </a:lvl2pPr>
          </a:lstStyle>
          <a:p>
            <a:pPr lvl="0"/>
            <a:r>
              <a:rPr lang="en-GB" dirty="0"/>
              <a:t> </a:t>
            </a:r>
          </a:p>
        </p:txBody>
      </p:sp>
      <p:sp>
        <p:nvSpPr>
          <p:cNvPr id="30" name="Content Placeholder 2"/>
          <p:cNvSpPr>
            <a:spLocks noGrp="1"/>
          </p:cNvSpPr>
          <p:nvPr>
            <p:ph sz="half" idx="44"/>
          </p:nvPr>
        </p:nvSpPr>
        <p:spPr>
          <a:xfrm>
            <a:off x="7055614" y="4493806"/>
            <a:ext cx="3108166"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1" name="Text Placeholder 22"/>
          <p:cNvSpPr>
            <a:spLocks noGrp="1"/>
          </p:cNvSpPr>
          <p:nvPr>
            <p:ph type="body" sz="quarter" idx="45" hasCustomPrompt="1"/>
          </p:nvPr>
        </p:nvSpPr>
        <p:spPr>
          <a:xfrm>
            <a:off x="7055614" y="6716729"/>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3" name="Text Placeholder 23"/>
          <p:cNvSpPr>
            <a:spLocks noGrp="1"/>
          </p:cNvSpPr>
          <p:nvPr>
            <p:ph type="body" sz="quarter" idx="46"/>
          </p:nvPr>
        </p:nvSpPr>
        <p:spPr>
          <a:xfrm>
            <a:off x="7055614" y="1478687"/>
            <a:ext cx="3108462"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14" name="Text Placeholder 23"/>
          <p:cNvSpPr>
            <a:spLocks noGrp="1"/>
          </p:cNvSpPr>
          <p:nvPr>
            <p:ph type="body" sz="quarter" idx="47"/>
          </p:nvPr>
        </p:nvSpPr>
        <p:spPr>
          <a:xfrm>
            <a:off x="7055614" y="4255817"/>
            <a:ext cx="3108462"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16" name="Title 1"/>
          <p:cNvSpPr>
            <a:spLocks noGrp="1"/>
          </p:cNvSpPr>
          <p:nvPr>
            <p:ph type="title"/>
          </p:nvPr>
        </p:nvSpPr>
        <p:spPr>
          <a:xfrm>
            <a:off x="527255" y="207941"/>
            <a:ext cx="8859116" cy="694458"/>
          </a:xfrm>
        </p:spPr>
        <p:txBody>
          <a:bodyPr/>
          <a:lstStyle/>
          <a:p>
            <a:r>
              <a:rPr lang="en-US"/>
              <a:t>Click to edit Master title style</a:t>
            </a:r>
            <a:endParaRPr lang="en-GB"/>
          </a:p>
        </p:txBody>
      </p:sp>
    </p:spTree>
    <p:extLst>
      <p:ext uri="{BB962C8B-B14F-4D97-AF65-F5344CB8AC3E}">
        <p14:creationId xmlns:p14="http://schemas.microsoft.com/office/powerpoint/2010/main" val="379732514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2" name="Title 1"/>
          <p:cNvSpPr>
            <a:spLocks noGrp="1"/>
          </p:cNvSpPr>
          <p:nvPr>
            <p:ph type="title"/>
          </p:nvPr>
        </p:nvSpPr>
        <p:spPr>
          <a:xfrm>
            <a:off x="527737" y="207941"/>
            <a:ext cx="8859116" cy="694458"/>
          </a:xfrm>
        </p:spPr>
        <p:txBody>
          <a:bodyPr/>
          <a:lstStyle/>
          <a:p>
            <a:r>
              <a:rPr lang="en-US"/>
              <a:t>Click to edit Master title style</a:t>
            </a:r>
            <a:endParaRPr lang="en-GB"/>
          </a:p>
        </p:txBody>
      </p:sp>
      <p:sp>
        <p:nvSpPr>
          <p:cNvPr id="13" name="Text Placeholder 7"/>
          <p:cNvSpPr>
            <a:spLocks noGrp="1"/>
          </p:cNvSpPr>
          <p:nvPr>
            <p:ph type="body" sz="quarter" idx="44"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15" name="Text Placeholder 21"/>
          <p:cNvSpPr>
            <a:spLocks noGrp="1"/>
          </p:cNvSpPr>
          <p:nvPr>
            <p:ph type="body" sz="quarter" idx="35" hasCustomPrompt="1"/>
          </p:nvPr>
        </p:nvSpPr>
        <p:spPr>
          <a:xfrm>
            <a:off x="5423010" y="1716677"/>
            <a:ext cx="4740404" cy="5158778"/>
          </a:xfrm>
          <a:solidFill>
            <a:schemeClr val="bg1">
              <a:lumMod val="95000"/>
            </a:schemeClr>
          </a:solidFill>
        </p:spPr>
        <p:txBody>
          <a:bodyPr/>
          <a:lstStyle>
            <a:lvl1pPr>
              <a:defRPr/>
            </a:lvl1pPr>
            <a:lvl2pPr>
              <a:defRPr/>
            </a:lvl2pPr>
          </a:lstStyle>
          <a:p>
            <a:pPr lvl="0"/>
            <a:r>
              <a:rPr lang="en-GB" dirty="0"/>
              <a:t> </a:t>
            </a:r>
          </a:p>
        </p:txBody>
      </p:sp>
      <p:sp>
        <p:nvSpPr>
          <p:cNvPr id="24" name="Content Placeholder 2"/>
          <p:cNvSpPr>
            <a:spLocks noGrp="1"/>
          </p:cNvSpPr>
          <p:nvPr>
            <p:ph sz="half" idx="31"/>
          </p:nvPr>
        </p:nvSpPr>
        <p:spPr>
          <a:xfrm>
            <a:off x="5423010" y="1716677"/>
            <a:ext cx="4740404" cy="500005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5" name="Text Placeholder 22"/>
          <p:cNvSpPr>
            <a:spLocks noGrp="1"/>
          </p:cNvSpPr>
          <p:nvPr>
            <p:ph type="body" sz="quarter" idx="33" hasCustomPrompt="1"/>
          </p:nvPr>
        </p:nvSpPr>
        <p:spPr>
          <a:xfrm>
            <a:off x="5423010" y="6716730"/>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7" name="Text Placeholder 21"/>
          <p:cNvSpPr>
            <a:spLocks noGrp="1"/>
          </p:cNvSpPr>
          <p:nvPr>
            <p:ph type="body" sz="quarter" idx="42" hasCustomPrompt="1"/>
          </p:nvPr>
        </p:nvSpPr>
        <p:spPr>
          <a:xfrm>
            <a:off x="527737" y="1716678"/>
            <a:ext cx="4740404" cy="5158778"/>
          </a:xfrm>
          <a:solidFill>
            <a:schemeClr val="bg1">
              <a:lumMod val="95000"/>
            </a:schemeClr>
          </a:solidFill>
        </p:spPr>
        <p:txBody>
          <a:bodyPr/>
          <a:lstStyle>
            <a:lvl1pPr>
              <a:defRPr/>
            </a:lvl1pPr>
            <a:lvl2pPr>
              <a:defRPr/>
            </a:lvl2pPr>
          </a:lstStyle>
          <a:p>
            <a:pPr lvl="0"/>
            <a:r>
              <a:rPr lang="en-GB" dirty="0"/>
              <a:t> </a:t>
            </a:r>
          </a:p>
        </p:txBody>
      </p:sp>
      <p:sp>
        <p:nvSpPr>
          <p:cNvPr id="28" name="Content Placeholder 2"/>
          <p:cNvSpPr>
            <a:spLocks noGrp="1"/>
          </p:cNvSpPr>
          <p:nvPr>
            <p:ph sz="half" idx="43"/>
          </p:nvPr>
        </p:nvSpPr>
        <p:spPr>
          <a:xfrm>
            <a:off x="527737" y="1716677"/>
            <a:ext cx="4740404" cy="500005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9" name="Text Placeholder 22"/>
          <p:cNvSpPr>
            <a:spLocks noGrp="1"/>
          </p:cNvSpPr>
          <p:nvPr>
            <p:ph type="body" sz="quarter" idx="45" hasCustomPrompt="1"/>
          </p:nvPr>
        </p:nvSpPr>
        <p:spPr>
          <a:xfrm>
            <a:off x="527737" y="6716730"/>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2" name="Text Placeholder 23"/>
          <p:cNvSpPr>
            <a:spLocks noGrp="1"/>
          </p:cNvSpPr>
          <p:nvPr>
            <p:ph type="body" sz="quarter" idx="46"/>
          </p:nvPr>
        </p:nvSpPr>
        <p:spPr>
          <a:xfrm>
            <a:off x="5423011" y="1478688"/>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16" name="Text Placeholder 23"/>
          <p:cNvSpPr>
            <a:spLocks noGrp="1"/>
          </p:cNvSpPr>
          <p:nvPr>
            <p:ph type="body" sz="quarter" idx="47"/>
          </p:nvPr>
        </p:nvSpPr>
        <p:spPr>
          <a:xfrm>
            <a:off x="527737" y="1478688"/>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extLst>
      <p:ext uri="{BB962C8B-B14F-4D97-AF65-F5344CB8AC3E}">
        <p14:creationId xmlns:p14="http://schemas.microsoft.com/office/powerpoint/2010/main" val="353542234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One text one box">
    <p:spTree>
      <p:nvGrpSpPr>
        <p:cNvPr id="1" name=""/>
        <p:cNvGrpSpPr/>
        <p:nvPr/>
      </p:nvGrpSpPr>
      <p:grpSpPr>
        <a:xfrm>
          <a:off x="0" y="0"/>
          <a:ext cx="0" cy="0"/>
          <a:chOff x="0" y="0"/>
          <a:chExt cx="0" cy="0"/>
        </a:xfrm>
      </p:grpSpPr>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13" name="Text Placeholder 7"/>
          <p:cNvSpPr>
            <a:spLocks noGrp="1"/>
          </p:cNvSpPr>
          <p:nvPr>
            <p:ph type="body" sz="quarter" idx="44"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15" name="Text Placeholder 21"/>
          <p:cNvSpPr>
            <a:spLocks noGrp="1"/>
          </p:cNvSpPr>
          <p:nvPr>
            <p:ph type="body" sz="quarter" idx="35" hasCustomPrompt="1"/>
          </p:nvPr>
        </p:nvSpPr>
        <p:spPr>
          <a:xfrm>
            <a:off x="5423010" y="1716677"/>
            <a:ext cx="4740404" cy="5158778"/>
          </a:xfrm>
          <a:solidFill>
            <a:schemeClr val="bg1">
              <a:lumMod val="95000"/>
            </a:schemeClr>
          </a:solidFill>
        </p:spPr>
        <p:txBody>
          <a:bodyPr/>
          <a:lstStyle>
            <a:lvl1pPr>
              <a:defRPr/>
            </a:lvl1pPr>
            <a:lvl2pPr>
              <a:defRPr/>
            </a:lvl2pPr>
          </a:lstStyle>
          <a:p>
            <a:pPr lvl="0"/>
            <a:r>
              <a:rPr lang="en-GB" dirty="0"/>
              <a:t> </a:t>
            </a:r>
          </a:p>
        </p:txBody>
      </p:sp>
      <p:sp>
        <p:nvSpPr>
          <p:cNvPr id="24" name="Content Placeholder 2"/>
          <p:cNvSpPr>
            <a:spLocks noGrp="1"/>
          </p:cNvSpPr>
          <p:nvPr>
            <p:ph sz="half" idx="31"/>
          </p:nvPr>
        </p:nvSpPr>
        <p:spPr>
          <a:xfrm>
            <a:off x="5423010" y="1716677"/>
            <a:ext cx="4740404" cy="500005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5" name="Text Placeholder 22"/>
          <p:cNvSpPr>
            <a:spLocks noGrp="1"/>
          </p:cNvSpPr>
          <p:nvPr>
            <p:ph type="body" sz="quarter" idx="33" hasCustomPrompt="1"/>
          </p:nvPr>
        </p:nvSpPr>
        <p:spPr>
          <a:xfrm>
            <a:off x="5423010" y="6716730"/>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2" name="Text Placeholder 23"/>
          <p:cNvSpPr>
            <a:spLocks noGrp="1"/>
          </p:cNvSpPr>
          <p:nvPr>
            <p:ph type="body" sz="quarter" idx="46"/>
          </p:nvPr>
        </p:nvSpPr>
        <p:spPr>
          <a:xfrm>
            <a:off x="5423011" y="1478688"/>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14" name="Content Placeholder 2"/>
          <p:cNvSpPr>
            <a:spLocks noGrp="1"/>
          </p:cNvSpPr>
          <p:nvPr>
            <p:ph idx="1"/>
          </p:nvPr>
        </p:nvSpPr>
        <p:spPr>
          <a:xfrm>
            <a:off x="527737" y="1478687"/>
            <a:ext cx="4741066" cy="5396768"/>
          </a:xfrm>
        </p:spPr>
        <p:txBody>
          <a:bodyPr/>
          <a:lstStyle>
            <a:lvl1pPr>
              <a:defRPr sz="1079"/>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3110683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wo boxes">
    <p:spTree>
      <p:nvGrpSpPr>
        <p:cNvPr id="1" name=""/>
        <p:cNvGrpSpPr/>
        <p:nvPr/>
      </p:nvGrpSpPr>
      <p:grpSpPr>
        <a:xfrm>
          <a:off x="0" y="0"/>
          <a:ext cx="0" cy="0"/>
          <a:chOff x="0" y="0"/>
          <a:chExt cx="0" cy="0"/>
        </a:xfrm>
      </p:grpSpPr>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23" name="Text Placeholder 21"/>
          <p:cNvSpPr>
            <a:spLocks noGrp="1"/>
          </p:cNvSpPr>
          <p:nvPr>
            <p:ph type="body" sz="quarter" idx="35" hasCustomPrompt="1"/>
          </p:nvPr>
        </p:nvSpPr>
        <p:spPr>
          <a:xfrm>
            <a:off x="527737" y="1716677"/>
            <a:ext cx="9636339" cy="2379898"/>
          </a:xfrm>
          <a:solidFill>
            <a:schemeClr val="bg1">
              <a:lumMod val="95000"/>
            </a:schemeClr>
          </a:solidFill>
        </p:spPr>
        <p:txBody>
          <a:bodyPr/>
          <a:lstStyle>
            <a:lvl1pPr>
              <a:defRPr/>
            </a:lvl1pPr>
            <a:lvl2pPr>
              <a:defRPr/>
            </a:lvl2pPr>
          </a:lstStyle>
          <a:p>
            <a:pPr lvl="0"/>
            <a:r>
              <a:rPr lang="en-GB" dirty="0"/>
              <a:t> </a:t>
            </a:r>
          </a:p>
        </p:txBody>
      </p:sp>
      <p:sp>
        <p:nvSpPr>
          <p:cNvPr id="24" name="Content Placeholder 2"/>
          <p:cNvSpPr>
            <a:spLocks noGrp="1"/>
          </p:cNvSpPr>
          <p:nvPr>
            <p:ph sz="half" idx="31"/>
          </p:nvPr>
        </p:nvSpPr>
        <p:spPr>
          <a:xfrm>
            <a:off x="527737" y="1716677"/>
            <a:ext cx="9636339"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5" name="Text Placeholder 22"/>
          <p:cNvSpPr>
            <a:spLocks noGrp="1"/>
          </p:cNvSpPr>
          <p:nvPr>
            <p:ph type="body" sz="quarter" idx="33" hasCustomPrompt="1"/>
          </p:nvPr>
        </p:nvSpPr>
        <p:spPr>
          <a:xfrm>
            <a:off x="527737" y="3939600"/>
            <a:ext cx="9636339"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7" name="Text Placeholder 21"/>
          <p:cNvSpPr>
            <a:spLocks noGrp="1"/>
          </p:cNvSpPr>
          <p:nvPr>
            <p:ph type="body" sz="quarter" idx="42" hasCustomPrompt="1"/>
          </p:nvPr>
        </p:nvSpPr>
        <p:spPr>
          <a:xfrm>
            <a:off x="527737" y="4493807"/>
            <a:ext cx="9636339" cy="2379898"/>
          </a:xfrm>
          <a:solidFill>
            <a:schemeClr val="bg1">
              <a:lumMod val="95000"/>
            </a:schemeClr>
          </a:solidFill>
        </p:spPr>
        <p:txBody>
          <a:bodyPr/>
          <a:lstStyle>
            <a:lvl1pPr>
              <a:defRPr/>
            </a:lvl1pPr>
            <a:lvl2pPr>
              <a:defRPr/>
            </a:lvl2pPr>
          </a:lstStyle>
          <a:p>
            <a:pPr lvl="0"/>
            <a:r>
              <a:rPr lang="en-GB" dirty="0"/>
              <a:t> </a:t>
            </a:r>
          </a:p>
        </p:txBody>
      </p:sp>
      <p:sp>
        <p:nvSpPr>
          <p:cNvPr id="28" name="Content Placeholder 2"/>
          <p:cNvSpPr>
            <a:spLocks noGrp="1"/>
          </p:cNvSpPr>
          <p:nvPr>
            <p:ph sz="half" idx="43"/>
          </p:nvPr>
        </p:nvSpPr>
        <p:spPr>
          <a:xfrm>
            <a:off x="527737" y="4493806"/>
            <a:ext cx="9636339"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9" name="Text Placeholder 22"/>
          <p:cNvSpPr>
            <a:spLocks noGrp="1"/>
          </p:cNvSpPr>
          <p:nvPr>
            <p:ph type="body" sz="quarter" idx="44" hasCustomPrompt="1"/>
          </p:nvPr>
        </p:nvSpPr>
        <p:spPr>
          <a:xfrm>
            <a:off x="527737" y="6716729"/>
            <a:ext cx="9636339"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2" name="Text Placeholder 23"/>
          <p:cNvSpPr>
            <a:spLocks noGrp="1"/>
          </p:cNvSpPr>
          <p:nvPr>
            <p:ph type="body" sz="quarter" idx="45"/>
          </p:nvPr>
        </p:nvSpPr>
        <p:spPr>
          <a:xfrm>
            <a:off x="527738" y="1478688"/>
            <a:ext cx="9636339"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13" name="Text Placeholder 23"/>
          <p:cNvSpPr>
            <a:spLocks noGrp="1"/>
          </p:cNvSpPr>
          <p:nvPr>
            <p:ph type="body" sz="quarter" idx="46"/>
          </p:nvPr>
        </p:nvSpPr>
        <p:spPr>
          <a:xfrm>
            <a:off x="527738" y="4255817"/>
            <a:ext cx="9636339"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extLst>
      <p:ext uri="{BB962C8B-B14F-4D97-AF65-F5344CB8AC3E}">
        <p14:creationId xmlns:p14="http://schemas.microsoft.com/office/powerpoint/2010/main" val="48410416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17" name="Text Placeholder 7"/>
          <p:cNvSpPr>
            <a:spLocks noGrp="1"/>
          </p:cNvSpPr>
          <p:nvPr>
            <p:ph type="body" sz="quarter" idx="52"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19" name="Text Placeholder 21"/>
          <p:cNvSpPr>
            <a:spLocks noGrp="1"/>
          </p:cNvSpPr>
          <p:nvPr>
            <p:ph type="body" sz="quarter" idx="35" hasCustomPrompt="1"/>
          </p:nvPr>
        </p:nvSpPr>
        <p:spPr>
          <a:xfrm>
            <a:off x="7055910" y="1716677"/>
            <a:ext cx="3108166" cy="5158778"/>
          </a:xfrm>
          <a:solidFill>
            <a:schemeClr val="bg1">
              <a:lumMod val="95000"/>
            </a:schemeClr>
          </a:solidFill>
        </p:spPr>
        <p:txBody>
          <a:bodyPr/>
          <a:lstStyle>
            <a:lvl1pPr>
              <a:defRPr/>
            </a:lvl1pPr>
            <a:lvl2pPr>
              <a:defRPr/>
            </a:lvl2pPr>
          </a:lstStyle>
          <a:p>
            <a:pPr lvl="0"/>
            <a:r>
              <a:rPr lang="en-GB" dirty="0"/>
              <a:t> </a:t>
            </a:r>
          </a:p>
        </p:txBody>
      </p:sp>
      <p:sp>
        <p:nvSpPr>
          <p:cNvPr id="20" name="Content Placeholder 2"/>
          <p:cNvSpPr>
            <a:spLocks noGrp="1"/>
          </p:cNvSpPr>
          <p:nvPr>
            <p:ph sz="half" idx="31"/>
          </p:nvPr>
        </p:nvSpPr>
        <p:spPr>
          <a:xfrm>
            <a:off x="7055910" y="1716677"/>
            <a:ext cx="3108166" cy="500005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3" name="Text Placeholder 22"/>
          <p:cNvSpPr>
            <a:spLocks noGrp="1"/>
          </p:cNvSpPr>
          <p:nvPr>
            <p:ph type="body" sz="quarter" idx="53" hasCustomPrompt="1"/>
          </p:nvPr>
        </p:nvSpPr>
        <p:spPr>
          <a:xfrm>
            <a:off x="7055910" y="6716730"/>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35" name="Text Placeholder 21"/>
          <p:cNvSpPr>
            <a:spLocks noGrp="1"/>
          </p:cNvSpPr>
          <p:nvPr>
            <p:ph type="body" sz="quarter" idx="55" hasCustomPrompt="1"/>
          </p:nvPr>
        </p:nvSpPr>
        <p:spPr>
          <a:xfrm>
            <a:off x="3791825" y="1716677"/>
            <a:ext cx="3108166" cy="5158778"/>
          </a:xfrm>
          <a:solidFill>
            <a:schemeClr val="bg1">
              <a:lumMod val="95000"/>
            </a:schemeClr>
          </a:solidFill>
        </p:spPr>
        <p:txBody>
          <a:bodyPr/>
          <a:lstStyle>
            <a:lvl1pPr>
              <a:defRPr/>
            </a:lvl1pPr>
            <a:lvl2pPr>
              <a:defRPr/>
            </a:lvl2pPr>
          </a:lstStyle>
          <a:p>
            <a:pPr lvl="0"/>
            <a:r>
              <a:rPr lang="en-GB" dirty="0"/>
              <a:t> </a:t>
            </a:r>
          </a:p>
        </p:txBody>
      </p:sp>
      <p:sp>
        <p:nvSpPr>
          <p:cNvPr id="36" name="Content Placeholder 2"/>
          <p:cNvSpPr>
            <a:spLocks noGrp="1"/>
          </p:cNvSpPr>
          <p:nvPr>
            <p:ph sz="half" idx="56"/>
          </p:nvPr>
        </p:nvSpPr>
        <p:spPr>
          <a:xfrm>
            <a:off x="3791825" y="1716677"/>
            <a:ext cx="3108166" cy="500005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7" name="Text Placeholder 22"/>
          <p:cNvSpPr>
            <a:spLocks noGrp="1"/>
          </p:cNvSpPr>
          <p:nvPr>
            <p:ph type="body" sz="quarter" idx="57" hasCustomPrompt="1"/>
          </p:nvPr>
        </p:nvSpPr>
        <p:spPr>
          <a:xfrm>
            <a:off x="3791825" y="6718481"/>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39" name="Text Placeholder 21"/>
          <p:cNvSpPr>
            <a:spLocks noGrp="1"/>
          </p:cNvSpPr>
          <p:nvPr>
            <p:ph type="body" sz="quarter" idx="59" hasCustomPrompt="1"/>
          </p:nvPr>
        </p:nvSpPr>
        <p:spPr>
          <a:xfrm>
            <a:off x="527739" y="1716677"/>
            <a:ext cx="3108166" cy="5158778"/>
          </a:xfrm>
          <a:solidFill>
            <a:schemeClr val="bg1">
              <a:lumMod val="95000"/>
            </a:schemeClr>
          </a:solidFill>
        </p:spPr>
        <p:txBody>
          <a:bodyPr/>
          <a:lstStyle>
            <a:lvl1pPr>
              <a:defRPr/>
            </a:lvl1pPr>
            <a:lvl2pPr>
              <a:defRPr/>
            </a:lvl2pPr>
          </a:lstStyle>
          <a:p>
            <a:pPr lvl="0"/>
            <a:r>
              <a:rPr lang="en-GB" dirty="0"/>
              <a:t> </a:t>
            </a:r>
          </a:p>
        </p:txBody>
      </p:sp>
      <p:sp>
        <p:nvSpPr>
          <p:cNvPr id="40" name="Content Placeholder 2"/>
          <p:cNvSpPr>
            <a:spLocks noGrp="1"/>
          </p:cNvSpPr>
          <p:nvPr>
            <p:ph sz="half" idx="60"/>
          </p:nvPr>
        </p:nvSpPr>
        <p:spPr>
          <a:xfrm>
            <a:off x="527739" y="1716677"/>
            <a:ext cx="3108166" cy="500005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1" name="Text Placeholder 22"/>
          <p:cNvSpPr>
            <a:spLocks noGrp="1"/>
          </p:cNvSpPr>
          <p:nvPr>
            <p:ph type="body" sz="quarter" idx="61" hasCustomPrompt="1"/>
          </p:nvPr>
        </p:nvSpPr>
        <p:spPr>
          <a:xfrm>
            <a:off x="527739" y="6718481"/>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6" name="Text Placeholder 23"/>
          <p:cNvSpPr>
            <a:spLocks noGrp="1"/>
          </p:cNvSpPr>
          <p:nvPr>
            <p:ph type="body" sz="quarter" idx="45"/>
          </p:nvPr>
        </p:nvSpPr>
        <p:spPr>
          <a:xfrm>
            <a:off x="7055910" y="1478687"/>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1" name="Text Placeholder 23"/>
          <p:cNvSpPr>
            <a:spLocks noGrp="1"/>
          </p:cNvSpPr>
          <p:nvPr>
            <p:ph type="body" sz="quarter" idx="46"/>
          </p:nvPr>
        </p:nvSpPr>
        <p:spPr>
          <a:xfrm>
            <a:off x="3791825" y="1478687"/>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2" name="Text Placeholder 23"/>
          <p:cNvSpPr>
            <a:spLocks noGrp="1"/>
          </p:cNvSpPr>
          <p:nvPr>
            <p:ph type="body" sz="quarter" idx="62"/>
          </p:nvPr>
        </p:nvSpPr>
        <p:spPr>
          <a:xfrm>
            <a:off x="527739" y="1478687"/>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extLst>
      <p:ext uri="{BB962C8B-B14F-4D97-AF65-F5344CB8AC3E}">
        <p14:creationId xmlns:p14="http://schemas.microsoft.com/office/powerpoint/2010/main" val="156543997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ext box above, 2 charts under">
    <p:spTree>
      <p:nvGrpSpPr>
        <p:cNvPr id="1" name=""/>
        <p:cNvGrpSpPr/>
        <p:nvPr/>
      </p:nvGrpSpPr>
      <p:grpSpPr>
        <a:xfrm>
          <a:off x="0" y="0"/>
          <a:ext cx="0" cy="0"/>
          <a:chOff x="0" y="0"/>
          <a:chExt cx="0" cy="0"/>
        </a:xfrm>
      </p:grpSpPr>
      <p:sp>
        <p:nvSpPr>
          <p:cNvPr id="15" name="Content Placeholder 2"/>
          <p:cNvSpPr>
            <a:spLocks noGrp="1"/>
          </p:cNvSpPr>
          <p:nvPr>
            <p:ph idx="1"/>
          </p:nvPr>
        </p:nvSpPr>
        <p:spPr>
          <a:xfrm>
            <a:off x="527737" y="1478687"/>
            <a:ext cx="9636339" cy="2617887"/>
          </a:xfrm>
        </p:spPr>
        <p:txBody>
          <a:bodyPr/>
          <a:lstStyle>
            <a:lvl1pPr>
              <a:defRPr sz="1079"/>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13" name="Text Placeholder 7"/>
          <p:cNvSpPr>
            <a:spLocks noGrp="1"/>
          </p:cNvSpPr>
          <p:nvPr>
            <p:ph type="body" sz="quarter" idx="32"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17" name="Text Placeholder 21"/>
          <p:cNvSpPr>
            <a:spLocks noGrp="1"/>
          </p:cNvSpPr>
          <p:nvPr>
            <p:ph type="body" sz="quarter" idx="42" hasCustomPrompt="1"/>
          </p:nvPr>
        </p:nvSpPr>
        <p:spPr>
          <a:xfrm>
            <a:off x="5423672" y="4493807"/>
            <a:ext cx="4740404" cy="2379898"/>
          </a:xfrm>
          <a:solidFill>
            <a:schemeClr val="bg1">
              <a:lumMod val="95000"/>
            </a:schemeClr>
          </a:solidFill>
        </p:spPr>
        <p:txBody>
          <a:bodyPr/>
          <a:lstStyle>
            <a:lvl1pPr>
              <a:defRPr/>
            </a:lvl1pPr>
            <a:lvl2pPr>
              <a:defRPr/>
            </a:lvl2pPr>
          </a:lstStyle>
          <a:p>
            <a:pPr lvl="0"/>
            <a:r>
              <a:rPr lang="en-GB" dirty="0"/>
              <a:t> </a:t>
            </a:r>
          </a:p>
        </p:txBody>
      </p:sp>
      <p:sp>
        <p:nvSpPr>
          <p:cNvPr id="18" name="Content Placeholder 2"/>
          <p:cNvSpPr>
            <a:spLocks noGrp="1"/>
          </p:cNvSpPr>
          <p:nvPr>
            <p:ph sz="half" idx="43"/>
          </p:nvPr>
        </p:nvSpPr>
        <p:spPr>
          <a:xfrm>
            <a:off x="5423672" y="4493806"/>
            <a:ext cx="4740404"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Text Placeholder 22"/>
          <p:cNvSpPr>
            <a:spLocks noGrp="1"/>
          </p:cNvSpPr>
          <p:nvPr>
            <p:ph type="body" sz="quarter" idx="44" hasCustomPrompt="1"/>
          </p:nvPr>
        </p:nvSpPr>
        <p:spPr>
          <a:xfrm>
            <a:off x="5423672" y="6716728"/>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4" name="Text Placeholder 21"/>
          <p:cNvSpPr>
            <a:spLocks noGrp="1"/>
          </p:cNvSpPr>
          <p:nvPr>
            <p:ph type="body" sz="quarter" idx="46" hasCustomPrompt="1"/>
          </p:nvPr>
        </p:nvSpPr>
        <p:spPr>
          <a:xfrm>
            <a:off x="527737" y="4493806"/>
            <a:ext cx="4740404" cy="2379898"/>
          </a:xfrm>
          <a:solidFill>
            <a:schemeClr val="bg1">
              <a:lumMod val="95000"/>
            </a:schemeClr>
          </a:solidFill>
        </p:spPr>
        <p:txBody>
          <a:bodyPr/>
          <a:lstStyle>
            <a:lvl1pPr>
              <a:defRPr/>
            </a:lvl1pPr>
            <a:lvl2pPr>
              <a:defRPr/>
            </a:lvl2pPr>
          </a:lstStyle>
          <a:p>
            <a:pPr lvl="0"/>
            <a:r>
              <a:rPr lang="en-GB" dirty="0"/>
              <a:t> </a:t>
            </a:r>
          </a:p>
        </p:txBody>
      </p:sp>
      <p:sp>
        <p:nvSpPr>
          <p:cNvPr id="30" name="Content Placeholder 2"/>
          <p:cNvSpPr>
            <a:spLocks noGrp="1"/>
          </p:cNvSpPr>
          <p:nvPr>
            <p:ph sz="half" idx="47"/>
          </p:nvPr>
        </p:nvSpPr>
        <p:spPr>
          <a:xfrm>
            <a:off x="527737" y="4493804"/>
            <a:ext cx="4740404"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1" name="Text Placeholder 22"/>
          <p:cNvSpPr>
            <a:spLocks noGrp="1"/>
          </p:cNvSpPr>
          <p:nvPr>
            <p:ph type="body" sz="quarter" idx="48" hasCustomPrompt="1"/>
          </p:nvPr>
        </p:nvSpPr>
        <p:spPr>
          <a:xfrm>
            <a:off x="527737" y="6716728"/>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4" name="Text Placeholder 23"/>
          <p:cNvSpPr>
            <a:spLocks noGrp="1"/>
          </p:cNvSpPr>
          <p:nvPr>
            <p:ph type="body" sz="quarter" idx="49"/>
          </p:nvPr>
        </p:nvSpPr>
        <p:spPr>
          <a:xfrm>
            <a:off x="527737" y="4255817"/>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16" name="Text Placeholder 23"/>
          <p:cNvSpPr>
            <a:spLocks noGrp="1"/>
          </p:cNvSpPr>
          <p:nvPr>
            <p:ph type="body" sz="quarter" idx="50"/>
          </p:nvPr>
        </p:nvSpPr>
        <p:spPr>
          <a:xfrm>
            <a:off x="5423011" y="4255817"/>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extLst>
      <p:ext uri="{BB962C8B-B14F-4D97-AF65-F5344CB8AC3E}">
        <p14:creationId xmlns:p14="http://schemas.microsoft.com/office/powerpoint/2010/main" val="89833800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One chart above, 2 boxes under">
    <p:spTree>
      <p:nvGrpSpPr>
        <p:cNvPr id="1" name=""/>
        <p:cNvGrpSpPr/>
        <p:nvPr/>
      </p:nvGrpSpPr>
      <p:grpSpPr>
        <a:xfrm>
          <a:off x="0" y="0"/>
          <a:ext cx="0" cy="0"/>
          <a:chOff x="0" y="0"/>
          <a:chExt cx="0" cy="0"/>
        </a:xfrm>
      </p:grpSpPr>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16" name="Text Placeholder 7"/>
          <p:cNvSpPr>
            <a:spLocks noGrp="1"/>
          </p:cNvSpPr>
          <p:nvPr>
            <p:ph type="body" sz="quarter" idx="32"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19" name="Text Placeholder 21"/>
          <p:cNvSpPr>
            <a:spLocks noGrp="1"/>
          </p:cNvSpPr>
          <p:nvPr>
            <p:ph type="body" sz="quarter" idx="45" hasCustomPrompt="1"/>
          </p:nvPr>
        </p:nvSpPr>
        <p:spPr>
          <a:xfrm>
            <a:off x="5423672" y="4493807"/>
            <a:ext cx="4740404" cy="2379898"/>
          </a:xfrm>
          <a:solidFill>
            <a:schemeClr val="bg1">
              <a:lumMod val="95000"/>
            </a:schemeClr>
          </a:solidFill>
        </p:spPr>
        <p:txBody>
          <a:bodyPr/>
          <a:lstStyle>
            <a:lvl1pPr>
              <a:defRPr/>
            </a:lvl1pPr>
            <a:lvl2pPr>
              <a:defRPr/>
            </a:lvl2pPr>
          </a:lstStyle>
          <a:p>
            <a:pPr lvl="0"/>
            <a:r>
              <a:rPr lang="en-GB" dirty="0"/>
              <a:t> </a:t>
            </a:r>
          </a:p>
        </p:txBody>
      </p:sp>
      <p:sp>
        <p:nvSpPr>
          <p:cNvPr id="20" name="Content Placeholder 2"/>
          <p:cNvSpPr>
            <a:spLocks noGrp="1"/>
          </p:cNvSpPr>
          <p:nvPr>
            <p:ph sz="half" idx="46"/>
          </p:nvPr>
        </p:nvSpPr>
        <p:spPr>
          <a:xfrm>
            <a:off x="5423672" y="4493806"/>
            <a:ext cx="4740404"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1" name="Text Placeholder 22"/>
          <p:cNvSpPr>
            <a:spLocks noGrp="1"/>
          </p:cNvSpPr>
          <p:nvPr>
            <p:ph type="body" sz="quarter" idx="47" hasCustomPrompt="1"/>
          </p:nvPr>
        </p:nvSpPr>
        <p:spPr>
          <a:xfrm>
            <a:off x="5423672" y="6716728"/>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3" name="Text Placeholder 21"/>
          <p:cNvSpPr>
            <a:spLocks noGrp="1"/>
          </p:cNvSpPr>
          <p:nvPr>
            <p:ph type="body" sz="quarter" idx="49" hasCustomPrompt="1"/>
          </p:nvPr>
        </p:nvSpPr>
        <p:spPr>
          <a:xfrm>
            <a:off x="527737" y="4493806"/>
            <a:ext cx="4740404" cy="2379898"/>
          </a:xfrm>
          <a:solidFill>
            <a:schemeClr val="bg1">
              <a:lumMod val="95000"/>
            </a:schemeClr>
          </a:solidFill>
        </p:spPr>
        <p:txBody>
          <a:bodyPr/>
          <a:lstStyle>
            <a:lvl1pPr>
              <a:defRPr/>
            </a:lvl1pPr>
            <a:lvl2pPr>
              <a:defRPr/>
            </a:lvl2pPr>
          </a:lstStyle>
          <a:p>
            <a:pPr lvl="0"/>
            <a:r>
              <a:rPr lang="en-GB" dirty="0"/>
              <a:t> </a:t>
            </a:r>
          </a:p>
        </p:txBody>
      </p:sp>
      <p:sp>
        <p:nvSpPr>
          <p:cNvPr id="24" name="Content Placeholder 2"/>
          <p:cNvSpPr>
            <a:spLocks noGrp="1"/>
          </p:cNvSpPr>
          <p:nvPr>
            <p:ph sz="half" idx="50"/>
          </p:nvPr>
        </p:nvSpPr>
        <p:spPr>
          <a:xfrm>
            <a:off x="527737" y="4493804"/>
            <a:ext cx="4740404"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5" name="Text Placeholder 22"/>
          <p:cNvSpPr>
            <a:spLocks noGrp="1"/>
          </p:cNvSpPr>
          <p:nvPr>
            <p:ph type="body" sz="quarter" idx="51" hasCustomPrompt="1"/>
          </p:nvPr>
        </p:nvSpPr>
        <p:spPr>
          <a:xfrm>
            <a:off x="527737" y="6716728"/>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7" name="Text Placeholder 21"/>
          <p:cNvSpPr>
            <a:spLocks noGrp="1"/>
          </p:cNvSpPr>
          <p:nvPr>
            <p:ph type="body" sz="quarter" idx="35" hasCustomPrompt="1"/>
          </p:nvPr>
        </p:nvSpPr>
        <p:spPr>
          <a:xfrm>
            <a:off x="527737" y="1716677"/>
            <a:ext cx="9636339" cy="2379898"/>
          </a:xfrm>
          <a:solidFill>
            <a:schemeClr val="bg1">
              <a:lumMod val="95000"/>
            </a:schemeClr>
          </a:solidFill>
        </p:spPr>
        <p:txBody>
          <a:bodyPr/>
          <a:lstStyle>
            <a:lvl1pPr>
              <a:defRPr/>
            </a:lvl1pPr>
            <a:lvl2pPr>
              <a:defRPr/>
            </a:lvl2pPr>
          </a:lstStyle>
          <a:p>
            <a:pPr lvl="0"/>
            <a:r>
              <a:rPr lang="en-GB" dirty="0"/>
              <a:t> </a:t>
            </a:r>
          </a:p>
        </p:txBody>
      </p:sp>
      <p:sp>
        <p:nvSpPr>
          <p:cNvPr id="28" name="Content Placeholder 2"/>
          <p:cNvSpPr>
            <a:spLocks noGrp="1"/>
          </p:cNvSpPr>
          <p:nvPr>
            <p:ph sz="half" idx="31"/>
          </p:nvPr>
        </p:nvSpPr>
        <p:spPr>
          <a:xfrm>
            <a:off x="527737" y="1716677"/>
            <a:ext cx="9636339"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9" name="Text Placeholder 22"/>
          <p:cNvSpPr>
            <a:spLocks noGrp="1"/>
          </p:cNvSpPr>
          <p:nvPr>
            <p:ph type="body" sz="quarter" idx="33" hasCustomPrompt="1"/>
          </p:nvPr>
        </p:nvSpPr>
        <p:spPr>
          <a:xfrm>
            <a:off x="527737" y="3939600"/>
            <a:ext cx="9636339"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7" name="Text Placeholder 23"/>
          <p:cNvSpPr>
            <a:spLocks noGrp="1"/>
          </p:cNvSpPr>
          <p:nvPr>
            <p:ph type="body" sz="quarter" idx="53"/>
          </p:nvPr>
        </p:nvSpPr>
        <p:spPr>
          <a:xfrm>
            <a:off x="527737" y="4255817"/>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0" name="Text Placeholder 23"/>
          <p:cNvSpPr>
            <a:spLocks noGrp="1"/>
          </p:cNvSpPr>
          <p:nvPr>
            <p:ph type="body" sz="quarter" idx="54"/>
          </p:nvPr>
        </p:nvSpPr>
        <p:spPr>
          <a:xfrm>
            <a:off x="5423011" y="4255817"/>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1" name="Text Placeholder 23"/>
          <p:cNvSpPr>
            <a:spLocks noGrp="1"/>
          </p:cNvSpPr>
          <p:nvPr>
            <p:ph type="body" sz="quarter" idx="55"/>
          </p:nvPr>
        </p:nvSpPr>
        <p:spPr>
          <a:xfrm>
            <a:off x="527738" y="1478688"/>
            <a:ext cx="9636339"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extLst>
      <p:ext uri="{BB962C8B-B14F-4D97-AF65-F5344CB8AC3E}">
        <p14:creationId xmlns:p14="http://schemas.microsoft.com/office/powerpoint/2010/main" val="212813735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Four boxes">
    <p:spTree>
      <p:nvGrpSpPr>
        <p:cNvPr id="1" name=""/>
        <p:cNvGrpSpPr/>
        <p:nvPr/>
      </p:nvGrpSpPr>
      <p:grpSpPr>
        <a:xfrm>
          <a:off x="0" y="0"/>
          <a:ext cx="0" cy="0"/>
          <a:chOff x="0" y="0"/>
          <a:chExt cx="0" cy="0"/>
        </a:xfrm>
      </p:grpSpPr>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21" name="Text Placeholder 7"/>
          <p:cNvSpPr>
            <a:spLocks noGrp="1"/>
          </p:cNvSpPr>
          <p:nvPr>
            <p:ph type="body" sz="quarter" idx="48"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23" name="Text Placeholder 21"/>
          <p:cNvSpPr>
            <a:spLocks noGrp="1"/>
          </p:cNvSpPr>
          <p:nvPr>
            <p:ph type="body" sz="quarter" idx="35" hasCustomPrompt="1"/>
          </p:nvPr>
        </p:nvSpPr>
        <p:spPr>
          <a:xfrm>
            <a:off x="5423672" y="1716677"/>
            <a:ext cx="4740404" cy="2379898"/>
          </a:xfrm>
          <a:solidFill>
            <a:schemeClr val="bg1">
              <a:lumMod val="95000"/>
            </a:schemeClr>
          </a:solidFill>
        </p:spPr>
        <p:txBody>
          <a:bodyPr/>
          <a:lstStyle>
            <a:lvl1pPr>
              <a:defRPr/>
            </a:lvl1pPr>
            <a:lvl2pPr>
              <a:defRPr/>
            </a:lvl2pPr>
          </a:lstStyle>
          <a:p>
            <a:pPr lvl="0"/>
            <a:r>
              <a:rPr lang="en-GB" dirty="0"/>
              <a:t> </a:t>
            </a:r>
          </a:p>
        </p:txBody>
      </p:sp>
      <p:sp>
        <p:nvSpPr>
          <p:cNvPr id="24" name="Content Placeholder 2"/>
          <p:cNvSpPr>
            <a:spLocks noGrp="1"/>
          </p:cNvSpPr>
          <p:nvPr>
            <p:ph sz="half" idx="31"/>
          </p:nvPr>
        </p:nvSpPr>
        <p:spPr>
          <a:xfrm>
            <a:off x="5423672" y="1716677"/>
            <a:ext cx="4740404"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5" name="Text Placeholder 22"/>
          <p:cNvSpPr>
            <a:spLocks noGrp="1"/>
          </p:cNvSpPr>
          <p:nvPr>
            <p:ph type="body" sz="quarter" idx="33" hasCustomPrompt="1"/>
          </p:nvPr>
        </p:nvSpPr>
        <p:spPr>
          <a:xfrm>
            <a:off x="5423672" y="3939600"/>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7" name="Text Placeholder 21"/>
          <p:cNvSpPr>
            <a:spLocks noGrp="1"/>
          </p:cNvSpPr>
          <p:nvPr>
            <p:ph type="body" sz="quarter" idx="50" hasCustomPrompt="1"/>
          </p:nvPr>
        </p:nvSpPr>
        <p:spPr>
          <a:xfrm>
            <a:off x="5423672" y="4493807"/>
            <a:ext cx="4740404" cy="2379898"/>
          </a:xfrm>
          <a:solidFill>
            <a:schemeClr val="bg1">
              <a:lumMod val="95000"/>
            </a:schemeClr>
          </a:solidFill>
        </p:spPr>
        <p:txBody>
          <a:bodyPr/>
          <a:lstStyle>
            <a:lvl1pPr>
              <a:defRPr/>
            </a:lvl1pPr>
            <a:lvl2pPr>
              <a:defRPr/>
            </a:lvl2pPr>
          </a:lstStyle>
          <a:p>
            <a:pPr lvl="0"/>
            <a:r>
              <a:rPr lang="en-GB" dirty="0"/>
              <a:t> </a:t>
            </a:r>
          </a:p>
        </p:txBody>
      </p:sp>
      <p:sp>
        <p:nvSpPr>
          <p:cNvPr id="44" name="Content Placeholder 2"/>
          <p:cNvSpPr>
            <a:spLocks noGrp="1"/>
          </p:cNvSpPr>
          <p:nvPr>
            <p:ph sz="half" idx="51"/>
          </p:nvPr>
        </p:nvSpPr>
        <p:spPr>
          <a:xfrm>
            <a:off x="5423672" y="4493806"/>
            <a:ext cx="4740404"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5" name="Text Placeholder 22"/>
          <p:cNvSpPr>
            <a:spLocks noGrp="1"/>
          </p:cNvSpPr>
          <p:nvPr>
            <p:ph type="body" sz="quarter" idx="52" hasCustomPrompt="1"/>
          </p:nvPr>
        </p:nvSpPr>
        <p:spPr>
          <a:xfrm>
            <a:off x="5423672" y="6716729"/>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47" name="Text Placeholder 21"/>
          <p:cNvSpPr>
            <a:spLocks noGrp="1"/>
          </p:cNvSpPr>
          <p:nvPr>
            <p:ph type="body" sz="quarter" idx="54" hasCustomPrompt="1"/>
          </p:nvPr>
        </p:nvSpPr>
        <p:spPr>
          <a:xfrm>
            <a:off x="527737" y="1716675"/>
            <a:ext cx="4740404" cy="2379898"/>
          </a:xfrm>
          <a:solidFill>
            <a:schemeClr val="bg1">
              <a:lumMod val="95000"/>
            </a:schemeClr>
          </a:solidFill>
        </p:spPr>
        <p:txBody>
          <a:bodyPr/>
          <a:lstStyle>
            <a:lvl1pPr>
              <a:defRPr/>
            </a:lvl1pPr>
            <a:lvl2pPr>
              <a:defRPr/>
            </a:lvl2pPr>
          </a:lstStyle>
          <a:p>
            <a:pPr lvl="0"/>
            <a:r>
              <a:rPr lang="en-GB" dirty="0"/>
              <a:t> </a:t>
            </a:r>
          </a:p>
        </p:txBody>
      </p:sp>
      <p:sp>
        <p:nvSpPr>
          <p:cNvPr id="48" name="Content Placeholder 2"/>
          <p:cNvSpPr>
            <a:spLocks noGrp="1"/>
          </p:cNvSpPr>
          <p:nvPr>
            <p:ph sz="half" idx="55"/>
          </p:nvPr>
        </p:nvSpPr>
        <p:spPr>
          <a:xfrm>
            <a:off x="527737" y="1716675"/>
            <a:ext cx="4740404"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9" name="Text Placeholder 22"/>
          <p:cNvSpPr>
            <a:spLocks noGrp="1"/>
          </p:cNvSpPr>
          <p:nvPr>
            <p:ph type="body" sz="quarter" idx="56" hasCustomPrompt="1"/>
          </p:nvPr>
        </p:nvSpPr>
        <p:spPr>
          <a:xfrm>
            <a:off x="527737" y="3939599"/>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51" name="Text Placeholder 21"/>
          <p:cNvSpPr>
            <a:spLocks noGrp="1"/>
          </p:cNvSpPr>
          <p:nvPr>
            <p:ph type="body" sz="quarter" idx="58" hasCustomPrompt="1"/>
          </p:nvPr>
        </p:nvSpPr>
        <p:spPr>
          <a:xfrm>
            <a:off x="527737" y="4493806"/>
            <a:ext cx="4740404" cy="2379898"/>
          </a:xfrm>
          <a:solidFill>
            <a:schemeClr val="bg1">
              <a:lumMod val="95000"/>
            </a:schemeClr>
          </a:solidFill>
        </p:spPr>
        <p:txBody>
          <a:bodyPr/>
          <a:lstStyle>
            <a:lvl1pPr>
              <a:defRPr/>
            </a:lvl1pPr>
            <a:lvl2pPr>
              <a:defRPr/>
            </a:lvl2pPr>
          </a:lstStyle>
          <a:p>
            <a:pPr lvl="0"/>
            <a:r>
              <a:rPr lang="en-GB" dirty="0"/>
              <a:t> </a:t>
            </a:r>
          </a:p>
        </p:txBody>
      </p:sp>
      <p:sp>
        <p:nvSpPr>
          <p:cNvPr id="52" name="Content Placeholder 2"/>
          <p:cNvSpPr>
            <a:spLocks noGrp="1"/>
          </p:cNvSpPr>
          <p:nvPr>
            <p:ph sz="half" idx="59"/>
          </p:nvPr>
        </p:nvSpPr>
        <p:spPr>
          <a:xfrm>
            <a:off x="527737" y="4493804"/>
            <a:ext cx="4740404"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3" name="Text Placeholder 22"/>
          <p:cNvSpPr>
            <a:spLocks noGrp="1"/>
          </p:cNvSpPr>
          <p:nvPr>
            <p:ph type="body" sz="quarter" idx="60" hasCustomPrompt="1"/>
          </p:nvPr>
        </p:nvSpPr>
        <p:spPr>
          <a:xfrm>
            <a:off x="527737" y="6716728"/>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0" name="Text Placeholder 23"/>
          <p:cNvSpPr>
            <a:spLocks noGrp="1"/>
          </p:cNvSpPr>
          <p:nvPr>
            <p:ph type="body" sz="quarter" idx="61"/>
          </p:nvPr>
        </p:nvSpPr>
        <p:spPr>
          <a:xfrm>
            <a:off x="527737" y="4255817"/>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8" name="Text Placeholder 23"/>
          <p:cNvSpPr>
            <a:spLocks noGrp="1"/>
          </p:cNvSpPr>
          <p:nvPr>
            <p:ph type="body" sz="quarter" idx="62"/>
          </p:nvPr>
        </p:nvSpPr>
        <p:spPr>
          <a:xfrm>
            <a:off x="5423011" y="4255817"/>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9" name="Text Placeholder 23"/>
          <p:cNvSpPr>
            <a:spLocks noGrp="1"/>
          </p:cNvSpPr>
          <p:nvPr>
            <p:ph type="body" sz="quarter" idx="63"/>
          </p:nvPr>
        </p:nvSpPr>
        <p:spPr>
          <a:xfrm>
            <a:off x="527737" y="1478686"/>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0" name="Text Placeholder 23"/>
          <p:cNvSpPr>
            <a:spLocks noGrp="1"/>
          </p:cNvSpPr>
          <p:nvPr>
            <p:ph type="body" sz="quarter" idx="64"/>
          </p:nvPr>
        </p:nvSpPr>
        <p:spPr>
          <a:xfrm>
            <a:off x="5423672" y="1478686"/>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extLst>
      <p:ext uri="{BB962C8B-B14F-4D97-AF65-F5344CB8AC3E}">
        <p14:creationId xmlns:p14="http://schemas.microsoft.com/office/powerpoint/2010/main" val="421942106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ix boxes">
    <p:spTree>
      <p:nvGrpSpPr>
        <p:cNvPr id="1" name=""/>
        <p:cNvGrpSpPr/>
        <p:nvPr/>
      </p:nvGrpSpPr>
      <p:grpSpPr>
        <a:xfrm>
          <a:off x="0" y="0"/>
          <a:ext cx="0" cy="0"/>
          <a:chOff x="0" y="0"/>
          <a:chExt cx="0" cy="0"/>
        </a:xfrm>
      </p:grpSpPr>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29" name="Text Placeholder 7"/>
          <p:cNvSpPr>
            <a:spLocks noGrp="1"/>
          </p:cNvSpPr>
          <p:nvPr>
            <p:ph type="body" sz="quarter" idx="56"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31" name="Text Placeholder 21"/>
          <p:cNvSpPr>
            <a:spLocks noGrp="1"/>
          </p:cNvSpPr>
          <p:nvPr>
            <p:ph type="body" sz="quarter" idx="35" hasCustomPrompt="1"/>
          </p:nvPr>
        </p:nvSpPr>
        <p:spPr>
          <a:xfrm>
            <a:off x="7055910" y="1716677"/>
            <a:ext cx="3108166" cy="2379898"/>
          </a:xfrm>
          <a:solidFill>
            <a:schemeClr val="bg1">
              <a:lumMod val="95000"/>
            </a:schemeClr>
          </a:solidFill>
        </p:spPr>
        <p:txBody>
          <a:bodyPr/>
          <a:lstStyle>
            <a:lvl1pPr>
              <a:defRPr/>
            </a:lvl1pPr>
            <a:lvl2pPr>
              <a:defRPr/>
            </a:lvl2pPr>
          </a:lstStyle>
          <a:p>
            <a:pPr lvl="0"/>
            <a:r>
              <a:rPr lang="en-GB" dirty="0"/>
              <a:t> </a:t>
            </a:r>
          </a:p>
        </p:txBody>
      </p:sp>
      <p:sp>
        <p:nvSpPr>
          <p:cNvPr id="32" name="Content Placeholder 2"/>
          <p:cNvSpPr>
            <a:spLocks noGrp="1"/>
          </p:cNvSpPr>
          <p:nvPr>
            <p:ph sz="half" idx="31"/>
          </p:nvPr>
        </p:nvSpPr>
        <p:spPr>
          <a:xfrm>
            <a:off x="7055910" y="1716677"/>
            <a:ext cx="3108166"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3" name="Text Placeholder 22"/>
          <p:cNvSpPr>
            <a:spLocks noGrp="1"/>
          </p:cNvSpPr>
          <p:nvPr>
            <p:ph type="body" sz="quarter" idx="53" hasCustomPrompt="1"/>
          </p:nvPr>
        </p:nvSpPr>
        <p:spPr>
          <a:xfrm>
            <a:off x="7055910" y="3939600"/>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35" name="Text Placeholder 21"/>
          <p:cNvSpPr>
            <a:spLocks noGrp="1"/>
          </p:cNvSpPr>
          <p:nvPr>
            <p:ph type="body" sz="quarter" idx="57" hasCustomPrompt="1"/>
          </p:nvPr>
        </p:nvSpPr>
        <p:spPr>
          <a:xfrm>
            <a:off x="3791825" y="1716677"/>
            <a:ext cx="3108166" cy="2379898"/>
          </a:xfrm>
          <a:solidFill>
            <a:schemeClr val="bg1">
              <a:lumMod val="95000"/>
            </a:schemeClr>
          </a:solidFill>
        </p:spPr>
        <p:txBody>
          <a:bodyPr/>
          <a:lstStyle>
            <a:lvl1pPr>
              <a:defRPr/>
            </a:lvl1pPr>
            <a:lvl2pPr>
              <a:defRPr/>
            </a:lvl2pPr>
          </a:lstStyle>
          <a:p>
            <a:pPr lvl="0"/>
            <a:r>
              <a:rPr lang="en-GB" dirty="0"/>
              <a:t> </a:t>
            </a:r>
          </a:p>
        </p:txBody>
      </p:sp>
      <p:sp>
        <p:nvSpPr>
          <p:cNvPr id="36" name="Content Placeholder 2"/>
          <p:cNvSpPr>
            <a:spLocks noGrp="1"/>
          </p:cNvSpPr>
          <p:nvPr>
            <p:ph sz="half" idx="58"/>
          </p:nvPr>
        </p:nvSpPr>
        <p:spPr>
          <a:xfrm>
            <a:off x="3791825" y="1716677"/>
            <a:ext cx="3108166"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7" name="Text Placeholder 22"/>
          <p:cNvSpPr>
            <a:spLocks noGrp="1"/>
          </p:cNvSpPr>
          <p:nvPr>
            <p:ph type="body" sz="quarter" idx="59" hasCustomPrompt="1"/>
          </p:nvPr>
        </p:nvSpPr>
        <p:spPr>
          <a:xfrm>
            <a:off x="3791825" y="3939600"/>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39" name="Text Placeholder 21"/>
          <p:cNvSpPr>
            <a:spLocks noGrp="1"/>
          </p:cNvSpPr>
          <p:nvPr>
            <p:ph type="body" sz="quarter" idx="61" hasCustomPrompt="1"/>
          </p:nvPr>
        </p:nvSpPr>
        <p:spPr>
          <a:xfrm>
            <a:off x="527739" y="1716677"/>
            <a:ext cx="3108166" cy="2379898"/>
          </a:xfrm>
          <a:solidFill>
            <a:schemeClr val="bg1">
              <a:lumMod val="95000"/>
            </a:schemeClr>
          </a:solidFill>
        </p:spPr>
        <p:txBody>
          <a:bodyPr/>
          <a:lstStyle>
            <a:lvl1pPr>
              <a:defRPr/>
            </a:lvl1pPr>
            <a:lvl2pPr>
              <a:defRPr/>
            </a:lvl2pPr>
          </a:lstStyle>
          <a:p>
            <a:pPr lvl="0"/>
            <a:r>
              <a:rPr lang="en-GB" dirty="0"/>
              <a:t> </a:t>
            </a:r>
          </a:p>
        </p:txBody>
      </p:sp>
      <p:sp>
        <p:nvSpPr>
          <p:cNvPr id="40" name="Content Placeholder 2"/>
          <p:cNvSpPr>
            <a:spLocks noGrp="1"/>
          </p:cNvSpPr>
          <p:nvPr>
            <p:ph sz="half" idx="62"/>
          </p:nvPr>
        </p:nvSpPr>
        <p:spPr>
          <a:xfrm>
            <a:off x="527739" y="1716677"/>
            <a:ext cx="3108166"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1" name="Text Placeholder 22"/>
          <p:cNvSpPr>
            <a:spLocks noGrp="1"/>
          </p:cNvSpPr>
          <p:nvPr>
            <p:ph type="body" sz="quarter" idx="63" hasCustomPrompt="1"/>
          </p:nvPr>
        </p:nvSpPr>
        <p:spPr>
          <a:xfrm>
            <a:off x="527739" y="3939600"/>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44" name="Text Placeholder 21"/>
          <p:cNvSpPr>
            <a:spLocks noGrp="1"/>
          </p:cNvSpPr>
          <p:nvPr>
            <p:ph type="body" sz="quarter" idx="65" hasCustomPrompt="1"/>
          </p:nvPr>
        </p:nvSpPr>
        <p:spPr>
          <a:xfrm>
            <a:off x="7055427" y="4493806"/>
            <a:ext cx="3108166" cy="2379898"/>
          </a:xfrm>
          <a:solidFill>
            <a:schemeClr val="bg1">
              <a:lumMod val="95000"/>
            </a:schemeClr>
          </a:solidFill>
        </p:spPr>
        <p:txBody>
          <a:bodyPr/>
          <a:lstStyle>
            <a:lvl1pPr>
              <a:defRPr/>
            </a:lvl1pPr>
            <a:lvl2pPr>
              <a:defRPr/>
            </a:lvl2pPr>
          </a:lstStyle>
          <a:p>
            <a:pPr lvl="0"/>
            <a:r>
              <a:rPr lang="en-GB" dirty="0"/>
              <a:t> </a:t>
            </a:r>
          </a:p>
        </p:txBody>
      </p:sp>
      <p:sp>
        <p:nvSpPr>
          <p:cNvPr id="53" name="Content Placeholder 2"/>
          <p:cNvSpPr>
            <a:spLocks noGrp="1"/>
          </p:cNvSpPr>
          <p:nvPr>
            <p:ph sz="half" idx="66"/>
          </p:nvPr>
        </p:nvSpPr>
        <p:spPr>
          <a:xfrm>
            <a:off x="7055427" y="4493806"/>
            <a:ext cx="3108166"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4" name="Text Placeholder 22"/>
          <p:cNvSpPr>
            <a:spLocks noGrp="1"/>
          </p:cNvSpPr>
          <p:nvPr>
            <p:ph type="body" sz="quarter" idx="67" hasCustomPrompt="1"/>
          </p:nvPr>
        </p:nvSpPr>
        <p:spPr>
          <a:xfrm>
            <a:off x="7055427" y="6716729"/>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56" name="Text Placeholder 21"/>
          <p:cNvSpPr>
            <a:spLocks noGrp="1"/>
          </p:cNvSpPr>
          <p:nvPr>
            <p:ph type="body" sz="quarter" idx="69" hasCustomPrompt="1"/>
          </p:nvPr>
        </p:nvSpPr>
        <p:spPr>
          <a:xfrm>
            <a:off x="3791341" y="4493806"/>
            <a:ext cx="3108166" cy="2379898"/>
          </a:xfrm>
          <a:solidFill>
            <a:schemeClr val="bg1">
              <a:lumMod val="95000"/>
            </a:schemeClr>
          </a:solidFill>
        </p:spPr>
        <p:txBody>
          <a:bodyPr/>
          <a:lstStyle>
            <a:lvl1pPr>
              <a:defRPr/>
            </a:lvl1pPr>
            <a:lvl2pPr>
              <a:defRPr/>
            </a:lvl2pPr>
          </a:lstStyle>
          <a:p>
            <a:pPr lvl="0"/>
            <a:r>
              <a:rPr lang="en-GB" dirty="0"/>
              <a:t> </a:t>
            </a:r>
          </a:p>
        </p:txBody>
      </p:sp>
      <p:sp>
        <p:nvSpPr>
          <p:cNvPr id="57" name="Content Placeholder 2"/>
          <p:cNvSpPr>
            <a:spLocks noGrp="1"/>
          </p:cNvSpPr>
          <p:nvPr>
            <p:ph sz="half" idx="70"/>
          </p:nvPr>
        </p:nvSpPr>
        <p:spPr>
          <a:xfrm>
            <a:off x="3791341" y="4493806"/>
            <a:ext cx="3108166"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8" name="Text Placeholder 22"/>
          <p:cNvSpPr>
            <a:spLocks noGrp="1"/>
          </p:cNvSpPr>
          <p:nvPr>
            <p:ph type="body" sz="quarter" idx="71" hasCustomPrompt="1"/>
          </p:nvPr>
        </p:nvSpPr>
        <p:spPr>
          <a:xfrm>
            <a:off x="3791341" y="6716729"/>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60" name="Text Placeholder 21"/>
          <p:cNvSpPr>
            <a:spLocks noGrp="1"/>
          </p:cNvSpPr>
          <p:nvPr>
            <p:ph type="body" sz="quarter" idx="73" hasCustomPrompt="1"/>
          </p:nvPr>
        </p:nvSpPr>
        <p:spPr>
          <a:xfrm>
            <a:off x="527256" y="4493806"/>
            <a:ext cx="3108166" cy="2379898"/>
          </a:xfrm>
          <a:solidFill>
            <a:schemeClr val="bg1">
              <a:lumMod val="95000"/>
            </a:schemeClr>
          </a:solidFill>
        </p:spPr>
        <p:txBody>
          <a:bodyPr/>
          <a:lstStyle>
            <a:lvl1pPr>
              <a:defRPr/>
            </a:lvl1pPr>
            <a:lvl2pPr>
              <a:defRPr/>
            </a:lvl2pPr>
          </a:lstStyle>
          <a:p>
            <a:pPr lvl="0"/>
            <a:r>
              <a:rPr lang="en-GB" dirty="0"/>
              <a:t> </a:t>
            </a:r>
          </a:p>
        </p:txBody>
      </p:sp>
      <p:sp>
        <p:nvSpPr>
          <p:cNvPr id="61" name="Content Placeholder 2"/>
          <p:cNvSpPr>
            <a:spLocks noGrp="1"/>
          </p:cNvSpPr>
          <p:nvPr>
            <p:ph sz="half" idx="74"/>
          </p:nvPr>
        </p:nvSpPr>
        <p:spPr>
          <a:xfrm>
            <a:off x="527256" y="4493806"/>
            <a:ext cx="3108166"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2" name="Text Placeholder 22"/>
          <p:cNvSpPr>
            <a:spLocks noGrp="1"/>
          </p:cNvSpPr>
          <p:nvPr>
            <p:ph type="body" sz="quarter" idx="75" hasCustomPrompt="1"/>
          </p:nvPr>
        </p:nvSpPr>
        <p:spPr>
          <a:xfrm>
            <a:off x="527256" y="6716729"/>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8" name="Text Placeholder 23"/>
          <p:cNvSpPr>
            <a:spLocks noGrp="1"/>
          </p:cNvSpPr>
          <p:nvPr>
            <p:ph type="body" sz="quarter" idx="45"/>
          </p:nvPr>
        </p:nvSpPr>
        <p:spPr>
          <a:xfrm>
            <a:off x="7055910" y="1478687"/>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3" name="Text Placeholder 23"/>
          <p:cNvSpPr>
            <a:spLocks noGrp="1"/>
          </p:cNvSpPr>
          <p:nvPr>
            <p:ph type="body" sz="quarter" idx="46"/>
          </p:nvPr>
        </p:nvSpPr>
        <p:spPr>
          <a:xfrm>
            <a:off x="3791825" y="1478687"/>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5" name="Text Placeholder 23"/>
          <p:cNvSpPr>
            <a:spLocks noGrp="1"/>
          </p:cNvSpPr>
          <p:nvPr>
            <p:ph type="body" sz="quarter" idx="76"/>
          </p:nvPr>
        </p:nvSpPr>
        <p:spPr>
          <a:xfrm>
            <a:off x="527739" y="1478687"/>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6" name="Text Placeholder 23"/>
          <p:cNvSpPr>
            <a:spLocks noGrp="1"/>
          </p:cNvSpPr>
          <p:nvPr>
            <p:ph type="body" sz="quarter" idx="77"/>
          </p:nvPr>
        </p:nvSpPr>
        <p:spPr>
          <a:xfrm>
            <a:off x="7055427" y="4255816"/>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7" name="Text Placeholder 23"/>
          <p:cNvSpPr>
            <a:spLocks noGrp="1"/>
          </p:cNvSpPr>
          <p:nvPr>
            <p:ph type="body" sz="quarter" idx="78"/>
          </p:nvPr>
        </p:nvSpPr>
        <p:spPr>
          <a:xfrm>
            <a:off x="3791341" y="4255816"/>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8" name="Text Placeholder 23"/>
          <p:cNvSpPr>
            <a:spLocks noGrp="1"/>
          </p:cNvSpPr>
          <p:nvPr>
            <p:ph type="body" sz="quarter" idx="79"/>
          </p:nvPr>
        </p:nvSpPr>
        <p:spPr>
          <a:xfrm>
            <a:off x="527256" y="4255816"/>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extLst>
      <p:ext uri="{BB962C8B-B14F-4D97-AF65-F5344CB8AC3E}">
        <p14:creationId xmlns:p14="http://schemas.microsoft.com/office/powerpoint/2010/main" val="47412364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Five boxes">
    <p:spTree>
      <p:nvGrpSpPr>
        <p:cNvPr id="1" name=""/>
        <p:cNvGrpSpPr/>
        <p:nvPr/>
      </p:nvGrpSpPr>
      <p:grpSpPr>
        <a:xfrm>
          <a:off x="0" y="0"/>
          <a:ext cx="0" cy="0"/>
          <a:chOff x="0" y="0"/>
          <a:chExt cx="0" cy="0"/>
        </a:xfrm>
      </p:grpSpPr>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29" name="Text Placeholder 7"/>
          <p:cNvSpPr>
            <a:spLocks noGrp="1"/>
          </p:cNvSpPr>
          <p:nvPr>
            <p:ph type="body" sz="quarter" idx="56"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31" name="Text Placeholder 21"/>
          <p:cNvSpPr>
            <a:spLocks noGrp="1"/>
          </p:cNvSpPr>
          <p:nvPr>
            <p:ph type="body" sz="quarter" idx="35" hasCustomPrompt="1"/>
          </p:nvPr>
        </p:nvSpPr>
        <p:spPr>
          <a:xfrm>
            <a:off x="7055910" y="1716677"/>
            <a:ext cx="3108166" cy="2379898"/>
          </a:xfrm>
          <a:solidFill>
            <a:schemeClr val="bg1">
              <a:lumMod val="95000"/>
            </a:schemeClr>
          </a:solidFill>
        </p:spPr>
        <p:txBody>
          <a:bodyPr/>
          <a:lstStyle>
            <a:lvl1pPr>
              <a:defRPr/>
            </a:lvl1pPr>
            <a:lvl2pPr>
              <a:defRPr/>
            </a:lvl2pPr>
          </a:lstStyle>
          <a:p>
            <a:pPr lvl="0"/>
            <a:r>
              <a:rPr lang="en-GB" dirty="0"/>
              <a:t> </a:t>
            </a:r>
          </a:p>
        </p:txBody>
      </p:sp>
      <p:sp>
        <p:nvSpPr>
          <p:cNvPr id="32" name="Content Placeholder 2"/>
          <p:cNvSpPr>
            <a:spLocks noGrp="1"/>
          </p:cNvSpPr>
          <p:nvPr>
            <p:ph sz="half" idx="31"/>
          </p:nvPr>
        </p:nvSpPr>
        <p:spPr>
          <a:xfrm>
            <a:off x="7055910" y="1716677"/>
            <a:ext cx="3108166"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3" name="Text Placeholder 22"/>
          <p:cNvSpPr>
            <a:spLocks noGrp="1"/>
          </p:cNvSpPr>
          <p:nvPr>
            <p:ph type="body" sz="quarter" idx="53" hasCustomPrompt="1"/>
          </p:nvPr>
        </p:nvSpPr>
        <p:spPr>
          <a:xfrm>
            <a:off x="7055910" y="3939600"/>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35" name="Text Placeholder 21"/>
          <p:cNvSpPr>
            <a:spLocks noGrp="1"/>
          </p:cNvSpPr>
          <p:nvPr>
            <p:ph type="body" sz="quarter" idx="57" hasCustomPrompt="1"/>
          </p:nvPr>
        </p:nvSpPr>
        <p:spPr>
          <a:xfrm>
            <a:off x="3791825" y="1716677"/>
            <a:ext cx="3108166" cy="2379898"/>
          </a:xfrm>
          <a:solidFill>
            <a:schemeClr val="bg1">
              <a:lumMod val="95000"/>
            </a:schemeClr>
          </a:solidFill>
        </p:spPr>
        <p:txBody>
          <a:bodyPr/>
          <a:lstStyle>
            <a:lvl1pPr>
              <a:defRPr/>
            </a:lvl1pPr>
            <a:lvl2pPr>
              <a:defRPr/>
            </a:lvl2pPr>
          </a:lstStyle>
          <a:p>
            <a:pPr lvl="0"/>
            <a:r>
              <a:rPr lang="en-GB" dirty="0"/>
              <a:t> </a:t>
            </a:r>
          </a:p>
        </p:txBody>
      </p:sp>
      <p:sp>
        <p:nvSpPr>
          <p:cNvPr id="36" name="Content Placeholder 2"/>
          <p:cNvSpPr>
            <a:spLocks noGrp="1"/>
          </p:cNvSpPr>
          <p:nvPr>
            <p:ph sz="half" idx="58"/>
          </p:nvPr>
        </p:nvSpPr>
        <p:spPr>
          <a:xfrm>
            <a:off x="3791825" y="1716677"/>
            <a:ext cx="3108166"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7" name="Text Placeholder 22"/>
          <p:cNvSpPr>
            <a:spLocks noGrp="1"/>
          </p:cNvSpPr>
          <p:nvPr>
            <p:ph type="body" sz="quarter" idx="59" hasCustomPrompt="1"/>
          </p:nvPr>
        </p:nvSpPr>
        <p:spPr>
          <a:xfrm>
            <a:off x="3791825" y="3939600"/>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39" name="Text Placeholder 21"/>
          <p:cNvSpPr>
            <a:spLocks noGrp="1"/>
          </p:cNvSpPr>
          <p:nvPr>
            <p:ph type="body" sz="quarter" idx="61" hasCustomPrompt="1"/>
          </p:nvPr>
        </p:nvSpPr>
        <p:spPr>
          <a:xfrm>
            <a:off x="527739" y="1716677"/>
            <a:ext cx="3108166" cy="5158778"/>
          </a:xfrm>
          <a:solidFill>
            <a:schemeClr val="bg1">
              <a:lumMod val="95000"/>
            </a:schemeClr>
          </a:solidFill>
        </p:spPr>
        <p:txBody>
          <a:bodyPr/>
          <a:lstStyle>
            <a:lvl1pPr>
              <a:defRPr/>
            </a:lvl1pPr>
            <a:lvl2pPr>
              <a:defRPr/>
            </a:lvl2pPr>
          </a:lstStyle>
          <a:p>
            <a:pPr lvl="0"/>
            <a:r>
              <a:rPr lang="en-GB" dirty="0"/>
              <a:t> </a:t>
            </a:r>
          </a:p>
        </p:txBody>
      </p:sp>
      <p:sp>
        <p:nvSpPr>
          <p:cNvPr id="40" name="Content Placeholder 2"/>
          <p:cNvSpPr>
            <a:spLocks noGrp="1"/>
          </p:cNvSpPr>
          <p:nvPr>
            <p:ph sz="half" idx="62"/>
          </p:nvPr>
        </p:nvSpPr>
        <p:spPr>
          <a:xfrm>
            <a:off x="527739" y="1716676"/>
            <a:ext cx="3108166" cy="5000053"/>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4" name="Text Placeholder 21"/>
          <p:cNvSpPr>
            <a:spLocks noGrp="1"/>
          </p:cNvSpPr>
          <p:nvPr>
            <p:ph type="body" sz="quarter" idx="65" hasCustomPrompt="1"/>
          </p:nvPr>
        </p:nvSpPr>
        <p:spPr>
          <a:xfrm>
            <a:off x="3791825" y="4493806"/>
            <a:ext cx="6371768" cy="2379898"/>
          </a:xfrm>
          <a:solidFill>
            <a:schemeClr val="bg1">
              <a:lumMod val="95000"/>
            </a:schemeClr>
          </a:solidFill>
        </p:spPr>
        <p:txBody>
          <a:bodyPr/>
          <a:lstStyle>
            <a:lvl1pPr>
              <a:defRPr/>
            </a:lvl1pPr>
            <a:lvl2pPr>
              <a:defRPr/>
            </a:lvl2pPr>
          </a:lstStyle>
          <a:p>
            <a:pPr lvl="0"/>
            <a:r>
              <a:rPr lang="en-GB" dirty="0"/>
              <a:t> </a:t>
            </a:r>
          </a:p>
        </p:txBody>
      </p:sp>
      <p:sp>
        <p:nvSpPr>
          <p:cNvPr id="53" name="Content Placeholder 2"/>
          <p:cNvSpPr>
            <a:spLocks noGrp="1"/>
          </p:cNvSpPr>
          <p:nvPr>
            <p:ph sz="half" idx="66"/>
          </p:nvPr>
        </p:nvSpPr>
        <p:spPr>
          <a:xfrm>
            <a:off x="3791825" y="4493806"/>
            <a:ext cx="6371768"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4" name="Text Placeholder 22"/>
          <p:cNvSpPr>
            <a:spLocks noGrp="1"/>
          </p:cNvSpPr>
          <p:nvPr>
            <p:ph type="body" sz="quarter" idx="67" hasCustomPrompt="1"/>
          </p:nvPr>
        </p:nvSpPr>
        <p:spPr>
          <a:xfrm>
            <a:off x="3791825" y="6716729"/>
            <a:ext cx="6371768"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62" name="Text Placeholder 22"/>
          <p:cNvSpPr>
            <a:spLocks noGrp="1"/>
          </p:cNvSpPr>
          <p:nvPr>
            <p:ph type="body" sz="quarter" idx="75" hasCustomPrompt="1"/>
          </p:nvPr>
        </p:nvSpPr>
        <p:spPr>
          <a:xfrm>
            <a:off x="527256" y="6716729"/>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8" name="Text Placeholder 23"/>
          <p:cNvSpPr>
            <a:spLocks noGrp="1"/>
          </p:cNvSpPr>
          <p:nvPr>
            <p:ph type="body" sz="quarter" idx="45"/>
          </p:nvPr>
        </p:nvSpPr>
        <p:spPr>
          <a:xfrm>
            <a:off x="7055910" y="1478687"/>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3" name="Text Placeholder 23"/>
          <p:cNvSpPr>
            <a:spLocks noGrp="1"/>
          </p:cNvSpPr>
          <p:nvPr>
            <p:ph type="body" sz="quarter" idx="46"/>
          </p:nvPr>
        </p:nvSpPr>
        <p:spPr>
          <a:xfrm>
            <a:off x="3791825" y="1478687"/>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5" name="Text Placeholder 23"/>
          <p:cNvSpPr>
            <a:spLocks noGrp="1"/>
          </p:cNvSpPr>
          <p:nvPr>
            <p:ph type="body" sz="quarter" idx="76"/>
          </p:nvPr>
        </p:nvSpPr>
        <p:spPr>
          <a:xfrm>
            <a:off x="527739" y="1478687"/>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6" name="Text Placeholder 23"/>
          <p:cNvSpPr>
            <a:spLocks noGrp="1"/>
          </p:cNvSpPr>
          <p:nvPr>
            <p:ph type="body" sz="quarter" idx="77"/>
          </p:nvPr>
        </p:nvSpPr>
        <p:spPr>
          <a:xfrm>
            <a:off x="3791825" y="4255816"/>
            <a:ext cx="6371768"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extLst>
      <p:ext uri="{BB962C8B-B14F-4D97-AF65-F5344CB8AC3E}">
        <p14:creationId xmlns:p14="http://schemas.microsoft.com/office/powerpoint/2010/main" val="114102021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Nine charts">
    <p:spTree>
      <p:nvGrpSpPr>
        <p:cNvPr id="1" name=""/>
        <p:cNvGrpSpPr/>
        <p:nvPr/>
      </p:nvGrpSpPr>
      <p:grpSpPr>
        <a:xfrm>
          <a:off x="0" y="0"/>
          <a:ext cx="0" cy="0"/>
          <a:chOff x="0" y="0"/>
          <a:chExt cx="0" cy="0"/>
        </a:xfrm>
      </p:grpSpPr>
      <p:sp>
        <p:nvSpPr>
          <p:cNvPr id="41" name="Content Placeholder 2"/>
          <p:cNvSpPr>
            <a:spLocks noGrp="1"/>
          </p:cNvSpPr>
          <p:nvPr>
            <p:ph sz="half" idx="83"/>
          </p:nvPr>
        </p:nvSpPr>
        <p:spPr>
          <a:xfrm>
            <a:off x="520884" y="1716678"/>
            <a:ext cx="1094883" cy="1626414"/>
          </a:xfrm>
          <a:noFill/>
        </p:spPr>
        <p:txBody>
          <a:bodyPr lIns="72000" tIns="72000" rIns="72000" bIns="72000"/>
          <a:lstStyle>
            <a:lvl1pPr>
              <a:defRPr sz="863"/>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p:txBody>
      </p:sp>
      <p:sp>
        <p:nvSpPr>
          <p:cNvPr id="42" name="Content Placeholder 2"/>
          <p:cNvSpPr>
            <a:spLocks noGrp="1"/>
          </p:cNvSpPr>
          <p:nvPr>
            <p:ph sz="half" idx="84"/>
          </p:nvPr>
        </p:nvSpPr>
        <p:spPr>
          <a:xfrm>
            <a:off x="520884" y="5227684"/>
            <a:ext cx="1094883" cy="1626414"/>
          </a:xfrm>
          <a:noFill/>
        </p:spPr>
        <p:txBody>
          <a:bodyPr lIns="72000" tIns="72000" rIns="72000" bIns="72000"/>
          <a:lstStyle>
            <a:lvl1pPr>
              <a:defRPr sz="863"/>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p:txBody>
      </p:sp>
      <p:sp>
        <p:nvSpPr>
          <p:cNvPr id="43" name="Content Placeholder 2"/>
          <p:cNvSpPr>
            <a:spLocks noGrp="1"/>
          </p:cNvSpPr>
          <p:nvPr>
            <p:ph sz="half" idx="85"/>
          </p:nvPr>
        </p:nvSpPr>
        <p:spPr>
          <a:xfrm>
            <a:off x="520884" y="3472181"/>
            <a:ext cx="1094883" cy="1626414"/>
          </a:xfrm>
          <a:noFill/>
        </p:spPr>
        <p:txBody>
          <a:bodyPr lIns="72000" tIns="72000" rIns="72000" bIns="72000"/>
          <a:lstStyle>
            <a:lvl1pPr>
              <a:defRPr sz="863"/>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p:txBody>
      </p:sp>
      <p:sp>
        <p:nvSpPr>
          <p:cNvPr id="2" name="Title 1"/>
          <p:cNvSpPr>
            <a:spLocks noGrp="1"/>
          </p:cNvSpPr>
          <p:nvPr>
            <p:ph type="title"/>
          </p:nvPr>
        </p:nvSpPr>
        <p:spPr/>
        <p:txBody>
          <a:bodyPr/>
          <a:lstStyle/>
          <a:p>
            <a:r>
              <a:rPr lang="en-US"/>
              <a:t>Click to edit Master title style</a:t>
            </a:r>
            <a:endParaRPr lang="en-GB"/>
          </a:p>
        </p:txBody>
      </p:sp>
      <p:sp>
        <p:nvSpPr>
          <p:cNvPr id="56" name="Text Placeholder 21"/>
          <p:cNvSpPr>
            <a:spLocks noGrp="1"/>
          </p:cNvSpPr>
          <p:nvPr>
            <p:ph type="body" sz="quarter" idx="53" hasCustomPrompt="1"/>
          </p:nvPr>
        </p:nvSpPr>
        <p:spPr>
          <a:xfrm>
            <a:off x="7444174" y="1716678"/>
            <a:ext cx="2719631" cy="1627126"/>
          </a:xfrm>
          <a:solidFill>
            <a:schemeClr val="bg1">
              <a:lumMod val="95000"/>
            </a:schemeClr>
          </a:solidFill>
        </p:spPr>
        <p:txBody>
          <a:bodyPr/>
          <a:lstStyle>
            <a:lvl1pPr>
              <a:defRPr/>
            </a:lvl1pPr>
            <a:lvl2pPr>
              <a:defRPr/>
            </a:lvl2pPr>
          </a:lstStyle>
          <a:p>
            <a:pPr lvl="0"/>
            <a:r>
              <a:rPr lang="en-GB" dirty="0"/>
              <a:t> </a:t>
            </a:r>
          </a:p>
        </p:txBody>
      </p:sp>
      <p:sp>
        <p:nvSpPr>
          <p:cNvPr id="57" name="Content Placeholder 2"/>
          <p:cNvSpPr>
            <a:spLocks noGrp="1"/>
          </p:cNvSpPr>
          <p:nvPr>
            <p:ph sz="half" idx="54"/>
          </p:nvPr>
        </p:nvSpPr>
        <p:spPr>
          <a:xfrm>
            <a:off x="7444174" y="1716075"/>
            <a:ext cx="2719903" cy="1490496"/>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8" name="Text Placeholder 22"/>
          <p:cNvSpPr>
            <a:spLocks noGrp="1"/>
          </p:cNvSpPr>
          <p:nvPr>
            <p:ph type="body" sz="quarter" idx="55" hasCustomPrompt="1"/>
          </p:nvPr>
        </p:nvSpPr>
        <p:spPr>
          <a:xfrm>
            <a:off x="7444174" y="3186118"/>
            <a:ext cx="2719903"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65" name="Text Placeholder 21"/>
          <p:cNvSpPr>
            <a:spLocks noGrp="1"/>
          </p:cNvSpPr>
          <p:nvPr>
            <p:ph type="body" sz="quarter" idx="56" hasCustomPrompt="1"/>
          </p:nvPr>
        </p:nvSpPr>
        <p:spPr>
          <a:xfrm>
            <a:off x="7443902" y="5226972"/>
            <a:ext cx="2719631" cy="1627126"/>
          </a:xfrm>
          <a:solidFill>
            <a:schemeClr val="bg1">
              <a:lumMod val="95000"/>
            </a:schemeClr>
          </a:solidFill>
        </p:spPr>
        <p:txBody>
          <a:bodyPr/>
          <a:lstStyle>
            <a:lvl1pPr>
              <a:defRPr/>
            </a:lvl1pPr>
            <a:lvl2pPr>
              <a:defRPr/>
            </a:lvl2pPr>
          </a:lstStyle>
          <a:p>
            <a:pPr lvl="0"/>
            <a:r>
              <a:rPr lang="en-GB" dirty="0"/>
              <a:t> </a:t>
            </a:r>
          </a:p>
        </p:txBody>
      </p:sp>
      <p:sp>
        <p:nvSpPr>
          <p:cNvPr id="66" name="Content Placeholder 2"/>
          <p:cNvSpPr>
            <a:spLocks noGrp="1"/>
          </p:cNvSpPr>
          <p:nvPr>
            <p:ph sz="half" idx="57"/>
          </p:nvPr>
        </p:nvSpPr>
        <p:spPr>
          <a:xfrm>
            <a:off x="7443902" y="5227082"/>
            <a:ext cx="2719903" cy="1490496"/>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7" name="Text Placeholder 22"/>
          <p:cNvSpPr>
            <a:spLocks noGrp="1"/>
          </p:cNvSpPr>
          <p:nvPr>
            <p:ph type="body" sz="quarter" idx="58" hasCustomPrompt="1"/>
          </p:nvPr>
        </p:nvSpPr>
        <p:spPr>
          <a:xfrm>
            <a:off x="7443902" y="6694578"/>
            <a:ext cx="2719903"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68" name="Text Placeholder 21"/>
          <p:cNvSpPr>
            <a:spLocks noGrp="1"/>
          </p:cNvSpPr>
          <p:nvPr>
            <p:ph type="body" sz="quarter" idx="59" hasCustomPrompt="1"/>
          </p:nvPr>
        </p:nvSpPr>
        <p:spPr>
          <a:xfrm>
            <a:off x="7443630" y="3481641"/>
            <a:ext cx="2719631" cy="1627126"/>
          </a:xfrm>
          <a:solidFill>
            <a:schemeClr val="bg1">
              <a:lumMod val="95000"/>
            </a:schemeClr>
          </a:solidFill>
        </p:spPr>
        <p:txBody>
          <a:bodyPr/>
          <a:lstStyle>
            <a:lvl1pPr>
              <a:defRPr/>
            </a:lvl1pPr>
            <a:lvl2pPr>
              <a:defRPr/>
            </a:lvl2pPr>
          </a:lstStyle>
          <a:p>
            <a:pPr lvl="0"/>
            <a:r>
              <a:rPr lang="en-GB" dirty="0"/>
              <a:t> </a:t>
            </a:r>
          </a:p>
        </p:txBody>
      </p:sp>
      <p:sp>
        <p:nvSpPr>
          <p:cNvPr id="69" name="Content Placeholder 2"/>
          <p:cNvSpPr>
            <a:spLocks noGrp="1"/>
          </p:cNvSpPr>
          <p:nvPr>
            <p:ph sz="half" idx="60"/>
          </p:nvPr>
        </p:nvSpPr>
        <p:spPr>
          <a:xfrm>
            <a:off x="7443630" y="3471578"/>
            <a:ext cx="2719903" cy="1490496"/>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0" name="Text Placeholder 22"/>
          <p:cNvSpPr>
            <a:spLocks noGrp="1"/>
          </p:cNvSpPr>
          <p:nvPr>
            <p:ph type="body" sz="quarter" idx="61" hasCustomPrompt="1"/>
          </p:nvPr>
        </p:nvSpPr>
        <p:spPr>
          <a:xfrm>
            <a:off x="7443630" y="4951792"/>
            <a:ext cx="2719903"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72" name="Text Placeholder 21"/>
          <p:cNvSpPr>
            <a:spLocks noGrp="1"/>
          </p:cNvSpPr>
          <p:nvPr>
            <p:ph type="body" sz="quarter" idx="63" hasCustomPrompt="1"/>
          </p:nvPr>
        </p:nvSpPr>
        <p:spPr>
          <a:xfrm>
            <a:off x="1745572" y="1716678"/>
            <a:ext cx="2719631" cy="1627126"/>
          </a:xfrm>
          <a:solidFill>
            <a:schemeClr val="bg1">
              <a:lumMod val="95000"/>
            </a:schemeClr>
          </a:solidFill>
        </p:spPr>
        <p:txBody>
          <a:bodyPr/>
          <a:lstStyle>
            <a:lvl1pPr>
              <a:defRPr/>
            </a:lvl1pPr>
            <a:lvl2pPr>
              <a:defRPr/>
            </a:lvl2pPr>
          </a:lstStyle>
          <a:p>
            <a:pPr lvl="0"/>
            <a:r>
              <a:rPr lang="en-GB" dirty="0"/>
              <a:t> </a:t>
            </a:r>
          </a:p>
        </p:txBody>
      </p:sp>
      <p:sp>
        <p:nvSpPr>
          <p:cNvPr id="73" name="Content Placeholder 2"/>
          <p:cNvSpPr>
            <a:spLocks noGrp="1"/>
          </p:cNvSpPr>
          <p:nvPr>
            <p:ph sz="half" idx="64"/>
          </p:nvPr>
        </p:nvSpPr>
        <p:spPr>
          <a:xfrm>
            <a:off x="1745300" y="1716075"/>
            <a:ext cx="2719903" cy="1490496"/>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4" name="Text Placeholder 22"/>
          <p:cNvSpPr>
            <a:spLocks noGrp="1"/>
          </p:cNvSpPr>
          <p:nvPr>
            <p:ph type="body" sz="quarter" idx="65" hasCustomPrompt="1"/>
          </p:nvPr>
        </p:nvSpPr>
        <p:spPr>
          <a:xfrm>
            <a:off x="1745300" y="3186118"/>
            <a:ext cx="2719903"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75" name="Text Placeholder 21"/>
          <p:cNvSpPr>
            <a:spLocks noGrp="1"/>
          </p:cNvSpPr>
          <p:nvPr>
            <p:ph type="body" sz="quarter" idx="66" hasCustomPrompt="1"/>
          </p:nvPr>
        </p:nvSpPr>
        <p:spPr>
          <a:xfrm>
            <a:off x="1745572" y="5226972"/>
            <a:ext cx="2719631" cy="1627126"/>
          </a:xfrm>
          <a:solidFill>
            <a:schemeClr val="bg1">
              <a:lumMod val="95000"/>
            </a:schemeClr>
          </a:solidFill>
        </p:spPr>
        <p:txBody>
          <a:bodyPr/>
          <a:lstStyle>
            <a:lvl1pPr>
              <a:defRPr/>
            </a:lvl1pPr>
            <a:lvl2pPr>
              <a:defRPr/>
            </a:lvl2pPr>
          </a:lstStyle>
          <a:p>
            <a:pPr lvl="0"/>
            <a:r>
              <a:rPr lang="en-GB" dirty="0"/>
              <a:t> </a:t>
            </a:r>
          </a:p>
        </p:txBody>
      </p:sp>
      <p:sp>
        <p:nvSpPr>
          <p:cNvPr id="76" name="Content Placeholder 2"/>
          <p:cNvSpPr>
            <a:spLocks noGrp="1"/>
          </p:cNvSpPr>
          <p:nvPr>
            <p:ph sz="half" idx="67"/>
          </p:nvPr>
        </p:nvSpPr>
        <p:spPr>
          <a:xfrm>
            <a:off x="1745300" y="5227082"/>
            <a:ext cx="2719903" cy="1490496"/>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7" name="Text Placeholder 22"/>
          <p:cNvSpPr>
            <a:spLocks noGrp="1"/>
          </p:cNvSpPr>
          <p:nvPr>
            <p:ph type="body" sz="quarter" idx="68" hasCustomPrompt="1"/>
          </p:nvPr>
        </p:nvSpPr>
        <p:spPr>
          <a:xfrm>
            <a:off x="1745300" y="6694578"/>
            <a:ext cx="2719903"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78" name="Text Placeholder 21"/>
          <p:cNvSpPr>
            <a:spLocks noGrp="1"/>
          </p:cNvSpPr>
          <p:nvPr>
            <p:ph type="body" sz="quarter" idx="69" hasCustomPrompt="1"/>
          </p:nvPr>
        </p:nvSpPr>
        <p:spPr>
          <a:xfrm>
            <a:off x="1745572" y="3481641"/>
            <a:ext cx="2719631" cy="1627126"/>
          </a:xfrm>
          <a:solidFill>
            <a:schemeClr val="bg1">
              <a:lumMod val="95000"/>
            </a:schemeClr>
          </a:solidFill>
        </p:spPr>
        <p:txBody>
          <a:bodyPr/>
          <a:lstStyle>
            <a:lvl1pPr>
              <a:defRPr/>
            </a:lvl1pPr>
            <a:lvl2pPr>
              <a:defRPr/>
            </a:lvl2pPr>
          </a:lstStyle>
          <a:p>
            <a:pPr lvl="0"/>
            <a:r>
              <a:rPr lang="en-GB" dirty="0"/>
              <a:t> </a:t>
            </a:r>
          </a:p>
        </p:txBody>
      </p:sp>
      <p:sp>
        <p:nvSpPr>
          <p:cNvPr id="79" name="Content Placeholder 2"/>
          <p:cNvSpPr>
            <a:spLocks noGrp="1"/>
          </p:cNvSpPr>
          <p:nvPr>
            <p:ph sz="half" idx="70"/>
          </p:nvPr>
        </p:nvSpPr>
        <p:spPr>
          <a:xfrm>
            <a:off x="1745300" y="3471578"/>
            <a:ext cx="2719903" cy="1490496"/>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0" name="Text Placeholder 22"/>
          <p:cNvSpPr>
            <a:spLocks noGrp="1"/>
          </p:cNvSpPr>
          <p:nvPr>
            <p:ph type="body" sz="quarter" idx="71" hasCustomPrompt="1"/>
          </p:nvPr>
        </p:nvSpPr>
        <p:spPr>
          <a:xfrm>
            <a:off x="1745300" y="4951792"/>
            <a:ext cx="2719903"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82" name="Text Placeholder 21"/>
          <p:cNvSpPr>
            <a:spLocks noGrp="1"/>
          </p:cNvSpPr>
          <p:nvPr>
            <p:ph type="body" sz="quarter" idx="73" hasCustomPrompt="1"/>
          </p:nvPr>
        </p:nvSpPr>
        <p:spPr>
          <a:xfrm>
            <a:off x="4595008" y="1715664"/>
            <a:ext cx="2719631" cy="1627126"/>
          </a:xfrm>
          <a:solidFill>
            <a:schemeClr val="bg1">
              <a:lumMod val="95000"/>
            </a:schemeClr>
          </a:solidFill>
        </p:spPr>
        <p:txBody>
          <a:bodyPr/>
          <a:lstStyle>
            <a:lvl1pPr>
              <a:defRPr/>
            </a:lvl1pPr>
            <a:lvl2pPr>
              <a:defRPr/>
            </a:lvl2pPr>
          </a:lstStyle>
          <a:p>
            <a:pPr lvl="0"/>
            <a:r>
              <a:rPr lang="en-GB" dirty="0"/>
              <a:t> </a:t>
            </a:r>
          </a:p>
        </p:txBody>
      </p:sp>
      <p:sp>
        <p:nvSpPr>
          <p:cNvPr id="83" name="Content Placeholder 2"/>
          <p:cNvSpPr>
            <a:spLocks noGrp="1"/>
          </p:cNvSpPr>
          <p:nvPr>
            <p:ph sz="half" idx="74"/>
          </p:nvPr>
        </p:nvSpPr>
        <p:spPr>
          <a:xfrm>
            <a:off x="4594736" y="1716075"/>
            <a:ext cx="2719903" cy="1490496"/>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4" name="Text Placeholder 22"/>
          <p:cNvSpPr>
            <a:spLocks noGrp="1"/>
          </p:cNvSpPr>
          <p:nvPr>
            <p:ph type="body" sz="quarter" idx="75" hasCustomPrompt="1"/>
          </p:nvPr>
        </p:nvSpPr>
        <p:spPr>
          <a:xfrm>
            <a:off x="4594736" y="3186118"/>
            <a:ext cx="2719903"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85" name="Text Placeholder 21"/>
          <p:cNvSpPr>
            <a:spLocks noGrp="1"/>
          </p:cNvSpPr>
          <p:nvPr>
            <p:ph type="body" sz="quarter" idx="76" hasCustomPrompt="1"/>
          </p:nvPr>
        </p:nvSpPr>
        <p:spPr>
          <a:xfrm>
            <a:off x="4595008" y="5226972"/>
            <a:ext cx="2719631" cy="1627126"/>
          </a:xfrm>
          <a:solidFill>
            <a:schemeClr val="bg1">
              <a:lumMod val="95000"/>
            </a:schemeClr>
          </a:solidFill>
        </p:spPr>
        <p:txBody>
          <a:bodyPr/>
          <a:lstStyle>
            <a:lvl1pPr>
              <a:defRPr/>
            </a:lvl1pPr>
            <a:lvl2pPr>
              <a:defRPr/>
            </a:lvl2pPr>
          </a:lstStyle>
          <a:p>
            <a:pPr lvl="0"/>
            <a:r>
              <a:rPr lang="en-GB" dirty="0"/>
              <a:t> </a:t>
            </a:r>
          </a:p>
        </p:txBody>
      </p:sp>
      <p:sp>
        <p:nvSpPr>
          <p:cNvPr id="86" name="Content Placeholder 2"/>
          <p:cNvSpPr>
            <a:spLocks noGrp="1"/>
          </p:cNvSpPr>
          <p:nvPr>
            <p:ph sz="half" idx="77"/>
          </p:nvPr>
        </p:nvSpPr>
        <p:spPr>
          <a:xfrm>
            <a:off x="4594736" y="5227082"/>
            <a:ext cx="2719903" cy="1490496"/>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7" name="Text Placeholder 22"/>
          <p:cNvSpPr>
            <a:spLocks noGrp="1"/>
          </p:cNvSpPr>
          <p:nvPr>
            <p:ph type="body" sz="quarter" idx="78" hasCustomPrompt="1"/>
          </p:nvPr>
        </p:nvSpPr>
        <p:spPr>
          <a:xfrm>
            <a:off x="4594736" y="6694578"/>
            <a:ext cx="2719903"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88" name="Text Placeholder 21"/>
          <p:cNvSpPr>
            <a:spLocks noGrp="1"/>
          </p:cNvSpPr>
          <p:nvPr>
            <p:ph type="body" sz="quarter" idx="79" hasCustomPrompt="1"/>
          </p:nvPr>
        </p:nvSpPr>
        <p:spPr>
          <a:xfrm>
            <a:off x="4595008" y="3480627"/>
            <a:ext cx="2719631" cy="1627126"/>
          </a:xfrm>
          <a:solidFill>
            <a:schemeClr val="bg1">
              <a:lumMod val="95000"/>
            </a:schemeClr>
          </a:solidFill>
        </p:spPr>
        <p:txBody>
          <a:bodyPr/>
          <a:lstStyle>
            <a:lvl1pPr>
              <a:defRPr/>
            </a:lvl1pPr>
            <a:lvl2pPr>
              <a:defRPr/>
            </a:lvl2pPr>
          </a:lstStyle>
          <a:p>
            <a:pPr lvl="0"/>
            <a:r>
              <a:rPr lang="en-GB" dirty="0"/>
              <a:t> </a:t>
            </a:r>
          </a:p>
        </p:txBody>
      </p:sp>
      <p:sp>
        <p:nvSpPr>
          <p:cNvPr id="89" name="Content Placeholder 2"/>
          <p:cNvSpPr>
            <a:spLocks noGrp="1"/>
          </p:cNvSpPr>
          <p:nvPr>
            <p:ph sz="half" idx="80"/>
          </p:nvPr>
        </p:nvSpPr>
        <p:spPr>
          <a:xfrm>
            <a:off x="4594736" y="3471578"/>
            <a:ext cx="2719903" cy="1490496"/>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0" name="Text Placeholder 22"/>
          <p:cNvSpPr>
            <a:spLocks noGrp="1"/>
          </p:cNvSpPr>
          <p:nvPr>
            <p:ph type="body" sz="quarter" idx="81" hasCustomPrompt="1"/>
          </p:nvPr>
        </p:nvSpPr>
        <p:spPr>
          <a:xfrm>
            <a:off x="4594736" y="4951792"/>
            <a:ext cx="2719903"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38" name="Text Placeholder 7"/>
          <p:cNvSpPr>
            <a:spLocks noGrp="1"/>
          </p:cNvSpPr>
          <p:nvPr>
            <p:ph type="body" sz="quarter" idx="32"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37" name="Text Placeholder 23"/>
          <p:cNvSpPr>
            <a:spLocks noGrp="1"/>
          </p:cNvSpPr>
          <p:nvPr>
            <p:ph type="body" sz="quarter" idx="45"/>
          </p:nvPr>
        </p:nvSpPr>
        <p:spPr>
          <a:xfrm>
            <a:off x="7443629" y="1478686"/>
            <a:ext cx="2720447" cy="237991"/>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9" name="Text Placeholder 23"/>
          <p:cNvSpPr>
            <a:spLocks noGrp="1"/>
          </p:cNvSpPr>
          <p:nvPr>
            <p:ph type="body" sz="quarter" idx="46"/>
          </p:nvPr>
        </p:nvSpPr>
        <p:spPr>
          <a:xfrm>
            <a:off x="4594192" y="1478686"/>
            <a:ext cx="2720447" cy="237991"/>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0" name="Text Placeholder 23"/>
          <p:cNvSpPr>
            <a:spLocks noGrp="1"/>
          </p:cNvSpPr>
          <p:nvPr>
            <p:ph type="body" sz="quarter" idx="82"/>
          </p:nvPr>
        </p:nvSpPr>
        <p:spPr>
          <a:xfrm>
            <a:off x="1744756" y="1478686"/>
            <a:ext cx="2720447" cy="237991"/>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extLst>
      <p:ext uri="{BB962C8B-B14F-4D97-AF65-F5344CB8AC3E}">
        <p14:creationId xmlns:p14="http://schemas.microsoft.com/office/powerpoint/2010/main" val="373824834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hree chart, three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72" name="Text Placeholder 21"/>
          <p:cNvSpPr>
            <a:spLocks noGrp="1"/>
          </p:cNvSpPr>
          <p:nvPr>
            <p:ph type="body" sz="quarter" idx="63" hasCustomPrompt="1"/>
          </p:nvPr>
        </p:nvSpPr>
        <p:spPr>
          <a:xfrm>
            <a:off x="915757" y="1479290"/>
            <a:ext cx="4352883" cy="1627126"/>
          </a:xfrm>
          <a:solidFill>
            <a:schemeClr val="bg1">
              <a:lumMod val="95000"/>
            </a:schemeClr>
          </a:solidFill>
        </p:spPr>
        <p:txBody>
          <a:bodyPr/>
          <a:lstStyle>
            <a:lvl1pPr>
              <a:defRPr/>
            </a:lvl1pPr>
            <a:lvl2pPr>
              <a:defRPr/>
            </a:lvl2pPr>
          </a:lstStyle>
          <a:p>
            <a:pPr lvl="0"/>
            <a:r>
              <a:rPr lang="en-GB" dirty="0"/>
              <a:t> </a:t>
            </a:r>
          </a:p>
        </p:txBody>
      </p:sp>
      <p:sp>
        <p:nvSpPr>
          <p:cNvPr id="73" name="Content Placeholder 2"/>
          <p:cNvSpPr>
            <a:spLocks noGrp="1"/>
          </p:cNvSpPr>
          <p:nvPr>
            <p:ph sz="half" idx="64"/>
          </p:nvPr>
        </p:nvSpPr>
        <p:spPr>
          <a:xfrm>
            <a:off x="915323" y="1478688"/>
            <a:ext cx="4353317" cy="1490496"/>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4" name="Text Placeholder 22"/>
          <p:cNvSpPr>
            <a:spLocks noGrp="1"/>
          </p:cNvSpPr>
          <p:nvPr>
            <p:ph type="body" sz="quarter" idx="65" hasCustomPrompt="1"/>
          </p:nvPr>
        </p:nvSpPr>
        <p:spPr>
          <a:xfrm>
            <a:off x="915486" y="2948730"/>
            <a:ext cx="4353317"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75" name="Text Placeholder 21"/>
          <p:cNvSpPr>
            <a:spLocks noGrp="1"/>
          </p:cNvSpPr>
          <p:nvPr>
            <p:ph type="body" sz="quarter" idx="66" hasCustomPrompt="1"/>
          </p:nvPr>
        </p:nvSpPr>
        <p:spPr>
          <a:xfrm>
            <a:off x="915485" y="5226972"/>
            <a:ext cx="4352883" cy="1627126"/>
          </a:xfrm>
          <a:solidFill>
            <a:schemeClr val="bg1">
              <a:lumMod val="95000"/>
            </a:schemeClr>
          </a:solidFill>
        </p:spPr>
        <p:txBody>
          <a:bodyPr/>
          <a:lstStyle>
            <a:lvl1pPr>
              <a:defRPr/>
            </a:lvl1pPr>
            <a:lvl2pPr>
              <a:defRPr/>
            </a:lvl2pPr>
          </a:lstStyle>
          <a:p>
            <a:pPr lvl="0"/>
            <a:r>
              <a:rPr lang="en-GB" dirty="0"/>
              <a:t> </a:t>
            </a:r>
          </a:p>
        </p:txBody>
      </p:sp>
      <p:sp>
        <p:nvSpPr>
          <p:cNvPr id="76" name="Content Placeholder 2"/>
          <p:cNvSpPr>
            <a:spLocks noGrp="1"/>
          </p:cNvSpPr>
          <p:nvPr>
            <p:ph sz="half" idx="67"/>
          </p:nvPr>
        </p:nvSpPr>
        <p:spPr>
          <a:xfrm>
            <a:off x="915051" y="5227082"/>
            <a:ext cx="4353317" cy="1490496"/>
          </a:xfrm>
          <a:noFill/>
        </p:spPr>
        <p:txBody>
          <a:bodyPr lIns="72000" tIns="72000" rIns="72000" bIns="72000"/>
          <a:lstStyle>
            <a:lvl1pPr>
              <a:defRPr sz="863" i="1"/>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7" name="Text Placeholder 22"/>
          <p:cNvSpPr>
            <a:spLocks noGrp="1"/>
          </p:cNvSpPr>
          <p:nvPr>
            <p:ph type="body" sz="quarter" idx="68" hasCustomPrompt="1"/>
          </p:nvPr>
        </p:nvSpPr>
        <p:spPr>
          <a:xfrm>
            <a:off x="915486" y="6694578"/>
            <a:ext cx="4353317"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78" name="Text Placeholder 21"/>
          <p:cNvSpPr>
            <a:spLocks noGrp="1"/>
          </p:cNvSpPr>
          <p:nvPr>
            <p:ph type="body" sz="quarter" idx="69" hasCustomPrompt="1"/>
          </p:nvPr>
        </p:nvSpPr>
        <p:spPr>
          <a:xfrm>
            <a:off x="915485" y="3353131"/>
            <a:ext cx="4352883" cy="1627126"/>
          </a:xfrm>
          <a:solidFill>
            <a:schemeClr val="bg1">
              <a:lumMod val="95000"/>
            </a:schemeClr>
          </a:solidFill>
        </p:spPr>
        <p:txBody>
          <a:bodyPr/>
          <a:lstStyle>
            <a:lvl1pPr>
              <a:defRPr/>
            </a:lvl1pPr>
            <a:lvl2pPr>
              <a:defRPr/>
            </a:lvl2pPr>
          </a:lstStyle>
          <a:p>
            <a:pPr lvl="0"/>
            <a:r>
              <a:rPr lang="en-GB" dirty="0"/>
              <a:t> </a:t>
            </a:r>
          </a:p>
        </p:txBody>
      </p:sp>
      <p:sp>
        <p:nvSpPr>
          <p:cNvPr id="79" name="Content Placeholder 2"/>
          <p:cNvSpPr>
            <a:spLocks noGrp="1"/>
          </p:cNvSpPr>
          <p:nvPr>
            <p:ph sz="half" idx="70"/>
          </p:nvPr>
        </p:nvSpPr>
        <p:spPr>
          <a:xfrm>
            <a:off x="915051" y="3353131"/>
            <a:ext cx="4353317" cy="1490496"/>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0" name="Text Placeholder 22"/>
          <p:cNvSpPr>
            <a:spLocks noGrp="1"/>
          </p:cNvSpPr>
          <p:nvPr>
            <p:ph type="body" sz="quarter" idx="71" hasCustomPrompt="1"/>
          </p:nvPr>
        </p:nvSpPr>
        <p:spPr>
          <a:xfrm>
            <a:off x="915486" y="4823282"/>
            <a:ext cx="4353317"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38" name="Text Placeholder 7"/>
          <p:cNvSpPr>
            <a:spLocks noGrp="1"/>
          </p:cNvSpPr>
          <p:nvPr>
            <p:ph type="body" sz="quarter" idx="32"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41" name="Text Placeholder 21"/>
          <p:cNvSpPr>
            <a:spLocks noGrp="1"/>
          </p:cNvSpPr>
          <p:nvPr>
            <p:ph type="body" sz="quarter" idx="83" hasCustomPrompt="1"/>
          </p:nvPr>
        </p:nvSpPr>
        <p:spPr>
          <a:xfrm>
            <a:off x="5423718" y="1479290"/>
            <a:ext cx="4740591" cy="1627126"/>
          </a:xfrm>
          <a:solidFill>
            <a:schemeClr val="bg1">
              <a:lumMod val="95000"/>
            </a:schemeClr>
          </a:solidFill>
        </p:spPr>
        <p:txBody>
          <a:bodyPr/>
          <a:lstStyle>
            <a:lvl1pPr>
              <a:defRPr/>
            </a:lvl1pPr>
            <a:lvl2pPr>
              <a:defRPr/>
            </a:lvl2pPr>
          </a:lstStyle>
          <a:p>
            <a:pPr lvl="0"/>
            <a:r>
              <a:rPr lang="en-GB" dirty="0"/>
              <a:t> </a:t>
            </a:r>
          </a:p>
        </p:txBody>
      </p:sp>
      <p:sp>
        <p:nvSpPr>
          <p:cNvPr id="42" name="Content Placeholder 2"/>
          <p:cNvSpPr>
            <a:spLocks noGrp="1"/>
          </p:cNvSpPr>
          <p:nvPr>
            <p:ph sz="half" idx="84"/>
          </p:nvPr>
        </p:nvSpPr>
        <p:spPr>
          <a:xfrm>
            <a:off x="5423283" y="1479291"/>
            <a:ext cx="4741065" cy="1490496"/>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3" name="Text Placeholder 22"/>
          <p:cNvSpPr>
            <a:spLocks noGrp="1"/>
          </p:cNvSpPr>
          <p:nvPr>
            <p:ph type="body" sz="quarter" idx="85" hasCustomPrompt="1"/>
          </p:nvPr>
        </p:nvSpPr>
        <p:spPr>
          <a:xfrm>
            <a:off x="5423446" y="2949442"/>
            <a:ext cx="4741065"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44" name="Text Placeholder 21"/>
          <p:cNvSpPr>
            <a:spLocks noGrp="1"/>
          </p:cNvSpPr>
          <p:nvPr>
            <p:ph type="body" sz="quarter" idx="86" hasCustomPrompt="1"/>
          </p:nvPr>
        </p:nvSpPr>
        <p:spPr>
          <a:xfrm>
            <a:off x="5423446" y="5227081"/>
            <a:ext cx="4740591" cy="1627126"/>
          </a:xfrm>
          <a:solidFill>
            <a:schemeClr val="bg1">
              <a:lumMod val="95000"/>
            </a:schemeClr>
          </a:solidFill>
        </p:spPr>
        <p:txBody>
          <a:bodyPr/>
          <a:lstStyle>
            <a:lvl1pPr>
              <a:defRPr/>
            </a:lvl1pPr>
            <a:lvl2pPr>
              <a:defRPr/>
            </a:lvl2pPr>
          </a:lstStyle>
          <a:p>
            <a:pPr lvl="0"/>
            <a:r>
              <a:rPr lang="en-GB" dirty="0"/>
              <a:t> </a:t>
            </a:r>
          </a:p>
        </p:txBody>
      </p:sp>
      <p:sp>
        <p:nvSpPr>
          <p:cNvPr id="45" name="Content Placeholder 2"/>
          <p:cNvSpPr>
            <a:spLocks noGrp="1"/>
          </p:cNvSpPr>
          <p:nvPr>
            <p:ph sz="half" idx="87"/>
          </p:nvPr>
        </p:nvSpPr>
        <p:spPr>
          <a:xfrm>
            <a:off x="5423011" y="5227082"/>
            <a:ext cx="4741065" cy="1490496"/>
          </a:xfrm>
          <a:noFill/>
        </p:spPr>
        <p:txBody>
          <a:bodyPr lIns="72000" tIns="72000" rIns="72000" bIns="72000"/>
          <a:lstStyle>
            <a:lvl1pPr>
              <a:defRPr sz="863" i="1"/>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6" name="Text Placeholder 22"/>
          <p:cNvSpPr>
            <a:spLocks noGrp="1"/>
          </p:cNvSpPr>
          <p:nvPr>
            <p:ph type="body" sz="quarter" idx="88" hasCustomPrompt="1"/>
          </p:nvPr>
        </p:nvSpPr>
        <p:spPr>
          <a:xfrm>
            <a:off x="5423446" y="6697124"/>
            <a:ext cx="4741065"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47" name="Text Placeholder 21"/>
          <p:cNvSpPr>
            <a:spLocks noGrp="1"/>
          </p:cNvSpPr>
          <p:nvPr>
            <p:ph type="body" sz="quarter" idx="89" hasCustomPrompt="1"/>
          </p:nvPr>
        </p:nvSpPr>
        <p:spPr>
          <a:xfrm>
            <a:off x="5423446" y="3353131"/>
            <a:ext cx="4740591" cy="1627126"/>
          </a:xfrm>
          <a:solidFill>
            <a:schemeClr val="bg1">
              <a:lumMod val="95000"/>
            </a:schemeClr>
          </a:solidFill>
        </p:spPr>
        <p:txBody>
          <a:bodyPr/>
          <a:lstStyle>
            <a:lvl1pPr>
              <a:defRPr/>
            </a:lvl1pPr>
            <a:lvl2pPr>
              <a:defRPr/>
            </a:lvl2pPr>
          </a:lstStyle>
          <a:p>
            <a:pPr lvl="0"/>
            <a:r>
              <a:rPr lang="en-GB" dirty="0"/>
              <a:t> </a:t>
            </a:r>
          </a:p>
        </p:txBody>
      </p:sp>
      <p:sp>
        <p:nvSpPr>
          <p:cNvPr id="48" name="Content Placeholder 2"/>
          <p:cNvSpPr>
            <a:spLocks noGrp="1"/>
          </p:cNvSpPr>
          <p:nvPr>
            <p:ph sz="half" idx="90"/>
          </p:nvPr>
        </p:nvSpPr>
        <p:spPr>
          <a:xfrm>
            <a:off x="5423011" y="3353131"/>
            <a:ext cx="4741065" cy="1490496"/>
          </a:xfrm>
          <a:noFill/>
        </p:spPr>
        <p:txBody>
          <a:bodyPr lIns="72000" tIns="72000" rIns="72000" bIns="72000"/>
          <a:lstStyle>
            <a:lvl1pPr>
              <a:defRPr sz="863" i="1"/>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9" name="Text Placeholder 22"/>
          <p:cNvSpPr>
            <a:spLocks noGrp="1"/>
          </p:cNvSpPr>
          <p:nvPr>
            <p:ph type="body" sz="quarter" idx="91" hasCustomPrompt="1"/>
          </p:nvPr>
        </p:nvSpPr>
        <p:spPr>
          <a:xfrm>
            <a:off x="5423446" y="4823282"/>
            <a:ext cx="4741065"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60" name="Text Placeholder 59"/>
          <p:cNvSpPr>
            <a:spLocks noGrp="1"/>
          </p:cNvSpPr>
          <p:nvPr>
            <p:ph type="body" sz="quarter" idx="94"/>
          </p:nvPr>
        </p:nvSpPr>
        <p:spPr>
          <a:xfrm rot="16200000">
            <a:off x="-169258" y="2175682"/>
            <a:ext cx="1627017" cy="233027"/>
          </a:xfrm>
        </p:spPr>
        <p:txBody>
          <a:bodyPr/>
          <a:lstStyle>
            <a:lvl1pPr algn="ctr">
              <a:defRPr/>
            </a:lvl1pPr>
            <a:lvl2pPr algn="ctr">
              <a:defRPr/>
            </a:lvl2pPr>
            <a:lvl3pPr algn="ctr">
              <a:defRPr/>
            </a:lvl3pPr>
            <a:lvl4pPr algn="ctr">
              <a:defRPr/>
            </a:lvl4pPr>
            <a:lvl5pPr algn="ctr">
              <a:defRPr/>
            </a:lvl5pPr>
          </a:lstStyle>
          <a:p>
            <a:pPr lvl="0"/>
            <a:r>
              <a:rPr lang="en-US"/>
              <a:t>Click to edit Master text styles</a:t>
            </a:r>
          </a:p>
        </p:txBody>
      </p:sp>
      <p:sp>
        <p:nvSpPr>
          <p:cNvPr id="61" name="Text Placeholder 59"/>
          <p:cNvSpPr>
            <a:spLocks noGrp="1"/>
          </p:cNvSpPr>
          <p:nvPr>
            <p:ph type="body" sz="quarter" idx="95"/>
          </p:nvPr>
        </p:nvSpPr>
        <p:spPr>
          <a:xfrm rot="16200000">
            <a:off x="-169258" y="5921531"/>
            <a:ext cx="1627017" cy="233027"/>
          </a:xfrm>
        </p:spPr>
        <p:txBody>
          <a:bodyPr/>
          <a:lstStyle>
            <a:lvl1pPr algn="ctr">
              <a:defRPr/>
            </a:lvl1pPr>
            <a:lvl2pPr algn="ctr">
              <a:defRPr/>
            </a:lvl2pPr>
            <a:lvl3pPr algn="ctr">
              <a:defRPr/>
            </a:lvl3pPr>
            <a:lvl4pPr algn="ctr">
              <a:defRPr/>
            </a:lvl4pPr>
            <a:lvl5pPr algn="ctr">
              <a:defRPr/>
            </a:lvl5pPr>
          </a:lstStyle>
          <a:p>
            <a:pPr lvl="0"/>
            <a:r>
              <a:rPr lang="en-US"/>
              <a:t>Click to edit Master text styles</a:t>
            </a:r>
          </a:p>
        </p:txBody>
      </p:sp>
      <p:sp>
        <p:nvSpPr>
          <p:cNvPr id="62" name="Text Placeholder 59"/>
          <p:cNvSpPr>
            <a:spLocks noGrp="1"/>
          </p:cNvSpPr>
          <p:nvPr>
            <p:ph type="body" sz="quarter" idx="96"/>
          </p:nvPr>
        </p:nvSpPr>
        <p:spPr>
          <a:xfrm rot="16200000">
            <a:off x="-169258" y="4048606"/>
            <a:ext cx="1627017" cy="233027"/>
          </a:xfrm>
        </p:spPr>
        <p:txBody>
          <a:bodyPr/>
          <a:lstStyle>
            <a:lvl1pPr algn="ctr">
              <a:defRPr/>
            </a:lvl1pPr>
            <a:lvl2pPr algn="ctr">
              <a:defRPr/>
            </a:lvl2pPr>
            <a:lvl3pPr algn="ctr">
              <a:defRPr/>
            </a:lvl3pPr>
            <a:lvl4pPr algn="ctr">
              <a:defRPr/>
            </a:lvl4pPr>
            <a:lvl5pPr algn="ctr">
              <a:defRPr/>
            </a:lvl5pPr>
          </a:lstStyle>
          <a:p>
            <a:pPr lvl="0"/>
            <a:r>
              <a:rPr lang="en-US"/>
              <a:t>Click to edit Master text styles</a:t>
            </a:r>
          </a:p>
        </p:txBody>
      </p:sp>
    </p:spTree>
    <p:extLst>
      <p:ext uri="{BB962C8B-B14F-4D97-AF65-F5344CB8AC3E}">
        <p14:creationId xmlns:p14="http://schemas.microsoft.com/office/powerpoint/2010/main" val="370036803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ox list">
    <p:spTree>
      <p:nvGrpSpPr>
        <p:cNvPr id="1" name=""/>
        <p:cNvGrpSpPr/>
        <p:nvPr/>
      </p:nvGrpSpPr>
      <p:grpSpPr>
        <a:xfrm>
          <a:off x="0" y="0"/>
          <a:ext cx="0" cy="0"/>
          <a:chOff x="0" y="0"/>
          <a:chExt cx="0" cy="0"/>
        </a:xfrm>
      </p:grpSpPr>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21" name="Text Placeholder 20"/>
          <p:cNvSpPr>
            <a:spLocks noGrp="1"/>
          </p:cNvSpPr>
          <p:nvPr>
            <p:ph type="body" sz="quarter" idx="30"/>
          </p:nvPr>
        </p:nvSpPr>
        <p:spPr>
          <a:xfrm>
            <a:off x="527737" y="1478687"/>
            <a:ext cx="1748510" cy="992083"/>
          </a:xfrm>
          <a:solidFill>
            <a:schemeClr val="accent3"/>
          </a:solidFill>
          <a:ln w="9525">
            <a:noFill/>
            <a:miter lim="800000"/>
            <a:headEnd/>
            <a:tailEnd/>
          </a:ln>
        </p:spPr>
        <p:txBody>
          <a:bodyPr vert="horz" wrap="square" lIns="72000" tIns="72000" rIns="72000" bIns="72000" numCol="1" anchor="ctr" anchorCtr="0" compatLnSpc="1">
            <a:prstTxWarp prst="textNoShape">
              <a:avLst/>
            </a:prstTxWarp>
            <a:noAutofit/>
          </a:bodyPr>
          <a:lstStyle>
            <a:lvl1pPr>
              <a:defRPr lang="en-GB" sz="1079" i="1" kern="1200" dirty="0" smtClean="0">
                <a:solidFill>
                  <a:schemeClr val="bg1"/>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6" name="Text Placeholder 20"/>
          <p:cNvSpPr>
            <a:spLocks noGrp="1"/>
          </p:cNvSpPr>
          <p:nvPr>
            <p:ph type="body" sz="quarter" idx="32"/>
          </p:nvPr>
        </p:nvSpPr>
        <p:spPr>
          <a:xfrm>
            <a:off x="527737" y="2579865"/>
            <a:ext cx="1748510" cy="992083"/>
          </a:xfrm>
          <a:solidFill>
            <a:schemeClr val="accent3"/>
          </a:solidFill>
          <a:ln w="9525">
            <a:noFill/>
            <a:miter lim="800000"/>
            <a:headEnd/>
            <a:tailEnd/>
          </a:ln>
        </p:spPr>
        <p:txBody>
          <a:bodyPr vert="horz" wrap="square" lIns="72000" tIns="72000" rIns="72000" bIns="72000" numCol="1" anchor="ctr" anchorCtr="0" compatLnSpc="1">
            <a:prstTxWarp prst="textNoShape">
              <a:avLst/>
            </a:prstTxWarp>
            <a:noAutofit/>
          </a:bodyPr>
          <a:lstStyle>
            <a:lvl1pPr>
              <a:defRPr lang="en-GB" sz="1079" i="1" kern="1200" dirty="0" smtClean="0">
                <a:solidFill>
                  <a:schemeClr val="bg1"/>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8" name="Text Placeholder 20"/>
          <p:cNvSpPr>
            <a:spLocks noGrp="1"/>
          </p:cNvSpPr>
          <p:nvPr>
            <p:ph type="body" sz="quarter" idx="34"/>
          </p:nvPr>
        </p:nvSpPr>
        <p:spPr>
          <a:xfrm>
            <a:off x="527737" y="3681044"/>
            <a:ext cx="1748510" cy="992083"/>
          </a:xfrm>
          <a:solidFill>
            <a:schemeClr val="accent3"/>
          </a:solidFill>
          <a:ln w="9525">
            <a:noFill/>
            <a:miter lim="800000"/>
            <a:headEnd/>
            <a:tailEnd/>
          </a:ln>
        </p:spPr>
        <p:txBody>
          <a:bodyPr vert="horz" wrap="square" lIns="72000" tIns="72000" rIns="72000" bIns="72000" numCol="1" anchor="ctr" anchorCtr="0" compatLnSpc="1">
            <a:prstTxWarp prst="textNoShape">
              <a:avLst/>
            </a:prstTxWarp>
            <a:noAutofit/>
          </a:bodyPr>
          <a:lstStyle>
            <a:lvl1pPr>
              <a:defRPr lang="en-GB" sz="1079" i="1" kern="1200" dirty="0" smtClean="0">
                <a:solidFill>
                  <a:schemeClr val="bg1"/>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0" name="Text Placeholder 20"/>
          <p:cNvSpPr>
            <a:spLocks noGrp="1"/>
          </p:cNvSpPr>
          <p:nvPr>
            <p:ph type="body" sz="quarter" idx="36"/>
          </p:nvPr>
        </p:nvSpPr>
        <p:spPr>
          <a:xfrm>
            <a:off x="527737" y="4782222"/>
            <a:ext cx="1748510" cy="992083"/>
          </a:xfrm>
          <a:solidFill>
            <a:schemeClr val="accent3"/>
          </a:solidFill>
          <a:ln w="9525">
            <a:noFill/>
            <a:miter lim="800000"/>
            <a:headEnd/>
            <a:tailEnd/>
          </a:ln>
        </p:spPr>
        <p:txBody>
          <a:bodyPr vert="horz" wrap="square" lIns="72000" tIns="72000" rIns="72000" bIns="72000" numCol="1" anchor="ctr" anchorCtr="0" compatLnSpc="1">
            <a:prstTxWarp prst="textNoShape">
              <a:avLst/>
            </a:prstTxWarp>
            <a:noAutofit/>
          </a:bodyPr>
          <a:lstStyle>
            <a:lvl1pPr>
              <a:defRPr lang="en-GB" sz="1079" i="1" kern="1200" dirty="0" smtClean="0">
                <a:solidFill>
                  <a:schemeClr val="bg1"/>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2" name="Text Placeholder 20"/>
          <p:cNvSpPr>
            <a:spLocks noGrp="1"/>
          </p:cNvSpPr>
          <p:nvPr>
            <p:ph type="body" sz="quarter" idx="38"/>
          </p:nvPr>
        </p:nvSpPr>
        <p:spPr>
          <a:xfrm>
            <a:off x="527737" y="5883398"/>
            <a:ext cx="1748510" cy="992083"/>
          </a:xfrm>
          <a:solidFill>
            <a:schemeClr val="accent3"/>
          </a:solidFill>
          <a:ln w="9525">
            <a:noFill/>
            <a:miter lim="800000"/>
            <a:headEnd/>
            <a:tailEnd/>
          </a:ln>
        </p:spPr>
        <p:txBody>
          <a:bodyPr vert="horz" wrap="square" lIns="72000" tIns="72000" rIns="72000" bIns="72000" numCol="1" anchor="ctr" anchorCtr="0" compatLnSpc="1">
            <a:prstTxWarp prst="textNoShape">
              <a:avLst/>
            </a:prstTxWarp>
            <a:noAutofit/>
          </a:bodyPr>
          <a:lstStyle>
            <a:lvl1pPr>
              <a:defRPr lang="en-GB" sz="1079" i="1" kern="1200" dirty="0" smtClean="0">
                <a:solidFill>
                  <a:schemeClr val="bg1"/>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16" name="Text Placeholder 15"/>
          <p:cNvSpPr>
            <a:spLocks noGrp="1"/>
          </p:cNvSpPr>
          <p:nvPr>
            <p:ph type="body" sz="quarter" idx="40"/>
          </p:nvPr>
        </p:nvSpPr>
        <p:spPr>
          <a:xfrm>
            <a:off x="2431361" y="1478687"/>
            <a:ext cx="7732716" cy="992207"/>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17" name="Text Placeholder 15"/>
          <p:cNvSpPr>
            <a:spLocks noGrp="1"/>
          </p:cNvSpPr>
          <p:nvPr>
            <p:ph type="body" sz="quarter" idx="41"/>
          </p:nvPr>
        </p:nvSpPr>
        <p:spPr>
          <a:xfrm>
            <a:off x="2431361" y="2579834"/>
            <a:ext cx="7732716" cy="992207"/>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18" name="Text Placeholder 15"/>
          <p:cNvSpPr>
            <a:spLocks noGrp="1"/>
          </p:cNvSpPr>
          <p:nvPr>
            <p:ph type="body" sz="quarter" idx="42"/>
          </p:nvPr>
        </p:nvSpPr>
        <p:spPr>
          <a:xfrm>
            <a:off x="2431361" y="3680982"/>
            <a:ext cx="7732716" cy="992207"/>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19" name="Text Placeholder 15"/>
          <p:cNvSpPr>
            <a:spLocks noGrp="1"/>
          </p:cNvSpPr>
          <p:nvPr>
            <p:ph type="body" sz="quarter" idx="43"/>
          </p:nvPr>
        </p:nvSpPr>
        <p:spPr>
          <a:xfrm>
            <a:off x="2431361" y="4782129"/>
            <a:ext cx="7732716" cy="992207"/>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20" name="Text Placeholder 15"/>
          <p:cNvSpPr>
            <a:spLocks noGrp="1"/>
          </p:cNvSpPr>
          <p:nvPr>
            <p:ph type="body" sz="quarter" idx="44"/>
          </p:nvPr>
        </p:nvSpPr>
        <p:spPr>
          <a:xfrm>
            <a:off x="2431361" y="5883275"/>
            <a:ext cx="7732716" cy="992207"/>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15" name="Text Placeholder 7"/>
          <p:cNvSpPr>
            <a:spLocks noGrp="1"/>
          </p:cNvSpPr>
          <p:nvPr>
            <p:ph type="body" sz="quarter" idx="45"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Tree>
    <p:extLst>
      <p:ext uri="{BB962C8B-B14F-4D97-AF65-F5344CB8AC3E}">
        <p14:creationId xmlns:p14="http://schemas.microsoft.com/office/powerpoint/2010/main" val="321637063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Arrow list">
    <p:spTree>
      <p:nvGrpSpPr>
        <p:cNvPr id="1" name=""/>
        <p:cNvGrpSpPr/>
        <p:nvPr/>
      </p:nvGrpSpPr>
      <p:grpSpPr>
        <a:xfrm>
          <a:off x="0" y="0"/>
          <a:ext cx="0" cy="0"/>
          <a:chOff x="0" y="0"/>
          <a:chExt cx="0" cy="0"/>
        </a:xfrm>
      </p:grpSpPr>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23" name="Text Placeholder 22"/>
          <p:cNvSpPr>
            <a:spLocks noGrp="1"/>
          </p:cNvSpPr>
          <p:nvPr>
            <p:ph type="body" sz="quarter" idx="42"/>
          </p:nvPr>
        </p:nvSpPr>
        <p:spPr>
          <a:xfrm rot="5400000">
            <a:off x="899097" y="1100474"/>
            <a:ext cx="992083" cy="1748510"/>
          </a:xfrm>
          <a:prstGeom prst="chevron">
            <a:avLst>
              <a:gd name="adj" fmla="val 22508"/>
            </a:avLst>
          </a:prstGeom>
          <a:solidFill>
            <a:schemeClr val="accent3"/>
          </a:solidFill>
        </p:spPr>
        <p:txBody>
          <a:bodyPr vert="vert270" lIns="72000" tIns="36000" rIns="72000" bIns="36000" anchor="ctr" anchorCtr="0"/>
          <a:lstStyle>
            <a:lvl1pPr algn="ctr">
              <a:defRPr>
                <a:solidFill>
                  <a:schemeClr val="bg1"/>
                </a:solidFill>
              </a:defRPr>
            </a:lvl1pPr>
          </a:lstStyle>
          <a:p>
            <a:pPr lvl="0"/>
            <a:r>
              <a:rPr lang="en-US"/>
              <a:t>Click to edit Master text styles</a:t>
            </a:r>
          </a:p>
        </p:txBody>
      </p:sp>
      <p:sp>
        <p:nvSpPr>
          <p:cNvPr id="24" name="Text Placeholder 22"/>
          <p:cNvSpPr>
            <a:spLocks noGrp="1"/>
          </p:cNvSpPr>
          <p:nvPr>
            <p:ph type="body" sz="quarter" idx="43"/>
          </p:nvPr>
        </p:nvSpPr>
        <p:spPr>
          <a:xfrm rot="5400000">
            <a:off x="899097" y="1981416"/>
            <a:ext cx="992083" cy="1748510"/>
          </a:xfrm>
          <a:prstGeom prst="chevron">
            <a:avLst>
              <a:gd name="adj" fmla="val 22508"/>
            </a:avLst>
          </a:prstGeom>
          <a:solidFill>
            <a:schemeClr val="accent3"/>
          </a:solidFill>
        </p:spPr>
        <p:txBody>
          <a:bodyPr vert="vert270" lIns="72000" tIns="36000" rIns="72000" bIns="36000" anchor="ctr" anchorCtr="0"/>
          <a:lstStyle>
            <a:lvl1pPr algn="ctr">
              <a:defRPr>
                <a:solidFill>
                  <a:schemeClr val="bg1"/>
                </a:solidFill>
              </a:defRPr>
            </a:lvl1pPr>
          </a:lstStyle>
          <a:p>
            <a:pPr lvl="0"/>
            <a:r>
              <a:rPr lang="en-US"/>
              <a:t>Click to edit Master text styles</a:t>
            </a:r>
          </a:p>
        </p:txBody>
      </p:sp>
      <p:sp>
        <p:nvSpPr>
          <p:cNvPr id="34" name="Text Placeholder 22"/>
          <p:cNvSpPr>
            <a:spLocks noGrp="1"/>
          </p:cNvSpPr>
          <p:nvPr>
            <p:ph type="body" sz="quarter" idx="44"/>
          </p:nvPr>
        </p:nvSpPr>
        <p:spPr>
          <a:xfrm rot="5400000">
            <a:off x="899097" y="2862359"/>
            <a:ext cx="992083" cy="1748510"/>
          </a:xfrm>
          <a:prstGeom prst="chevron">
            <a:avLst>
              <a:gd name="adj" fmla="val 22508"/>
            </a:avLst>
          </a:prstGeom>
          <a:solidFill>
            <a:schemeClr val="accent3"/>
          </a:solidFill>
        </p:spPr>
        <p:txBody>
          <a:bodyPr vert="vert270" lIns="72000" tIns="36000" rIns="72000" bIns="36000" anchor="ctr" anchorCtr="0"/>
          <a:lstStyle>
            <a:lvl1pPr algn="ctr">
              <a:defRPr>
                <a:solidFill>
                  <a:schemeClr val="bg1"/>
                </a:solidFill>
              </a:defRPr>
            </a:lvl1pPr>
          </a:lstStyle>
          <a:p>
            <a:pPr lvl="0"/>
            <a:r>
              <a:rPr lang="en-US"/>
              <a:t>Click to edit Master text styles</a:t>
            </a:r>
          </a:p>
        </p:txBody>
      </p:sp>
      <p:sp>
        <p:nvSpPr>
          <p:cNvPr id="35" name="Text Placeholder 22"/>
          <p:cNvSpPr>
            <a:spLocks noGrp="1"/>
          </p:cNvSpPr>
          <p:nvPr>
            <p:ph type="body" sz="quarter" idx="45"/>
          </p:nvPr>
        </p:nvSpPr>
        <p:spPr>
          <a:xfrm rot="5400000">
            <a:off x="899097" y="3743301"/>
            <a:ext cx="992083" cy="1748510"/>
          </a:xfrm>
          <a:prstGeom prst="chevron">
            <a:avLst>
              <a:gd name="adj" fmla="val 22508"/>
            </a:avLst>
          </a:prstGeom>
          <a:solidFill>
            <a:schemeClr val="accent3"/>
          </a:solidFill>
        </p:spPr>
        <p:txBody>
          <a:bodyPr vert="vert270" lIns="72000" tIns="36000" rIns="72000" bIns="36000" anchor="ctr" anchorCtr="0"/>
          <a:lstStyle>
            <a:lvl1pPr algn="ctr">
              <a:defRPr>
                <a:solidFill>
                  <a:schemeClr val="bg1"/>
                </a:solidFill>
              </a:defRPr>
            </a:lvl1pPr>
          </a:lstStyle>
          <a:p>
            <a:pPr lvl="0"/>
            <a:r>
              <a:rPr lang="en-US"/>
              <a:t>Click to edit Master text styles</a:t>
            </a:r>
          </a:p>
        </p:txBody>
      </p:sp>
      <p:sp>
        <p:nvSpPr>
          <p:cNvPr id="36" name="Text Placeholder 22"/>
          <p:cNvSpPr>
            <a:spLocks noGrp="1"/>
          </p:cNvSpPr>
          <p:nvPr>
            <p:ph type="body" sz="quarter" idx="46"/>
          </p:nvPr>
        </p:nvSpPr>
        <p:spPr>
          <a:xfrm rot="5400000">
            <a:off x="899097" y="4624243"/>
            <a:ext cx="992083" cy="1748510"/>
          </a:xfrm>
          <a:prstGeom prst="chevron">
            <a:avLst>
              <a:gd name="adj" fmla="val 22508"/>
            </a:avLst>
          </a:prstGeom>
          <a:solidFill>
            <a:schemeClr val="accent3"/>
          </a:solidFill>
        </p:spPr>
        <p:txBody>
          <a:bodyPr vert="vert270" lIns="72000" tIns="36000" rIns="72000" bIns="36000" anchor="ctr" anchorCtr="0"/>
          <a:lstStyle>
            <a:lvl1pPr algn="ctr">
              <a:defRPr>
                <a:solidFill>
                  <a:schemeClr val="bg1"/>
                </a:solidFill>
              </a:defRPr>
            </a:lvl1pPr>
          </a:lstStyle>
          <a:p>
            <a:pPr lvl="0"/>
            <a:r>
              <a:rPr lang="en-US"/>
              <a:t>Click to edit Master text styles</a:t>
            </a:r>
          </a:p>
        </p:txBody>
      </p:sp>
      <p:sp>
        <p:nvSpPr>
          <p:cNvPr id="14" name="Text Placeholder 22"/>
          <p:cNvSpPr>
            <a:spLocks noGrp="1"/>
          </p:cNvSpPr>
          <p:nvPr>
            <p:ph type="body" sz="quarter" idx="47"/>
          </p:nvPr>
        </p:nvSpPr>
        <p:spPr>
          <a:xfrm rot="5400000">
            <a:off x="899097" y="5505185"/>
            <a:ext cx="992083" cy="1748510"/>
          </a:xfrm>
          <a:prstGeom prst="chevron">
            <a:avLst>
              <a:gd name="adj" fmla="val 22508"/>
            </a:avLst>
          </a:prstGeom>
          <a:solidFill>
            <a:schemeClr val="accent3"/>
          </a:solidFill>
        </p:spPr>
        <p:txBody>
          <a:bodyPr vert="vert270" lIns="72000" tIns="36000" rIns="72000" bIns="36000" anchor="ctr" anchorCtr="0"/>
          <a:lstStyle>
            <a:lvl1pPr algn="ctr">
              <a:defRPr>
                <a:solidFill>
                  <a:schemeClr val="bg1"/>
                </a:solidFill>
              </a:defRPr>
            </a:lvl1pPr>
          </a:lstStyle>
          <a:p>
            <a:pPr lvl="0"/>
            <a:r>
              <a:rPr lang="en-US"/>
              <a:t>Click to edit Master text styles</a:t>
            </a:r>
          </a:p>
        </p:txBody>
      </p:sp>
      <p:sp>
        <p:nvSpPr>
          <p:cNvPr id="17" name="Text Placeholder 15"/>
          <p:cNvSpPr>
            <a:spLocks noGrp="1"/>
          </p:cNvSpPr>
          <p:nvPr>
            <p:ph type="body" sz="quarter" idx="40"/>
          </p:nvPr>
        </p:nvSpPr>
        <p:spPr>
          <a:xfrm>
            <a:off x="2431361" y="1478687"/>
            <a:ext cx="7732716" cy="753983"/>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18" name="Text Placeholder 15"/>
          <p:cNvSpPr>
            <a:spLocks noGrp="1"/>
          </p:cNvSpPr>
          <p:nvPr>
            <p:ph type="body" sz="quarter" idx="48"/>
          </p:nvPr>
        </p:nvSpPr>
        <p:spPr>
          <a:xfrm>
            <a:off x="2431361" y="5883398"/>
            <a:ext cx="7732716" cy="753983"/>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19" name="Text Placeholder 15"/>
          <p:cNvSpPr>
            <a:spLocks noGrp="1"/>
          </p:cNvSpPr>
          <p:nvPr>
            <p:ph type="body" sz="quarter" idx="49"/>
          </p:nvPr>
        </p:nvSpPr>
        <p:spPr>
          <a:xfrm>
            <a:off x="2431361" y="2359630"/>
            <a:ext cx="7732716" cy="753983"/>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20" name="Text Placeholder 15"/>
          <p:cNvSpPr>
            <a:spLocks noGrp="1"/>
          </p:cNvSpPr>
          <p:nvPr>
            <p:ph type="body" sz="quarter" idx="50"/>
          </p:nvPr>
        </p:nvSpPr>
        <p:spPr>
          <a:xfrm>
            <a:off x="2431361" y="3240572"/>
            <a:ext cx="7732716" cy="753983"/>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21" name="Text Placeholder 15"/>
          <p:cNvSpPr>
            <a:spLocks noGrp="1"/>
          </p:cNvSpPr>
          <p:nvPr>
            <p:ph type="body" sz="quarter" idx="51"/>
          </p:nvPr>
        </p:nvSpPr>
        <p:spPr>
          <a:xfrm>
            <a:off x="2431361" y="4121514"/>
            <a:ext cx="7732716" cy="753983"/>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22" name="Text Placeholder 15"/>
          <p:cNvSpPr>
            <a:spLocks noGrp="1"/>
          </p:cNvSpPr>
          <p:nvPr>
            <p:ph type="body" sz="quarter" idx="52"/>
          </p:nvPr>
        </p:nvSpPr>
        <p:spPr>
          <a:xfrm>
            <a:off x="2431361" y="5002457"/>
            <a:ext cx="7732716" cy="753983"/>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25" name="Text Placeholder 7"/>
          <p:cNvSpPr>
            <a:spLocks noGrp="1"/>
          </p:cNvSpPr>
          <p:nvPr>
            <p:ph type="body" sz="quarter" idx="32"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Tree>
    <p:extLst>
      <p:ext uri="{BB962C8B-B14F-4D97-AF65-F5344CB8AC3E}">
        <p14:creationId xmlns:p14="http://schemas.microsoft.com/office/powerpoint/2010/main" val="212127248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Arrow right">
    <p:spTree>
      <p:nvGrpSpPr>
        <p:cNvPr id="1" name=""/>
        <p:cNvGrpSpPr/>
        <p:nvPr/>
      </p:nvGrpSpPr>
      <p:grpSpPr>
        <a:xfrm>
          <a:off x="0" y="0"/>
          <a:ext cx="0" cy="0"/>
          <a:chOff x="0" y="0"/>
          <a:chExt cx="0" cy="0"/>
        </a:xfrm>
      </p:grpSpPr>
      <p:sp>
        <p:nvSpPr>
          <p:cNvPr id="80" name="Text Placeholder 79"/>
          <p:cNvSpPr>
            <a:spLocks noGrp="1"/>
          </p:cNvSpPr>
          <p:nvPr>
            <p:ph type="body" sz="quarter" idx="63" hasCustomPrompt="1"/>
          </p:nvPr>
        </p:nvSpPr>
        <p:spPr>
          <a:xfrm>
            <a:off x="520883" y="2203156"/>
            <a:ext cx="1747700" cy="1070954"/>
          </a:xfrm>
          <a:solidFill>
            <a:schemeClr val="bg1">
              <a:lumMod val="95000"/>
            </a:schemeClr>
          </a:solidFill>
        </p:spPr>
        <p:txBody>
          <a:bodyPr anchor="t"/>
          <a:lstStyle>
            <a:lvl1pPr>
              <a:defRPr/>
            </a:lvl1pPr>
          </a:lstStyle>
          <a:p>
            <a:pPr lvl="0"/>
            <a:r>
              <a:rPr lang="en-GB" dirty="0"/>
              <a:t> </a:t>
            </a:r>
          </a:p>
        </p:txBody>
      </p:sp>
      <p:sp>
        <p:nvSpPr>
          <p:cNvPr id="81" name="Text Placeholder 79"/>
          <p:cNvSpPr>
            <a:spLocks noGrp="1"/>
          </p:cNvSpPr>
          <p:nvPr>
            <p:ph type="body" sz="quarter" idx="64" hasCustomPrompt="1"/>
          </p:nvPr>
        </p:nvSpPr>
        <p:spPr>
          <a:xfrm>
            <a:off x="520883" y="3403604"/>
            <a:ext cx="1747700" cy="1070954"/>
          </a:xfrm>
          <a:solidFill>
            <a:schemeClr val="bg1">
              <a:lumMod val="95000"/>
            </a:schemeClr>
          </a:solidFill>
        </p:spPr>
        <p:txBody>
          <a:bodyPr anchor="t"/>
          <a:lstStyle>
            <a:lvl1pPr>
              <a:defRPr/>
            </a:lvl1pPr>
          </a:lstStyle>
          <a:p>
            <a:pPr lvl="0"/>
            <a:r>
              <a:rPr lang="en-GB" dirty="0"/>
              <a:t> </a:t>
            </a:r>
          </a:p>
        </p:txBody>
      </p:sp>
      <p:sp>
        <p:nvSpPr>
          <p:cNvPr id="82" name="Text Placeholder 79"/>
          <p:cNvSpPr>
            <a:spLocks noGrp="1"/>
          </p:cNvSpPr>
          <p:nvPr>
            <p:ph type="body" sz="quarter" idx="65" hasCustomPrompt="1"/>
          </p:nvPr>
        </p:nvSpPr>
        <p:spPr>
          <a:xfrm>
            <a:off x="520883" y="4604053"/>
            <a:ext cx="1747700" cy="1070954"/>
          </a:xfrm>
          <a:solidFill>
            <a:schemeClr val="bg1">
              <a:lumMod val="95000"/>
            </a:schemeClr>
          </a:solidFill>
        </p:spPr>
        <p:txBody>
          <a:bodyPr anchor="t"/>
          <a:lstStyle>
            <a:lvl1pPr>
              <a:defRPr/>
            </a:lvl1pPr>
          </a:lstStyle>
          <a:p>
            <a:pPr lvl="0"/>
            <a:r>
              <a:rPr lang="en-GB" dirty="0"/>
              <a:t> </a:t>
            </a:r>
          </a:p>
        </p:txBody>
      </p:sp>
      <p:sp>
        <p:nvSpPr>
          <p:cNvPr id="83" name="Text Placeholder 79"/>
          <p:cNvSpPr>
            <a:spLocks noGrp="1"/>
          </p:cNvSpPr>
          <p:nvPr>
            <p:ph type="body" sz="quarter" idx="66" hasCustomPrompt="1"/>
          </p:nvPr>
        </p:nvSpPr>
        <p:spPr>
          <a:xfrm>
            <a:off x="520883" y="5804501"/>
            <a:ext cx="1747700" cy="1070954"/>
          </a:xfrm>
          <a:solidFill>
            <a:schemeClr val="bg1">
              <a:lumMod val="95000"/>
            </a:schemeClr>
          </a:solidFill>
        </p:spPr>
        <p:txBody>
          <a:bodyPr anchor="t"/>
          <a:lstStyle>
            <a:lvl1pPr>
              <a:defRPr/>
            </a:lvl1pPr>
          </a:lstStyle>
          <a:p>
            <a:pPr lvl="0"/>
            <a:r>
              <a:rPr lang="en-GB" dirty="0"/>
              <a:t> </a:t>
            </a:r>
          </a:p>
        </p:txBody>
      </p:sp>
      <p:sp>
        <p:nvSpPr>
          <p:cNvPr id="87" name="Text Placeholder 79"/>
          <p:cNvSpPr>
            <a:spLocks noGrp="1"/>
          </p:cNvSpPr>
          <p:nvPr>
            <p:ph type="body" sz="quarter" idx="70" hasCustomPrompt="1"/>
          </p:nvPr>
        </p:nvSpPr>
        <p:spPr>
          <a:xfrm>
            <a:off x="2465533" y="5804212"/>
            <a:ext cx="1747700" cy="1070954"/>
          </a:xfrm>
          <a:solidFill>
            <a:schemeClr val="bg1">
              <a:lumMod val="95000"/>
            </a:schemeClr>
          </a:solidFill>
        </p:spPr>
        <p:txBody>
          <a:bodyPr anchor="t"/>
          <a:lstStyle>
            <a:lvl1pPr>
              <a:defRPr/>
            </a:lvl1pPr>
          </a:lstStyle>
          <a:p>
            <a:pPr lvl="0"/>
            <a:r>
              <a:rPr lang="en-GB" dirty="0"/>
              <a:t> </a:t>
            </a:r>
          </a:p>
        </p:txBody>
      </p:sp>
      <p:sp>
        <p:nvSpPr>
          <p:cNvPr id="86" name="Text Placeholder 79"/>
          <p:cNvSpPr>
            <a:spLocks noGrp="1"/>
          </p:cNvSpPr>
          <p:nvPr>
            <p:ph type="body" sz="quarter" idx="69" hasCustomPrompt="1"/>
          </p:nvPr>
        </p:nvSpPr>
        <p:spPr>
          <a:xfrm>
            <a:off x="2465533" y="4603764"/>
            <a:ext cx="1747700" cy="1070954"/>
          </a:xfrm>
          <a:solidFill>
            <a:schemeClr val="bg1">
              <a:lumMod val="95000"/>
            </a:schemeClr>
          </a:solidFill>
        </p:spPr>
        <p:txBody>
          <a:bodyPr anchor="t"/>
          <a:lstStyle>
            <a:lvl1pPr>
              <a:defRPr/>
            </a:lvl1pPr>
          </a:lstStyle>
          <a:p>
            <a:pPr lvl="0"/>
            <a:r>
              <a:rPr lang="en-GB" dirty="0"/>
              <a:t> </a:t>
            </a:r>
          </a:p>
        </p:txBody>
      </p:sp>
      <p:sp>
        <p:nvSpPr>
          <p:cNvPr id="85" name="Text Placeholder 79"/>
          <p:cNvSpPr>
            <a:spLocks noGrp="1"/>
          </p:cNvSpPr>
          <p:nvPr>
            <p:ph type="body" sz="quarter" idx="68" hasCustomPrompt="1"/>
          </p:nvPr>
        </p:nvSpPr>
        <p:spPr>
          <a:xfrm>
            <a:off x="2465533" y="3403315"/>
            <a:ext cx="1747700" cy="1070954"/>
          </a:xfrm>
          <a:solidFill>
            <a:schemeClr val="bg1">
              <a:lumMod val="95000"/>
            </a:schemeClr>
          </a:solidFill>
        </p:spPr>
        <p:txBody>
          <a:bodyPr anchor="t"/>
          <a:lstStyle>
            <a:lvl1pPr>
              <a:defRPr/>
            </a:lvl1pPr>
          </a:lstStyle>
          <a:p>
            <a:pPr lvl="0"/>
            <a:r>
              <a:rPr lang="en-GB" dirty="0"/>
              <a:t> </a:t>
            </a:r>
          </a:p>
        </p:txBody>
      </p:sp>
      <p:sp>
        <p:nvSpPr>
          <p:cNvPr id="84" name="Text Placeholder 79"/>
          <p:cNvSpPr>
            <a:spLocks noGrp="1"/>
          </p:cNvSpPr>
          <p:nvPr>
            <p:ph type="body" sz="quarter" idx="67" hasCustomPrompt="1"/>
          </p:nvPr>
        </p:nvSpPr>
        <p:spPr>
          <a:xfrm>
            <a:off x="2465533" y="2202867"/>
            <a:ext cx="1747700" cy="1070954"/>
          </a:xfrm>
          <a:solidFill>
            <a:schemeClr val="bg1">
              <a:lumMod val="95000"/>
            </a:schemeClr>
          </a:solidFill>
        </p:spPr>
        <p:txBody>
          <a:bodyPr anchor="t"/>
          <a:lstStyle>
            <a:lvl1pPr>
              <a:defRPr/>
            </a:lvl1pPr>
          </a:lstStyle>
          <a:p>
            <a:pPr lvl="0"/>
            <a:r>
              <a:rPr lang="en-GB" dirty="0"/>
              <a:t> </a:t>
            </a:r>
          </a:p>
        </p:txBody>
      </p:sp>
      <p:sp>
        <p:nvSpPr>
          <p:cNvPr id="88" name="Text Placeholder 79"/>
          <p:cNvSpPr>
            <a:spLocks noGrp="1"/>
          </p:cNvSpPr>
          <p:nvPr>
            <p:ph type="body" sz="quarter" idx="71" hasCustomPrompt="1"/>
          </p:nvPr>
        </p:nvSpPr>
        <p:spPr>
          <a:xfrm>
            <a:off x="4410182" y="2202578"/>
            <a:ext cx="1747700" cy="1070954"/>
          </a:xfrm>
          <a:solidFill>
            <a:schemeClr val="bg1">
              <a:lumMod val="95000"/>
            </a:schemeClr>
          </a:solidFill>
        </p:spPr>
        <p:txBody>
          <a:bodyPr anchor="t"/>
          <a:lstStyle>
            <a:lvl1pPr>
              <a:defRPr/>
            </a:lvl1pPr>
          </a:lstStyle>
          <a:p>
            <a:pPr lvl="0"/>
            <a:r>
              <a:rPr lang="en-GB" dirty="0"/>
              <a:t> </a:t>
            </a:r>
          </a:p>
        </p:txBody>
      </p:sp>
      <p:sp>
        <p:nvSpPr>
          <p:cNvPr id="89" name="Text Placeholder 79"/>
          <p:cNvSpPr>
            <a:spLocks noGrp="1"/>
          </p:cNvSpPr>
          <p:nvPr>
            <p:ph type="body" sz="quarter" idx="72" hasCustomPrompt="1"/>
          </p:nvPr>
        </p:nvSpPr>
        <p:spPr>
          <a:xfrm>
            <a:off x="4410182" y="3403027"/>
            <a:ext cx="1747700" cy="1070954"/>
          </a:xfrm>
          <a:solidFill>
            <a:schemeClr val="bg1">
              <a:lumMod val="95000"/>
            </a:schemeClr>
          </a:solidFill>
        </p:spPr>
        <p:txBody>
          <a:bodyPr anchor="t"/>
          <a:lstStyle>
            <a:lvl1pPr>
              <a:defRPr/>
            </a:lvl1pPr>
          </a:lstStyle>
          <a:p>
            <a:pPr lvl="0"/>
            <a:r>
              <a:rPr lang="en-GB" dirty="0"/>
              <a:t> </a:t>
            </a:r>
          </a:p>
        </p:txBody>
      </p:sp>
      <p:sp>
        <p:nvSpPr>
          <p:cNvPr id="90" name="Text Placeholder 79"/>
          <p:cNvSpPr>
            <a:spLocks noGrp="1"/>
          </p:cNvSpPr>
          <p:nvPr>
            <p:ph type="body" sz="quarter" idx="73" hasCustomPrompt="1"/>
          </p:nvPr>
        </p:nvSpPr>
        <p:spPr>
          <a:xfrm>
            <a:off x="4410182" y="4603475"/>
            <a:ext cx="1747700" cy="1070954"/>
          </a:xfrm>
          <a:solidFill>
            <a:schemeClr val="bg1">
              <a:lumMod val="95000"/>
            </a:schemeClr>
          </a:solidFill>
        </p:spPr>
        <p:txBody>
          <a:bodyPr anchor="t"/>
          <a:lstStyle>
            <a:lvl1pPr>
              <a:defRPr/>
            </a:lvl1pPr>
          </a:lstStyle>
          <a:p>
            <a:pPr lvl="0"/>
            <a:r>
              <a:rPr lang="en-GB" dirty="0"/>
              <a:t> </a:t>
            </a:r>
          </a:p>
        </p:txBody>
      </p:sp>
      <p:sp>
        <p:nvSpPr>
          <p:cNvPr id="91" name="Text Placeholder 79"/>
          <p:cNvSpPr>
            <a:spLocks noGrp="1"/>
          </p:cNvSpPr>
          <p:nvPr>
            <p:ph type="body" sz="quarter" idx="74" hasCustomPrompt="1"/>
          </p:nvPr>
        </p:nvSpPr>
        <p:spPr>
          <a:xfrm>
            <a:off x="4410182" y="5803923"/>
            <a:ext cx="1747700" cy="1070954"/>
          </a:xfrm>
          <a:solidFill>
            <a:schemeClr val="bg1">
              <a:lumMod val="95000"/>
            </a:schemeClr>
          </a:solidFill>
        </p:spPr>
        <p:txBody>
          <a:bodyPr anchor="t"/>
          <a:lstStyle>
            <a:lvl1pPr>
              <a:defRPr/>
            </a:lvl1pPr>
          </a:lstStyle>
          <a:p>
            <a:pPr lvl="0"/>
            <a:r>
              <a:rPr lang="en-GB" dirty="0"/>
              <a:t> </a:t>
            </a:r>
          </a:p>
        </p:txBody>
      </p:sp>
      <p:sp>
        <p:nvSpPr>
          <p:cNvPr id="95" name="Text Placeholder 79"/>
          <p:cNvSpPr>
            <a:spLocks noGrp="1"/>
          </p:cNvSpPr>
          <p:nvPr>
            <p:ph type="body" sz="quarter" idx="78" hasCustomPrompt="1"/>
          </p:nvPr>
        </p:nvSpPr>
        <p:spPr>
          <a:xfrm>
            <a:off x="6354831" y="5803635"/>
            <a:ext cx="1747700" cy="1070954"/>
          </a:xfrm>
          <a:solidFill>
            <a:schemeClr val="bg1">
              <a:lumMod val="95000"/>
            </a:schemeClr>
          </a:solidFill>
        </p:spPr>
        <p:txBody>
          <a:bodyPr anchor="t"/>
          <a:lstStyle>
            <a:lvl1pPr>
              <a:defRPr/>
            </a:lvl1pPr>
          </a:lstStyle>
          <a:p>
            <a:pPr lvl="0"/>
            <a:r>
              <a:rPr lang="en-GB" dirty="0"/>
              <a:t> </a:t>
            </a:r>
          </a:p>
        </p:txBody>
      </p:sp>
      <p:sp>
        <p:nvSpPr>
          <p:cNvPr id="94" name="Text Placeholder 79"/>
          <p:cNvSpPr>
            <a:spLocks noGrp="1"/>
          </p:cNvSpPr>
          <p:nvPr>
            <p:ph type="body" sz="quarter" idx="77" hasCustomPrompt="1"/>
          </p:nvPr>
        </p:nvSpPr>
        <p:spPr>
          <a:xfrm>
            <a:off x="6354831" y="4603186"/>
            <a:ext cx="1747700" cy="1070954"/>
          </a:xfrm>
          <a:solidFill>
            <a:schemeClr val="bg1">
              <a:lumMod val="95000"/>
            </a:schemeClr>
          </a:solidFill>
        </p:spPr>
        <p:txBody>
          <a:bodyPr anchor="t"/>
          <a:lstStyle>
            <a:lvl1pPr>
              <a:defRPr/>
            </a:lvl1pPr>
          </a:lstStyle>
          <a:p>
            <a:pPr lvl="0"/>
            <a:r>
              <a:rPr lang="en-GB" dirty="0"/>
              <a:t> </a:t>
            </a:r>
          </a:p>
        </p:txBody>
      </p:sp>
      <p:sp>
        <p:nvSpPr>
          <p:cNvPr id="93" name="Text Placeholder 79"/>
          <p:cNvSpPr>
            <a:spLocks noGrp="1"/>
          </p:cNvSpPr>
          <p:nvPr>
            <p:ph type="body" sz="quarter" idx="76" hasCustomPrompt="1"/>
          </p:nvPr>
        </p:nvSpPr>
        <p:spPr>
          <a:xfrm>
            <a:off x="6354831" y="3402738"/>
            <a:ext cx="1747700" cy="1070954"/>
          </a:xfrm>
          <a:solidFill>
            <a:schemeClr val="bg1">
              <a:lumMod val="95000"/>
            </a:schemeClr>
          </a:solidFill>
        </p:spPr>
        <p:txBody>
          <a:bodyPr anchor="t"/>
          <a:lstStyle>
            <a:lvl1pPr>
              <a:defRPr/>
            </a:lvl1pPr>
          </a:lstStyle>
          <a:p>
            <a:pPr lvl="0"/>
            <a:r>
              <a:rPr lang="en-GB" dirty="0"/>
              <a:t> </a:t>
            </a:r>
          </a:p>
        </p:txBody>
      </p:sp>
      <p:sp>
        <p:nvSpPr>
          <p:cNvPr id="92" name="Text Placeholder 79"/>
          <p:cNvSpPr>
            <a:spLocks noGrp="1"/>
          </p:cNvSpPr>
          <p:nvPr>
            <p:ph type="body" sz="quarter" idx="75" hasCustomPrompt="1"/>
          </p:nvPr>
        </p:nvSpPr>
        <p:spPr>
          <a:xfrm>
            <a:off x="6354831" y="2202289"/>
            <a:ext cx="1747700" cy="1070954"/>
          </a:xfrm>
          <a:solidFill>
            <a:schemeClr val="bg1">
              <a:lumMod val="95000"/>
            </a:schemeClr>
          </a:solidFill>
        </p:spPr>
        <p:txBody>
          <a:bodyPr anchor="t"/>
          <a:lstStyle>
            <a:lvl1pPr>
              <a:defRPr/>
            </a:lvl1pPr>
          </a:lstStyle>
          <a:p>
            <a:pPr lvl="0"/>
            <a:r>
              <a:rPr lang="en-GB" dirty="0"/>
              <a:t> </a:t>
            </a:r>
          </a:p>
        </p:txBody>
      </p:sp>
      <p:sp>
        <p:nvSpPr>
          <p:cNvPr id="96" name="Text Placeholder 79"/>
          <p:cNvSpPr>
            <a:spLocks noGrp="1"/>
          </p:cNvSpPr>
          <p:nvPr>
            <p:ph type="body" sz="quarter" idx="79" hasCustomPrompt="1"/>
          </p:nvPr>
        </p:nvSpPr>
        <p:spPr>
          <a:xfrm>
            <a:off x="8299481" y="2202001"/>
            <a:ext cx="1747700" cy="1070954"/>
          </a:xfrm>
          <a:solidFill>
            <a:schemeClr val="bg1">
              <a:lumMod val="95000"/>
            </a:schemeClr>
          </a:solidFill>
        </p:spPr>
        <p:txBody>
          <a:bodyPr anchor="t"/>
          <a:lstStyle>
            <a:lvl1pPr>
              <a:defRPr/>
            </a:lvl1pPr>
          </a:lstStyle>
          <a:p>
            <a:pPr lvl="0"/>
            <a:r>
              <a:rPr lang="en-GB" dirty="0"/>
              <a:t> </a:t>
            </a:r>
          </a:p>
        </p:txBody>
      </p:sp>
      <p:sp>
        <p:nvSpPr>
          <p:cNvPr id="97" name="Text Placeholder 79"/>
          <p:cNvSpPr>
            <a:spLocks noGrp="1"/>
          </p:cNvSpPr>
          <p:nvPr>
            <p:ph type="body" sz="quarter" idx="80" hasCustomPrompt="1"/>
          </p:nvPr>
        </p:nvSpPr>
        <p:spPr>
          <a:xfrm>
            <a:off x="8299481" y="3402449"/>
            <a:ext cx="1747700" cy="1070954"/>
          </a:xfrm>
          <a:solidFill>
            <a:schemeClr val="bg1">
              <a:lumMod val="95000"/>
            </a:schemeClr>
          </a:solidFill>
        </p:spPr>
        <p:txBody>
          <a:bodyPr anchor="t"/>
          <a:lstStyle>
            <a:lvl1pPr>
              <a:defRPr/>
            </a:lvl1pPr>
          </a:lstStyle>
          <a:p>
            <a:pPr lvl="0"/>
            <a:r>
              <a:rPr lang="en-GB" dirty="0"/>
              <a:t> </a:t>
            </a:r>
          </a:p>
        </p:txBody>
      </p:sp>
      <p:sp>
        <p:nvSpPr>
          <p:cNvPr id="98" name="Text Placeholder 79"/>
          <p:cNvSpPr>
            <a:spLocks noGrp="1"/>
          </p:cNvSpPr>
          <p:nvPr>
            <p:ph type="body" sz="quarter" idx="81" hasCustomPrompt="1"/>
          </p:nvPr>
        </p:nvSpPr>
        <p:spPr>
          <a:xfrm>
            <a:off x="8299481" y="4602897"/>
            <a:ext cx="1747700" cy="1070954"/>
          </a:xfrm>
          <a:solidFill>
            <a:schemeClr val="bg1">
              <a:lumMod val="95000"/>
            </a:schemeClr>
          </a:solidFill>
        </p:spPr>
        <p:txBody>
          <a:bodyPr anchor="t"/>
          <a:lstStyle>
            <a:lvl1pPr>
              <a:defRPr/>
            </a:lvl1pPr>
          </a:lstStyle>
          <a:p>
            <a:pPr lvl="0"/>
            <a:r>
              <a:rPr lang="en-GB" dirty="0"/>
              <a:t> </a:t>
            </a:r>
          </a:p>
        </p:txBody>
      </p:sp>
      <p:sp>
        <p:nvSpPr>
          <p:cNvPr id="99" name="Text Placeholder 79"/>
          <p:cNvSpPr>
            <a:spLocks noGrp="1"/>
          </p:cNvSpPr>
          <p:nvPr>
            <p:ph type="body" sz="quarter" idx="82" hasCustomPrompt="1"/>
          </p:nvPr>
        </p:nvSpPr>
        <p:spPr>
          <a:xfrm>
            <a:off x="8299481" y="5803346"/>
            <a:ext cx="1747700" cy="1070954"/>
          </a:xfrm>
          <a:solidFill>
            <a:schemeClr val="bg1">
              <a:lumMod val="95000"/>
            </a:schemeClr>
          </a:solidFill>
        </p:spPr>
        <p:txBody>
          <a:bodyPr anchor="t"/>
          <a:lstStyle>
            <a:lvl1pPr>
              <a:defRPr/>
            </a:lvl1pPr>
          </a:lstStyle>
          <a:p>
            <a:pPr lvl="0"/>
            <a:r>
              <a:rPr lang="en-GB" dirty="0"/>
              <a:t> </a:t>
            </a:r>
          </a:p>
        </p:txBody>
      </p:sp>
      <p:sp>
        <p:nvSpPr>
          <p:cNvPr id="32" name="Content Placeholder 2"/>
          <p:cNvSpPr>
            <a:spLocks noGrp="1"/>
          </p:cNvSpPr>
          <p:nvPr>
            <p:ph sz="half" idx="53"/>
          </p:nvPr>
        </p:nvSpPr>
        <p:spPr>
          <a:xfrm>
            <a:off x="520883" y="460362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21" name="Content Placeholder 2"/>
          <p:cNvSpPr>
            <a:spLocks noGrp="1"/>
          </p:cNvSpPr>
          <p:nvPr>
            <p:ph sz="half" idx="48"/>
          </p:nvPr>
        </p:nvSpPr>
        <p:spPr>
          <a:xfrm>
            <a:off x="520883" y="340324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13" name="Content Placeholder 2"/>
          <p:cNvSpPr>
            <a:spLocks noGrp="1"/>
          </p:cNvSpPr>
          <p:nvPr>
            <p:ph sz="half" idx="24"/>
          </p:nvPr>
        </p:nvSpPr>
        <p:spPr>
          <a:xfrm>
            <a:off x="520883" y="220286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25" name="Content Placeholder 2"/>
          <p:cNvSpPr>
            <a:spLocks noGrp="1"/>
          </p:cNvSpPr>
          <p:nvPr>
            <p:ph sz="half" idx="31"/>
          </p:nvPr>
        </p:nvSpPr>
        <p:spPr>
          <a:xfrm>
            <a:off x="6356546" y="220286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27" name="Content Placeholder 2"/>
          <p:cNvSpPr>
            <a:spLocks noGrp="1"/>
          </p:cNvSpPr>
          <p:nvPr>
            <p:ph sz="half" idx="33"/>
          </p:nvPr>
        </p:nvSpPr>
        <p:spPr>
          <a:xfrm>
            <a:off x="4413610" y="220286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29" name="Content Placeholder 2"/>
          <p:cNvSpPr>
            <a:spLocks noGrp="1"/>
          </p:cNvSpPr>
          <p:nvPr>
            <p:ph sz="half" idx="35"/>
          </p:nvPr>
        </p:nvSpPr>
        <p:spPr>
          <a:xfrm>
            <a:off x="2470673" y="220286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31" name="Content Placeholder 2"/>
          <p:cNvSpPr>
            <a:spLocks noGrp="1"/>
          </p:cNvSpPr>
          <p:nvPr>
            <p:ph sz="half" idx="37"/>
          </p:nvPr>
        </p:nvSpPr>
        <p:spPr>
          <a:xfrm>
            <a:off x="8299480" y="220286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22" name="Content Placeholder 2"/>
          <p:cNvSpPr>
            <a:spLocks noGrp="1"/>
          </p:cNvSpPr>
          <p:nvPr>
            <p:ph sz="half" idx="49"/>
          </p:nvPr>
        </p:nvSpPr>
        <p:spPr>
          <a:xfrm>
            <a:off x="6356546" y="340324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26" name="Content Placeholder 2"/>
          <p:cNvSpPr>
            <a:spLocks noGrp="1"/>
          </p:cNvSpPr>
          <p:nvPr>
            <p:ph sz="half" idx="50"/>
          </p:nvPr>
        </p:nvSpPr>
        <p:spPr>
          <a:xfrm>
            <a:off x="4413610" y="340324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28" name="Content Placeholder 2"/>
          <p:cNvSpPr>
            <a:spLocks noGrp="1"/>
          </p:cNvSpPr>
          <p:nvPr>
            <p:ph sz="half" idx="51"/>
          </p:nvPr>
        </p:nvSpPr>
        <p:spPr>
          <a:xfrm>
            <a:off x="2470673" y="340324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30" name="Content Placeholder 2"/>
          <p:cNvSpPr>
            <a:spLocks noGrp="1"/>
          </p:cNvSpPr>
          <p:nvPr>
            <p:ph sz="half" idx="52"/>
          </p:nvPr>
        </p:nvSpPr>
        <p:spPr>
          <a:xfrm>
            <a:off x="8299480" y="340324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37" name="Content Placeholder 2"/>
          <p:cNvSpPr>
            <a:spLocks noGrp="1"/>
          </p:cNvSpPr>
          <p:nvPr>
            <p:ph sz="half" idx="54"/>
          </p:nvPr>
        </p:nvSpPr>
        <p:spPr>
          <a:xfrm>
            <a:off x="6356546" y="460362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38" name="Content Placeholder 2"/>
          <p:cNvSpPr>
            <a:spLocks noGrp="1"/>
          </p:cNvSpPr>
          <p:nvPr>
            <p:ph sz="half" idx="55"/>
          </p:nvPr>
        </p:nvSpPr>
        <p:spPr>
          <a:xfrm>
            <a:off x="4413610" y="460362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39" name="Content Placeholder 2"/>
          <p:cNvSpPr>
            <a:spLocks noGrp="1"/>
          </p:cNvSpPr>
          <p:nvPr>
            <p:ph sz="half" idx="56"/>
          </p:nvPr>
        </p:nvSpPr>
        <p:spPr>
          <a:xfrm>
            <a:off x="2470673" y="460362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40" name="Content Placeholder 2"/>
          <p:cNvSpPr>
            <a:spLocks noGrp="1"/>
          </p:cNvSpPr>
          <p:nvPr>
            <p:ph sz="half" idx="57"/>
          </p:nvPr>
        </p:nvSpPr>
        <p:spPr>
          <a:xfrm>
            <a:off x="8299480" y="4603627"/>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41" name="Content Placeholder 2"/>
          <p:cNvSpPr>
            <a:spLocks noGrp="1"/>
          </p:cNvSpPr>
          <p:nvPr>
            <p:ph sz="half" idx="58"/>
          </p:nvPr>
        </p:nvSpPr>
        <p:spPr>
          <a:xfrm>
            <a:off x="520883" y="5804005"/>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42" name="Content Placeholder 2"/>
          <p:cNvSpPr>
            <a:spLocks noGrp="1"/>
          </p:cNvSpPr>
          <p:nvPr>
            <p:ph sz="half" idx="59"/>
          </p:nvPr>
        </p:nvSpPr>
        <p:spPr>
          <a:xfrm>
            <a:off x="6356546" y="5804005"/>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43" name="Content Placeholder 2"/>
          <p:cNvSpPr>
            <a:spLocks noGrp="1"/>
          </p:cNvSpPr>
          <p:nvPr>
            <p:ph sz="half" idx="60"/>
          </p:nvPr>
        </p:nvSpPr>
        <p:spPr>
          <a:xfrm>
            <a:off x="4413610" y="5804005"/>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44" name="Content Placeholder 2"/>
          <p:cNvSpPr>
            <a:spLocks noGrp="1"/>
          </p:cNvSpPr>
          <p:nvPr>
            <p:ph sz="half" idx="61"/>
          </p:nvPr>
        </p:nvSpPr>
        <p:spPr>
          <a:xfrm>
            <a:off x="2470673" y="5804005"/>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45" name="Content Placeholder 2"/>
          <p:cNvSpPr>
            <a:spLocks noGrp="1"/>
          </p:cNvSpPr>
          <p:nvPr>
            <p:ph sz="half" idx="62"/>
          </p:nvPr>
        </p:nvSpPr>
        <p:spPr>
          <a:xfrm>
            <a:off x="8299480" y="5804005"/>
            <a:ext cx="1748510" cy="1071450"/>
          </a:xfrm>
          <a:noFill/>
        </p:spPr>
        <p:txBody>
          <a:bodyPr lIns="72000" tIns="72000" rIns="72000" bIns="72000" anchor="t" anchorCtr="0"/>
          <a:lstStyle>
            <a:lvl1pPr>
              <a:defRPr sz="971"/>
            </a:lvl1pPr>
            <a:lvl2pPr>
              <a:defRPr sz="863"/>
            </a:lvl2pPr>
            <a:lvl3pPr>
              <a:defRPr sz="863"/>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23" name="Text Placeholder 22"/>
          <p:cNvSpPr>
            <a:spLocks noGrp="1"/>
          </p:cNvSpPr>
          <p:nvPr>
            <p:ph type="body" sz="quarter" idx="42"/>
          </p:nvPr>
        </p:nvSpPr>
        <p:spPr>
          <a:xfrm>
            <a:off x="520883" y="1478687"/>
            <a:ext cx="1865077" cy="595250"/>
          </a:xfrm>
          <a:prstGeom prst="chevron">
            <a:avLst>
              <a:gd name="adj" fmla="val 22508"/>
            </a:avLst>
          </a:prstGeom>
          <a:solidFill>
            <a:schemeClr val="accent3"/>
          </a:solidFill>
        </p:spPr>
        <p:txBody>
          <a:bodyPr vert="horz" lIns="72000" tIns="36000" rIns="72000" bIns="36000" anchor="ctr" anchorCtr="0"/>
          <a:lstStyle>
            <a:lvl1pPr algn="ctr">
              <a:defRPr>
                <a:solidFill>
                  <a:schemeClr val="bg1"/>
                </a:solidFill>
              </a:defRPr>
            </a:lvl1pPr>
          </a:lstStyle>
          <a:p>
            <a:pPr lvl="0"/>
            <a:r>
              <a:rPr lang="en-US"/>
              <a:t>Click to edit Master text styles</a:t>
            </a:r>
          </a:p>
        </p:txBody>
      </p:sp>
      <p:sp>
        <p:nvSpPr>
          <p:cNvPr id="16" name="Text Placeholder 22"/>
          <p:cNvSpPr>
            <a:spLocks noGrp="1"/>
          </p:cNvSpPr>
          <p:nvPr>
            <p:ph type="body" sz="quarter" idx="43"/>
          </p:nvPr>
        </p:nvSpPr>
        <p:spPr>
          <a:xfrm>
            <a:off x="2465533" y="1478687"/>
            <a:ext cx="1865077" cy="595250"/>
          </a:xfrm>
          <a:prstGeom prst="chevron">
            <a:avLst>
              <a:gd name="adj" fmla="val 22508"/>
            </a:avLst>
          </a:prstGeom>
          <a:solidFill>
            <a:schemeClr val="accent3"/>
          </a:solidFill>
        </p:spPr>
        <p:txBody>
          <a:bodyPr vert="horz" lIns="72000" tIns="36000" rIns="72000" bIns="36000" anchor="ctr" anchorCtr="0"/>
          <a:lstStyle>
            <a:lvl1pPr algn="ctr">
              <a:defRPr>
                <a:solidFill>
                  <a:schemeClr val="bg1"/>
                </a:solidFill>
              </a:defRPr>
            </a:lvl1pPr>
          </a:lstStyle>
          <a:p>
            <a:pPr lvl="0"/>
            <a:r>
              <a:rPr lang="en-US"/>
              <a:t>Click to edit Master text styles</a:t>
            </a:r>
          </a:p>
        </p:txBody>
      </p:sp>
      <p:sp>
        <p:nvSpPr>
          <p:cNvPr id="17" name="Text Placeholder 22"/>
          <p:cNvSpPr>
            <a:spLocks noGrp="1"/>
          </p:cNvSpPr>
          <p:nvPr>
            <p:ph type="body" sz="quarter" idx="44"/>
          </p:nvPr>
        </p:nvSpPr>
        <p:spPr>
          <a:xfrm>
            <a:off x="4410182" y="1478687"/>
            <a:ext cx="1865077" cy="595250"/>
          </a:xfrm>
          <a:prstGeom prst="chevron">
            <a:avLst>
              <a:gd name="adj" fmla="val 22508"/>
            </a:avLst>
          </a:prstGeom>
          <a:solidFill>
            <a:schemeClr val="accent3"/>
          </a:solidFill>
        </p:spPr>
        <p:txBody>
          <a:bodyPr vert="horz" lIns="72000" tIns="36000" rIns="72000" bIns="36000" anchor="ctr" anchorCtr="0"/>
          <a:lstStyle>
            <a:lvl1pPr algn="ctr">
              <a:defRPr>
                <a:solidFill>
                  <a:schemeClr val="bg1"/>
                </a:solidFill>
              </a:defRPr>
            </a:lvl1pPr>
          </a:lstStyle>
          <a:p>
            <a:pPr lvl="0"/>
            <a:r>
              <a:rPr lang="en-US"/>
              <a:t>Click to edit Master text styles</a:t>
            </a:r>
          </a:p>
        </p:txBody>
      </p:sp>
      <p:sp>
        <p:nvSpPr>
          <p:cNvPr id="19" name="Text Placeholder 22"/>
          <p:cNvSpPr>
            <a:spLocks noGrp="1"/>
          </p:cNvSpPr>
          <p:nvPr>
            <p:ph type="body" sz="quarter" idx="46"/>
          </p:nvPr>
        </p:nvSpPr>
        <p:spPr>
          <a:xfrm>
            <a:off x="8299480" y="1478687"/>
            <a:ext cx="1865077" cy="595250"/>
          </a:xfrm>
          <a:prstGeom prst="chevron">
            <a:avLst>
              <a:gd name="adj" fmla="val 22508"/>
            </a:avLst>
          </a:prstGeom>
          <a:solidFill>
            <a:schemeClr val="accent3"/>
          </a:solidFill>
        </p:spPr>
        <p:txBody>
          <a:bodyPr vert="horz" lIns="72000" tIns="36000" rIns="72000" bIns="36000" anchor="ctr" anchorCtr="0"/>
          <a:lstStyle>
            <a:lvl1pPr algn="ctr">
              <a:defRPr>
                <a:solidFill>
                  <a:schemeClr val="bg1"/>
                </a:solidFill>
              </a:defRPr>
            </a:lvl1pPr>
          </a:lstStyle>
          <a:p>
            <a:pPr lvl="0"/>
            <a:r>
              <a:rPr lang="en-US"/>
              <a:t>Click to edit Master text styles</a:t>
            </a:r>
          </a:p>
        </p:txBody>
      </p:sp>
      <p:sp>
        <p:nvSpPr>
          <p:cNvPr id="20" name="Text Placeholder 22"/>
          <p:cNvSpPr>
            <a:spLocks noGrp="1"/>
          </p:cNvSpPr>
          <p:nvPr>
            <p:ph type="body" sz="quarter" idx="47"/>
          </p:nvPr>
        </p:nvSpPr>
        <p:spPr>
          <a:xfrm>
            <a:off x="6354831" y="1478687"/>
            <a:ext cx="1865077" cy="595250"/>
          </a:xfrm>
          <a:prstGeom prst="chevron">
            <a:avLst>
              <a:gd name="adj" fmla="val 22508"/>
            </a:avLst>
          </a:prstGeom>
          <a:solidFill>
            <a:schemeClr val="accent3"/>
          </a:solidFill>
        </p:spPr>
        <p:txBody>
          <a:bodyPr vert="horz" lIns="72000" tIns="36000" rIns="72000" bIns="36000" anchor="ctr" anchorCtr="0"/>
          <a:lstStyle>
            <a:lvl1pPr algn="ctr">
              <a:defRPr>
                <a:solidFill>
                  <a:schemeClr val="bg1"/>
                </a:solidFill>
              </a:defRPr>
            </a:lvl1pPr>
          </a:lstStyle>
          <a:p>
            <a:pPr lvl="0"/>
            <a:r>
              <a:rPr lang="en-US"/>
              <a:t>Click to edit Master text styles</a:t>
            </a:r>
          </a:p>
        </p:txBody>
      </p:sp>
      <p:sp>
        <p:nvSpPr>
          <p:cNvPr id="50" name="Text Placeholder 7"/>
          <p:cNvSpPr>
            <a:spLocks noGrp="1"/>
          </p:cNvSpPr>
          <p:nvPr>
            <p:ph type="body" sz="quarter" idx="32"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Tree>
    <p:extLst>
      <p:ext uri="{BB962C8B-B14F-4D97-AF65-F5344CB8AC3E}">
        <p14:creationId xmlns:p14="http://schemas.microsoft.com/office/powerpoint/2010/main" val="321164305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ross diagram">
    <p:spTree>
      <p:nvGrpSpPr>
        <p:cNvPr id="1" name=""/>
        <p:cNvGrpSpPr/>
        <p:nvPr/>
      </p:nvGrpSpPr>
      <p:grpSpPr>
        <a:xfrm>
          <a:off x="0" y="0"/>
          <a:ext cx="0" cy="0"/>
          <a:chOff x="0" y="0"/>
          <a:chExt cx="0" cy="0"/>
        </a:xfrm>
      </p:grpSpPr>
      <p:sp>
        <p:nvSpPr>
          <p:cNvPr id="39" name="Text Placeholder 38"/>
          <p:cNvSpPr>
            <a:spLocks noGrp="1"/>
          </p:cNvSpPr>
          <p:nvPr>
            <p:ph type="body" sz="quarter" idx="50" hasCustomPrompt="1"/>
          </p:nvPr>
        </p:nvSpPr>
        <p:spPr>
          <a:xfrm>
            <a:off x="4367538" y="3576846"/>
            <a:ext cx="1943031" cy="1189949"/>
          </a:xfrm>
          <a:solidFill>
            <a:schemeClr val="accent3">
              <a:lumMod val="20000"/>
              <a:lumOff val="80000"/>
            </a:schemeClr>
          </a:solidFill>
        </p:spPr>
        <p:txBody>
          <a:bodyPr/>
          <a:lstStyle>
            <a:lvl1pPr>
              <a:defRPr baseline="0"/>
            </a:lvl1pPr>
          </a:lstStyle>
          <a:p>
            <a:pPr lvl="0"/>
            <a:r>
              <a:rPr lang="en-GB" dirty="0"/>
              <a:t> </a:t>
            </a:r>
          </a:p>
        </p:txBody>
      </p:sp>
      <p:sp>
        <p:nvSpPr>
          <p:cNvPr id="27" name="Text Placeholder 26"/>
          <p:cNvSpPr>
            <a:spLocks noGrp="1"/>
          </p:cNvSpPr>
          <p:nvPr>
            <p:ph type="body" sz="quarter" idx="46" hasCustomPrompt="1"/>
          </p:nvPr>
        </p:nvSpPr>
        <p:spPr>
          <a:xfrm>
            <a:off x="527944" y="3577993"/>
            <a:ext cx="2719216" cy="1428600"/>
          </a:xfrm>
          <a:solidFill>
            <a:schemeClr val="bg1">
              <a:lumMod val="95000"/>
            </a:schemeClr>
          </a:solidFill>
        </p:spPr>
        <p:txBody>
          <a:bodyPr/>
          <a:lstStyle>
            <a:lvl1pPr>
              <a:defRPr/>
            </a:lvl1pPr>
          </a:lstStyle>
          <a:p>
            <a:pPr lvl="0"/>
            <a:r>
              <a:rPr lang="en-US" dirty="0"/>
              <a:t> </a:t>
            </a:r>
            <a:endParaRPr lang="en-GB" dirty="0"/>
          </a:p>
        </p:txBody>
      </p:sp>
      <p:sp>
        <p:nvSpPr>
          <p:cNvPr id="30" name="Text Placeholder 26"/>
          <p:cNvSpPr>
            <a:spLocks noGrp="1"/>
          </p:cNvSpPr>
          <p:nvPr>
            <p:ph type="body" sz="quarter" idx="47" hasCustomPrompt="1"/>
          </p:nvPr>
        </p:nvSpPr>
        <p:spPr>
          <a:xfrm>
            <a:off x="7430465" y="3577993"/>
            <a:ext cx="2719216" cy="1428600"/>
          </a:xfrm>
          <a:solidFill>
            <a:schemeClr val="bg1">
              <a:lumMod val="95000"/>
            </a:schemeClr>
          </a:solidFill>
        </p:spPr>
        <p:txBody>
          <a:bodyPr/>
          <a:lstStyle>
            <a:lvl1pPr>
              <a:defRPr/>
            </a:lvl1pPr>
          </a:lstStyle>
          <a:p>
            <a:pPr lvl="0"/>
            <a:r>
              <a:rPr lang="en-US" dirty="0"/>
              <a:t> </a:t>
            </a:r>
            <a:endParaRPr lang="en-GB" dirty="0"/>
          </a:p>
        </p:txBody>
      </p:sp>
      <p:sp>
        <p:nvSpPr>
          <p:cNvPr id="31" name="Text Placeholder 26"/>
          <p:cNvSpPr>
            <a:spLocks noGrp="1"/>
          </p:cNvSpPr>
          <p:nvPr>
            <p:ph type="body" sz="quarter" idx="48" hasCustomPrompt="1"/>
          </p:nvPr>
        </p:nvSpPr>
        <p:spPr>
          <a:xfrm>
            <a:off x="3979548" y="1706383"/>
            <a:ext cx="2719216" cy="1428600"/>
          </a:xfrm>
          <a:solidFill>
            <a:schemeClr val="bg1">
              <a:lumMod val="95000"/>
            </a:schemeClr>
          </a:solidFill>
        </p:spPr>
        <p:txBody>
          <a:bodyPr/>
          <a:lstStyle>
            <a:lvl1pPr>
              <a:defRPr/>
            </a:lvl1pPr>
          </a:lstStyle>
          <a:p>
            <a:pPr lvl="0"/>
            <a:r>
              <a:rPr lang="en-US" dirty="0"/>
              <a:t> </a:t>
            </a:r>
            <a:endParaRPr lang="en-GB" dirty="0"/>
          </a:p>
        </p:txBody>
      </p:sp>
      <p:sp>
        <p:nvSpPr>
          <p:cNvPr id="36" name="Text Placeholder 26"/>
          <p:cNvSpPr>
            <a:spLocks noGrp="1"/>
          </p:cNvSpPr>
          <p:nvPr>
            <p:ph type="body" sz="quarter" idx="49" hasCustomPrompt="1"/>
          </p:nvPr>
        </p:nvSpPr>
        <p:spPr>
          <a:xfrm>
            <a:off x="3979548" y="5439940"/>
            <a:ext cx="2719216" cy="1428600"/>
          </a:xfrm>
          <a:solidFill>
            <a:schemeClr val="bg1">
              <a:lumMod val="95000"/>
            </a:schemeClr>
          </a:solidFill>
        </p:spPr>
        <p:txBody>
          <a:bodyPr/>
          <a:lstStyle>
            <a:lvl1pPr>
              <a:defRPr/>
            </a:lvl1pPr>
          </a:lstStyle>
          <a:p>
            <a:pPr lvl="0"/>
            <a:r>
              <a:rPr lang="en-US" dirty="0"/>
              <a:t> </a:t>
            </a:r>
            <a:endParaRPr lang="en-GB" dirty="0"/>
          </a:p>
        </p:txBody>
      </p:sp>
      <p:sp>
        <p:nvSpPr>
          <p:cNvPr id="13" name="Content Placeholder 2"/>
          <p:cNvSpPr>
            <a:spLocks noGrp="1"/>
          </p:cNvSpPr>
          <p:nvPr>
            <p:ph sz="half" idx="24"/>
          </p:nvPr>
        </p:nvSpPr>
        <p:spPr>
          <a:xfrm>
            <a:off x="527256" y="3577993"/>
            <a:ext cx="2719904" cy="1428600"/>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p:txBody>
      </p:sp>
      <p:sp>
        <p:nvSpPr>
          <p:cNvPr id="25" name="Content Placeholder 2"/>
          <p:cNvSpPr>
            <a:spLocks noGrp="1"/>
          </p:cNvSpPr>
          <p:nvPr>
            <p:ph sz="half" idx="31"/>
          </p:nvPr>
        </p:nvSpPr>
        <p:spPr>
          <a:xfrm>
            <a:off x="3978860" y="1706383"/>
            <a:ext cx="2719904" cy="1428600"/>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p:txBody>
      </p:sp>
      <p:sp>
        <p:nvSpPr>
          <p:cNvPr id="28" name="Content Placeholder 2"/>
          <p:cNvSpPr>
            <a:spLocks noGrp="1"/>
          </p:cNvSpPr>
          <p:nvPr>
            <p:ph sz="half" idx="34"/>
          </p:nvPr>
        </p:nvSpPr>
        <p:spPr>
          <a:xfrm>
            <a:off x="7430465" y="3577993"/>
            <a:ext cx="2719904" cy="1428600"/>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p:txBody>
      </p:sp>
      <p:sp>
        <p:nvSpPr>
          <p:cNvPr id="48" name="Content Placeholder 2"/>
          <p:cNvSpPr>
            <a:spLocks noGrp="1"/>
          </p:cNvSpPr>
          <p:nvPr>
            <p:ph sz="half" idx="41"/>
          </p:nvPr>
        </p:nvSpPr>
        <p:spPr>
          <a:xfrm>
            <a:off x="3978860" y="5439940"/>
            <a:ext cx="2719904" cy="1428600"/>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p:txBody>
      </p:sp>
      <p:sp>
        <p:nvSpPr>
          <p:cNvPr id="17" name="Rectangle 16"/>
          <p:cNvSpPr/>
          <p:nvPr userDrawn="1"/>
        </p:nvSpPr>
        <p:spPr>
          <a:xfrm>
            <a:off x="4367418" y="3576988"/>
            <a:ext cx="1942789" cy="11905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7712" tIns="38856" rIns="77712" bIns="38856" rtlCol="0" anchor="ctr"/>
          <a:lstStyle/>
          <a:p>
            <a:pPr algn="ctr"/>
            <a:endParaRPr lang="en-GB" sz="863" dirty="0">
              <a:solidFill>
                <a:srgbClr val="FFFFFF"/>
              </a:solidFill>
            </a:endParaRPr>
          </a:p>
        </p:txBody>
      </p:sp>
      <p:sp>
        <p:nvSpPr>
          <p:cNvPr id="2" name="Title 1"/>
          <p:cNvSpPr>
            <a:spLocks noGrp="1"/>
          </p:cNvSpPr>
          <p:nvPr>
            <p:ph type="title"/>
          </p:nvPr>
        </p:nvSpPr>
        <p:spPr/>
        <p:txBody>
          <a:bodyPr/>
          <a:lstStyle/>
          <a:p>
            <a:r>
              <a:rPr lang="en-US"/>
              <a:t>Click to edit Master title style</a:t>
            </a:r>
            <a:endParaRPr lang="en-GB"/>
          </a:p>
        </p:txBody>
      </p:sp>
      <p:sp>
        <p:nvSpPr>
          <p:cNvPr id="46" name="Content Placeholder 2"/>
          <p:cNvSpPr>
            <a:spLocks noGrp="1"/>
          </p:cNvSpPr>
          <p:nvPr>
            <p:ph sz="half" idx="39" hasCustomPrompt="1"/>
          </p:nvPr>
        </p:nvSpPr>
        <p:spPr>
          <a:xfrm>
            <a:off x="4367418" y="3576988"/>
            <a:ext cx="1942789" cy="1190500"/>
          </a:xfrm>
          <a:noFill/>
        </p:spPr>
        <p:txBody>
          <a:bodyPr lIns="72000" tIns="72000" rIns="72000" bIns="72000" anchor="ctr" anchorCtr="0"/>
          <a:lstStyle>
            <a:lvl1pPr algn="ctr">
              <a:defRPr sz="863"/>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dirty="0"/>
              <a:t>Insert logo or text here</a:t>
            </a:r>
          </a:p>
        </p:txBody>
      </p:sp>
      <p:sp>
        <p:nvSpPr>
          <p:cNvPr id="24" name="Text Placeholder 7"/>
          <p:cNvSpPr>
            <a:spLocks noGrp="1"/>
          </p:cNvSpPr>
          <p:nvPr>
            <p:ph type="body" sz="quarter" idx="51"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37" name="Text Placeholder 23"/>
          <p:cNvSpPr>
            <a:spLocks noGrp="1"/>
          </p:cNvSpPr>
          <p:nvPr>
            <p:ph type="body" sz="quarter" idx="45"/>
          </p:nvPr>
        </p:nvSpPr>
        <p:spPr>
          <a:xfrm>
            <a:off x="7429777" y="3338856"/>
            <a:ext cx="2719904"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8" name="Text Placeholder 23"/>
          <p:cNvSpPr>
            <a:spLocks noGrp="1"/>
          </p:cNvSpPr>
          <p:nvPr>
            <p:ph type="body" sz="quarter" idx="52"/>
          </p:nvPr>
        </p:nvSpPr>
        <p:spPr>
          <a:xfrm>
            <a:off x="3978860" y="1478687"/>
            <a:ext cx="2719904"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0" name="Text Placeholder 23"/>
          <p:cNvSpPr>
            <a:spLocks noGrp="1"/>
          </p:cNvSpPr>
          <p:nvPr>
            <p:ph type="body" sz="quarter" idx="76"/>
          </p:nvPr>
        </p:nvSpPr>
        <p:spPr>
          <a:xfrm>
            <a:off x="527256" y="3338856"/>
            <a:ext cx="2719904"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1" name="Text Placeholder 23"/>
          <p:cNvSpPr>
            <a:spLocks noGrp="1"/>
          </p:cNvSpPr>
          <p:nvPr>
            <p:ph type="body" sz="quarter" idx="77"/>
          </p:nvPr>
        </p:nvSpPr>
        <p:spPr>
          <a:xfrm>
            <a:off x="3978860" y="5201950"/>
            <a:ext cx="2719904"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3" name="Text Placeholder 25"/>
          <p:cNvSpPr>
            <a:spLocks noGrp="1"/>
          </p:cNvSpPr>
          <p:nvPr>
            <p:ph type="body" sz="quarter" idx="78" hasCustomPrompt="1"/>
          </p:nvPr>
        </p:nvSpPr>
        <p:spPr>
          <a:xfrm rot="5400000">
            <a:off x="5220007" y="3121712"/>
            <a:ext cx="238091" cy="465788"/>
          </a:xfrm>
          <a:prstGeom prst="chevron">
            <a:avLst>
              <a:gd name="adj" fmla="val 51491"/>
            </a:avLst>
          </a:prstGeom>
          <a:solidFill>
            <a:schemeClr val="accent3"/>
          </a:solidFill>
        </p:spPr>
        <p:txBody>
          <a:bodyPr/>
          <a:lstStyle>
            <a:lvl1pPr>
              <a:defRPr/>
            </a:lvl1pPr>
          </a:lstStyle>
          <a:p>
            <a:pPr lvl="0"/>
            <a:r>
              <a:rPr lang="en-GB" dirty="0"/>
              <a:t> </a:t>
            </a:r>
          </a:p>
        </p:txBody>
      </p:sp>
      <p:sp>
        <p:nvSpPr>
          <p:cNvPr id="44" name="Text Placeholder 25"/>
          <p:cNvSpPr>
            <a:spLocks noGrp="1"/>
          </p:cNvSpPr>
          <p:nvPr>
            <p:ph type="body" sz="quarter" idx="79" hasCustomPrompt="1"/>
          </p:nvPr>
        </p:nvSpPr>
        <p:spPr>
          <a:xfrm rot="5400000">
            <a:off x="5220007" y="3121712"/>
            <a:ext cx="238091" cy="465788"/>
          </a:xfrm>
          <a:prstGeom prst="chevron">
            <a:avLst>
              <a:gd name="adj" fmla="val 51491"/>
            </a:avLst>
          </a:prstGeom>
          <a:solidFill>
            <a:schemeClr val="accent3"/>
          </a:solidFill>
        </p:spPr>
        <p:txBody>
          <a:bodyPr/>
          <a:lstStyle>
            <a:lvl1pPr>
              <a:defRPr/>
            </a:lvl1pPr>
          </a:lstStyle>
          <a:p>
            <a:pPr lvl="0"/>
            <a:r>
              <a:rPr lang="en-GB" dirty="0"/>
              <a:t> </a:t>
            </a:r>
          </a:p>
        </p:txBody>
      </p:sp>
      <p:sp>
        <p:nvSpPr>
          <p:cNvPr id="50" name="Text Placeholder 25"/>
          <p:cNvSpPr>
            <a:spLocks noGrp="1"/>
          </p:cNvSpPr>
          <p:nvPr>
            <p:ph type="body" sz="quarter" idx="80" hasCustomPrompt="1"/>
          </p:nvPr>
        </p:nvSpPr>
        <p:spPr>
          <a:xfrm rot="16200000">
            <a:off x="5220007" y="4756968"/>
            <a:ext cx="238091" cy="465788"/>
          </a:xfrm>
          <a:prstGeom prst="chevron">
            <a:avLst>
              <a:gd name="adj" fmla="val 51491"/>
            </a:avLst>
          </a:prstGeom>
          <a:solidFill>
            <a:schemeClr val="accent3"/>
          </a:solidFill>
        </p:spPr>
        <p:txBody>
          <a:bodyPr/>
          <a:lstStyle>
            <a:lvl1pPr>
              <a:defRPr/>
            </a:lvl1pPr>
          </a:lstStyle>
          <a:p>
            <a:pPr lvl="0"/>
            <a:r>
              <a:rPr lang="en-GB" dirty="0"/>
              <a:t> </a:t>
            </a:r>
          </a:p>
        </p:txBody>
      </p:sp>
      <p:sp>
        <p:nvSpPr>
          <p:cNvPr id="52" name="Text Placeholder 25"/>
          <p:cNvSpPr>
            <a:spLocks noGrp="1"/>
          </p:cNvSpPr>
          <p:nvPr>
            <p:ph type="body" sz="quarter" idx="81" hasCustomPrompt="1"/>
          </p:nvPr>
        </p:nvSpPr>
        <p:spPr>
          <a:xfrm>
            <a:off x="3690722" y="3938971"/>
            <a:ext cx="233126" cy="475708"/>
          </a:xfrm>
          <a:prstGeom prst="chevron">
            <a:avLst>
              <a:gd name="adj" fmla="val 51491"/>
            </a:avLst>
          </a:prstGeom>
          <a:solidFill>
            <a:schemeClr val="accent3"/>
          </a:solidFill>
        </p:spPr>
        <p:txBody>
          <a:bodyPr/>
          <a:lstStyle>
            <a:lvl1pPr>
              <a:defRPr/>
            </a:lvl1pPr>
          </a:lstStyle>
          <a:p>
            <a:pPr lvl="0"/>
            <a:r>
              <a:rPr lang="en-GB" dirty="0"/>
              <a:t> </a:t>
            </a:r>
          </a:p>
        </p:txBody>
      </p:sp>
      <p:sp>
        <p:nvSpPr>
          <p:cNvPr id="54" name="Text Placeholder 25"/>
          <p:cNvSpPr>
            <a:spLocks noGrp="1"/>
          </p:cNvSpPr>
          <p:nvPr>
            <p:ph type="body" sz="quarter" idx="82" hasCustomPrompt="1"/>
          </p:nvPr>
        </p:nvSpPr>
        <p:spPr>
          <a:xfrm rot="10800000">
            <a:off x="6753768" y="3938971"/>
            <a:ext cx="233126" cy="475708"/>
          </a:xfrm>
          <a:prstGeom prst="chevron">
            <a:avLst>
              <a:gd name="adj" fmla="val 51491"/>
            </a:avLst>
          </a:prstGeom>
          <a:solidFill>
            <a:schemeClr val="accent3"/>
          </a:solidFill>
        </p:spPr>
        <p:txBody>
          <a:bodyPr/>
          <a:lstStyle>
            <a:lvl1pPr>
              <a:defRPr/>
            </a:lvl1pPr>
          </a:lstStyle>
          <a:p>
            <a:pPr lvl="0"/>
            <a:r>
              <a:rPr lang="en-GB" dirty="0"/>
              <a:t> </a:t>
            </a:r>
          </a:p>
        </p:txBody>
      </p:sp>
    </p:spTree>
    <p:extLst>
      <p:ext uri="{BB962C8B-B14F-4D97-AF65-F5344CB8AC3E}">
        <p14:creationId xmlns:p14="http://schemas.microsoft.com/office/powerpoint/2010/main" val="373105072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B] Basic">
    <p:spTree>
      <p:nvGrpSpPr>
        <p:cNvPr id="1" name=""/>
        <p:cNvGrpSpPr/>
        <p:nvPr/>
      </p:nvGrpSpPr>
      <p:grpSpPr>
        <a:xfrm>
          <a:off x="0" y="0"/>
          <a:ext cx="0" cy="0"/>
          <a:chOff x="0" y="0"/>
          <a:chExt cx="0" cy="0"/>
        </a:xfrm>
      </p:grpSpPr>
      <p:sp>
        <p:nvSpPr>
          <p:cNvPr id="9" name="Content Placeholder 2"/>
          <p:cNvSpPr>
            <a:spLocks noGrp="1"/>
          </p:cNvSpPr>
          <p:nvPr>
            <p:ph idx="1"/>
          </p:nvPr>
        </p:nvSpPr>
        <p:spPr>
          <a:xfrm>
            <a:off x="2421079" y="1478687"/>
            <a:ext cx="7742997" cy="5396768"/>
          </a:xfrm>
        </p:spPr>
        <p:txBody>
          <a:bodyPr/>
          <a:lstStyle>
            <a:lvl1pPr>
              <a:defRPr sz="1079"/>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Text Placeholder 10"/>
          <p:cNvSpPr>
            <a:spLocks noGrp="1"/>
          </p:cNvSpPr>
          <p:nvPr>
            <p:ph type="body" sz="quarter" idx="33" hasCustomPrompt="1"/>
          </p:nvPr>
        </p:nvSpPr>
        <p:spPr>
          <a:xfrm>
            <a:off x="520883" y="1716677"/>
            <a:ext cx="1748510" cy="5158778"/>
          </a:xfrm>
          <a:solidFill>
            <a:schemeClr val="bg1">
              <a:lumMod val="95000"/>
            </a:schemeClr>
          </a:solidFill>
        </p:spPr>
        <p:txBody>
          <a:bodyPr/>
          <a:lstStyle>
            <a:lvl1pPr>
              <a:defRPr baseline="0"/>
            </a:lvl1pPr>
          </a:lstStyle>
          <a:p>
            <a:pPr lvl="0"/>
            <a:r>
              <a:rPr lang="en-GB" dirty="0"/>
              <a:t> </a:t>
            </a:r>
          </a:p>
        </p:txBody>
      </p:sp>
      <p:sp>
        <p:nvSpPr>
          <p:cNvPr id="2" name="Title 1"/>
          <p:cNvSpPr>
            <a:spLocks noGrp="1"/>
          </p:cNvSpPr>
          <p:nvPr>
            <p:ph type="title"/>
          </p:nvPr>
        </p:nvSpPr>
        <p:spPr/>
        <p:txBody>
          <a:bodyPr/>
          <a:lstStyle/>
          <a:p>
            <a:r>
              <a:rPr lang="en-US"/>
              <a:t>Click to edit Master title style</a:t>
            </a:r>
            <a:endParaRPr lang="en-GB"/>
          </a:p>
        </p:txBody>
      </p:sp>
      <p:sp>
        <p:nvSpPr>
          <p:cNvPr id="13" name="Text Placeholder 12"/>
          <p:cNvSpPr>
            <a:spLocks noGrp="1"/>
          </p:cNvSpPr>
          <p:nvPr>
            <p:ph type="body" sz="quarter" idx="34"/>
          </p:nvPr>
        </p:nvSpPr>
        <p:spPr>
          <a:xfrm>
            <a:off x="520883" y="1716677"/>
            <a:ext cx="1748510" cy="5158778"/>
          </a:xfrm>
        </p:spPr>
        <p:txBody>
          <a:bodyPr lIns="72000" tIns="36000" rIns="72000" bIns="36000"/>
          <a:lstStyle>
            <a:lvl1pPr>
              <a:defRPr sz="971" i="0"/>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ext Placeholder 7"/>
          <p:cNvSpPr>
            <a:spLocks noGrp="1"/>
          </p:cNvSpPr>
          <p:nvPr>
            <p:ph type="body" sz="quarter" idx="41"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8" name="Text Placeholder 23"/>
          <p:cNvSpPr>
            <a:spLocks noGrp="1"/>
          </p:cNvSpPr>
          <p:nvPr>
            <p:ph type="body" sz="quarter" idx="52" hasCustomPrompt="1"/>
          </p:nvPr>
        </p:nvSpPr>
        <p:spPr>
          <a:xfrm>
            <a:off x="527738" y="1478687"/>
            <a:ext cx="174770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dirty="0"/>
              <a:t>Title</a:t>
            </a:r>
          </a:p>
        </p:txBody>
      </p:sp>
    </p:spTree>
    <p:extLst>
      <p:ext uri="{BB962C8B-B14F-4D97-AF65-F5344CB8AC3E}">
        <p14:creationId xmlns:p14="http://schemas.microsoft.com/office/powerpoint/2010/main" val="266752461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B] standard profile">
    <p:spTree>
      <p:nvGrpSpPr>
        <p:cNvPr id="1" name=""/>
        <p:cNvGrpSpPr/>
        <p:nvPr/>
      </p:nvGrpSpPr>
      <p:grpSpPr>
        <a:xfrm>
          <a:off x="0" y="0"/>
          <a:ext cx="0" cy="0"/>
          <a:chOff x="0" y="0"/>
          <a:chExt cx="0" cy="0"/>
        </a:xfrm>
      </p:grpSpPr>
      <p:sp>
        <p:nvSpPr>
          <p:cNvPr id="18" name="Content Placeholder 2"/>
          <p:cNvSpPr>
            <a:spLocks noGrp="1"/>
          </p:cNvSpPr>
          <p:nvPr>
            <p:ph idx="1"/>
          </p:nvPr>
        </p:nvSpPr>
        <p:spPr>
          <a:xfrm>
            <a:off x="2421079" y="1478687"/>
            <a:ext cx="3769010" cy="5396768"/>
          </a:xfrm>
        </p:spPr>
        <p:txBody>
          <a:bodyPr/>
          <a:lstStyle>
            <a:lvl1pPr>
              <a:defRPr sz="1079"/>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19" name="Text Placeholder 10"/>
          <p:cNvSpPr>
            <a:spLocks noGrp="1"/>
          </p:cNvSpPr>
          <p:nvPr>
            <p:ph type="body" sz="quarter" idx="34" hasCustomPrompt="1"/>
          </p:nvPr>
        </p:nvSpPr>
        <p:spPr>
          <a:xfrm>
            <a:off x="520883" y="1716677"/>
            <a:ext cx="1748510" cy="5158778"/>
          </a:xfrm>
          <a:solidFill>
            <a:schemeClr val="bg1">
              <a:lumMod val="95000"/>
            </a:schemeClr>
          </a:solidFill>
        </p:spPr>
        <p:txBody>
          <a:bodyPr/>
          <a:lstStyle>
            <a:lvl1pPr>
              <a:defRPr baseline="0"/>
            </a:lvl1pPr>
          </a:lstStyle>
          <a:p>
            <a:pPr lvl="0"/>
            <a:r>
              <a:rPr lang="en-GB" dirty="0"/>
              <a:t> </a:t>
            </a:r>
          </a:p>
        </p:txBody>
      </p:sp>
      <p:sp>
        <p:nvSpPr>
          <p:cNvPr id="27" name="Text Placeholder 12"/>
          <p:cNvSpPr>
            <a:spLocks noGrp="1"/>
          </p:cNvSpPr>
          <p:nvPr>
            <p:ph type="body" sz="quarter" idx="36"/>
          </p:nvPr>
        </p:nvSpPr>
        <p:spPr>
          <a:xfrm>
            <a:off x="520883" y="1716677"/>
            <a:ext cx="1748510" cy="5158778"/>
          </a:xfrm>
        </p:spPr>
        <p:txBody>
          <a:bodyPr lIns="72000" tIns="36000" rIns="72000" bIns="36000"/>
          <a:lstStyle>
            <a:lvl1pPr>
              <a:defRPr sz="971" i="0"/>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7"/>
          <p:cNvSpPr>
            <a:spLocks noGrp="1"/>
          </p:cNvSpPr>
          <p:nvPr>
            <p:ph type="body" sz="quarter" idx="32"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21" name="Text Placeholder 21"/>
          <p:cNvSpPr>
            <a:spLocks noGrp="1"/>
          </p:cNvSpPr>
          <p:nvPr>
            <p:ph type="body" sz="quarter" idx="42" hasCustomPrompt="1"/>
          </p:nvPr>
        </p:nvSpPr>
        <p:spPr>
          <a:xfrm>
            <a:off x="6395066" y="1716677"/>
            <a:ext cx="3769010" cy="2379898"/>
          </a:xfrm>
          <a:solidFill>
            <a:schemeClr val="bg1">
              <a:lumMod val="95000"/>
            </a:schemeClr>
          </a:solidFill>
        </p:spPr>
        <p:txBody>
          <a:bodyPr/>
          <a:lstStyle>
            <a:lvl1pPr>
              <a:defRPr/>
            </a:lvl1pPr>
            <a:lvl2pPr>
              <a:defRPr/>
            </a:lvl2pPr>
          </a:lstStyle>
          <a:p>
            <a:pPr lvl="0"/>
            <a:r>
              <a:rPr lang="en-GB" dirty="0"/>
              <a:t> </a:t>
            </a:r>
          </a:p>
        </p:txBody>
      </p:sp>
      <p:sp>
        <p:nvSpPr>
          <p:cNvPr id="22" name="Content Placeholder 2"/>
          <p:cNvSpPr>
            <a:spLocks noGrp="1"/>
          </p:cNvSpPr>
          <p:nvPr>
            <p:ph sz="half" idx="31"/>
          </p:nvPr>
        </p:nvSpPr>
        <p:spPr>
          <a:xfrm>
            <a:off x="6395066" y="1716677"/>
            <a:ext cx="3769010"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4" name="Text Placeholder 22"/>
          <p:cNvSpPr>
            <a:spLocks noGrp="1"/>
          </p:cNvSpPr>
          <p:nvPr>
            <p:ph type="body" sz="quarter" idx="53" hasCustomPrompt="1"/>
          </p:nvPr>
        </p:nvSpPr>
        <p:spPr>
          <a:xfrm>
            <a:off x="6395066" y="3939600"/>
            <a:ext cx="3769010"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6" name="Text Placeholder 21"/>
          <p:cNvSpPr>
            <a:spLocks noGrp="1"/>
          </p:cNvSpPr>
          <p:nvPr>
            <p:ph type="body" sz="quarter" idx="65" hasCustomPrompt="1"/>
          </p:nvPr>
        </p:nvSpPr>
        <p:spPr>
          <a:xfrm>
            <a:off x="6394583" y="4493806"/>
            <a:ext cx="3769010" cy="2379898"/>
          </a:xfrm>
          <a:solidFill>
            <a:schemeClr val="bg1">
              <a:lumMod val="95000"/>
            </a:schemeClr>
          </a:solidFill>
        </p:spPr>
        <p:txBody>
          <a:bodyPr/>
          <a:lstStyle>
            <a:lvl1pPr>
              <a:defRPr/>
            </a:lvl1pPr>
            <a:lvl2pPr>
              <a:defRPr/>
            </a:lvl2pPr>
          </a:lstStyle>
          <a:p>
            <a:pPr lvl="0"/>
            <a:r>
              <a:rPr lang="en-GB" dirty="0"/>
              <a:t> </a:t>
            </a:r>
          </a:p>
        </p:txBody>
      </p:sp>
      <p:sp>
        <p:nvSpPr>
          <p:cNvPr id="36" name="Content Placeholder 2"/>
          <p:cNvSpPr>
            <a:spLocks noGrp="1"/>
          </p:cNvSpPr>
          <p:nvPr>
            <p:ph sz="half" idx="66"/>
          </p:nvPr>
        </p:nvSpPr>
        <p:spPr>
          <a:xfrm>
            <a:off x="6394583" y="4493806"/>
            <a:ext cx="3769010"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7" name="Text Placeholder 22"/>
          <p:cNvSpPr>
            <a:spLocks noGrp="1"/>
          </p:cNvSpPr>
          <p:nvPr>
            <p:ph type="body" sz="quarter" idx="67" hasCustomPrompt="1"/>
          </p:nvPr>
        </p:nvSpPr>
        <p:spPr>
          <a:xfrm>
            <a:off x="6394583" y="6716729"/>
            <a:ext cx="3769010"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6" name="Text Placeholder 23"/>
          <p:cNvSpPr>
            <a:spLocks noGrp="1"/>
          </p:cNvSpPr>
          <p:nvPr>
            <p:ph type="body" sz="quarter" idx="52" hasCustomPrompt="1"/>
          </p:nvPr>
        </p:nvSpPr>
        <p:spPr>
          <a:xfrm>
            <a:off x="527738" y="1478687"/>
            <a:ext cx="174770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dirty="0"/>
              <a:t>Title</a:t>
            </a:r>
          </a:p>
        </p:txBody>
      </p:sp>
      <p:sp>
        <p:nvSpPr>
          <p:cNvPr id="23" name="Text Placeholder 23"/>
          <p:cNvSpPr>
            <a:spLocks noGrp="1"/>
          </p:cNvSpPr>
          <p:nvPr>
            <p:ph type="body" sz="quarter" idx="45"/>
          </p:nvPr>
        </p:nvSpPr>
        <p:spPr>
          <a:xfrm>
            <a:off x="6395066" y="1478687"/>
            <a:ext cx="376901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9" name="Text Placeholder 23"/>
          <p:cNvSpPr>
            <a:spLocks noGrp="1"/>
          </p:cNvSpPr>
          <p:nvPr>
            <p:ph type="body" sz="quarter" idx="77"/>
          </p:nvPr>
        </p:nvSpPr>
        <p:spPr>
          <a:xfrm>
            <a:off x="6394583" y="4255816"/>
            <a:ext cx="376901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extLst>
      <p:ext uri="{BB962C8B-B14F-4D97-AF65-F5344CB8AC3E}">
        <p14:creationId xmlns:p14="http://schemas.microsoft.com/office/powerpoint/2010/main" val="118046635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B] Two columns">
    <p:spTree>
      <p:nvGrpSpPr>
        <p:cNvPr id="1" name=""/>
        <p:cNvGrpSpPr/>
        <p:nvPr/>
      </p:nvGrpSpPr>
      <p:grpSpPr>
        <a:xfrm>
          <a:off x="0" y="0"/>
          <a:ext cx="0" cy="0"/>
          <a:chOff x="0" y="0"/>
          <a:chExt cx="0" cy="0"/>
        </a:xfrm>
      </p:grpSpPr>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10" name="Text Placeholder 10"/>
          <p:cNvSpPr>
            <a:spLocks noGrp="1"/>
          </p:cNvSpPr>
          <p:nvPr>
            <p:ph type="body" sz="quarter" idx="33" hasCustomPrompt="1"/>
          </p:nvPr>
        </p:nvSpPr>
        <p:spPr>
          <a:xfrm>
            <a:off x="520883" y="1716677"/>
            <a:ext cx="1748510" cy="5158778"/>
          </a:xfrm>
          <a:solidFill>
            <a:schemeClr val="bg1">
              <a:lumMod val="95000"/>
            </a:schemeClr>
          </a:solidFill>
        </p:spPr>
        <p:txBody>
          <a:bodyPr/>
          <a:lstStyle>
            <a:lvl1pPr>
              <a:defRPr baseline="0"/>
            </a:lvl1pPr>
          </a:lstStyle>
          <a:p>
            <a:pPr lvl="0"/>
            <a:r>
              <a:rPr lang="en-GB" dirty="0"/>
              <a:t> </a:t>
            </a:r>
          </a:p>
        </p:txBody>
      </p:sp>
      <p:sp>
        <p:nvSpPr>
          <p:cNvPr id="12" name="Text Placeholder 12"/>
          <p:cNvSpPr>
            <a:spLocks noGrp="1"/>
          </p:cNvSpPr>
          <p:nvPr>
            <p:ph type="body" sz="quarter" idx="34"/>
          </p:nvPr>
        </p:nvSpPr>
        <p:spPr>
          <a:xfrm>
            <a:off x="520883" y="1716677"/>
            <a:ext cx="1748510" cy="5158778"/>
          </a:xfrm>
        </p:spPr>
        <p:txBody>
          <a:bodyPr lIns="72000" tIns="36000" rIns="72000" bIns="36000"/>
          <a:lstStyle>
            <a:lvl1pPr>
              <a:defRPr sz="971" i="0"/>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7"/>
          <p:cNvSpPr>
            <a:spLocks noGrp="1"/>
          </p:cNvSpPr>
          <p:nvPr>
            <p:ph type="body" sz="quarter" idx="44"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20" name="Text Placeholder 21"/>
          <p:cNvSpPr>
            <a:spLocks noGrp="1"/>
          </p:cNvSpPr>
          <p:nvPr>
            <p:ph type="body" sz="quarter" idx="42" hasCustomPrompt="1"/>
          </p:nvPr>
        </p:nvSpPr>
        <p:spPr>
          <a:xfrm>
            <a:off x="6395066" y="1716677"/>
            <a:ext cx="3769010" cy="5158778"/>
          </a:xfrm>
          <a:solidFill>
            <a:schemeClr val="bg1">
              <a:lumMod val="95000"/>
            </a:schemeClr>
          </a:solidFill>
        </p:spPr>
        <p:txBody>
          <a:bodyPr/>
          <a:lstStyle>
            <a:lvl1pPr>
              <a:defRPr/>
            </a:lvl1pPr>
            <a:lvl2pPr>
              <a:defRPr/>
            </a:lvl2pPr>
          </a:lstStyle>
          <a:p>
            <a:pPr lvl="0"/>
            <a:r>
              <a:rPr lang="en-GB" dirty="0"/>
              <a:t> </a:t>
            </a:r>
          </a:p>
        </p:txBody>
      </p:sp>
      <p:sp>
        <p:nvSpPr>
          <p:cNvPr id="21" name="Content Placeholder 2"/>
          <p:cNvSpPr>
            <a:spLocks noGrp="1"/>
          </p:cNvSpPr>
          <p:nvPr>
            <p:ph sz="half" idx="31"/>
          </p:nvPr>
        </p:nvSpPr>
        <p:spPr>
          <a:xfrm>
            <a:off x="6395066" y="1716677"/>
            <a:ext cx="3769010" cy="500180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2" name="Text Placeholder 22"/>
          <p:cNvSpPr>
            <a:spLocks noGrp="1"/>
          </p:cNvSpPr>
          <p:nvPr>
            <p:ph type="body" sz="quarter" idx="53" hasCustomPrompt="1"/>
          </p:nvPr>
        </p:nvSpPr>
        <p:spPr>
          <a:xfrm>
            <a:off x="6395066" y="6718481"/>
            <a:ext cx="3769010"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3" name="Text Placeholder 23"/>
          <p:cNvSpPr>
            <a:spLocks noGrp="1"/>
          </p:cNvSpPr>
          <p:nvPr>
            <p:ph type="body" sz="quarter" idx="52" hasCustomPrompt="1"/>
          </p:nvPr>
        </p:nvSpPr>
        <p:spPr>
          <a:xfrm>
            <a:off x="527738" y="1478687"/>
            <a:ext cx="174770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dirty="0"/>
              <a:t>Title</a:t>
            </a:r>
          </a:p>
        </p:txBody>
      </p:sp>
      <p:sp>
        <p:nvSpPr>
          <p:cNvPr id="15" name="Text Placeholder 23"/>
          <p:cNvSpPr>
            <a:spLocks noGrp="1"/>
          </p:cNvSpPr>
          <p:nvPr>
            <p:ph type="body" sz="quarter" idx="45"/>
          </p:nvPr>
        </p:nvSpPr>
        <p:spPr>
          <a:xfrm>
            <a:off x="6395066" y="1478687"/>
            <a:ext cx="376901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16" name="Content Placeholder 2"/>
          <p:cNvSpPr>
            <a:spLocks noGrp="1"/>
          </p:cNvSpPr>
          <p:nvPr>
            <p:ph idx="1"/>
          </p:nvPr>
        </p:nvSpPr>
        <p:spPr>
          <a:xfrm>
            <a:off x="2421079" y="1478687"/>
            <a:ext cx="3769010" cy="5396768"/>
          </a:xfrm>
        </p:spPr>
        <p:txBody>
          <a:bodyPr/>
          <a:lstStyle>
            <a:lvl1pPr>
              <a:defRPr sz="1079"/>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68597159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SB] Two boxes">
    <p:spTree>
      <p:nvGrpSpPr>
        <p:cNvPr id="1" name=""/>
        <p:cNvGrpSpPr/>
        <p:nvPr/>
      </p:nvGrpSpPr>
      <p:grpSpPr>
        <a:xfrm>
          <a:off x="0" y="0"/>
          <a:ext cx="0" cy="0"/>
          <a:chOff x="0" y="0"/>
          <a:chExt cx="0" cy="0"/>
        </a:xfrm>
      </p:grpSpPr>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15" name="Text Placeholder 10"/>
          <p:cNvSpPr>
            <a:spLocks noGrp="1"/>
          </p:cNvSpPr>
          <p:nvPr>
            <p:ph type="body" sz="quarter" idx="34" hasCustomPrompt="1"/>
          </p:nvPr>
        </p:nvSpPr>
        <p:spPr>
          <a:xfrm>
            <a:off x="520883" y="1716677"/>
            <a:ext cx="1748510" cy="5158778"/>
          </a:xfrm>
          <a:solidFill>
            <a:schemeClr val="bg1">
              <a:lumMod val="95000"/>
            </a:schemeClr>
          </a:solidFill>
        </p:spPr>
        <p:txBody>
          <a:bodyPr/>
          <a:lstStyle>
            <a:lvl1pPr>
              <a:defRPr baseline="0"/>
            </a:lvl1pPr>
          </a:lstStyle>
          <a:p>
            <a:pPr lvl="0"/>
            <a:r>
              <a:rPr lang="en-GB" dirty="0"/>
              <a:t> </a:t>
            </a:r>
          </a:p>
        </p:txBody>
      </p:sp>
      <p:sp>
        <p:nvSpPr>
          <p:cNvPr id="21" name="Text Placeholder 12"/>
          <p:cNvSpPr>
            <a:spLocks noGrp="1"/>
          </p:cNvSpPr>
          <p:nvPr>
            <p:ph type="body" sz="quarter" idx="36"/>
          </p:nvPr>
        </p:nvSpPr>
        <p:spPr>
          <a:xfrm>
            <a:off x="520883" y="1716677"/>
            <a:ext cx="1748510" cy="5158778"/>
          </a:xfrm>
        </p:spPr>
        <p:txBody>
          <a:bodyPr lIns="72000" tIns="36000" rIns="72000" bIns="36000"/>
          <a:lstStyle>
            <a:lvl1pPr>
              <a:defRPr sz="971" i="0"/>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7"/>
          <p:cNvSpPr>
            <a:spLocks noGrp="1"/>
          </p:cNvSpPr>
          <p:nvPr>
            <p:ph type="body" sz="quarter" idx="32"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19" name="Text Placeholder 21"/>
          <p:cNvSpPr>
            <a:spLocks noGrp="1"/>
          </p:cNvSpPr>
          <p:nvPr>
            <p:ph type="body" sz="quarter" idx="38" hasCustomPrompt="1"/>
          </p:nvPr>
        </p:nvSpPr>
        <p:spPr>
          <a:xfrm>
            <a:off x="2431359" y="1716677"/>
            <a:ext cx="7732716" cy="2379898"/>
          </a:xfrm>
          <a:solidFill>
            <a:schemeClr val="bg1">
              <a:lumMod val="95000"/>
            </a:schemeClr>
          </a:solidFill>
        </p:spPr>
        <p:txBody>
          <a:bodyPr/>
          <a:lstStyle>
            <a:lvl1pPr>
              <a:defRPr/>
            </a:lvl1pPr>
            <a:lvl2pPr>
              <a:defRPr/>
            </a:lvl2pPr>
          </a:lstStyle>
          <a:p>
            <a:pPr lvl="0"/>
            <a:r>
              <a:rPr lang="en-GB" dirty="0"/>
              <a:t> </a:t>
            </a:r>
          </a:p>
        </p:txBody>
      </p:sp>
      <p:sp>
        <p:nvSpPr>
          <p:cNvPr id="30" name="Content Placeholder 2"/>
          <p:cNvSpPr>
            <a:spLocks noGrp="1"/>
          </p:cNvSpPr>
          <p:nvPr>
            <p:ph sz="half" idx="31"/>
          </p:nvPr>
        </p:nvSpPr>
        <p:spPr>
          <a:xfrm>
            <a:off x="2430877" y="1716677"/>
            <a:ext cx="7732716"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1" name="Text Placeholder 22"/>
          <p:cNvSpPr>
            <a:spLocks noGrp="1"/>
          </p:cNvSpPr>
          <p:nvPr>
            <p:ph type="body" sz="quarter" idx="33" hasCustomPrompt="1"/>
          </p:nvPr>
        </p:nvSpPr>
        <p:spPr>
          <a:xfrm>
            <a:off x="2431359" y="3939600"/>
            <a:ext cx="773271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33" name="Text Placeholder 21"/>
          <p:cNvSpPr>
            <a:spLocks noGrp="1"/>
          </p:cNvSpPr>
          <p:nvPr>
            <p:ph type="body" sz="quarter" idx="42" hasCustomPrompt="1"/>
          </p:nvPr>
        </p:nvSpPr>
        <p:spPr>
          <a:xfrm>
            <a:off x="2431359" y="4493807"/>
            <a:ext cx="7732716" cy="2379898"/>
          </a:xfrm>
          <a:solidFill>
            <a:schemeClr val="bg1">
              <a:lumMod val="95000"/>
            </a:schemeClr>
          </a:solidFill>
        </p:spPr>
        <p:txBody>
          <a:bodyPr/>
          <a:lstStyle>
            <a:lvl1pPr>
              <a:defRPr/>
            </a:lvl1pPr>
            <a:lvl2pPr>
              <a:defRPr/>
            </a:lvl2pPr>
          </a:lstStyle>
          <a:p>
            <a:pPr lvl="0"/>
            <a:r>
              <a:rPr lang="en-GB" dirty="0"/>
              <a:t> </a:t>
            </a:r>
          </a:p>
        </p:txBody>
      </p:sp>
      <p:sp>
        <p:nvSpPr>
          <p:cNvPr id="34" name="Content Placeholder 2"/>
          <p:cNvSpPr>
            <a:spLocks noGrp="1"/>
          </p:cNvSpPr>
          <p:nvPr>
            <p:ph sz="half" idx="43"/>
          </p:nvPr>
        </p:nvSpPr>
        <p:spPr>
          <a:xfrm>
            <a:off x="2430877" y="4493806"/>
            <a:ext cx="7732716"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5" name="Text Placeholder 22"/>
          <p:cNvSpPr>
            <a:spLocks noGrp="1"/>
          </p:cNvSpPr>
          <p:nvPr>
            <p:ph type="body" sz="quarter" idx="44" hasCustomPrompt="1"/>
          </p:nvPr>
        </p:nvSpPr>
        <p:spPr>
          <a:xfrm>
            <a:off x="2431359" y="6716729"/>
            <a:ext cx="773271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6" name="Text Placeholder 23"/>
          <p:cNvSpPr>
            <a:spLocks noGrp="1"/>
          </p:cNvSpPr>
          <p:nvPr>
            <p:ph type="body" sz="quarter" idx="52" hasCustomPrompt="1"/>
          </p:nvPr>
        </p:nvSpPr>
        <p:spPr>
          <a:xfrm>
            <a:off x="527738" y="1478687"/>
            <a:ext cx="174770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dirty="0"/>
              <a:t>Title</a:t>
            </a:r>
          </a:p>
        </p:txBody>
      </p:sp>
      <p:sp>
        <p:nvSpPr>
          <p:cNvPr id="23" name="Text Placeholder 23"/>
          <p:cNvSpPr>
            <a:spLocks noGrp="1"/>
          </p:cNvSpPr>
          <p:nvPr>
            <p:ph type="body" sz="quarter" idx="45"/>
          </p:nvPr>
        </p:nvSpPr>
        <p:spPr>
          <a:xfrm>
            <a:off x="2430877" y="1478687"/>
            <a:ext cx="773271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4" name="Text Placeholder 23"/>
          <p:cNvSpPr>
            <a:spLocks noGrp="1"/>
          </p:cNvSpPr>
          <p:nvPr>
            <p:ph type="body" sz="quarter" idx="77"/>
          </p:nvPr>
        </p:nvSpPr>
        <p:spPr>
          <a:xfrm>
            <a:off x="2430877" y="4255816"/>
            <a:ext cx="773271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extLst>
      <p:ext uri="{BB962C8B-B14F-4D97-AF65-F5344CB8AC3E}">
        <p14:creationId xmlns:p14="http://schemas.microsoft.com/office/powerpoint/2010/main" val="108749301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B] Four boxes">
    <p:spTree>
      <p:nvGrpSpPr>
        <p:cNvPr id="1" name=""/>
        <p:cNvGrpSpPr/>
        <p:nvPr/>
      </p:nvGrpSpPr>
      <p:grpSpPr>
        <a:xfrm>
          <a:off x="0" y="0"/>
          <a:ext cx="0" cy="0"/>
          <a:chOff x="0" y="0"/>
          <a:chExt cx="0" cy="0"/>
        </a:xfrm>
      </p:grpSpPr>
      <p:sp>
        <p:nvSpPr>
          <p:cNvPr id="2" name="Title 1"/>
          <p:cNvSpPr>
            <a:spLocks noGrp="1"/>
          </p:cNvSpPr>
          <p:nvPr>
            <p:ph type="title"/>
          </p:nvPr>
        </p:nvSpPr>
        <p:spPr>
          <a:xfrm>
            <a:off x="518115" y="207941"/>
            <a:ext cx="8859116" cy="694458"/>
          </a:xfrm>
        </p:spPr>
        <p:txBody>
          <a:bodyPr/>
          <a:lstStyle/>
          <a:p>
            <a:r>
              <a:rPr lang="en-US"/>
              <a:t>Click to edit Master title style</a:t>
            </a:r>
            <a:endParaRPr lang="en-GB"/>
          </a:p>
        </p:txBody>
      </p:sp>
      <p:sp>
        <p:nvSpPr>
          <p:cNvPr id="28" name="Text Placeholder 10"/>
          <p:cNvSpPr>
            <a:spLocks noGrp="1"/>
          </p:cNvSpPr>
          <p:nvPr>
            <p:ph type="body" sz="quarter" idx="33" hasCustomPrompt="1"/>
          </p:nvPr>
        </p:nvSpPr>
        <p:spPr>
          <a:xfrm>
            <a:off x="520883" y="1716677"/>
            <a:ext cx="1748510" cy="5158778"/>
          </a:xfrm>
          <a:solidFill>
            <a:schemeClr val="bg1">
              <a:lumMod val="95000"/>
            </a:schemeClr>
          </a:solidFill>
        </p:spPr>
        <p:txBody>
          <a:bodyPr/>
          <a:lstStyle>
            <a:lvl1pPr>
              <a:defRPr baseline="0"/>
            </a:lvl1pPr>
          </a:lstStyle>
          <a:p>
            <a:pPr lvl="0"/>
            <a:r>
              <a:rPr lang="en-GB" dirty="0"/>
              <a:t> </a:t>
            </a:r>
          </a:p>
        </p:txBody>
      </p:sp>
      <p:sp>
        <p:nvSpPr>
          <p:cNvPr id="32" name="Text Placeholder 12"/>
          <p:cNvSpPr>
            <a:spLocks noGrp="1"/>
          </p:cNvSpPr>
          <p:nvPr>
            <p:ph type="body" sz="quarter" idx="34"/>
          </p:nvPr>
        </p:nvSpPr>
        <p:spPr>
          <a:xfrm>
            <a:off x="520883" y="1716677"/>
            <a:ext cx="1748510" cy="5158778"/>
          </a:xfrm>
        </p:spPr>
        <p:txBody>
          <a:bodyPr lIns="72000" tIns="36000" rIns="72000" bIns="36000"/>
          <a:lstStyle>
            <a:lvl1pPr>
              <a:defRPr sz="971" i="0"/>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4" name="Text Placeholder 7"/>
          <p:cNvSpPr>
            <a:spLocks noGrp="1"/>
          </p:cNvSpPr>
          <p:nvPr>
            <p:ph type="body" sz="quarter" idx="54"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26" name="Text Placeholder 21"/>
          <p:cNvSpPr>
            <a:spLocks noGrp="1"/>
          </p:cNvSpPr>
          <p:nvPr>
            <p:ph type="body" sz="quarter" idx="42" hasCustomPrompt="1"/>
          </p:nvPr>
        </p:nvSpPr>
        <p:spPr>
          <a:xfrm>
            <a:off x="6395066" y="1716677"/>
            <a:ext cx="3769010" cy="2379898"/>
          </a:xfrm>
          <a:solidFill>
            <a:schemeClr val="bg1">
              <a:lumMod val="95000"/>
            </a:schemeClr>
          </a:solidFill>
        </p:spPr>
        <p:txBody>
          <a:bodyPr/>
          <a:lstStyle>
            <a:lvl1pPr>
              <a:defRPr/>
            </a:lvl1pPr>
            <a:lvl2pPr>
              <a:defRPr/>
            </a:lvl2pPr>
          </a:lstStyle>
          <a:p>
            <a:pPr lvl="0"/>
            <a:r>
              <a:rPr lang="en-GB" dirty="0"/>
              <a:t> </a:t>
            </a:r>
          </a:p>
        </p:txBody>
      </p:sp>
      <p:sp>
        <p:nvSpPr>
          <p:cNvPr id="27" name="Content Placeholder 2"/>
          <p:cNvSpPr>
            <a:spLocks noGrp="1"/>
          </p:cNvSpPr>
          <p:nvPr>
            <p:ph sz="half" idx="31"/>
          </p:nvPr>
        </p:nvSpPr>
        <p:spPr>
          <a:xfrm>
            <a:off x="6395066" y="1716677"/>
            <a:ext cx="3769010"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9" name="Text Placeholder 22"/>
          <p:cNvSpPr>
            <a:spLocks noGrp="1"/>
          </p:cNvSpPr>
          <p:nvPr>
            <p:ph type="body" sz="quarter" idx="55" hasCustomPrompt="1"/>
          </p:nvPr>
        </p:nvSpPr>
        <p:spPr>
          <a:xfrm>
            <a:off x="6395066" y="3939600"/>
            <a:ext cx="3769010"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49" name="Text Placeholder 21"/>
          <p:cNvSpPr>
            <a:spLocks noGrp="1"/>
          </p:cNvSpPr>
          <p:nvPr>
            <p:ph type="body" sz="quarter" idx="65" hasCustomPrompt="1"/>
          </p:nvPr>
        </p:nvSpPr>
        <p:spPr>
          <a:xfrm>
            <a:off x="6394583" y="4493806"/>
            <a:ext cx="3769010" cy="2379898"/>
          </a:xfrm>
          <a:solidFill>
            <a:schemeClr val="bg1">
              <a:lumMod val="95000"/>
            </a:schemeClr>
          </a:solidFill>
        </p:spPr>
        <p:txBody>
          <a:bodyPr/>
          <a:lstStyle>
            <a:lvl1pPr>
              <a:defRPr/>
            </a:lvl1pPr>
            <a:lvl2pPr>
              <a:defRPr/>
            </a:lvl2pPr>
          </a:lstStyle>
          <a:p>
            <a:pPr lvl="0"/>
            <a:r>
              <a:rPr lang="en-GB" dirty="0"/>
              <a:t> </a:t>
            </a:r>
          </a:p>
        </p:txBody>
      </p:sp>
      <p:sp>
        <p:nvSpPr>
          <p:cNvPr id="50" name="Content Placeholder 2"/>
          <p:cNvSpPr>
            <a:spLocks noGrp="1"/>
          </p:cNvSpPr>
          <p:nvPr>
            <p:ph sz="half" idx="66"/>
          </p:nvPr>
        </p:nvSpPr>
        <p:spPr>
          <a:xfrm>
            <a:off x="6394583" y="4493806"/>
            <a:ext cx="3769010"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1" name="Text Placeholder 22"/>
          <p:cNvSpPr>
            <a:spLocks noGrp="1"/>
          </p:cNvSpPr>
          <p:nvPr>
            <p:ph type="body" sz="quarter" idx="67" hasCustomPrompt="1"/>
          </p:nvPr>
        </p:nvSpPr>
        <p:spPr>
          <a:xfrm>
            <a:off x="6394583" y="6716729"/>
            <a:ext cx="3769010"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53" name="Text Placeholder 21"/>
          <p:cNvSpPr>
            <a:spLocks noGrp="1"/>
          </p:cNvSpPr>
          <p:nvPr>
            <p:ph type="body" sz="quarter" idx="69" hasCustomPrompt="1"/>
          </p:nvPr>
        </p:nvSpPr>
        <p:spPr>
          <a:xfrm>
            <a:off x="2431360" y="1716677"/>
            <a:ext cx="3769010" cy="2379898"/>
          </a:xfrm>
          <a:solidFill>
            <a:schemeClr val="bg1">
              <a:lumMod val="95000"/>
            </a:schemeClr>
          </a:solidFill>
        </p:spPr>
        <p:txBody>
          <a:bodyPr/>
          <a:lstStyle>
            <a:lvl1pPr>
              <a:defRPr/>
            </a:lvl1pPr>
            <a:lvl2pPr>
              <a:defRPr/>
            </a:lvl2pPr>
          </a:lstStyle>
          <a:p>
            <a:pPr lvl="0"/>
            <a:r>
              <a:rPr lang="en-GB" dirty="0"/>
              <a:t> </a:t>
            </a:r>
          </a:p>
        </p:txBody>
      </p:sp>
      <p:sp>
        <p:nvSpPr>
          <p:cNvPr id="54" name="Content Placeholder 2"/>
          <p:cNvSpPr>
            <a:spLocks noGrp="1"/>
          </p:cNvSpPr>
          <p:nvPr>
            <p:ph sz="half" idx="70"/>
          </p:nvPr>
        </p:nvSpPr>
        <p:spPr>
          <a:xfrm>
            <a:off x="2431360" y="1716677"/>
            <a:ext cx="3769010"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5" name="Text Placeholder 22"/>
          <p:cNvSpPr>
            <a:spLocks noGrp="1"/>
          </p:cNvSpPr>
          <p:nvPr>
            <p:ph type="body" sz="quarter" idx="71" hasCustomPrompt="1"/>
          </p:nvPr>
        </p:nvSpPr>
        <p:spPr>
          <a:xfrm>
            <a:off x="2431360" y="3939600"/>
            <a:ext cx="3769010"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57" name="Text Placeholder 21"/>
          <p:cNvSpPr>
            <a:spLocks noGrp="1"/>
          </p:cNvSpPr>
          <p:nvPr>
            <p:ph type="body" sz="quarter" idx="73" hasCustomPrompt="1"/>
          </p:nvPr>
        </p:nvSpPr>
        <p:spPr>
          <a:xfrm>
            <a:off x="2430876" y="4495557"/>
            <a:ext cx="3769010" cy="2379898"/>
          </a:xfrm>
          <a:solidFill>
            <a:schemeClr val="bg1">
              <a:lumMod val="95000"/>
            </a:schemeClr>
          </a:solidFill>
        </p:spPr>
        <p:txBody>
          <a:bodyPr/>
          <a:lstStyle>
            <a:lvl1pPr>
              <a:defRPr/>
            </a:lvl1pPr>
            <a:lvl2pPr>
              <a:defRPr/>
            </a:lvl2pPr>
          </a:lstStyle>
          <a:p>
            <a:pPr lvl="0"/>
            <a:r>
              <a:rPr lang="en-GB" dirty="0"/>
              <a:t> </a:t>
            </a:r>
          </a:p>
        </p:txBody>
      </p:sp>
      <p:sp>
        <p:nvSpPr>
          <p:cNvPr id="58" name="Content Placeholder 2"/>
          <p:cNvSpPr>
            <a:spLocks noGrp="1"/>
          </p:cNvSpPr>
          <p:nvPr>
            <p:ph sz="half" idx="74"/>
          </p:nvPr>
        </p:nvSpPr>
        <p:spPr>
          <a:xfrm>
            <a:off x="2430876" y="4493806"/>
            <a:ext cx="3769010"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9" name="Text Placeholder 22"/>
          <p:cNvSpPr>
            <a:spLocks noGrp="1"/>
          </p:cNvSpPr>
          <p:nvPr>
            <p:ph type="body" sz="quarter" idx="75" hasCustomPrompt="1"/>
          </p:nvPr>
        </p:nvSpPr>
        <p:spPr>
          <a:xfrm>
            <a:off x="2430876" y="6716729"/>
            <a:ext cx="3769010"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3" name="Text Placeholder 23"/>
          <p:cNvSpPr>
            <a:spLocks noGrp="1"/>
          </p:cNvSpPr>
          <p:nvPr>
            <p:ph type="body" sz="quarter" idx="52" hasCustomPrompt="1"/>
          </p:nvPr>
        </p:nvSpPr>
        <p:spPr>
          <a:xfrm>
            <a:off x="527738" y="1478687"/>
            <a:ext cx="174770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dirty="0"/>
              <a:t>Title</a:t>
            </a:r>
          </a:p>
        </p:txBody>
      </p:sp>
      <p:sp>
        <p:nvSpPr>
          <p:cNvPr id="33" name="Text Placeholder 23"/>
          <p:cNvSpPr>
            <a:spLocks noGrp="1"/>
          </p:cNvSpPr>
          <p:nvPr>
            <p:ph type="body" sz="quarter" idx="45"/>
          </p:nvPr>
        </p:nvSpPr>
        <p:spPr>
          <a:xfrm>
            <a:off x="6395066" y="1478687"/>
            <a:ext cx="376901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4" name="Text Placeholder 23"/>
          <p:cNvSpPr>
            <a:spLocks noGrp="1"/>
          </p:cNvSpPr>
          <p:nvPr>
            <p:ph type="body" sz="quarter" idx="77"/>
          </p:nvPr>
        </p:nvSpPr>
        <p:spPr>
          <a:xfrm>
            <a:off x="6394583" y="4255816"/>
            <a:ext cx="376901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5" name="Text Placeholder 23"/>
          <p:cNvSpPr>
            <a:spLocks noGrp="1"/>
          </p:cNvSpPr>
          <p:nvPr>
            <p:ph type="body" sz="quarter" idx="78"/>
          </p:nvPr>
        </p:nvSpPr>
        <p:spPr>
          <a:xfrm>
            <a:off x="2430876" y="1478687"/>
            <a:ext cx="376901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6" name="Text Placeholder 23"/>
          <p:cNvSpPr>
            <a:spLocks noGrp="1"/>
          </p:cNvSpPr>
          <p:nvPr>
            <p:ph type="body" sz="quarter" idx="79"/>
          </p:nvPr>
        </p:nvSpPr>
        <p:spPr>
          <a:xfrm>
            <a:off x="2430393" y="4255816"/>
            <a:ext cx="376901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extLst>
      <p:ext uri="{BB962C8B-B14F-4D97-AF65-F5344CB8AC3E}">
        <p14:creationId xmlns:p14="http://schemas.microsoft.com/office/powerpoint/2010/main" val="375536433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Deal sheet">
    <p:spTree>
      <p:nvGrpSpPr>
        <p:cNvPr id="1" name=""/>
        <p:cNvGrpSpPr/>
        <p:nvPr/>
      </p:nvGrpSpPr>
      <p:grpSpPr>
        <a:xfrm>
          <a:off x="0" y="0"/>
          <a:ext cx="0" cy="0"/>
          <a:chOff x="0" y="0"/>
          <a:chExt cx="0" cy="0"/>
        </a:xfrm>
      </p:grpSpPr>
      <p:sp>
        <p:nvSpPr>
          <p:cNvPr id="14" name="Rectangle 13"/>
          <p:cNvSpPr/>
          <p:nvPr userDrawn="1"/>
        </p:nvSpPr>
        <p:spPr>
          <a:xfrm>
            <a:off x="527737" y="1476936"/>
            <a:ext cx="1747700" cy="5396768"/>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7712" tIns="38856" rIns="77712" bIns="38856" rtlCol="0" anchor="ctr"/>
          <a:lstStyle/>
          <a:p>
            <a:pPr algn="ctr"/>
            <a:endParaRPr lang="en-GB" sz="863" dirty="0">
              <a:solidFill>
                <a:srgbClr val="FFFFFF"/>
              </a:solidFill>
            </a:endParaRPr>
          </a:p>
        </p:txBody>
      </p:sp>
      <p:sp>
        <p:nvSpPr>
          <p:cNvPr id="11" name="Text Placeholder 10"/>
          <p:cNvSpPr>
            <a:spLocks noGrp="1"/>
          </p:cNvSpPr>
          <p:nvPr>
            <p:ph type="body" sz="quarter" idx="63"/>
          </p:nvPr>
        </p:nvSpPr>
        <p:spPr>
          <a:xfrm>
            <a:off x="2431360" y="1476936"/>
            <a:ext cx="2837443" cy="5396768"/>
          </a:xfrm>
        </p:spPr>
        <p:txBody>
          <a:bodyPr/>
          <a:lstStyle>
            <a:lvl1pPr>
              <a:defRPr sz="1079"/>
            </a:lvl1pPr>
            <a:lvl2pPr marL="0" indent="0">
              <a:buNone/>
              <a:defRPr sz="756"/>
            </a:lvl2pPr>
            <a:lvl3pPr marL="193613" indent="-193613">
              <a:buFont typeface="Wingdings" pitchFamily="2" charset="2"/>
              <a:buChar char="§"/>
              <a:defRPr sz="756"/>
            </a:lvl3pPr>
            <a:lvl4pPr marL="392367" indent="-197040">
              <a:buFont typeface="Verdana" pitchFamily="34" charset="0"/>
              <a:buChar char="–"/>
              <a:defRPr sz="756"/>
            </a:lvl4pPr>
            <a:lvl5pPr marL="582552" indent="-197040">
              <a:defRPr sz="75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17" name="Text Placeholder 7"/>
          <p:cNvSpPr>
            <a:spLocks noGrp="1"/>
          </p:cNvSpPr>
          <p:nvPr>
            <p:ph type="body" sz="quarter" idx="52"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13" name="Text Placeholder 10"/>
          <p:cNvSpPr>
            <a:spLocks noGrp="1"/>
          </p:cNvSpPr>
          <p:nvPr>
            <p:ph type="body" sz="quarter" idx="64"/>
          </p:nvPr>
        </p:nvSpPr>
        <p:spPr>
          <a:xfrm>
            <a:off x="5423011" y="1476936"/>
            <a:ext cx="2837443" cy="5396768"/>
          </a:xfrm>
        </p:spPr>
        <p:txBody>
          <a:bodyPr/>
          <a:lstStyle>
            <a:lvl1pPr>
              <a:defRPr sz="1079"/>
            </a:lvl1pPr>
            <a:lvl2pPr marL="0" indent="0">
              <a:buNone/>
              <a:defRPr sz="756"/>
            </a:lvl2pPr>
            <a:lvl3pPr marL="193613" indent="-193613">
              <a:buFont typeface="Wingdings" pitchFamily="2" charset="2"/>
              <a:buChar char="§"/>
              <a:defRPr sz="756"/>
            </a:lvl3pPr>
            <a:lvl4pPr marL="392367" indent="-197040">
              <a:buFont typeface="Verdana" pitchFamily="34" charset="0"/>
              <a:buChar char="–"/>
              <a:defRPr sz="756"/>
            </a:lvl4pPr>
            <a:lvl5pPr marL="582552" indent="-197040">
              <a:defRPr sz="75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5" name="Rectangle 14"/>
          <p:cNvSpPr/>
          <p:nvPr userDrawn="1"/>
        </p:nvSpPr>
        <p:spPr>
          <a:xfrm>
            <a:off x="8416376" y="1476936"/>
            <a:ext cx="1747700" cy="5396768"/>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7712" tIns="38856" rIns="77712" bIns="38856" rtlCol="0" anchor="ctr"/>
          <a:lstStyle/>
          <a:p>
            <a:pPr algn="ctr"/>
            <a:endParaRPr lang="en-GB" sz="863" dirty="0">
              <a:solidFill>
                <a:srgbClr val="FFFFFF"/>
              </a:solidFill>
            </a:endParaRPr>
          </a:p>
        </p:txBody>
      </p:sp>
    </p:spTree>
    <p:extLst>
      <p:ext uri="{BB962C8B-B14F-4D97-AF65-F5344CB8AC3E}">
        <p14:creationId xmlns:p14="http://schemas.microsoft.com/office/powerpoint/2010/main" val="216702420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 Basic">
    <p:spTree>
      <p:nvGrpSpPr>
        <p:cNvPr id="1" name=""/>
        <p:cNvGrpSpPr/>
        <p:nvPr/>
      </p:nvGrpSpPr>
      <p:grpSpPr>
        <a:xfrm>
          <a:off x="0" y="0"/>
          <a:ext cx="0" cy="0"/>
          <a:chOff x="0" y="0"/>
          <a:chExt cx="0" cy="0"/>
        </a:xfrm>
      </p:grpSpPr>
      <p:sp>
        <p:nvSpPr>
          <p:cNvPr id="9" name="Content Placeholder 2"/>
          <p:cNvSpPr>
            <a:spLocks noGrp="1"/>
          </p:cNvSpPr>
          <p:nvPr>
            <p:ph idx="1"/>
          </p:nvPr>
        </p:nvSpPr>
        <p:spPr>
          <a:xfrm>
            <a:off x="527737" y="1478687"/>
            <a:ext cx="9636339" cy="5396768"/>
          </a:xfrm>
        </p:spPr>
        <p:txBody>
          <a:bodyPr/>
          <a:lstStyle>
            <a:lvl1pPr>
              <a:defRPr sz="1079"/>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a:xfrm>
            <a:off x="1382178" y="207941"/>
            <a:ext cx="8043522" cy="694458"/>
          </a:xfrm>
        </p:spPr>
        <p:txBody>
          <a:bodyPr/>
          <a:lstStyle/>
          <a:p>
            <a:r>
              <a:rPr lang="en-US"/>
              <a:t>Click to edit Master title style</a:t>
            </a:r>
            <a:endParaRPr lang="en-GB" dirty="0"/>
          </a:p>
        </p:txBody>
      </p:sp>
      <p:sp>
        <p:nvSpPr>
          <p:cNvPr id="6" name="Text Placeholder 13"/>
          <p:cNvSpPr>
            <a:spLocks noGrp="1"/>
          </p:cNvSpPr>
          <p:nvPr>
            <p:ph type="body" sz="quarter" idx="10" hasCustomPrompt="1"/>
          </p:nvPr>
        </p:nvSpPr>
        <p:spPr>
          <a:xfrm>
            <a:off x="527255" y="207941"/>
            <a:ext cx="582837" cy="694458"/>
          </a:xfrm>
          <a:solidFill>
            <a:schemeClr val="bg1">
              <a:lumMod val="95000"/>
            </a:schemeClr>
          </a:solidFill>
        </p:spPr>
        <p:txBody>
          <a:bodyPr lIns="72000" tIns="0" rIns="72000" anchor="ctr" anchorCtr="0"/>
          <a:lstStyle>
            <a:lvl1pPr algn="ctr">
              <a:defRPr sz="4749">
                <a:solidFill>
                  <a:schemeClr val="tx2"/>
                </a:solidFill>
                <a:latin typeface="Myriad Light" pitchFamily="2" charset="0"/>
              </a:defRPr>
            </a:lvl1pPr>
          </a:lstStyle>
          <a:p>
            <a:pPr lvl="0"/>
            <a:r>
              <a:rPr lang="en-US" dirty="0"/>
              <a:t>#</a:t>
            </a:r>
          </a:p>
        </p:txBody>
      </p:sp>
      <p:sp>
        <p:nvSpPr>
          <p:cNvPr id="7" name="Text Placeholder 7"/>
          <p:cNvSpPr>
            <a:spLocks noGrp="1"/>
          </p:cNvSpPr>
          <p:nvPr>
            <p:ph type="body" sz="quarter" idx="32"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Tree>
    <p:extLst>
      <p:ext uri="{BB962C8B-B14F-4D97-AF65-F5344CB8AC3E}">
        <p14:creationId xmlns:p14="http://schemas.microsoft.com/office/powerpoint/2010/main" val="137644317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 Standard profile">
    <p:spTree>
      <p:nvGrpSpPr>
        <p:cNvPr id="1" name=""/>
        <p:cNvGrpSpPr/>
        <p:nvPr/>
      </p:nvGrpSpPr>
      <p:grpSpPr>
        <a:xfrm>
          <a:off x="0" y="0"/>
          <a:ext cx="0" cy="0"/>
          <a:chOff x="0" y="0"/>
          <a:chExt cx="0" cy="0"/>
        </a:xfrm>
      </p:grpSpPr>
      <p:sp>
        <p:nvSpPr>
          <p:cNvPr id="2" name="Title 1"/>
          <p:cNvSpPr>
            <a:spLocks noGrp="1"/>
          </p:cNvSpPr>
          <p:nvPr>
            <p:ph type="title"/>
          </p:nvPr>
        </p:nvSpPr>
        <p:spPr>
          <a:xfrm>
            <a:off x="1304457" y="207941"/>
            <a:ext cx="8043522" cy="694458"/>
          </a:xfrm>
        </p:spPr>
        <p:txBody>
          <a:bodyPr/>
          <a:lstStyle/>
          <a:p>
            <a:r>
              <a:rPr lang="en-US"/>
              <a:t>Click to edit Master title style</a:t>
            </a:r>
            <a:endParaRPr lang="en-GB" dirty="0"/>
          </a:p>
        </p:txBody>
      </p:sp>
      <p:sp>
        <p:nvSpPr>
          <p:cNvPr id="17" name="Text Placeholder 13"/>
          <p:cNvSpPr>
            <a:spLocks noGrp="1"/>
          </p:cNvSpPr>
          <p:nvPr>
            <p:ph type="body" sz="quarter" idx="10" hasCustomPrompt="1"/>
          </p:nvPr>
        </p:nvSpPr>
        <p:spPr>
          <a:xfrm>
            <a:off x="527255" y="207941"/>
            <a:ext cx="582837" cy="694458"/>
          </a:xfrm>
          <a:solidFill>
            <a:schemeClr val="bg1">
              <a:lumMod val="95000"/>
            </a:schemeClr>
          </a:solidFill>
        </p:spPr>
        <p:txBody>
          <a:bodyPr lIns="72000" tIns="0" rIns="72000" anchor="ctr" anchorCtr="0"/>
          <a:lstStyle>
            <a:lvl1pPr algn="ctr">
              <a:defRPr sz="4749">
                <a:solidFill>
                  <a:schemeClr val="tx2"/>
                </a:solidFill>
                <a:latin typeface="Myriad Light" pitchFamily="2" charset="0"/>
              </a:defRPr>
            </a:lvl1pPr>
          </a:lstStyle>
          <a:p>
            <a:pPr lvl="0"/>
            <a:r>
              <a:rPr lang="en-US" dirty="0"/>
              <a:t>#</a:t>
            </a:r>
          </a:p>
        </p:txBody>
      </p:sp>
      <p:sp>
        <p:nvSpPr>
          <p:cNvPr id="16" name="Text Placeholder 7"/>
          <p:cNvSpPr>
            <a:spLocks noGrp="1"/>
          </p:cNvSpPr>
          <p:nvPr>
            <p:ph type="body" sz="quarter" idx="40"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20" name="Text Placeholder 21"/>
          <p:cNvSpPr>
            <a:spLocks noGrp="1"/>
          </p:cNvSpPr>
          <p:nvPr>
            <p:ph type="body" sz="quarter" idx="35" hasCustomPrompt="1"/>
          </p:nvPr>
        </p:nvSpPr>
        <p:spPr>
          <a:xfrm>
            <a:off x="5423672" y="1716677"/>
            <a:ext cx="4740404" cy="2379898"/>
          </a:xfrm>
          <a:solidFill>
            <a:schemeClr val="bg1">
              <a:lumMod val="95000"/>
            </a:schemeClr>
          </a:solidFill>
        </p:spPr>
        <p:txBody>
          <a:bodyPr/>
          <a:lstStyle>
            <a:lvl1pPr>
              <a:defRPr/>
            </a:lvl1pPr>
            <a:lvl2pPr>
              <a:defRPr/>
            </a:lvl2pPr>
          </a:lstStyle>
          <a:p>
            <a:pPr lvl="0"/>
            <a:r>
              <a:rPr lang="en-GB" dirty="0"/>
              <a:t> </a:t>
            </a:r>
          </a:p>
        </p:txBody>
      </p:sp>
      <p:sp>
        <p:nvSpPr>
          <p:cNvPr id="29" name="Content Placeholder 2"/>
          <p:cNvSpPr>
            <a:spLocks noGrp="1"/>
          </p:cNvSpPr>
          <p:nvPr>
            <p:ph sz="half" idx="31"/>
          </p:nvPr>
        </p:nvSpPr>
        <p:spPr>
          <a:xfrm>
            <a:off x="5423672" y="1716677"/>
            <a:ext cx="4740404"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0" name="Text Placeholder 22"/>
          <p:cNvSpPr>
            <a:spLocks noGrp="1"/>
          </p:cNvSpPr>
          <p:nvPr>
            <p:ph type="body" sz="quarter" idx="33" hasCustomPrompt="1"/>
          </p:nvPr>
        </p:nvSpPr>
        <p:spPr>
          <a:xfrm>
            <a:off x="5423672" y="3939600"/>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32" name="Text Placeholder 21"/>
          <p:cNvSpPr>
            <a:spLocks noGrp="1"/>
          </p:cNvSpPr>
          <p:nvPr>
            <p:ph type="body" sz="quarter" idx="42" hasCustomPrompt="1"/>
          </p:nvPr>
        </p:nvSpPr>
        <p:spPr>
          <a:xfrm>
            <a:off x="5423672" y="4493807"/>
            <a:ext cx="4740404" cy="2379898"/>
          </a:xfrm>
          <a:solidFill>
            <a:schemeClr val="bg1">
              <a:lumMod val="95000"/>
            </a:schemeClr>
          </a:solidFill>
        </p:spPr>
        <p:txBody>
          <a:bodyPr/>
          <a:lstStyle>
            <a:lvl1pPr>
              <a:defRPr/>
            </a:lvl1pPr>
            <a:lvl2pPr>
              <a:defRPr/>
            </a:lvl2pPr>
          </a:lstStyle>
          <a:p>
            <a:pPr lvl="0"/>
            <a:r>
              <a:rPr lang="en-GB" dirty="0"/>
              <a:t> </a:t>
            </a:r>
          </a:p>
        </p:txBody>
      </p:sp>
      <p:sp>
        <p:nvSpPr>
          <p:cNvPr id="33" name="Content Placeholder 2"/>
          <p:cNvSpPr>
            <a:spLocks noGrp="1"/>
          </p:cNvSpPr>
          <p:nvPr>
            <p:ph sz="half" idx="43"/>
          </p:nvPr>
        </p:nvSpPr>
        <p:spPr>
          <a:xfrm>
            <a:off x="5423672" y="4493806"/>
            <a:ext cx="4740404"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4" name="Text Placeholder 22"/>
          <p:cNvSpPr>
            <a:spLocks noGrp="1"/>
          </p:cNvSpPr>
          <p:nvPr>
            <p:ph type="body" sz="quarter" idx="44" hasCustomPrompt="1"/>
          </p:nvPr>
        </p:nvSpPr>
        <p:spPr>
          <a:xfrm>
            <a:off x="5423672" y="6716729"/>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5" name="Text Placeholder 23"/>
          <p:cNvSpPr>
            <a:spLocks noGrp="1"/>
          </p:cNvSpPr>
          <p:nvPr>
            <p:ph type="body" sz="quarter" idx="62"/>
          </p:nvPr>
        </p:nvSpPr>
        <p:spPr>
          <a:xfrm>
            <a:off x="5423011" y="4255817"/>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2" name="Text Placeholder 23"/>
          <p:cNvSpPr>
            <a:spLocks noGrp="1"/>
          </p:cNvSpPr>
          <p:nvPr>
            <p:ph type="body" sz="quarter" idx="64"/>
          </p:nvPr>
        </p:nvSpPr>
        <p:spPr>
          <a:xfrm>
            <a:off x="5423672" y="1478686"/>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14" name="Content Placeholder 2"/>
          <p:cNvSpPr>
            <a:spLocks noGrp="1"/>
          </p:cNvSpPr>
          <p:nvPr>
            <p:ph idx="1"/>
          </p:nvPr>
        </p:nvSpPr>
        <p:spPr>
          <a:xfrm>
            <a:off x="527734" y="1478687"/>
            <a:ext cx="4741068" cy="5396768"/>
          </a:xfrm>
        </p:spPr>
        <p:txBody>
          <a:bodyPr/>
          <a:lstStyle>
            <a:lvl1pPr>
              <a:defRPr sz="1079"/>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2586402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 Two boxes">
    <p:spTree>
      <p:nvGrpSpPr>
        <p:cNvPr id="1" name=""/>
        <p:cNvGrpSpPr/>
        <p:nvPr/>
      </p:nvGrpSpPr>
      <p:grpSpPr>
        <a:xfrm>
          <a:off x="0" y="0"/>
          <a:ext cx="0" cy="0"/>
          <a:chOff x="0" y="0"/>
          <a:chExt cx="0" cy="0"/>
        </a:xfrm>
      </p:grpSpPr>
      <p:sp>
        <p:nvSpPr>
          <p:cNvPr id="2" name="Title 1"/>
          <p:cNvSpPr>
            <a:spLocks noGrp="1"/>
          </p:cNvSpPr>
          <p:nvPr>
            <p:ph type="title"/>
          </p:nvPr>
        </p:nvSpPr>
        <p:spPr>
          <a:xfrm>
            <a:off x="1304457" y="207941"/>
            <a:ext cx="8043522" cy="694458"/>
          </a:xfrm>
        </p:spPr>
        <p:txBody>
          <a:bodyPr/>
          <a:lstStyle/>
          <a:p>
            <a:r>
              <a:rPr lang="en-US"/>
              <a:t>Click to edit Master title style</a:t>
            </a:r>
            <a:endParaRPr lang="en-GB"/>
          </a:p>
        </p:txBody>
      </p:sp>
      <p:sp>
        <p:nvSpPr>
          <p:cNvPr id="14" name="Text Placeholder 13"/>
          <p:cNvSpPr>
            <a:spLocks noGrp="1"/>
          </p:cNvSpPr>
          <p:nvPr>
            <p:ph type="body" sz="quarter" idx="10" hasCustomPrompt="1"/>
          </p:nvPr>
        </p:nvSpPr>
        <p:spPr>
          <a:xfrm>
            <a:off x="527255" y="207941"/>
            <a:ext cx="582837" cy="694458"/>
          </a:xfrm>
          <a:solidFill>
            <a:schemeClr val="bg1">
              <a:lumMod val="95000"/>
            </a:schemeClr>
          </a:solidFill>
        </p:spPr>
        <p:txBody>
          <a:bodyPr lIns="72000" tIns="0" rIns="72000" anchor="ctr" anchorCtr="0"/>
          <a:lstStyle>
            <a:lvl1pPr algn="ctr">
              <a:defRPr sz="4749">
                <a:solidFill>
                  <a:schemeClr val="tx2"/>
                </a:solidFill>
                <a:latin typeface="Myriad Light" pitchFamily="2" charset="0"/>
              </a:defRPr>
            </a:lvl1pPr>
          </a:lstStyle>
          <a:p>
            <a:pPr lvl="0"/>
            <a:r>
              <a:rPr lang="en-US" dirty="0"/>
              <a:t>#</a:t>
            </a:r>
          </a:p>
        </p:txBody>
      </p:sp>
      <p:sp>
        <p:nvSpPr>
          <p:cNvPr id="15" name="Text Placeholder 7"/>
          <p:cNvSpPr>
            <a:spLocks noGrp="1"/>
          </p:cNvSpPr>
          <p:nvPr>
            <p:ph type="body" sz="quarter" idx="40"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18" name="Text Placeholder 21"/>
          <p:cNvSpPr>
            <a:spLocks noGrp="1"/>
          </p:cNvSpPr>
          <p:nvPr>
            <p:ph type="body" sz="quarter" idx="35" hasCustomPrompt="1"/>
          </p:nvPr>
        </p:nvSpPr>
        <p:spPr>
          <a:xfrm>
            <a:off x="527737" y="1716677"/>
            <a:ext cx="9636339" cy="2379898"/>
          </a:xfrm>
          <a:solidFill>
            <a:schemeClr val="bg1">
              <a:lumMod val="95000"/>
            </a:schemeClr>
          </a:solidFill>
        </p:spPr>
        <p:txBody>
          <a:bodyPr/>
          <a:lstStyle>
            <a:lvl1pPr>
              <a:defRPr/>
            </a:lvl1pPr>
            <a:lvl2pPr>
              <a:defRPr/>
            </a:lvl2pPr>
          </a:lstStyle>
          <a:p>
            <a:pPr lvl="0"/>
            <a:r>
              <a:rPr lang="en-GB" dirty="0"/>
              <a:t> </a:t>
            </a:r>
          </a:p>
        </p:txBody>
      </p:sp>
      <p:sp>
        <p:nvSpPr>
          <p:cNvPr id="20" name="Content Placeholder 2"/>
          <p:cNvSpPr>
            <a:spLocks noGrp="1"/>
          </p:cNvSpPr>
          <p:nvPr>
            <p:ph sz="half" idx="31"/>
          </p:nvPr>
        </p:nvSpPr>
        <p:spPr>
          <a:xfrm>
            <a:off x="527737" y="1716677"/>
            <a:ext cx="9636339"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2" name="Text Placeholder 22"/>
          <p:cNvSpPr>
            <a:spLocks noGrp="1"/>
          </p:cNvSpPr>
          <p:nvPr>
            <p:ph type="body" sz="quarter" idx="33" hasCustomPrompt="1"/>
          </p:nvPr>
        </p:nvSpPr>
        <p:spPr>
          <a:xfrm>
            <a:off x="527737" y="3939600"/>
            <a:ext cx="9636339"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9" name="Text Placeholder 21"/>
          <p:cNvSpPr>
            <a:spLocks noGrp="1"/>
          </p:cNvSpPr>
          <p:nvPr>
            <p:ph type="body" sz="quarter" idx="42" hasCustomPrompt="1"/>
          </p:nvPr>
        </p:nvSpPr>
        <p:spPr>
          <a:xfrm>
            <a:off x="527737" y="4493807"/>
            <a:ext cx="9636339" cy="2379898"/>
          </a:xfrm>
          <a:solidFill>
            <a:schemeClr val="bg1">
              <a:lumMod val="95000"/>
            </a:schemeClr>
          </a:solidFill>
        </p:spPr>
        <p:txBody>
          <a:bodyPr/>
          <a:lstStyle>
            <a:lvl1pPr>
              <a:defRPr/>
            </a:lvl1pPr>
            <a:lvl2pPr>
              <a:defRPr/>
            </a:lvl2pPr>
          </a:lstStyle>
          <a:p>
            <a:pPr lvl="0"/>
            <a:r>
              <a:rPr lang="en-GB" dirty="0"/>
              <a:t> </a:t>
            </a:r>
          </a:p>
        </p:txBody>
      </p:sp>
      <p:sp>
        <p:nvSpPr>
          <p:cNvPr id="30" name="Content Placeholder 2"/>
          <p:cNvSpPr>
            <a:spLocks noGrp="1"/>
          </p:cNvSpPr>
          <p:nvPr>
            <p:ph sz="half" idx="43"/>
          </p:nvPr>
        </p:nvSpPr>
        <p:spPr>
          <a:xfrm>
            <a:off x="527737" y="4493806"/>
            <a:ext cx="9636339"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1" name="Text Placeholder 22"/>
          <p:cNvSpPr>
            <a:spLocks noGrp="1"/>
          </p:cNvSpPr>
          <p:nvPr>
            <p:ph type="body" sz="quarter" idx="44" hasCustomPrompt="1"/>
          </p:nvPr>
        </p:nvSpPr>
        <p:spPr>
          <a:xfrm>
            <a:off x="527737" y="6716729"/>
            <a:ext cx="9636339"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6" name="Text Placeholder 23"/>
          <p:cNvSpPr>
            <a:spLocks noGrp="1"/>
          </p:cNvSpPr>
          <p:nvPr>
            <p:ph type="body" sz="quarter" idx="62"/>
          </p:nvPr>
        </p:nvSpPr>
        <p:spPr>
          <a:xfrm>
            <a:off x="527738" y="4255817"/>
            <a:ext cx="9636339" cy="237989"/>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1" name="Text Placeholder 23"/>
          <p:cNvSpPr>
            <a:spLocks noGrp="1"/>
          </p:cNvSpPr>
          <p:nvPr>
            <p:ph type="body" sz="quarter" idx="64"/>
          </p:nvPr>
        </p:nvSpPr>
        <p:spPr>
          <a:xfrm>
            <a:off x="528400" y="1478686"/>
            <a:ext cx="9636339" cy="237989"/>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extLst>
      <p:ext uri="{BB962C8B-B14F-4D97-AF65-F5344CB8AC3E}">
        <p14:creationId xmlns:p14="http://schemas.microsoft.com/office/powerpoint/2010/main" val="291808676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 Four boxes">
    <p:spTree>
      <p:nvGrpSpPr>
        <p:cNvPr id="1" name=""/>
        <p:cNvGrpSpPr/>
        <p:nvPr/>
      </p:nvGrpSpPr>
      <p:grpSpPr>
        <a:xfrm>
          <a:off x="0" y="0"/>
          <a:ext cx="0" cy="0"/>
          <a:chOff x="0" y="0"/>
          <a:chExt cx="0" cy="0"/>
        </a:xfrm>
      </p:grpSpPr>
      <p:sp>
        <p:nvSpPr>
          <p:cNvPr id="2" name="Title 1"/>
          <p:cNvSpPr>
            <a:spLocks noGrp="1"/>
          </p:cNvSpPr>
          <p:nvPr>
            <p:ph type="title"/>
          </p:nvPr>
        </p:nvSpPr>
        <p:spPr>
          <a:xfrm>
            <a:off x="1304457" y="207941"/>
            <a:ext cx="8043522" cy="694458"/>
          </a:xfrm>
        </p:spPr>
        <p:txBody>
          <a:bodyPr/>
          <a:lstStyle/>
          <a:p>
            <a:r>
              <a:rPr lang="en-US"/>
              <a:t>Click to edit Master title style</a:t>
            </a:r>
            <a:endParaRPr lang="en-GB"/>
          </a:p>
        </p:txBody>
      </p:sp>
      <p:sp>
        <p:nvSpPr>
          <p:cNvPr id="29" name="Text Placeholder 13"/>
          <p:cNvSpPr>
            <a:spLocks noGrp="1"/>
          </p:cNvSpPr>
          <p:nvPr>
            <p:ph type="body" sz="quarter" idx="10" hasCustomPrompt="1"/>
          </p:nvPr>
        </p:nvSpPr>
        <p:spPr>
          <a:xfrm>
            <a:off x="527255" y="207941"/>
            <a:ext cx="582837" cy="694458"/>
          </a:xfrm>
          <a:solidFill>
            <a:schemeClr val="bg1">
              <a:lumMod val="95000"/>
            </a:schemeClr>
          </a:solidFill>
        </p:spPr>
        <p:txBody>
          <a:bodyPr lIns="72000" tIns="0" rIns="72000" anchor="ctr" anchorCtr="0"/>
          <a:lstStyle>
            <a:lvl1pPr algn="ctr">
              <a:defRPr sz="4749">
                <a:solidFill>
                  <a:schemeClr val="tx2"/>
                </a:solidFill>
                <a:latin typeface="Myriad Light" pitchFamily="2" charset="0"/>
              </a:defRPr>
            </a:lvl1pPr>
          </a:lstStyle>
          <a:p>
            <a:pPr lvl="0"/>
            <a:r>
              <a:rPr lang="en-US" dirty="0"/>
              <a:t>#</a:t>
            </a:r>
          </a:p>
        </p:txBody>
      </p:sp>
      <p:sp>
        <p:nvSpPr>
          <p:cNvPr id="22" name="Text Placeholder 7"/>
          <p:cNvSpPr>
            <a:spLocks noGrp="1"/>
          </p:cNvSpPr>
          <p:nvPr>
            <p:ph type="body" sz="quarter" idx="48"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24" name="Text Placeholder 21"/>
          <p:cNvSpPr>
            <a:spLocks noGrp="1"/>
          </p:cNvSpPr>
          <p:nvPr>
            <p:ph type="body" sz="quarter" idx="35" hasCustomPrompt="1"/>
          </p:nvPr>
        </p:nvSpPr>
        <p:spPr>
          <a:xfrm>
            <a:off x="5423010" y="1716677"/>
            <a:ext cx="4740404" cy="2379898"/>
          </a:xfrm>
          <a:solidFill>
            <a:schemeClr val="bg1">
              <a:lumMod val="95000"/>
            </a:schemeClr>
          </a:solidFill>
        </p:spPr>
        <p:txBody>
          <a:bodyPr/>
          <a:lstStyle>
            <a:lvl1pPr>
              <a:defRPr/>
            </a:lvl1pPr>
            <a:lvl2pPr>
              <a:defRPr/>
            </a:lvl2pPr>
          </a:lstStyle>
          <a:p>
            <a:pPr lvl="0"/>
            <a:r>
              <a:rPr lang="en-GB" dirty="0"/>
              <a:t> </a:t>
            </a:r>
          </a:p>
        </p:txBody>
      </p:sp>
      <p:sp>
        <p:nvSpPr>
          <p:cNvPr id="25" name="Content Placeholder 2"/>
          <p:cNvSpPr>
            <a:spLocks noGrp="1"/>
          </p:cNvSpPr>
          <p:nvPr>
            <p:ph sz="half" idx="31"/>
          </p:nvPr>
        </p:nvSpPr>
        <p:spPr>
          <a:xfrm>
            <a:off x="5423010" y="1716677"/>
            <a:ext cx="4740404"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6" name="Text Placeholder 22"/>
          <p:cNvSpPr>
            <a:spLocks noGrp="1"/>
          </p:cNvSpPr>
          <p:nvPr>
            <p:ph type="body" sz="quarter" idx="33" hasCustomPrompt="1"/>
          </p:nvPr>
        </p:nvSpPr>
        <p:spPr>
          <a:xfrm>
            <a:off x="5423010" y="3939600"/>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45" name="Text Placeholder 21"/>
          <p:cNvSpPr>
            <a:spLocks noGrp="1"/>
          </p:cNvSpPr>
          <p:nvPr>
            <p:ph type="body" sz="quarter" idx="50" hasCustomPrompt="1"/>
          </p:nvPr>
        </p:nvSpPr>
        <p:spPr>
          <a:xfrm>
            <a:off x="5423010" y="4493807"/>
            <a:ext cx="4740404" cy="2379898"/>
          </a:xfrm>
          <a:solidFill>
            <a:schemeClr val="bg1">
              <a:lumMod val="95000"/>
            </a:schemeClr>
          </a:solidFill>
        </p:spPr>
        <p:txBody>
          <a:bodyPr/>
          <a:lstStyle>
            <a:lvl1pPr>
              <a:defRPr/>
            </a:lvl1pPr>
            <a:lvl2pPr>
              <a:defRPr/>
            </a:lvl2pPr>
          </a:lstStyle>
          <a:p>
            <a:pPr lvl="0"/>
            <a:r>
              <a:rPr lang="en-GB" dirty="0"/>
              <a:t> </a:t>
            </a:r>
          </a:p>
        </p:txBody>
      </p:sp>
      <p:sp>
        <p:nvSpPr>
          <p:cNvPr id="46" name="Content Placeholder 2"/>
          <p:cNvSpPr>
            <a:spLocks noGrp="1"/>
          </p:cNvSpPr>
          <p:nvPr>
            <p:ph sz="half" idx="51"/>
          </p:nvPr>
        </p:nvSpPr>
        <p:spPr>
          <a:xfrm>
            <a:off x="5423010" y="4493806"/>
            <a:ext cx="4740404"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7" name="Text Placeholder 22"/>
          <p:cNvSpPr>
            <a:spLocks noGrp="1"/>
          </p:cNvSpPr>
          <p:nvPr>
            <p:ph type="body" sz="quarter" idx="52" hasCustomPrompt="1"/>
          </p:nvPr>
        </p:nvSpPr>
        <p:spPr>
          <a:xfrm>
            <a:off x="5423010" y="6716729"/>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49" name="Text Placeholder 21"/>
          <p:cNvSpPr>
            <a:spLocks noGrp="1"/>
          </p:cNvSpPr>
          <p:nvPr>
            <p:ph type="body" sz="quarter" idx="54" hasCustomPrompt="1"/>
          </p:nvPr>
        </p:nvSpPr>
        <p:spPr>
          <a:xfrm>
            <a:off x="527737" y="1716675"/>
            <a:ext cx="4740404" cy="2379898"/>
          </a:xfrm>
          <a:solidFill>
            <a:schemeClr val="bg1">
              <a:lumMod val="95000"/>
            </a:schemeClr>
          </a:solidFill>
        </p:spPr>
        <p:txBody>
          <a:bodyPr/>
          <a:lstStyle>
            <a:lvl1pPr>
              <a:defRPr/>
            </a:lvl1pPr>
            <a:lvl2pPr>
              <a:defRPr/>
            </a:lvl2pPr>
          </a:lstStyle>
          <a:p>
            <a:pPr lvl="0"/>
            <a:r>
              <a:rPr lang="en-GB" dirty="0"/>
              <a:t> </a:t>
            </a:r>
          </a:p>
        </p:txBody>
      </p:sp>
      <p:sp>
        <p:nvSpPr>
          <p:cNvPr id="50" name="Content Placeholder 2"/>
          <p:cNvSpPr>
            <a:spLocks noGrp="1"/>
          </p:cNvSpPr>
          <p:nvPr>
            <p:ph sz="half" idx="55"/>
          </p:nvPr>
        </p:nvSpPr>
        <p:spPr>
          <a:xfrm>
            <a:off x="527737" y="1716675"/>
            <a:ext cx="4740404"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1" name="Text Placeholder 22"/>
          <p:cNvSpPr>
            <a:spLocks noGrp="1"/>
          </p:cNvSpPr>
          <p:nvPr>
            <p:ph type="body" sz="quarter" idx="56" hasCustomPrompt="1"/>
          </p:nvPr>
        </p:nvSpPr>
        <p:spPr>
          <a:xfrm>
            <a:off x="527737" y="3939599"/>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53" name="Text Placeholder 21"/>
          <p:cNvSpPr>
            <a:spLocks noGrp="1"/>
          </p:cNvSpPr>
          <p:nvPr>
            <p:ph type="body" sz="quarter" idx="58" hasCustomPrompt="1"/>
          </p:nvPr>
        </p:nvSpPr>
        <p:spPr>
          <a:xfrm>
            <a:off x="527737" y="4493806"/>
            <a:ext cx="4740404" cy="2379898"/>
          </a:xfrm>
          <a:solidFill>
            <a:schemeClr val="bg1">
              <a:lumMod val="95000"/>
            </a:schemeClr>
          </a:solidFill>
        </p:spPr>
        <p:txBody>
          <a:bodyPr/>
          <a:lstStyle>
            <a:lvl1pPr>
              <a:defRPr/>
            </a:lvl1pPr>
            <a:lvl2pPr>
              <a:defRPr/>
            </a:lvl2pPr>
          </a:lstStyle>
          <a:p>
            <a:pPr lvl="0"/>
            <a:r>
              <a:rPr lang="en-GB" dirty="0"/>
              <a:t> </a:t>
            </a:r>
          </a:p>
        </p:txBody>
      </p:sp>
      <p:sp>
        <p:nvSpPr>
          <p:cNvPr id="54" name="Content Placeholder 2"/>
          <p:cNvSpPr>
            <a:spLocks noGrp="1"/>
          </p:cNvSpPr>
          <p:nvPr>
            <p:ph sz="half" idx="59"/>
          </p:nvPr>
        </p:nvSpPr>
        <p:spPr>
          <a:xfrm>
            <a:off x="527737" y="4493804"/>
            <a:ext cx="4740404"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5" name="Text Placeholder 22"/>
          <p:cNvSpPr>
            <a:spLocks noGrp="1"/>
          </p:cNvSpPr>
          <p:nvPr>
            <p:ph type="body" sz="quarter" idx="60" hasCustomPrompt="1"/>
          </p:nvPr>
        </p:nvSpPr>
        <p:spPr>
          <a:xfrm>
            <a:off x="527737" y="6716728"/>
            <a:ext cx="4740404"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1" name="Text Placeholder 23"/>
          <p:cNvSpPr>
            <a:spLocks noGrp="1"/>
          </p:cNvSpPr>
          <p:nvPr>
            <p:ph type="body" sz="quarter" idx="61"/>
          </p:nvPr>
        </p:nvSpPr>
        <p:spPr>
          <a:xfrm>
            <a:off x="527737" y="4255817"/>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8" name="Text Placeholder 23"/>
          <p:cNvSpPr>
            <a:spLocks noGrp="1"/>
          </p:cNvSpPr>
          <p:nvPr>
            <p:ph type="body" sz="quarter" idx="62"/>
          </p:nvPr>
        </p:nvSpPr>
        <p:spPr>
          <a:xfrm>
            <a:off x="5423011" y="4255817"/>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0" name="Text Placeholder 23"/>
          <p:cNvSpPr>
            <a:spLocks noGrp="1"/>
          </p:cNvSpPr>
          <p:nvPr>
            <p:ph type="body" sz="quarter" idx="63"/>
          </p:nvPr>
        </p:nvSpPr>
        <p:spPr>
          <a:xfrm>
            <a:off x="527737" y="1478686"/>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1" name="Text Placeholder 23"/>
          <p:cNvSpPr>
            <a:spLocks noGrp="1"/>
          </p:cNvSpPr>
          <p:nvPr>
            <p:ph type="body" sz="quarter" idx="64"/>
          </p:nvPr>
        </p:nvSpPr>
        <p:spPr>
          <a:xfrm>
            <a:off x="5423011" y="1478686"/>
            <a:ext cx="47410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extLst>
      <p:ext uri="{BB962C8B-B14F-4D97-AF65-F5344CB8AC3E}">
        <p14:creationId xmlns:p14="http://schemas.microsoft.com/office/powerpoint/2010/main" val="124840690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 Six boxes">
    <p:spTree>
      <p:nvGrpSpPr>
        <p:cNvPr id="1" name=""/>
        <p:cNvGrpSpPr/>
        <p:nvPr/>
      </p:nvGrpSpPr>
      <p:grpSpPr>
        <a:xfrm>
          <a:off x="0" y="0"/>
          <a:ext cx="0" cy="0"/>
          <a:chOff x="0" y="0"/>
          <a:chExt cx="0" cy="0"/>
        </a:xfrm>
      </p:grpSpPr>
      <p:sp>
        <p:nvSpPr>
          <p:cNvPr id="2" name="Title 1"/>
          <p:cNvSpPr>
            <a:spLocks noGrp="1"/>
          </p:cNvSpPr>
          <p:nvPr>
            <p:ph type="title"/>
          </p:nvPr>
        </p:nvSpPr>
        <p:spPr>
          <a:xfrm>
            <a:off x="1382177" y="207941"/>
            <a:ext cx="8043041" cy="694458"/>
          </a:xfrm>
        </p:spPr>
        <p:txBody>
          <a:bodyPr/>
          <a:lstStyle/>
          <a:p>
            <a:r>
              <a:rPr lang="en-US"/>
              <a:t>Click to edit Master title style</a:t>
            </a:r>
            <a:endParaRPr lang="en-GB" dirty="0"/>
          </a:p>
        </p:txBody>
      </p:sp>
      <p:sp>
        <p:nvSpPr>
          <p:cNvPr id="43" name="Text Placeholder 13"/>
          <p:cNvSpPr>
            <a:spLocks noGrp="1"/>
          </p:cNvSpPr>
          <p:nvPr>
            <p:ph type="body" sz="quarter" idx="10" hasCustomPrompt="1"/>
          </p:nvPr>
        </p:nvSpPr>
        <p:spPr>
          <a:xfrm>
            <a:off x="527255" y="207941"/>
            <a:ext cx="582837" cy="694458"/>
          </a:xfrm>
          <a:solidFill>
            <a:schemeClr val="bg1">
              <a:lumMod val="95000"/>
            </a:schemeClr>
          </a:solidFill>
        </p:spPr>
        <p:txBody>
          <a:bodyPr lIns="72000" tIns="0" rIns="72000" anchor="ctr" anchorCtr="0"/>
          <a:lstStyle>
            <a:lvl1pPr algn="ctr">
              <a:defRPr sz="4749">
                <a:solidFill>
                  <a:schemeClr val="tx2"/>
                </a:solidFill>
                <a:latin typeface="Myriad Light" pitchFamily="2" charset="0"/>
              </a:defRPr>
            </a:lvl1pPr>
          </a:lstStyle>
          <a:p>
            <a:pPr lvl="0"/>
            <a:r>
              <a:rPr lang="en-US" dirty="0"/>
              <a:t>#</a:t>
            </a:r>
          </a:p>
        </p:txBody>
      </p:sp>
      <p:sp>
        <p:nvSpPr>
          <p:cNvPr id="31" name="Text Placeholder 7"/>
          <p:cNvSpPr>
            <a:spLocks noGrp="1"/>
          </p:cNvSpPr>
          <p:nvPr>
            <p:ph type="body" sz="quarter" idx="56"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33" name="Text Placeholder 21"/>
          <p:cNvSpPr>
            <a:spLocks noGrp="1"/>
          </p:cNvSpPr>
          <p:nvPr>
            <p:ph type="body" sz="quarter" idx="35" hasCustomPrompt="1"/>
          </p:nvPr>
        </p:nvSpPr>
        <p:spPr>
          <a:xfrm>
            <a:off x="7055910" y="1716677"/>
            <a:ext cx="3108166" cy="2379898"/>
          </a:xfrm>
          <a:solidFill>
            <a:schemeClr val="bg1">
              <a:lumMod val="95000"/>
            </a:schemeClr>
          </a:solidFill>
        </p:spPr>
        <p:txBody>
          <a:bodyPr/>
          <a:lstStyle>
            <a:lvl1pPr>
              <a:defRPr/>
            </a:lvl1pPr>
            <a:lvl2pPr>
              <a:defRPr/>
            </a:lvl2pPr>
          </a:lstStyle>
          <a:p>
            <a:pPr lvl="0"/>
            <a:r>
              <a:rPr lang="en-GB" dirty="0"/>
              <a:t> </a:t>
            </a:r>
          </a:p>
        </p:txBody>
      </p:sp>
      <p:sp>
        <p:nvSpPr>
          <p:cNvPr id="34" name="Content Placeholder 2"/>
          <p:cNvSpPr>
            <a:spLocks noGrp="1"/>
          </p:cNvSpPr>
          <p:nvPr>
            <p:ph sz="half" idx="31"/>
          </p:nvPr>
        </p:nvSpPr>
        <p:spPr>
          <a:xfrm>
            <a:off x="7055910" y="1716677"/>
            <a:ext cx="3108166"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5" name="Text Placeholder 22"/>
          <p:cNvSpPr>
            <a:spLocks noGrp="1"/>
          </p:cNvSpPr>
          <p:nvPr>
            <p:ph type="body" sz="quarter" idx="53" hasCustomPrompt="1"/>
          </p:nvPr>
        </p:nvSpPr>
        <p:spPr>
          <a:xfrm>
            <a:off x="7055910" y="3939600"/>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37" name="Text Placeholder 21"/>
          <p:cNvSpPr>
            <a:spLocks noGrp="1"/>
          </p:cNvSpPr>
          <p:nvPr>
            <p:ph type="body" sz="quarter" idx="57" hasCustomPrompt="1"/>
          </p:nvPr>
        </p:nvSpPr>
        <p:spPr>
          <a:xfrm>
            <a:off x="3791825" y="1716677"/>
            <a:ext cx="3108166" cy="2379898"/>
          </a:xfrm>
          <a:solidFill>
            <a:schemeClr val="bg1">
              <a:lumMod val="95000"/>
            </a:schemeClr>
          </a:solidFill>
        </p:spPr>
        <p:txBody>
          <a:bodyPr/>
          <a:lstStyle>
            <a:lvl1pPr>
              <a:defRPr/>
            </a:lvl1pPr>
            <a:lvl2pPr>
              <a:defRPr/>
            </a:lvl2pPr>
          </a:lstStyle>
          <a:p>
            <a:pPr lvl="0"/>
            <a:r>
              <a:rPr lang="en-GB" dirty="0"/>
              <a:t> </a:t>
            </a:r>
          </a:p>
        </p:txBody>
      </p:sp>
      <p:sp>
        <p:nvSpPr>
          <p:cNvPr id="38" name="Content Placeholder 2"/>
          <p:cNvSpPr>
            <a:spLocks noGrp="1"/>
          </p:cNvSpPr>
          <p:nvPr>
            <p:ph sz="half" idx="58"/>
          </p:nvPr>
        </p:nvSpPr>
        <p:spPr>
          <a:xfrm>
            <a:off x="3791825" y="1716677"/>
            <a:ext cx="3108166"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9" name="Text Placeholder 22"/>
          <p:cNvSpPr>
            <a:spLocks noGrp="1"/>
          </p:cNvSpPr>
          <p:nvPr>
            <p:ph type="body" sz="quarter" idx="59" hasCustomPrompt="1"/>
          </p:nvPr>
        </p:nvSpPr>
        <p:spPr>
          <a:xfrm>
            <a:off x="3791825" y="3939600"/>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41" name="Text Placeholder 21"/>
          <p:cNvSpPr>
            <a:spLocks noGrp="1"/>
          </p:cNvSpPr>
          <p:nvPr>
            <p:ph type="body" sz="quarter" idx="61" hasCustomPrompt="1"/>
          </p:nvPr>
        </p:nvSpPr>
        <p:spPr>
          <a:xfrm>
            <a:off x="527739" y="1716677"/>
            <a:ext cx="3108166" cy="2379898"/>
          </a:xfrm>
          <a:solidFill>
            <a:schemeClr val="bg1">
              <a:lumMod val="95000"/>
            </a:schemeClr>
          </a:solidFill>
        </p:spPr>
        <p:txBody>
          <a:bodyPr/>
          <a:lstStyle>
            <a:lvl1pPr>
              <a:defRPr/>
            </a:lvl1pPr>
            <a:lvl2pPr>
              <a:defRPr/>
            </a:lvl2pPr>
          </a:lstStyle>
          <a:p>
            <a:pPr lvl="0"/>
            <a:r>
              <a:rPr lang="en-GB" dirty="0"/>
              <a:t> </a:t>
            </a:r>
          </a:p>
        </p:txBody>
      </p:sp>
      <p:sp>
        <p:nvSpPr>
          <p:cNvPr id="42" name="Content Placeholder 2"/>
          <p:cNvSpPr>
            <a:spLocks noGrp="1"/>
          </p:cNvSpPr>
          <p:nvPr>
            <p:ph sz="half" idx="62"/>
          </p:nvPr>
        </p:nvSpPr>
        <p:spPr>
          <a:xfrm>
            <a:off x="527739" y="1716677"/>
            <a:ext cx="3108166"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4" name="Text Placeholder 22"/>
          <p:cNvSpPr>
            <a:spLocks noGrp="1"/>
          </p:cNvSpPr>
          <p:nvPr>
            <p:ph type="body" sz="quarter" idx="63" hasCustomPrompt="1"/>
          </p:nvPr>
        </p:nvSpPr>
        <p:spPr>
          <a:xfrm>
            <a:off x="527739" y="3939600"/>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54" name="Text Placeholder 21"/>
          <p:cNvSpPr>
            <a:spLocks noGrp="1"/>
          </p:cNvSpPr>
          <p:nvPr>
            <p:ph type="body" sz="quarter" idx="65" hasCustomPrompt="1"/>
          </p:nvPr>
        </p:nvSpPr>
        <p:spPr>
          <a:xfrm>
            <a:off x="7055427" y="4493806"/>
            <a:ext cx="3108166" cy="2379898"/>
          </a:xfrm>
          <a:solidFill>
            <a:schemeClr val="bg1">
              <a:lumMod val="95000"/>
            </a:schemeClr>
          </a:solidFill>
        </p:spPr>
        <p:txBody>
          <a:bodyPr/>
          <a:lstStyle>
            <a:lvl1pPr>
              <a:defRPr/>
            </a:lvl1pPr>
            <a:lvl2pPr>
              <a:defRPr/>
            </a:lvl2pPr>
          </a:lstStyle>
          <a:p>
            <a:pPr lvl="0"/>
            <a:r>
              <a:rPr lang="en-GB" dirty="0"/>
              <a:t> </a:t>
            </a:r>
          </a:p>
        </p:txBody>
      </p:sp>
      <p:sp>
        <p:nvSpPr>
          <p:cNvPr id="55" name="Content Placeholder 2"/>
          <p:cNvSpPr>
            <a:spLocks noGrp="1"/>
          </p:cNvSpPr>
          <p:nvPr>
            <p:ph sz="half" idx="66"/>
          </p:nvPr>
        </p:nvSpPr>
        <p:spPr>
          <a:xfrm>
            <a:off x="7055427" y="4493806"/>
            <a:ext cx="3108166"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6" name="Text Placeholder 22"/>
          <p:cNvSpPr>
            <a:spLocks noGrp="1"/>
          </p:cNvSpPr>
          <p:nvPr>
            <p:ph type="body" sz="quarter" idx="67" hasCustomPrompt="1"/>
          </p:nvPr>
        </p:nvSpPr>
        <p:spPr>
          <a:xfrm>
            <a:off x="7055427" y="6716729"/>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58" name="Text Placeholder 21"/>
          <p:cNvSpPr>
            <a:spLocks noGrp="1"/>
          </p:cNvSpPr>
          <p:nvPr>
            <p:ph type="body" sz="quarter" idx="69" hasCustomPrompt="1"/>
          </p:nvPr>
        </p:nvSpPr>
        <p:spPr>
          <a:xfrm>
            <a:off x="3791341" y="4493806"/>
            <a:ext cx="3108166" cy="2379898"/>
          </a:xfrm>
          <a:solidFill>
            <a:schemeClr val="bg1">
              <a:lumMod val="95000"/>
            </a:schemeClr>
          </a:solidFill>
        </p:spPr>
        <p:txBody>
          <a:bodyPr/>
          <a:lstStyle>
            <a:lvl1pPr>
              <a:defRPr/>
            </a:lvl1pPr>
            <a:lvl2pPr>
              <a:defRPr/>
            </a:lvl2pPr>
          </a:lstStyle>
          <a:p>
            <a:pPr lvl="0"/>
            <a:r>
              <a:rPr lang="en-GB" dirty="0"/>
              <a:t> </a:t>
            </a:r>
          </a:p>
        </p:txBody>
      </p:sp>
      <p:sp>
        <p:nvSpPr>
          <p:cNvPr id="59" name="Content Placeholder 2"/>
          <p:cNvSpPr>
            <a:spLocks noGrp="1"/>
          </p:cNvSpPr>
          <p:nvPr>
            <p:ph sz="half" idx="70"/>
          </p:nvPr>
        </p:nvSpPr>
        <p:spPr>
          <a:xfrm>
            <a:off x="3791341" y="4493806"/>
            <a:ext cx="3108166"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0" name="Text Placeholder 22"/>
          <p:cNvSpPr>
            <a:spLocks noGrp="1"/>
          </p:cNvSpPr>
          <p:nvPr>
            <p:ph type="body" sz="quarter" idx="71" hasCustomPrompt="1"/>
          </p:nvPr>
        </p:nvSpPr>
        <p:spPr>
          <a:xfrm>
            <a:off x="3791341" y="6716729"/>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62" name="Text Placeholder 21"/>
          <p:cNvSpPr>
            <a:spLocks noGrp="1"/>
          </p:cNvSpPr>
          <p:nvPr>
            <p:ph type="body" sz="quarter" idx="73" hasCustomPrompt="1"/>
          </p:nvPr>
        </p:nvSpPr>
        <p:spPr>
          <a:xfrm>
            <a:off x="527256" y="4493806"/>
            <a:ext cx="3108166" cy="2379898"/>
          </a:xfrm>
          <a:solidFill>
            <a:schemeClr val="bg1">
              <a:lumMod val="95000"/>
            </a:schemeClr>
          </a:solidFill>
        </p:spPr>
        <p:txBody>
          <a:bodyPr/>
          <a:lstStyle>
            <a:lvl1pPr>
              <a:defRPr/>
            </a:lvl1pPr>
            <a:lvl2pPr>
              <a:defRPr/>
            </a:lvl2pPr>
          </a:lstStyle>
          <a:p>
            <a:pPr lvl="0"/>
            <a:r>
              <a:rPr lang="en-GB" dirty="0"/>
              <a:t> </a:t>
            </a:r>
          </a:p>
        </p:txBody>
      </p:sp>
      <p:sp>
        <p:nvSpPr>
          <p:cNvPr id="63" name="Content Placeholder 2"/>
          <p:cNvSpPr>
            <a:spLocks noGrp="1"/>
          </p:cNvSpPr>
          <p:nvPr>
            <p:ph sz="half" idx="74"/>
          </p:nvPr>
        </p:nvSpPr>
        <p:spPr>
          <a:xfrm>
            <a:off x="527256" y="4493806"/>
            <a:ext cx="3108166"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4" name="Text Placeholder 22"/>
          <p:cNvSpPr>
            <a:spLocks noGrp="1"/>
          </p:cNvSpPr>
          <p:nvPr>
            <p:ph type="body" sz="quarter" idx="75" hasCustomPrompt="1"/>
          </p:nvPr>
        </p:nvSpPr>
        <p:spPr>
          <a:xfrm>
            <a:off x="527256" y="6716729"/>
            <a:ext cx="310816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9" name="Text Placeholder 23"/>
          <p:cNvSpPr>
            <a:spLocks noGrp="1"/>
          </p:cNvSpPr>
          <p:nvPr>
            <p:ph type="body" sz="quarter" idx="45"/>
          </p:nvPr>
        </p:nvSpPr>
        <p:spPr>
          <a:xfrm>
            <a:off x="7055910" y="1478687"/>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0" name="Text Placeholder 23"/>
          <p:cNvSpPr>
            <a:spLocks noGrp="1"/>
          </p:cNvSpPr>
          <p:nvPr>
            <p:ph type="body" sz="quarter" idx="46"/>
          </p:nvPr>
        </p:nvSpPr>
        <p:spPr>
          <a:xfrm>
            <a:off x="3791825" y="1478687"/>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5" name="Text Placeholder 23"/>
          <p:cNvSpPr>
            <a:spLocks noGrp="1"/>
          </p:cNvSpPr>
          <p:nvPr>
            <p:ph type="body" sz="quarter" idx="76"/>
          </p:nvPr>
        </p:nvSpPr>
        <p:spPr>
          <a:xfrm>
            <a:off x="527739" y="1478687"/>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6" name="Text Placeholder 23"/>
          <p:cNvSpPr>
            <a:spLocks noGrp="1"/>
          </p:cNvSpPr>
          <p:nvPr>
            <p:ph type="body" sz="quarter" idx="77"/>
          </p:nvPr>
        </p:nvSpPr>
        <p:spPr>
          <a:xfrm>
            <a:off x="7055427" y="4255816"/>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7" name="Text Placeholder 23"/>
          <p:cNvSpPr>
            <a:spLocks noGrp="1"/>
          </p:cNvSpPr>
          <p:nvPr>
            <p:ph type="body" sz="quarter" idx="78"/>
          </p:nvPr>
        </p:nvSpPr>
        <p:spPr>
          <a:xfrm>
            <a:off x="3791341" y="4255816"/>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48" name="Text Placeholder 23"/>
          <p:cNvSpPr>
            <a:spLocks noGrp="1"/>
          </p:cNvSpPr>
          <p:nvPr>
            <p:ph type="body" sz="quarter" idx="79"/>
          </p:nvPr>
        </p:nvSpPr>
        <p:spPr>
          <a:xfrm>
            <a:off x="527256" y="4255816"/>
            <a:ext cx="310816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Tree>
    <p:extLst>
      <p:ext uri="{BB962C8B-B14F-4D97-AF65-F5344CB8AC3E}">
        <p14:creationId xmlns:p14="http://schemas.microsoft.com/office/powerpoint/2010/main" val="235906189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SB] Basic">
    <p:spTree>
      <p:nvGrpSpPr>
        <p:cNvPr id="1" name=""/>
        <p:cNvGrpSpPr/>
        <p:nvPr/>
      </p:nvGrpSpPr>
      <p:grpSpPr>
        <a:xfrm>
          <a:off x="0" y="0"/>
          <a:ext cx="0" cy="0"/>
          <a:chOff x="0" y="0"/>
          <a:chExt cx="0" cy="0"/>
        </a:xfrm>
      </p:grpSpPr>
      <p:sp>
        <p:nvSpPr>
          <p:cNvPr id="11" name="Content Placeholder 2"/>
          <p:cNvSpPr>
            <a:spLocks noGrp="1"/>
          </p:cNvSpPr>
          <p:nvPr>
            <p:ph idx="1"/>
          </p:nvPr>
        </p:nvSpPr>
        <p:spPr>
          <a:xfrm>
            <a:off x="2421079" y="1478687"/>
            <a:ext cx="7742997" cy="5396768"/>
          </a:xfrm>
        </p:spPr>
        <p:txBody>
          <a:bodyPr/>
          <a:lstStyle>
            <a:lvl1pPr>
              <a:defRPr sz="1079"/>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a:xfrm>
            <a:off x="1304457" y="207941"/>
            <a:ext cx="8043522" cy="694458"/>
          </a:xfrm>
        </p:spPr>
        <p:txBody>
          <a:bodyPr/>
          <a:lstStyle/>
          <a:p>
            <a:r>
              <a:rPr lang="en-US"/>
              <a:t>Click to edit Master title style</a:t>
            </a:r>
            <a:endParaRPr lang="en-GB" dirty="0"/>
          </a:p>
        </p:txBody>
      </p:sp>
      <p:sp>
        <p:nvSpPr>
          <p:cNvPr id="10" name="Text Placeholder 13"/>
          <p:cNvSpPr>
            <a:spLocks noGrp="1"/>
          </p:cNvSpPr>
          <p:nvPr>
            <p:ph type="body" sz="quarter" idx="10" hasCustomPrompt="1"/>
          </p:nvPr>
        </p:nvSpPr>
        <p:spPr>
          <a:xfrm>
            <a:off x="527255" y="207941"/>
            <a:ext cx="582837" cy="694458"/>
          </a:xfrm>
          <a:solidFill>
            <a:schemeClr val="bg1">
              <a:lumMod val="95000"/>
            </a:schemeClr>
          </a:solidFill>
        </p:spPr>
        <p:txBody>
          <a:bodyPr lIns="72000" tIns="0" rIns="72000" anchor="ctr" anchorCtr="0"/>
          <a:lstStyle>
            <a:lvl1pPr algn="ctr">
              <a:defRPr sz="4749">
                <a:solidFill>
                  <a:schemeClr val="tx2"/>
                </a:solidFill>
                <a:latin typeface="Myriad Light" pitchFamily="2" charset="0"/>
              </a:defRPr>
            </a:lvl1pPr>
          </a:lstStyle>
          <a:p>
            <a:pPr lvl="0"/>
            <a:r>
              <a:rPr lang="en-US" dirty="0"/>
              <a:t>#</a:t>
            </a:r>
          </a:p>
        </p:txBody>
      </p:sp>
      <p:sp>
        <p:nvSpPr>
          <p:cNvPr id="9" name="Text Placeholder 10"/>
          <p:cNvSpPr>
            <a:spLocks noGrp="1"/>
          </p:cNvSpPr>
          <p:nvPr>
            <p:ph type="body" sz="quarter" idx="33" hasCustomPrompt="1"/>
          </p:nvPr>
        </p:nvSpPr>
        <p:spPr>
          <a:xfrm>
            <a:off x="520883" y="1716677"/>
            <a:ext cx="1748510" cy="5158778"/>
          </a:xfrm>
          <a:solidFill>
            <a:schemeClr val="bg1">
              <a:lumMod val="95000"/>
            </a:schemeClr>
          </a:solidFill>
        </p:spPr>
        <p:txBody>
          <a:bodyPr/>
          <a:lstStyle>
            <a:lvl1pPr>
              <a:defRPr baseline="0"/>
            </a:lvl1pPr>
          </a:lstStyle>
          <a:p>
            <a:pPr lvl="0"/>
            <a:r>
              <a:rPr lang="en-GB" dirty="0"/>
              <a:t> </a:t>
            </a:r>
          </a:p>
        </p:txBody>
      </p:sp>
      <p:sp>
        <p:nvSpPr>
          <p:cNvPr id="12" name="Text Placeholder 12"/>
          <p:cNvSpPr>
            <a:spLocks noGrp="1"/>
          </p:cNvSpPr>
          <p:nvPr>
            <p:ph type="body" sz="quarter" idx="34"/>
          </p:nvPr>
        </p:nvSpPr>
        <p:spPr>
          <a:xfrm>
            <a:off x="520883" y="1716677"/>
            <a:ext cx="1748510" cy="5158778"/>
          </a:xfrm>
        </p:spPr>
        <p:txBody>
          <a:bodyPr lIns="72000" tIns="36000" rIns="72000" bIns="36000"/>
          <a:lstStyle>
            <a:lvl1pPr>
              <a:defRPr sz="971" i="0"/>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5" name="Text Placeholder 7"/>
          <p:cNvSpPr>
            <a:spLocks noGrp="1"/>
          </p:cNvSpPr>
          <p:nvPr>
            <p:ph type="body" sz="quarter" idx="36"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13" name="Text Placeholder 23"/>
          <p:cNvSpPr>
            <a:spLocks noGrp="1"/>
          </p:cNvSpPr>
          <p:nvPr>
            <p:ph type="body" sz="quarter" idx="52" hasCustomPrompt="1"/>
          </p:nvPr>
        </p:nvSpPr>
        <p:spPr>
          <a:xfrm>
            <a:off x="527738" y="1478687"/>
            <a:ext cx="174770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dirty="0"/>
              <a:t>Title</a:t>
            </a:r>
          </a:p>
        </p:txBody>
      </p:sp>
    </p:spTree>
    <p:extLst>
      <p:ext uri="{BB962C8B-B14F-4D97-AF65-F5344CB8AC3E}">
        <p14:creationId xmlns:p14="http://schemas.microsoft.com/office/powerpoint/2010/main" val="423955005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SB] standard profile">
    <p:spTree>
      <p:nvGrpSpPr>
        <p:cNvPr id="1" name=""/>
        <p:cNvGrpSpPr/>
        <p:nvPr/>
      </p:nvGrpSpPr>
      <p:grpSpPr>
        <a:xfrm>
          <a:off x="0" y="0"/>
          <a:ext cx="0" cy="0"/>
          <a:chOff x="0" y="0"/>
          <a:chExt cx="0" cy="0"/>
        </a:xfrm>
      </p:grpSpPr>
      <p:sp>
        <p:nvSpPr>
          <p:cNvPr id="19" name="Content Placeholder 2"/>
          <p:cNvSpPr>
            <a:spLocks noGrp="1"/>
          </p:cNvSpPr>
          <p:nvPr>
            <p:ph idx="1"/>
          </p:nvPr>
        </p:nvSpPr>
        <p:spPr>
          <a:xfrm>
            <a:off x="2421537" y="1478687"/>
            <a:ext cx="3769011" cy="5396768"/>
          </a:xfrm>
        </p:spPr>
        <p:txBody>
          <a:bodyPr/>
          <a:lstStyle>
            <a:lvl1pPr>
              <a:defRPr sz="1079"/>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a:xfrm>
            <a:off x="1304457" y="207941"/>
            <a:ext cx="8043522" cy="694458"/>
          </a:xfrm>
        </p:spPr>
        <p:txBody>
          <a:bodyPr/>
          <a:lstStyle/>
          <a:p>
            <a:r>
              <a:rPr lang="en-US"/>
              <a:t>Click to edit Master title style</a:t>
            </a:r>
            <a:endParaRPr lang="en-GB" dirty="0"/>
          </a:p>
        </p:txBody>
      </p:sp>
      <p:sp>
        <p:nvSpPr>
          <p:cNvPr id="16" name="Text Placeholder 13"/>
          <p:cNvSpPr>
            <a:spLocks noGrp="1"/>
          </p:cNvSpPr>
          <p:nvPr>
            <p:ph type="body" sz="quarter" idx="10" hasCustomPrompt="1"/>
          </p:nvPr>
        </p:nvSpPr>
        <p:spPr>
          <a:xfrm>
            <a:off x="527255" y="207941"/>
            <a:ext cx="582837" cy="694458"/>
          </a:xfrm>
          <a:solidFill>
            <a:schemeClr val="bg1">
              <a:lumMod val="95000"/>
            </a:schemeClr>
          </a:solidFill>
        </p:spPr>
        <p:txBody>
          <a:bodyPr lIns="72000" tIns="0" rIns="72000" anchor="ctr" anchorCtr="0"/>
          <a:lstStyle>
            <a:lvl1pPr algn="ctr">
              <a:defRPr sz="4749">
                <a:solidFill>
                  <a:schemeClr val="tx2"/>
                </a:solidFill>
                <a:latin typeface="Myriad Light" pitchFamily="2" charset="0"/>
              </a:defRPr>
            </a:lvl1pPr>
          </a:lstStyle>
          <a:p>
            <a:pPr lvl="0"/>
            <a:r>
              <a:rPr lang="en-US" dirty="0"/>
              <a:t>#</a:t>
            </a:r>
          </a:p>
        </p:txBody>
      </p:sp>
      <p:sp>
        <p:nvSpPr>
          <p:cNvPr id="17" name="Text Placeholder 10"/>
          <p:cNvSpPr>
            <a:spLocks noGrp="1"/>
          </p:cNvSpPr>
          <p:nvPr>
            <p:ph type="body" sz="quarter" idx="34" hasCustomPrompt="1"/>
          </p:nvPr>
        </p:nvSpPr>
        <p:spPr>
          <a:xfrm>
            <a:off x="520883" y="1716677"/>
            <a:ext cx="1748510" cy="5158778"/>
          </a:xfrm>
          <a:solidFill>
            <a:schemeClr val="bg1">
              <a:lumMod val="95000"/>
            </a:schemeClr>
          </a:solidFill>
        </p:spPr>
        <p:txBody>
          <a:bodyPr/>
          <a:lstStyle>
            <a:lvl1pPr>
              <a:defRPr baseline="0"/>
            </a:lvl1pPr>
          </a:lstStyle>
          <a:p>
            <a:pPr lvl="0"/>
            <a:r>
              <a:rPr lang="en-GB" dirty="0"/>
              <a:t> </a:t>
            </a:r>
          </a:p>
        </p:txBody>
      </p:sp>
      <p:sp>
        <p:nvSpPr>
          <p:cNvPr id="20" name="Text Placeholder 12"/>
          <p:cNvSpPr>
            <a:spLocks noGrp="1"/>
          </p:cNvSpPr>
          <p:nvPr>
            <p:ph type="body" sz="quarter" idx="36"/>
          </p:nvPr>
        </p:nvSpPr>
        <p:spPr>
          <a:xfrm>
            <a:off x="520883" y="1716677"/>
            <a:ext cx="1748510" cy="5158778"/>
          </a:xfrm>
        </p:spPr>
        <p:txBody>
          <a:bodyPr lIns="72000" tIns="36000" rIns="72000" bIns="36000"/>
          <a:lstStyle>
            <a:lvl1pPr>
              <a:defRPr sz="971" i="0"/>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5" name="Text Placeholder 7"/>
          <p:cNvSpPr>
            <a:spLocks noGrp="1"/>
          </p:cNvSpPr>
          <p:nvPr>
            <p:ph type="body" sz="quarter" idx="32"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31" name="Text Placeholder 21"/>
          <p:cNvSpPr>
            <a:spLocks noGrp="1"/>
          </p:cNvSpPr>
          <p:nvPr>
            <p:ph type="body" sz="quarter" idx="42" hasCustomPrompt="1"/>
          </p:nvPr>
        </p:nvSpPr>
        <p:spPr>
          <a:xfrm>
            <a:off x="6394583" y="1716677"/>
            <a:ext cx="3769010" cy="2379898"/>
          </a:xfrm>
          <a:solidFill>
            <a:schemeClr val="bg1">
              <a:lumMod val="95000"/>
            </a:schemeClr>
          </a:solidFill>
        </p:spPr>
        <p:txBody>
          <a:bodyPr/>
          <a:lstStyle>
            <a:lvl1pPr>
              <a:defRPr/>
            </a:lvl1pPr>
            <a:lvl2pPr>
              <a:defRPr/>
            </a:lvl2pPr>
          </a:lstStyle>
          <a:p>
            <a:pPr lvl="0"/>
            <a:r>
              <a:rPr lang="en-GB" dirty="0"/>
              <a:t> </a:t>
            </a:r>
          </a:p>
        </p:txBody>
      </p:sp>
      <p:sp>
        <p:nvSpPr>
          <p:cNvPr id="32" name="Content Placeholder 2"/>
          <p:cNvSpPr>
            <a:spLocks noGrp="1"/>
          </p:cNvSpPr>
          <p:nvPr>
            <p:ph sz="half" idx="31"/>
          </p:nvPr>
        </p:nvSpPr>
        <p:spPr>
          <a:xfrm>
            <a:off x="6394583" y="1716677"/>
            <a:ext cx="3769010"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3" name="Text Placeholder 22"/>
          <p:cNvSpPr>
            <a:spLocks noGrp="1"/>
          </p:cNvSpPr>
          <p:nvPr>
            <p:ph type="body" sz="quarter" idx="53" hasCustomPrompt="1"/>
          </p:nvPr>
        </p:nvSpPr>
        <p:spPr>
          <a:xfrm>
            <a:off x="6394583" y="3939600"/>
            <a:ext cx="3769010"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36" name="Text Placeholder 21"/>
          <p:cNvSpPr>
            <a:spLocks noGrp="1"/>
          </p:cNvSpPr>
          <p:nvPr>
            <p:ph type="body" sz="quarter" idx="65" hasCustomPrompt="1"/>
          </p:nvPr>
        </p:nvSpPr>
        <p:spPr>
          <a:xfrm>
            <a:off x="6394583" y="4493806"/>
            <a:ext cx="3769010" cy="2379898"/>
          </a:xfrm>
          <a:solidFill>
            <a:schemeClr val="bg1">
              <a:lumMod val="95000"/>
            </a:schemeClr>
          </a:solidFill>
        </p:spPr>
        <p:txBody>
          <a:bodyPr/>
          <a:lstStyle>
            <a:lvl1pPr>
              <a:defRPr/>
            </a:lvl1pPr>
            <a:lvl2pPr>
              <a:defRPr/>
            </a:lvl2pPr>
          </a:lstStyle>
          <a:p>
            <a:pPr lvl="0"/>
            <a:r>
              <a:rPr lang="en-GB" dirty="0"/>
              <a:t> </a:t>
            </a:r>
          </a:p>
        </p:txBody>
      </p:sp>
      <p:sp>
        <p:nvSpPr>
          <p:cNvPr id="37" name="Content Placeholder 2"/>
          <p:cNvSpPr>
            <a:spLocks noGrp="1"/>
          </p:cNvSpPr>
          <p:nvPr>
            <p:ph sz="half" idx="66"/>
          </p:nvPr>
        </p:nvSpPr>
        <p:spPr>
          <a:xfrm>
            <a:off x="6394583" y="4493806"/>
            <a:ext cx="3769010"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8" name="Text Placeholder 22"/>
          <p:cNvSpPr>
            <a:spLocks noGrp="1"/>
          </p:cNvSpPr>
          <p:nvPr>
            <p:ph type="body" sz="quarter" idx="67" hasCustomPrompt="1"/>
          </p:nvPr>
        </p:nvSpPr>
        <p:spPr>
          <a:xfrm>
            <a:off x="6394583" y="6716729"/>
            <a:ext cx="3769010"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8" name="Text Placeholder 23"/>
          <p:cNvSpPr>
            <a:spLocks noGrp="1"/>
          </p:cNvSpPr>
          <p:nvPr>
            <p:ph type="body" sz="quarter" idx="45"/>
          </p:nvPr>
        </p:nvSpPr>
        <p:spPr>
          <a:xfrm>
            <a:off x="6394583" y="1478687"/>
            <a:ext cx="376901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1" name="Text Placeholder 23"/>
          <p:cNvSpPr>
            <a:spLocks noGrp="1"/>
          </p:cNvSpPr>
          <p:nvPr>
            <p:ph type="body" sz="quarter" idx="77"/>
          </p:nvPr>
        </p:nvSpPr>
        <p:spPr>
          <a:xfrm>
            <a:off x="6394583" y="4255816"/>
            <a:ext cx="376901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4" name="Text Placeholder 23"/>
          <p:cNvSpPr>
            <a:spLocks noGrp="1"/>
          </p:cNvSpPr>
          <p:nvPr>
            <p:ph type="body" sz="quarter" idx="52" hasCustomPrompt="1"/>
          </p:nvPr>
        </p:nvSpPr>
        <p:spPr>
          <a:xfrm>
            <a:off x="527738" y="1478687"/>
            <a:ext cx="174770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dirty="0"/>
              <a:t>Title</a:t>
            </a:r>
          </a:p>
        </p:txBody>
      </p:sp>
    </p:spTree>
    <p:extLst>
      <p:ext uri="{BB962C8B-B14F-4D97-AF65-F5344CB8AC3E}">
        <p14:creationId xmlns:p14="http://schemas.microsoft.com/office/powerpoint/2010/main" val="291302469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SB] Two boxes">
    <p:spTree>
      <p:nvGrpSpPr>
        <p:cNvPr id="1" name=""/>
        <p:cNvGrpSpPr/>
        <p:nvPr/>
      </p:nvGrpSpPr>
      <p:grpSpPr>
        <a:xfrm>
          <a:off x="0" y="0"/>
          <a:ext cx="0" cy="0"/>
          <a:chOff x="0" y="0"/>
          <a:chExt cx="0" cy="0"/>
        </a:xfrm>
      </p:grpSpPr>
      <p:sp>
        <p:nvSpPr>
          <p:cNvPr id="2" name="Title 1"/>
          <p:cNvSpPr>
            <a:spLocks noGrp="1"/>
          </p:cNvSpPr>
          <p:nvPr>
            <p:ph type="title"/>
          </p:nvPr>
        </p:nvSpPr>
        <p:spPr>
          <a:xfrm>
            <a:off x="1304457" y="207941"/>
            <a:ext cx="8043522" cy="694458"/>
          </a:xfrm>
        </p:spPr>
        <p:txBody>
          <a:bodyPr/>
          <a:lstStyle/>
          <a:p>
            <a:r>
              <a:rPr lang="en-US"/>
              <a:t>Click to edit Master title style</a:t>
            </a:r>
            <a:endParaRPr lang="en-GB" dirty="0"/>
          </a:p>
        </p:txBody>
      </p:sp>
      <p:sp>
        <p:nvSpPr>
          <p:cNvPr id="15" name="Text Placeholder 13"/>
          <p:cNvSpPr>
            <a:spLocks noGrp="1"/>
          </p:cNvSpPr>
          <p:nvPr>
            <p:ph type="body" sz="quarter" idx="10" hasCustomPrompt="1"/>
          </p:nvPr>
        </p:nvSpPr>
        <p:spPr>
          <a:xfrm>
            <a:off x="527255" y="207941"/>
            <a:ext cx="582837" cy="694458"/>
          </a:xfrm>
          <a:solidFill>
            <a:schemeClr val="bg1">
              <a:lumMod val="95000"/>
            </a:schemeClr>
          </a:solidFill>
        </p:spPr>
        <p:txBody>
          <a:bodyPr lIns="72000" tIns="0" rIns="72000" anchor="ctr" anchorCtr="0"/>
          <a:lstStyle>
            <a:lvl1pPr algn="ctr">
              <a:defRPr sz="4749">
                <a:solidFill>
                  <a:schemeClr val="tx2"/>
                </a:solidFill>
                <a:latin typeface="Myriad Light" pitchFamily="2" charset="0"/>
              </a:defRPr>
            </a:lvl1pPr>
          </a:lstStyle>
          <a:p>
            <a:pPr lvl="0"/>
            <a:r>
              <a:rPr lang="en-US" dirty="0"/>
              <a:t>#</a:t>
            </a:r>
          </a:p>
        </p:txBody>
      </p:sp>
      <p:sp>
        <p:nvSpPr>
          <p:cNvPr id="20" name="Text Placeholder 10"/>
          <p:cNvSpPr>
            <a:spLocks noGrp="1"/>
          </p:cNvSpPr>
          <p:nvPr>
            <p:ph type="body" sz="quarter" idx="34" hasCustomPrompt="1"/>
          </p:nvPr>
        </p:nvSpPr>
        <p:spPr>
          <a:xfrm>
            <a:off x="520883" y="1716677"/>
            <a:ext cx="1748510" cy="5158778"/>
          </a:xfrm>
          <a:solidFill>
            <a:schemeClr val="bg1">
              <a:lumMod val="95000"/>
            </a:schemeClr>
          </a:solidFill>
        </p:spPr>
        <p:txBody>
          <a:bodyPr/>
          <a:lstStyle>
            <a:lvl1pPr>
              <a:defRPr baseline="0"/>
            </a:lvl1pPr>
          </a:lstStyle>
          <a:p>
            <a:pPr lvl="0"/>
            <a:r>
              <a:rPr lang="en-GB" dirty="0"/>
              <a:t> </a:t>
            </a:r>
          </a:p>
        </p:txBody>
      </p:sp>
      <p:sp>
        <p:nvSpPr>
          <p:cNvPr id="22" name="Text Placeholder 12"/>
          <p:cNvSpPr>
            <a:spLocks noGrp="1"/>
          </p:cNvSpPr>
          <p:nvPr>
            <p:ph type="body" sz="quarter" idx="36"/>
          </p:nvPr>
        </p:nvSpPr>
        <p:spPr>
          <a:xfrm>
            <a:off x="520883" y="1716677"/>
            <a:ext cx="1748510" cy="5158778"/>
          </a:xfrm>
        </p:spPr>
        <p:txBody>
          <a:bodyPr lIns="72000" tIns="36000" rIns="72000" bIns="36000"/>
          <a:lstStyle>
            <a:lvl1pPr>
              <a:defRPr sz="971" i="0"/>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7"/>
          <p:cNvSpPr>
            <a:spLocks noGrp="1"/>
          </p:cNvSpPr>
          <p:nvPr>
            <p:ph type="body" sz="quarter" idx="32"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19" name="Text Placeholder 21"/>
          <p:cNvSpPr>
            <a:spLocks noGrp="1"/>
          </p:cNvSpPr>
          <p:nvPr>
            <p:ph type="body" sz="quarter" idx="38" hasCustomPrompt="1"/>
          </p:nvPr>
        </p:nvSpPr>
        <p:spPr>
          <a:xfrm>
            <a:off x="2430877" y="1716677"/>
            <a:ext cx="7732716" cy="2379898"/>
          </a:xfrm>
          <a:solidFill>
            <a:schemeClr val="bg1">
              <a:lumMod val="95000"/>
            </a:schemeClr>
          </a:solidFill>
        </p:spPr>
        <p:txBody>
          <a:bodyPr/>
          <a:lstStyle>
            <a:lvl1pPr>
              <a:defRPr/>
            </a:lvl1pPr>
            <a:lvl2pPr>
              <a:defRPr/>
            </a:lvl2pPr>
          </a:lstStyle>
          <a:p>
            <a:pPr lvl="0"/>
            <a:r>
              <a:rPr lang="en-GB" dirty="0"/>
              <a:t> </a:t>
            </a:r>
          </a:p>
        </p:txBody>
      </p:sp>
      <p:sp>
        <p:nvSpPr>
          <p:cNvPr id="31" name="Content Placeholder 2"/>
          <p:cNvSpPr>
            <a:spLocks noGrp="1"/>
          </p:cNvSpPr>
          <p:nvPr>
            <p:ph sz="half" idx="31"/>
          </p:nvPr>
        </p:nvSpPr>
        <p:spPr>
          <a:xfrm>
            <a:off x="2430877" y="1716677"/>
            <a:ext cx="7732716"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2" name="Text Placeholder 22"/>
          <p:cNvSpPr>
            <a:spLocks noGrp="1"/>
          </p:cNvSpPr>
          <p:nvPr>
            <p:ph type="body" sz="quarter" idx="33" hasCustomPrompt="1"/>
          </p:nvPr>
        </p:nvSpPr>
        <p:spPr>
          <a:xfrm>
            <a:off x="2430877" y="3939600"/>
            <a:ext cx="773271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34" name="Text Placeholder 21"/>
          <p:cNvSpPr>
            <a:spLocks noGrp="1"/>
          </p:cNvSpPr>
          <p:nvPr>
            <p:ph type="body" sz="quarter" idx="42" hasCustomPrompt="1"/>
          </p:nvPr>
        </p:nvSpPr>
        <p:spPr>
          <a:xfrm>
            <a:off x="2430877" y="4493807"/>
            <a:ext cx="7732716" cy="2379898"/>
          </a:xfrm>
          <a:solidFill>
            <a:schemeClr val="bg1">
              <a:lumMod val="95000"/>
            </a:schemeClr>
          </a:solidFill>
        </p:spPr>
        <p:txBody>
          <a:bodyPr/>
          <a:lstStyle>
            <a:lvl1pPr>
              <a:defRPr/>
            </a:lvl1pPr>
            <a:lvl2pPr>
              <a:defRPr/>
            </a:lvl2pPr>
          </a:lstStyle>
          <a:p>
            <a:pPr lvl="0"/>
            <a:r>
              <a:rPr lang="en-GB" dirty="0"/>
              <a:t> </a:t>
            </a:r>
          </a:p>
        </p:txBody>
      </p:sp>
      <p:sp>
        <p:nvSpPr>
          <p:cNvPr id="35" name="Content Placeholder 2"/>
          <p:cNvSpPr>
            <a:spLocks noGrp="1"/>
          </p:cNvSpPr>
          <p:nvPr>
            <p:ph sz="half" idx="43"/>
          </p:nvPr>
        </p:nvSpPr>
        <p:spPr>
          <a:xfrm>
            <a:off x="2430877" y="4493806"/>
            <a:ext cx="7732716" cy="2222267"/>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6" name="Text Placeholder 22"/>
          <p:cNvSpPr>
            <a:spLocks noGrp="1"/>
          </p:cNvSpPr>
          <p:nvPr>
            <p:ph type="body" sz="quarter" idx="44" hasCustomPrompt="1"/>
          </p:nvPr>
        </p:nvSpPr>
        <p:spPr>
          <a:xfrm>
            <a:off x="2430877" y="6716729"/>
            <a:ext cx="7732716"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16" name="Text Placeholder 23"/>
          <p:cNvSpPr>
            <a:spLocks noGrp="1"/>
          </p:cNvSpPr>
          <p:nvPr>
            <p:ph type="body" sz="quarter" idx="45"/>
          </p:nvPr>
        </p:nvSpPr>
        <p:spPr>
          <a:xfrm>
            <a:off x="2430877" y="1478687"/>
            <a:ext cx="773271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3" name="Text Placeholder 23"/>
          <p:cNvSpPr>
            <a:spLocks noGrp="1"/>
          </p:cNvSpPr>
          <p:nvPr>
            <p:ph type="body" sz="quarter" idx="77"/>
          </p:nvPr>
        </p:nvSpPr>
        <p:spPr>
          <a:xfrm>
            <a:off x="2430877" y="4255816"/>
            <a:ext cx="7732716"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6" name="Text Placeholder 23"/>
          <p:cNvSpPr>
            <a:spLocks noGrp="1"/>
          </p:cNvSpPr>
          <p:nvPr>
            <p:ph type="body" sz="quarter" idx="52" hasCustomPrompt="1"/>
          </p:nvPr>
        </p:nvSpPr>
        <p:spPr>
          <a:xfrm>
            <a:off x="527738" y="1478687"/>
            <a:ext cx="174770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dirty="0"/>
              <a:t>Title</a:t>
            </a:r>
          </a:p>
        </p:txBody>
      </p:sp>
    </p:spTree>
    <p:extLst>
      <p:ext uri="{BB962C8B-B14F-4D97-AF65-F5344CB8AC3E}">
        <p14:creationId xmlns:p14="http://schemas.microsoft.com/office/powerpoint/2010/main" val="389670032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SB] Four boxes">
    <p:spTree>
      <p:nvGrpSpPr>
        <p:cNvPr id="1" name=""/>
        <p:cNvGrpSpPr/>
        <p:nvPr/>
      </p:nvGrpSpPr>
      <p:grpSpPr>
        <a:xfrm>
          <a:off x="0" y="0"/>
          <a:ext cx="0" cy="0"/>
          <a:chOff x="0" y="0"/>
          <a:chExt cx="0" cy="0"/>
        </a:xfrm>
      </p:grpSpPr>
      <p:sp>
        <p:nvSpPr>
          <p:cNvPr id="28" name="Text Placeholder 10"/>
          <p:cNvSpPr>
            <a:spLocks noGrp="1"/>
          </p:cNvSpPr>
          <p:nvPr>
            <p:ph type="body" sz="quarter" idx="33" hasCustomPrompt="1"/>
          </p:nvPr>
        </p:nvSpPr>
        <p:spPr>
          <a:xfrm>
            <a:off x="520883" y="1716677"/>
            <a:ext cx="1748510" cy="5158778"/>
          </a:xfrm>
          <a:solidFill>
            <a:schemeClr val="bg1">
              <a:lumMod val="95000"/>
            </a:schemeClr>
          </a:solidFill>
        </p:spPr>
        <p:txBody>
          <a:bodyPr/>
          <a:lstStyle>
            <a:lvl1pPr>
              <a:defRPr baseline="0"/>
            </a:lvl1pPr>
          </a:lstStyle>
          <a:p>
            <a:pPr lvl="0"/>
            <a:r>
              <a:rPr lang="en-GB" dirty="0"/>
              <a:t> </a:t>
            </a:r>
          </a:p>
        </p:txBody>
      </p:sp>
      <p:sp>
        <p:nvSpPr>
          <p:cNvPr id="33" name="Text Placeholder 12"/>
          <p:cNvSpPr>
            <a:spLocks noGrp="1"/>
          </p:cNvSpPr>
          <p:nvPr>
            <p:ph type="body" sz="quarter" idx="34"/>
          </p:nvPr>
        </p:nvSpPr>
        <p:spPr>
          <a:xfrm>
            <a:off x="520883" y="1716677"/>
            <a:ext cx="1748510" cy="5158778"/>
          </a:xfrm>
        </p:spPr>
        <p:txBody>
          <a:bodyPr lIns="72000" tIns="36000" rIns="72000" bIns="36000"/>
          <a:lstStyle>
            <a:lvl1pPr>
              <a:defRPr sz="971" i="0"/>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3" name="Title 1"/>
          <p:cNvSpPr>
            <a:spLocks noGrp="1"/>
          </p:cNvSpPr>
          <p:nvPr>
            <p:ph type="title"/>
          </p:nvPr>
        </p:nvSpPr>
        <p:spPr>
          <a:xfrm>
            <a:off x="1382178" y="207941"/>
            <a:ext cx="8043522" cy="694458"/>
          </a:xfrm>
        </p:spPr>
        <p:txBody>
          <a:bodyPr/>
          <a:lstStyle/>
          <a:p>
            <a:r>
              <a:rPr lang="en-US"/>
              <a:t>Click to edit Master title style</a:t>
            </a:r>
            <a:endParaRPr lang="en-GB" dirty="0"/>
          </a:p>
        </p:txBody>
      </p:sp>
      <p:sp>
        <p:nvSpPr>
          <p:cNvPr id="24" name="Text Placeholder 13"/>
          <p:cNvSpPr>
            <a:spLocks noGrp="1"/>
          </p:cNvSpPr>
          <p:nvPr>
            <p:ph type="body" sz="quarter" idx="10" hasCustomPrompt="1"/>
          </p:nvPr>
        </p:nvSpPr>
        <p:spPr>
          <a:xfrm>
            <a:off x="527255" y="207941"/>
            <a:ext cx="582837" cy="694458"/>
          </a:xfrm>
          <a:solidFill>
            <a:schemeClr val="bg1">
              <a:lumMod val="95000"/>
            </a:schemeClr>
          </a:solidFill>
        </p:spPr>
        <p:txBody>
          <a:bodyPr lIns="72000" tIns="0" rIns="72000" anchor="ctr" anchorCtr="0"/>
          <a:lstStyle>
            <a:lvl1pPr algn="ctr">
              <a:defRPr sz="4749">
                <a:solidFill>
                  <a:schemeClr val="tx2"/>
                </a:solidFill>
                <a:latin typeface="Myriad Light" pitchFamily="2" charset="0"/>
              </a:defRPr>
            </a:lvl1pPr>
          </a:lstStyle>
          <a:p>
            <a:pPr lvl="0"/>
            <a:r>
              <a:rPr lang="en-US" dirty="0"/>
              <a:t>#</a:t>
            </a:r>
          </a:p>
        </p:txBody>
      </p:sp>
      <p:sp>
        <p:nvSpPr>
          <p:cNvPr id="25" name="Text Placeholder 7"/>
          <p:cNvSpPr>
            <a:spLocks noGrp="1"/>
          </p:cNvSpPr>
          <p:nvPr>
            <p:ph type="body" sz="quarter" idx="54" hasCustomPrompt="1"/>
          </p:nvPr>
        </p:nvSpPr>
        <p:spPr>
          <a:xfrm>
            <a:off x="527738" y="6875455"/>
            <a:ext cx="8858441" cy="397232"/>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29" name="Text Placeholder 21"/>
          <p:cNvSpPr>
            <a:spLocks noGrp="1"/>
          </p:cNvSpPr>
          <p:nvPr>
            <p:ph type="body" sz="quarter" idx="42" hasCustomPrompt="1"/>
          </p:nvPr>
        </p:nvSpPr>
        <p:spPr>
          <a:xfrm>
            <a:off x="6394583" y="1716677"/>
            <a:ext cx="3769010" cy="2379898"/>
          </a:xfrm>
          <a:solidFill>
            <a:schemeClr val="bg1">
              <a:lumMod val="95000"/>
            </a:schemeClr>
          </a:solidFill>
        </p:spPr>
        <p:txBody>
          <a:bodyPr/>
          <a:lstStyle>
            <a:lvl1pPr>
              <a:defRPr/>
            </a:lvl1pPr>
            <a:lvl2pPr>
              <a:defRPr/>
            </a:lvl2pPr>
          </a:lstStyle>
          <a:p>
            <a:pPr lvl="0"/>
            <a:r>
              <a:rPr lang="en-GB" dirty="0"/>
              <a:t> </a:t>
            </a:r>
          </a:p>
        </p:txBody>
      </p:sp>
      <p:sp>
        <p:nvSpPr>
          <p:cNvPr id="30" name="Content Placeholder 2"/>
          <p:cNvSpPr>
            <a:spLocks noGrp="1"/>
          </p:cNvSpPr>
          <p:nvPr>
            <p:ph sz="half" idx="31"/>
          </p:nvPr>
        </p:nvSpPr>
        <p:spPr>
          <a:xfrm>
            <a:off x="6394583" y="1716677"/>
            <a:ext cx="3769010"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1" name="Text Placeholder 22"/>
          <p:cNvSpPr>
            <a:spLocks noGrp="1"/>
          </p:cNvSpPr>
          <p:nvPr>
            <p:ph type="body" sz="quarter" idx="55" hasCustomPrompt="1"/>
          </p:nvPr>
        </p:nvSpPr>
        <p:spPr>
          <a:xfrm>
            <a:off x="6394583" y="3939600"/>
            <a:ext cx="3769010"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51" name="Text Placeholder 21"/>
          <p:cNvSpPr>
            <a:spLocks noGrp="1"/>
          </p:cNvSpPr>
          <p:nvPr>
            <p:ph type="body" sz="quarter" idx="65" hasCustomPrompt="1"/>
          </p:nvPr>
        </p:nvSpPr>
        <p:spPr>
          <a:xfrm>
            <a:off x="6394583" y="4493806"/>
            <a:ext cx="3769010" cy="2379898"/>
          </a:xfrm>
          <a:solidFill>
            <a:schemeClr val="bg1">
              <a:lumMod val="95000"/>
            </a:schemeClr>
          </a:solidFill>
        </p:spPr>
        <p:txBody>
          <a:bodyPr/>
          <a:lstStyle>
            <a:lvl1pPr>
              <a:defRPr/>
            </a:lvl1pPr>
            <a:lvl2pPr>
              <a:defRPr/>
            </a:lvl2pPr>
          </a:lstStyle>
          <a:p>
            <a:pPr lvl="0"/>
            <a:r>
              <a:rPr lang="en-GB" dirty="0"/>
              <a:t> </a:t>
            </a:r>
          </a:p>
        </p:txBody>
      </p:sp>
      <p:sp>
        <p:nvSpPr>
          <p:cNvPr id="52" name="Content Placeholder 2"/>
          <p:cNvSpPr>
            <a:spLocks noGrp="1"/>
          </p:cNvSpPr>
          <p:nvPr>
            <p:ph sz="half" idx="66"/>
          </p:nvPr>
        </p:nvSpPr>
        <p:spPr>
          <a:xfrm>
            <a:off x="6394583" y="4493806"/>
            <a:ext cx="3769010"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3" name="Text Placeholder 22"/>
          <p:cNvSpPr>
            <a:spLocks noGrp="1"/>
          </p:cNvSpPr>
          <p:nvPr>
            <p:ph type="body" sz="quarter" idx="67" hasCustomPrompt="1"/>
          </p:nvPr>
        </p:nvSpPr>
        <p:spPr>
          <a:xfrm>
            <a:off x="6394583" y="6716729"/>
            <a:ext cx="3769010"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55" name="Text Placeholder 21"/>
          <p:cNvSpPr>
            <a:spLocks noGrp="1"/>
          </p:cNvSpPr>
          <p:nvPr>
            <p:ph type="body" sz="quarter" idx="69" hasCustomPrompt="1"/>
          </p:nvPr>
        </p:nvSpPr>
        <p:spPr>
          <a:xfrm>
            <a:off x="2430876" y="1716677"/>
            <a:ext cx="3769010" cy="2379898"/>
          </a:xfrm>
          <a:solidFill>
            <a:schemeClr val="bg1">
              <a:lumMod val="95000"/>
            </a:schemeClr>
          </a:solidFill>
        </p:spPr>
        <p:txBody>
          <a:bodyPr/>
          <a:lstStyle>
            <a:lvl1pPr>
              <a:defRPr/>
            </a:lvl1pPr>
            <a:lvl2pPr>
              <a:defRPr/>
            </a:lvl2pPr>
          </a:lstStyle>
          <a:p>
            <a:pPr lvl="0"/>
            <a:r>
              <a:rPr lang="en-GB" dirty="0"/>
              <a:t> </a:t>
            </a:r>
          </a:p>
        </p:txBody>
      </p:sp>
      <p:sp>
        <p:nvSpPr>
          <p:cNvPr id="56" name="Content Placeholder 2"/>
          <p:cNvSpPr>
            <a:spLocks noGrp="1"/>
          </p:cNvSpPr>
          <p:nvPr>
            <p:ph sz="half" idx="70"/>
          </p:nvPr>
        </p:nvSpPr>
        <p:spPr>
          <a:xfrm>
            <a:off x="2430876" y="1716677"/>
            <a:ext cx="3769010"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7" name="Text Placeholder 22"/>
          <p:cNvSpPr>
            <a:spLocks noGrp="1"/>
          </p:cNvSpPr>
          <p:nvPr>
            <p:ph type="body" sz="quarter" idx="71" hasCustomPrompt="1"/>
          </p:nvPr>
        </p:nvSpPr>
        <p:spPr>
          <a:xfrm>
            <a:off x="2430876" y="3939600"/>
            <a:ext cx="3769010"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59" name="Text Placeholder 21"/>
          <p:cNvSpPr>
            <a:spLocks noGrp="1"/>
          </p:cNvSpPr>
          <p:nvPr>
            <p:ph type="body" sz="quarter" idx="73" hasCustomPrompt="1"/>
          </p:nvPr>
        </p:nvSpPr>
        <p:spPr>
          <a:xfrm>
            <a:off x="2430876" y="4495557"/>
            <a:ext cx="3769010" cy="2379898"/>
          </a:xfrm>
          <a:solidFill>
            <a:schemeClr val="bg1">
              <a:lumMod val="95000"/>
            </a:schemeClr>
          </a:solidFill>
        </p:spPr>
        <p:txBody>
          <a:bodyPr/>
          <a:lstStyle>
            <a:lvl1pPr>
              <a:defRPr/>
            </a:lvl1pPr>
            <a:lvl2pPr>
              <a:defRPr/>
            </a:lvl2pPr>
          </a:lstStyle>
          <a:p>
            <a:pPr lvl="0"/>
            <a:r>
              <a:rPr lang="en-GB" dirty="0"/>
              <a:t> </a:t>
            </a:r>
          </a:p>
        </p:txBody>
      </p:sp>
      <p:sp>
        <p:nvSpPr>
          <p:cNvPr id="60" name="Content Placeholder 2"/>
          <p:cNvSpPr>
            <a:spLocks noGrp="1"/>
          </p:cNvSpPr>
          <p:nvPr>
            <p:ph sz="half" idx="74"/>
          </p:nvPr>
        </p:nvSpPr>
        <p:spPr>
          <a:xfrm>
            <a:off x="2430876" y="4493806"/>
            <a:ext cx="3769010" cy="2222924"/>
          </a:xfrm>
          <a:noFill/>
        </p:spPr>
        <p:txBody>
          <a:bodyPr lIns="72000" tIns="72000" rIns="72000" bIns="72000"/>
          <a:lstStyle>
            <a:lvl1pPr>
              <a:defRPr sz="971" i="0"/>
            </a:lvl1pPr>
            <a:lvl2pPr>
              <a:defRPr sz="863"/>
            </a:lvl2pPr>
            <a:lvl3pPr>
              <a:defRPr sz="863"/>
            </a:lvl3pPr>
            <a:lvl4pPr>
              <a:defRPr sz="863"/>
            </a:lvl4pPr>
            <a:lvl5pPr>
              <a:defRPr sz="863"/>
            </a:lvl5pPr>
            <a:lvl6pPr>
              <a:defRPr sz="1943"/>
            </a:lvl6pPr>
            <a:lvl7pPr>
              <a:defRPr sz="1943"/>
            </a:lvl7pPr>
            <a:lvl8pPr>
              <a:defRPr sz="1943"/>
            </a:lvl8pPr>
            <a:lvl9pPr>
              <a:defRPr sz="1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1" name="Text Placeholder 22"/>
          <p:cNvSpPr>
            <a:spLocks noGrp="1"/>
          </p:cNvSpPr>
          <p:nvPr>
            <p:ph type="body" sz="quarter" idx="75" hasCustomPrompt="1"/>
          </p:nvPr>
        </p:nvSpPr>
        <p:spPr>
          <a:xfrm>
            <a:off x="2430876" y="6716729"/>
            <a:ext cx="3769010" cy="156974"/>
          </a:xfrm>
          <a:noFill/>
          <a:ln w="9525">
            <a:noFill/>
            <a:miter lim="800000"/>
            <a:headEnd/>
            <a:tailEnd/>
          </a:ln>
        </p:spPr>
        <p:txBody>
          <a:bodyPr vert="horz" wrap="square" lIns="72000" tIns="0" rIns="72000" bIns="36000" numCol="1" rtlCol="0" anchor="b" anchorCtr="0" compatLnSpc="1">
            <a:prstTxWarp prst="textNoShape">
              <a:avLst/>
            </a:prstTxWarp>
          </a:bodyPr>
          <a:lstStyle>
            <a:lvl1pPr>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dirty="0"/>
              <a:t>Source:</a:t>
            </a:r>
          </a:p>
        </p:txBody>
      </p:sp>
      <p:sp>
        <p:nvSpPr>
          <p:cNvPr id="26" name="Text Placeholder 23"/>
          <p:cNvSpPr>
            <a:spLocks noGrp="1"/>
          </p:cNvSpPr>
          <p:nvPr>
            <p:ph type="body" sz="quarter" idx="45"/>
          </p:nvPr>
        </p:nvSpPr>
        <p:spPr>
          <a:xfrm>
            <a:off x="6394583" y="1478687"/>
            <a:ext cx="376901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4" name="Text Placeholder 23"/>
          <p:cNvSpPr>
            <a:spLocks noGrp="1"/>
          </p:cNvSpPr>
          <p:nvPr>
            <p:ph type="body" sz="quarter" idx="77"/>
          </p:nvPr>
        </p:nvSpPr>
        <p:spPr>
          <a:xfrm>
            <a:off x="6394583" y="4255816"/>
            <a:ext cx="376901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5" name="Text Placeholder 23"/>
          <p:cNvSpPr>
            <a:spLocks noGrp="1"/>
          </p:cNvSpPr>
          <p:nvPr>
            <p:ph type="body" sz="quarter" idx="78"/>
          </p:nvPr>
        </p:nvSpPr>
        <p:spPr>
          <a:xfrm>
            <a:off x="2430876" y="1478687"/>
            <a:ext cx="376901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6" name="Text Placeholder 23"/>
          <p:cNvSpPr>
            <a:spLocks noGrp="1"/>
          </p:cNvSpPr>
          <p:nvPr>
            <p:ph type="body" sz="quarter" idx="79"/>
          </p:nvPr>
        </p:nvSpPr>
        <p:spPr>
          <a:xfrm>
            <a:off x="2430393" y="4255816"/>
            <a:ext cx="376901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7" name="Text Placeholder 23"/>
          <p:cNvSpPr>
            <a:spLocks noGrp="1"/>
          </p:cNvSpPr>
          <p:nvPr>
            <p:ph type="body" sz="quarter" idx="52" hasCustomPrompt="1"/>
          </p:nvPr>
        </p:nvSpPr>
        <p:spPr>
          <a:xfrm>
            <a:off x="527738" y="1478687"/>
            <a:ext cx="1747700" cy="237990"/>
          </a:xfrm>
          <a:noFill/>
          <a:ln w="9525">
            <a:noFill/>
            <a:miter lim="800000"/>
            <a:headEnd/>
            <a:tailEnd/>
          </a:ln>
        </p:spPr>
        <p:txBody>
          <a:bodyPr vert="horz" wrap="square" lIns="0" tIns="0" rIns="0" bIns="0" numCol="1" anchor="t" anchorCtr="0" compatLnSpc="1">
            <a:prstTxWarp prst="textNoShape">
              <a:avLst/>
            </a:prstTxWarp>
          </a:bodyPr>
          <a:lstStyle>
            <a:lvl1pPr>
              <a:defRPr lang="en-US" sz="1079" i="1" kern="1200" dirty="0" smtClean="0">
                <a:solidFill>
                  <a:schemeClr val="tx2"/>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dirty="0"/>
              <a:t>Title</a:t>
            </a:r>
          </a:p>
        </p:txBody>
      </p:sp>
    </p:spTree>
    <p:extLst>
      <p:ext uri="{BB962C8B-B14F-4D97-AF65-F5344CB8AC3E}">
        <p14:creationId xmlns:p14="http://schemas.microsoft.com/office/powerpoint/2010/main" val="388502223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450783" y="1690333"/>
            <a:ext cx="6407787" cy="5112264"/>
          </a:xfrm>
        </p:spPr>
        <p:txBody>
          <a:bodyPr/>
          <a:lstStyle>
            <a:lvl1pPr>
              <a:buFont typeface="Wingdings" pitchFamily="2" charset="2"/>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6" name="Content Placeholder 2"/>
          <p:cNvSpPr>
            <a:spLocks noGrp="1"/>
          </p:cNvSpPr>
          <p:nvPr>
            <p:ph idx="15"/>
          </p:nvPr>
        </p:nvSpPr>
        <p:spPr bwMode="gray">
          <a:xfrm>
            <a:off x="952361" y="6947028"/>
            <a:ext cx="9010935" cy="302852"/>
          </a:xfrm>
        </p:spPr>
        <p:txBody>
          <a:bodyPr/>
          <a:lstStyle>
            <a:lvl1pPr marL="0" indent="0">
              <a:lnSpc>
                <a:spcPct val="100000"/>
              </a:lnSpc>
              <a:buClrTx/>
              <a:buFont typeface="Arial" pitchFamily="34" charset="0"/>
              <a:buNone/>
              <a:defRPr sz="648">
                <a:solidFill>
                  <a:schemeClr val="accent1">
                    <a:lumMod val="50000"/>
                  </a:schemeClr>
                </a:solidFill>
              </a:defRPr>
            </a:lvl1pPr>
            <a:lvl2pPr>
              <a:buClrTx/>
              <a:buNone/>
              <a:defRPr sz="971"/>
            </a:lvl2pPr>
            <a:lvl3pPr>
              <a:buClrTx/>
              <a:defRPr sz="971"/>
            </a:lvl3pPr>
            <a:lvl4pPr>
              <a:buClrTx/>
              <a:defRPr sz="971"/>
            </a:lvl4pPr>
            <a:lvl5pPr>
              <a:buClrTx/>
              <a:defRPr sz="971"/>
            </a:lvl5pPr>
          </a:lstStyle>
          <a:p>
            <a:pPr lvl="0"/>
            <a:r>
              <a:rPr lang="en-US" noProof="0"/>
              <a:t>Click to edit Master text styles</a:t>
            </a:r>
          </a:p>
        </p:txBody>
      </p:sp>
      <p:sp>
        <p:nvSpPr>
          <p:cNvPr id="12" name="Text Placeholder 13"/>
          <p:cNvSpPr>
            <a:spLocks noGrp="1"/>
          </p:cNvSpPr>
          <p:nvPr>
            <p:ph type="body" sz="quarter" idx="18"/>
          </p:nvPr>
        </p:nvSpPr>
        <p:spPr bwMode="gray">
          <a:xfrm>
            <a:off x="7153963" y="1691921"/>
            <a:ext cx="3077543" cy="359925"/>
          </a:xfrm>
          <a:solidFill>
            <a:schemeClr val="bg1">
              <a:lumMod val="50000"/>
            </a:schemeClr>
          </a:solidFill>
          <a:ln w="15875" algn="ctr">
            <a:solidFill>
              <a:schemeClr val="bg1">
                <a:lumMod val="50000"/>
              </a:schemeClr>
            </a:solidFill>
            <a:round/>
            <a:headEnd/>
            <a:tailEnd/>
          </a:ln>
        </p:spPr>
        <p:txBody>
          <a:bodyPr lIns="69414" tIns="69414" rIns="69414" bIns="69414" anchor="ctr"/>
          <a:lstStyle>
            <a:lvl1pPr marL="0" indent="0" algn="l" defTabSz="986400" rtl="0" fontAlgn="base">
              <a:lnSpc>
                <a:spcPts val="1585"/>
              </a:lnSpc>
              <a:spcBef>
                <a:spcPts val="0"/>
              </a:spcBef>
              <a:spcAft>
                <a:spcPct val="0"/>
              </a:spcAft>
              <a:buFont typeface="Times" pitchFamily="18" charset="0"/>
              <a:buNone/>
              <a:defRPr lang="en-US" sz="971" b="1" kern="1200" dirty="0" smtClean="0">
                <a:solidFill>
                  <a:schemeClr val="accent1"/>
                </a:solidFill>
                <a:latin typeface="Verdana" pitchFamily="34" charset="0"/>
                <a:ea typeface="+mn-ea"/>
                <a:cs typeface="+mn-cs"/>
              </a:defRPr>
            </a:lvl1pPr>
            <a:lvl2pPr algn="l" defTabSz="986400" rtl="0" fontAlgn="base">
              <a:lnSpc>
                <a:spcPts val="1585"/>
              </a:lnSpc>
              <a:spcBef>
                <a:spcPct val="50000"/>
              </a:spcBef>
              <a:spcAft>
                <a:spcPct val="0"/>
              </a:spcAft>
              <a:buFont typeface="Times" pitchFamily="18" charset="0"/>
              <a:buNone/>
              <a:defRPr lang="en-US" sz="1079" b="1" kern="1200" dirty="0" smtClean="0">
                <a:solidFill>
                  <a:schemeClr val="accent1"/>
                </a:solidFill>
                <a:latin typeface="Verdana" pitchFamily="34" charset="0"/>
                <a:ea typeface="+mn-ea"/>
                <a:cs typeface="+mn-cs"/>
              </a:defRPr>
            </a:lvl2pPr>
            <a:lvl3pPr algn="l" defTabSz="986400" rtl="0" fontAlgn="base">
              <a:lnSpc>
                <a:spcPts val="1585"/>
              </a:lnSpc>
              <a:spcBef>
                <a:spcPct val="50000"/>
              </a:spcBef>
              <a:spcAft>
                <a:spcPct val="0"/>
              </a:spcAft>
              <a:buFont typeface="Times" pitchFamily="18" charset="0"/>
              <a:buNone/>
              <a:defRPr lang="en-US" sz="1079" b="1" kern="1200" dirty="0" smtClean="0">
                <a:solidFill>
                  <a:schemeClr val="accent1"/>
                </a:solidFill>
                <a:latin typeface="Verdana" pitchFamily="34" charset="0"/>
                <a:ea typeface="+mn-ea"/>
                <a:cs typeface="+mn-cs"/>
              </a:defRPr>
            </a:lvl3pPr>
            <a:lvl4pPr algn="l" defTabSz="986400" rtl="0" fontAlgn="base">
              <a:lnSpc>
                <a:spcPts val="1585"/>
              </a:lnSpc>
              <a:spcBef>
                <a:spcPct val="50000"/>
              </a:spcBef>
              <a:spcAft>
                <a:spcPct val="0"/>
              </a:spcAft>
              <a:buFont typeface="Times" pitchFamily="18" charset="0"/>
              <a:buNone/>
              <a:defRPr lang="en-US" sz="1079" b="1" kern="1200" dirty="0" smtClean="0">
                <a:solidFill>
                  <a:schemeClr val="accent1"/>
                </a:solidFill>
                <a:latin typeface="Verdana" pitchFamily="34" charset="0"/>
                <a:ea typeface="+mn-ea"/>
                <a:cs typeface="+mn-cs"/>
              </a:defRPr>
            </a:lvl4pPr>
            <a:lvl5pPr algn="l" defTabSz="986400" rtl="0" fontAlgn="base">
              <a:lnSpc>
                <a:spcPts val="1585"/>
              </a:lnSpc>
              <a:spcBef>
                <a:spcPct val="50000"/>
              </a:spcBef>
              <a:spcAft>
                <a:spcPct val="0"/>
              </a:spcAft>
              <a:buFont typeface="Times" pitchFamily="18" charset="0"/>
              <a:buNone/>
              <a:defRPr lang="en-GB" sz="1079" b="1" kern="1200" dirty="0" smtClean="0">
                <a:solidFill>
                  <a:schemeClr val="accent1"/>
                </a:solidFill>
                <a:latin typeface="Verdana" pitchFamily="34" charset="0"/>
                <a:ea typeface="+mn-ea"/>
                <a:cs typeface="+mn-cs"/>
              </a:defRPr>
            </a:lvl5pPr>
          </a:lstStyle>
          <a:p>
            <a:pPr lvl="0"/>
            <a:r>
              <a:rPr lang="en-US" noProof="0"/>
              <a:t>Click to edit Master text styles</a:t>
            </a:r>
          </a:p>
        </p:txBody>
      </p:sp>
      <p:sp>
        <p:nvSpPr>
          <p:cNvPr id="14" name="Text Placeholder 13"/>
          <p:cNvSpPr>
            <a:spLocks noGrp="1"/>
          </p:cNvSpPr>
          <p:nvPr>
            <p:ph type="body" sz="quarter" idx="23"/>
          </p:nvPr>
        </p:nvSpPr>
        <p:spPr bwMode="gray">
          <a:xfrm>
            <a:off x="7153963" y="4355183"/>
            <a:ext cx="3077543" cy="359925"/>
          </a:xfrm>
          <a:solidFill>
            <a:schemeClr val="bg1">
              <a:lumMod val="50000"/>
            </a:schemeClr>
          </a:solidFill>
          <a:ln w="15875" algn="ctr">
            <a:solidFill>
              <a:schemeClr val="bg1">
                <a:lumMod val="50000"/>
              </a:schemeClr>
            </a:solidFill>
            <a:round/>
            <a:headEnd/>
            <a:tailEnd/>
          </a:ln>
        </p:spPr>
        <p:txBody>
          <a:bodyPr lIns="69414" tIns="69414" rIns="69414" bIns="69414" anchor="ctr"/>
          <a:lstStyle>
            <a:lvl1pPr marL="0" indent="0" algn="l" defTabSz="986400" rtl="0" fontAlgn="base">
              <a:lnSpc>
                <a:spcPts val="1585"/>
              </a:lnSpc>
              <a:spcBef>
                <a:spcPts val="0"/>
              </a:spcBef>
              <a:spcAft>
                <a:spcPct val="0"/>
              </a:spcAft>
              <a:buFont typeface="Times" pitchFamily="18" charset="0"/>
              <a:buNone/>
              <a:defRPr lang="en-US" sz="971" b="1" kern="1200" dirty="0" smtClean="0">
                <a:solidFill>
                  <a:schemeClr val="accent1"/>
                </a:solidFill>
                <a:latin typeface="Verdana" pitchFamily="34" charset="0"/>
                <a:ea typeface="+mn-ea"/>
                <a:cs typeface="+mn-cs"/>
              </a:defRPr>
            </a:lvl1pPr>
            <a:lvl2pPr algn="l" defTabSz="986400" rtl="0" fontAlgn="base">
              <a:lnSpc>
                <a:spcPts val="1585"/>
              </a:lnSpc>
              <a:spcBef>
                <a:spcPct val="50000"/>
              </a:spcBef>
              <a:spcAft>
                <a:spcPct val="0"/>
              </a:spcAft>
              <a:buFont typeface="Times" pitchFamily="18" charset="0"/>
              <a:buNone/>
              <a:defRPr lang="en-US" sz="1079" b="1" kern="1200" dirty="0" smtClean="0">
                <a:solidFill>
                  <a:schemeClr val="accent1"/>
                </a:solidFill>
                <a:latin typeface="Verdana" pitchFamily="34" charset="0"/>
                <a:ea typeface="+mn-ea"/>
                <a:cs typeface="+mn-cs"/>
              </a:defRPr>
            </a:lvl2pPr>
            <a:lvl3pPr algn="l" defTabSz="986400" rtl="0" fontAlgn="base">
              <a:lnSpc>
                <a:spcPts val="1585"/>
              </a:lnSpc>
              <a:spcBef>
                <a:spcPct val="50000"/>
              </a:spcBef>
              <a:spcAft>
                <a:spcPct val="0"/>
              </a:spcAft>
              <a:buFont typeface="Times" pitchFamily="18" charset="0"/>
              <a:buNone/>
              <a:defRPr lang="en-US" sz="1079" b="1" kern="1200" dirty="0" smtClean="0">
                <a:solidFill>
                  <a:schemeClr val="accent1"/>
                </a:solidFill>
                <a:latin typeface="Verdana" pitchFamily="34" charset="0"/>
                <a:ea typeface="+mn-ea"/>
                <a:cs typeface="+mn-cs"/>
              </a:defRPr>
            </a:lvl3pPr>
            <a:lvl4pPr algn="l" defTabSz="986400" rtl="0" fontAlgn="base">
              <a:lnSpc>
                <a:spcPts val="1585"/>
              </a:lnSpc>
              <a:spcBef>
                <a:spcPct val="50000"/>
              </a:spcBef>
              <a:spcAft>
                <a:spcPct val="0"/>
              </a:spcAft>
              <a:buFont typeface="Times" pitchFamily="18" charset="0"/>
              <a:buNone/>
              <a:defRPr lang="en-US" sz="1079" b="1" kern="1200" dirty="0" smtClean="0">
                <a:solidFill>
                  <a:schemeClr val="accent1"/>
                </a:solidFill>
                <a:latin typeface="Verdana" pitchFamily="34" charset="0"/>
                <a:ea typeface="+mn-ea"/>
                <a:cs typeface="+mn-cs"/>
              </a:defRPr>
            </a:lvl4pPr>
            <a:lvl5pPr algn="l" defTabSz="986400" rtl="0" fontAlgn="base">
              <a:lnSpc>
                <a:spcPts val="1585"/>
              </a:lnSpc>
              <a:spcBef>
                <a:spcPct val="50000"/>
              </a:spcBef>
              <a:spcAft>
                <a:spcPct val="0"/>
              </a:spcAft>
              <a:buFont typeface="Times" pitchFamily="18" charset="0"/>
              <a:buNone/>
              <a:defRPr lang="en-GB" sz="1079" b="1" kern="1200" dirty="0" smtClean="0">
                <a:solidFill>
                  <a:schemeClr val="accent1"/>
                </a:solidFill>
                <a:latin typeface="Verdana" pitchFamily="34" charset="0"/>
                <a:ea typeface="+mn-ea"/>
                <a:cs typeface="+mn-cs"/>
              </a:defRPr>
            </a:lvl5pPr>
          </a:lstStyle>
          <a:p>
            <a:pPr lvl="0"/>
            <a:r>
              <a:rPr lang="en-US" noProof="0"/>
              <a:t>Click to edit Master text styles</a:t>
            </a:r>
          </a:p>
        </p:txBody>
      </p:sp>
      <p:sp>
        <p:nvSpPr>
          <p:cNvPr id="27" name="Text Placeholder 26"/>
          <p:cNvSpPr>
            <a:spLocks noGrp="1"/>
          </p:cNvSpPr>
          <p:nvPr>
            <p:ph type="body" sz="quarter" idx="32"/>
          </p:nvPr>
        </p:nvSpPr>
        <p:spPr bwMode="gray">
          <a:xfrm>
            <a:off x="7153963" y="2047889"/>
            <a:ext cx="3077543" cy="2091443"/>
          </a:xfrm>
          <a:ln>
            <a:solidFill>
              <a:schemeClr val="bg1">
                <a:lumMod val="50000"/>
              </a:schemeClr>
            </a:solidFill>
          </a:ln>
        </p:spPr>
        <p:txBody>
          <a:bodyPr/>
          <a:lstStyle>
            <a:lvl1pPr>
              <a:buNone/>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noProof="0"/>
              <a:t>Click to edit Master text styles</a:t>
            </a:r>
          </a:p>
        </p:txBody>
      </p:sp>
      <p:sp>
        <p:nvSpPr>
          <p:cNvPr id="28" name="Content Placeholder 18"/>
          <p:cNvSpPr>
            <a:spLocks noGrp="1"/>
          </p:cNvSpPr>
          <p:nvPr>
            <p:ph sz="quarter" idx="33"/>
          </p:nvPr>
        </p:nvSpPr>
        <p:spPr bwMode="gray">
          <a:xfrm>
            <a:off x="7153963" y="2051846"/>
            <a:ext cx="3077543" cy="1844478"/>
          </a:xfrm>
          <a:noFill/>
          <a:ln w="9525">
            <a:noFill/>
            <a:miter lim="800000"/>
            <a:headEnd/>
            <a:tailEnd/>
          </a:ln>
        </p:spPr>
        <p:txBody>
          <a:bodyPr lIns="69414" tIns="69414" rIns="69414" bIns="69414"/>
          <a:lstStyle>
            <a:lvl1pPr algn="l" defTabSz="986400" rtl="0" eaLnBrk="1" fontAlgn="base" hangingPunct="1">
              <a:lnSpc>
                <a:spcPts val="1585"/>
              </a:lnSpc>
              <a:spcBef>
                <a:spcPct val="0"/>
              </a:spcBef>
              <a:spcAft>
                <a:spcPct val="0"/>
              </a:spcAft>
              <a:buClr>
                <a:schemeClr val="accent5">
                  <a:lumMod val="50000"/>
                </a:schemeClr>
              </a:buClr>
              <a:defRPr lang="en-GB" sz="971" dirty="0" smtClean="0">
                <a:solidFill>
                  <a:schemeClr val="tx1"/>
                </a:solidFill>
                <a:latin typeface="+mn-lt"/>
                <a:ea typeface="+mn-ea"/>
                <a:cs typeface="+mn-cs"/>
              </a:defRPr>
            </a:lvl1pPr>
            <a:lvl2pPr algn="l" defTabSz="986400" rtl="0" eaLnBrk="1" fontAlgn="base" hangingPunct="1">
              <a:lnSpc>
                <a:spcPts val="1585"/>
              </a:lnSpc>
              <a:spcBef>
                <a:spcPct val="0"/>
              </a:spcBef>
              <a:spcAft>
                <a:spcPct val="0"/>
              </a:spcAft>
              <a:buClr>
                <a:schemeClr val="accent5">
                  <a:lumMod val="50000"/>
                </a:schemeClr>
              </a:buClr>
              <a:defRPr lang="en-US" sz="971" dirty="0" smtClean="0">
                <a:solidFill>
                  <a:schemeClr val="tx1"/>
                </a:solidFill>
                <a:latin typeface="+mn-lt"/>
                <a:ea typeface="+mn-ea"/>
                <a:cs typeface="+mn-cs"/>
              </a:defRPr>
            </a:lvl2pPr>
            <a:lvl3pPr algn="l" defTabSz="986400" rtl="0" eaLnBrk="1" fontAlgn="base" hangingPunct="1">
              <a:lnSpc>
                <a:spcPts val="1585"/>
              </a:lnSpc>
              <a:spcBef>
                <a:spcPct val="0"/>
              </a:spcBef>
              <a:spcAft>
                <a:spcPct val="0"/>
              </a:spcAft>
              <a:buClr>
                <a:schemeClr val="accent5">
                  <a:lumMod val="50000"/>
                </a:schemeClr>
              </a:buClr>
              <a:defRPr lang="en-US" sz="971" dirty="0" smtClean="0">
                <a:solidFill>
                  <a:schemeClr val="tx1"/>
                </a:solidFill>
                <a:latin typeface="+mn-lt"/>
                <a:ea typeface="+mn-ea"/>
                <a:cs typeface="+mn-cs"/>
              </a:defRPr>
            </a:lvl3pPr>
            <a:lvl4pPr algn="l" defTabSz="986400" rtl="0" eaLnBrk="1" fontAlgn="base" hangingPunct="1">
              <a:lnSpc>
                <a:spcPts val="1585"/>
              </a:lnSpc>
              <a:spcBef>
                <a:spcPct val="0"/>
              </a:spcBef>
              <a:spcAft>
                <a:spcPct val="0"/>
              </a:spcAft>
              <a:buClr>
                <a:schemeClr val="accent5">
                  <a:lumMod val="50000"/>
                </a:schemeClr>
              </a:buClr>
              <a:defRPr lang="en-US" sz="971" dirty="0" smtClean="0">
                <a:solidFill>
                  <a:schemeClr val="tx1"/>
                </a:solidFill>
                <a:latin typeface="+mn-lt"/>
                <a:ea typeface="+mn-ea"/>
                <a:cs typeface="+mn-cs"/>
              </a:defRPr>
            </a:lvl4pPr>
            <a:lvl5pPr algn="l" defTabSz="986400" rtl="0" eaLnBrk="1" fontAlgn="base" hangingPunct="1">
              <a:lnSpc>
                <a:spcPts val="1585"/>
              </a:lnSpc>
              <a:spcBef>
                <a:spcPct val="0"/>
              </a:spcBef>
              <a:spcAft>
                <a:spcPct val="0"/>
              </a:spcAft>
              <a:buClr>
                <a:schemeClr val="accent5">
                  <a:lumMod val="50000"/>
                </a:schemeClr>
              </a:buClr>
              <a:defRPr lang="en-GB" sz="971" dirty="0" smtClean="0">
                <a:solidFill>
                  <a:schemeClr val="tx1"/>
                </a:solidFill>
                <a:latin typeface="+mn-lt"/>
                <a:ea typeface="+mn-ea"/>
                <a:cs typeface="+mn-cs"/>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29" name="Content Placeholder 2"/>
          <p:cNvSpPr>
            <a:spLocks noGrp="1"/>
          </p:cNvSpPr>
          <p:nvPr>
            <p:ph idx="27"/>
          </p:nvPr>
        </p:nvSpPr>
        <p:spPr bwMode="gray">
          <a:xfrm>
            <a:off x="7153963" y="3896322"/>
            <a:ext cx="3077543" cy="243009"/>
          </a:xfrm>
        </p:spPr>
        <p:txBody>
          <a:bodyPr lIns="39667" anchor="ctr"/>
          <a:lstStyle>
            <a:lvl1pPr marL="0" indent="0">
              <a:lnSpc>
                <a:spcPct val="100000"/>
              </a:lnSpc>
              <a:buClrTx/>
              <a:buFont typeface="Arial" pitchFamily="34" charset="0"/>
              <a:buNone/>
              <a:defRPr sz="648" i="1">
                <a:solidFill>
                  <a:schemeClr val="accent1">
                    <a:lumMod val="50000"/>
                  </a:schemeClr>
                </a:solidFill>
              </a:defRPr>
            </a:lvl1pPr>
            <a:lvl2pPr>
              <a:buClrTx/>
              <a:buNone/>
              <a:defRPr sz="971"/>
            </a:lvl2pPr>
            <a:lvl3pPr>
              <a:buClrTx/>
              <a:defRPr sz="971"/>
            </a:lvl3pPr>
            <a:lvl4pPr>
              <a:buClrTx/>
              <a:defRPr sz="971"/>
            </a:lvl4pPr>
            <a:lvl5pPr>
              <a:buClrTx/>
              <a:defRPr sz="971"/>
            </a:lvl5pPr>
          </a:lstStyle>
          <a:p>
            <a:pPr lvl="0"/>
            <a:r>
              <a:rPr lang="en-US" noProof="0"/>
              <a:t>Click to edit Master text styles</a:t>
            </a:r>
          </a:p>
        </p:txBody>
      </p:sp>
      <p:sp>
        <p:nvSpPr>
          <p:cNvPr id="30" name="Text Placeholder 26"/>
          <p:cNvSpPr>
            <a:spLocks noGrp="1"/>
          </p:cNvSpPr>
          <p:nvPr>
            <p:ph type="body" sz="quarter" idx="34"/>
          </p:nvPr>
        </p:nvSpPr>
        <p:spPr bwMode="gray">
          <a:xfrm>
            <a:off x="7153963" y="4711790"/>
            <a:ext cx="3077543" cy="2091443"/>
          </a:xfrm>
          <a:ln>
            <a:solidFill>
              <a:schemeClr val="bg1">
                <a:lumMod val="50000"/>
              </a:schemeClr>
            </a:solidFill>
          </a:ln>
        </p:spPr>
        <p:txBody>
          <a:bodyPr/>
          <a:lstStyle>
            <a:lvl1pPr>
              <a:buNone/>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noProof="0"/>
              <a:t>Click to edit Master text styles</a:t>
            </a:r>
          </a:p>
        </p:txBody>
      </p:sp>
      <p:sp>
        <p:nvSpPr>
          <p:cNvPr id="31" name="Content Placeholder 18"/>
          <p:cNvSpPr>
            <a:spLocks noGrp="1"/>
          </p:cNvSpPr>
          <p:nvPr>
            <p:ph sz="quarter" idx="35"/>
          </p:nvPr>
        </p:nvSpPr>
        <p:spPr bwMode="gray">
          <a:xfrm>
            <a:off x="7153963" y="4715745"/>
            <a:ext cx="3077543" cy="1844478"/>
          </a:xfrm>
          <a:noFill/>
          <a:ln w="9525">
            <a:noFill/>
            <a:miter lim="800000"/>
            <a:headEnd/>
            <a:tailEnd/>
          </a:ln>
        </p:spPr>
        <p:txBody>
          <a:bodyPr lIns="69414" tIns="69414" rIns="69414" bIns="69414"/>
          <a:lstStyle>
            <a:lvl1pPr algn="l" defTabSz="986400" rtl="0" eaLnBrk="1" fontAlgn="base" hangingPunct="1">
              <a:lnSpc>
                <a:spcPts val="1585"/>
              </a:lnSpc>
              <a:spcBef>
                <a:spcPct val="0"/>
              </a:spcBef>
              <a:spcAft>
                <a:spcPct val="0"/>
              </a:spcAft>
              <a:buClr>
                <a:schemeClr val="accent5">
                  <a:lumMod val="50000"/>
                </a:schemeClr>
              </a:buClr>
              <a:defRPr lang="en-GB" sz="971" dirty="0" smtClean="0">
                <a:solidFill>
                  <a:schemeClr val="tx1"/>
                </a:solidFill>
                <a:latin typeface="+mn-lt"/>
                <a:ea typeface="+mn-ea"/>
                <a:cs typeface="+mn-cs"/>
              </a:defRPr>
            </a:lvl1pPr>
            <a:lvl2pPr algn="l" defTabSz="986400" rtl="0" eaLnBrk="1" fontAlgn="base" hangingPunct="1">
              <a:lnSpc>
                <a:spcPts val="1585"/>
              </a:lnSpc>
              <a:spcBef>
                <a:spcPct val="0"/>
              </a:spcBef>
              <a:spcAft>
                <a:spcPct val="0"/>
              </a:spcAft>
              <a:buClr>
                <a:schemeClr val="accent5">
                  <a:lumMod val="50000"/>
                </a:schemeClr>
              </a:buClr>
              <a:defRPr lang="en-US" sz="971" dirty="0" smtClean="0">
                <a:solidFill>
                  <a:schemeClr val="tx1"/>
                </a:solidFill>
                <a:latin typeface="+mn-lt"/>
                <a:ea typeface="+mn-ea"/>
                <a:cs typeface="+mn-cs"/>
              </a:defRPr>
            </a:lvl2pPr>
            <a:lvl3pPr algn="l" defTabSz="986400" rtl="0" eaLnBrk="1" fontAlgn="base" hangingPunct="1">
              <a:lnSpc>
                <a:spcPts val="1585"/>
              </a:lnSpc>
              <a:spcBef>
                <a:spcPct val="0"/>
              </a:spcBef>
              <a:spcAft>
                <a:spcPct val="0"/>
              </a:spcAft>
              <a:buClr>
                <a:schemeClr val="accent5">
                  <a:lumMod val="50000"/>
                </a:schemeClr>
              </a:buClr>
              <a:defRPr lang="en-US" sz="971" dirty="0" smtClean="0">
                <a:solidFill>
                  <a:schemeClr val="tx1"/>
                </a:solidFill>
                <a:latin typeface="+mn-lt"/>
                <a:ea typeface="+mn-ea"/>
                <a:cs typeface="+mn-cs"/>
              </a:defRPr>
            </a:lvl3pPr>
            <a:lvl4pPr algn="l" defTabSz="986400" rtl="0" eaLnBrk="1" fontAlgn="base" hangingPunct="1">
              <a:lnSpc>
                <a:spcPts val="1585"/>
              </a:lnSpc>
              <a:spcBef>
                <a:spcPct val="0"/>
              </a:spcBef>
              <a:spcAft>
                <a:spcPct val="0"/>
              </a:spcAft>
              <a:buClr>
                <a:schemeClr val="accent5">
                  <a:lumMod val="50000"/>
                </a:schemeClr>
              </a:buClr>
              <a:defRPr lang="en-US" sz="971" dirty="0" smtClean="0">
                <a:solidFill>
                  <a:schemeClr val="tx1"/>
                </a:solidFill>
                <a:latin typeface="+mn-lt"/>
                <a:ea typeface="+mn-ea"/>
                <a:cs typeface="+mn-cs"/>
              </a:defRPr>
            </a:lvl4pPr>
            <a:lvl5pPr algn="l" defTabSz="986400" rtl="0" eaLnBrk="1" fontAlgn="base" hangingPunct="1">
              <a:lnSpc>
                <a:spcPts val="1585"/>
              </a:lnSpc>
              <a:spcBef>
                <a:spcPct val="0"/>
              </a:spcBef>
              <a:spcAft>
                <a:spcPct val="0"/>
              </a:spcAft>
              <a:buClr>
                <a:schemeClr val="accent5">
                  <a:lumMod val="50000"/>
                </a:schemeClr>
              </a:buClr>
              <a:defRPr lang="en-GB" sz="971" dirty="0" smtClean="0">
                <a:solidFill>
                  <a:schemeClr val="tx1"/>
                </a:solidFill>
                <a:latin typeface="+mn-lt"/>
                <a:ea typeface="+mn-ea"/>
                <a:cs typeface="+mn-cs"/>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32" name="Content Placeholder 2"/>
          <p:cNvSpPr>
            <a:spLocks noGrp="1"/>
          </p:cNvSpPr>
          <p:nvPr>
            <p:ph idx="36"/>
          </p:nvPr>
        </p:nvSpPr>
        <p:spPr bwMode="gray">
          <a:xfrm>
            <a:off x="7153963" y="6560222"/>
            <a:ext cx="3077543" cy="243009"/>
          </a:xfrm>
        </p:spPr>
        <p:txBody>
          <a:bodyPr lIns="39667" anchor="ctr"/>
          <a:lstStyle>
            <a:lvl1pPr marL="0" indent="0">
              <a:lnSpc>
                <a:spcPct val="100000"/>
              </a:lnSpc>
              <a:buClrTx/>
              <a:buFont typeface="Arial" pitchFamily="34" charset="0"/>
              <a:buNone/>
              <a:defRPr sz="648" i="1">
                <a:solidFill>
                  <a:schemeClr val="accent1">
                    <a:lumMod val="50000"/>
                  </a:schemeClr>
                </a:solidFill>
              </a:defRPr>
            </a:lvl1pPr>
            <a:lvl2pPr>
              <a:buClrTx/>
              <a:buNone/>
              <a:defRPr sz="971"/>
            </a:lvl2pPr>
            <a:lvl3pPr>
              <a:buClrTx/>
              <a:defRPr sz="971"/>
            </a:lvl3pPr>
            <a:lvl4pPr>
              <a:buClrTx/>
              <a:defRPr sz="971"/>
            </a:lvl4pPr>
            <a:lvl5pPr>
              <a:buClrTx/>
              <a:defRPr sz="971"/>
            </a:lvl5pPr>
          </a:lstStyle>
          <a:p>
            <a:pPr lvl="0"/>
            <a:r>
              <a:rPr lang="en-US" noProof="0"/>
              <a:t>Click to edit Master text styles</a:t>
            </a:r>
          </a:p>
        </p:txBody>
      </p:sp>
      <p:sp>
        <p:nvSpPr>
          <p:cNvPr id="13" name="Title 1"/>
          <p:cNvSpPr>
            <a:spLocks noGrp="1"/>
          </p:cNvSpPr>
          <p:nvPr>
            <p:ph type="title"/>
          </p:nvPr>
        </p:nvSpPr>
        <p:spPr>
          <a:xfrm>
            <a:off x="521457" y="207941"/>
            <a:ext cx="8859116" cy="694458"/>
          </a:xfrm>
        </p:spPr>
        <p:txBody>
          <a:bodyPr/>
          <a:lstStyle/>
          <a:p>
            <a:r>
              <a:rPr lang="en-US" dirty="0"/>
              <a:t>Click to edit Master title style</a:t>
            </a:r>
            <a:endParaRPr lang="en-GB" dirty="0"/>
          </a:p>
        </p:txBody>
      </p:sp>
    </p:spTree>
    <p:extLst>
      <p:ext uri="{BB962C8B-B14F-4D97-AF65-F5344CB8AC3E}">
        <p14:creationId xmlns:p14="http://schemas.microsoft.com/office/powerpoint/2010/main" val="81156436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1_Six boxes">
    <p:spTree>
      <p:nvGrpSpPr>
        <p:cNvPr id="1" name=""/>
        <p:cNvGrpSpPr/>
        <p:nvPr/>
      </p:nvGrpSpPr>
      <p:grpSpPr>
        <a:xfrm>
          <a:off x="0" y="0"/>
          <a:ext cx="0" cy="0"/>
          <a:chOff x="0" y="0"/>
          <a:chExt cx="0" cy="0"/>
        </a:xfrm>
      </p:grpSpPr>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43" name="Content Placeholder 2"/>
          <p:cNvSpPr>
            <a:spLocks noGrp="1"/>
          </p:cNvSpPr>
          <p:nvPr>
            <p:ph sz="half" idx="32"/>
          </p:nvPr>
        </p:nvSpPr>
        <p:spPr>
          <a:xfrm>
            <a:off x="7055911" y="1478695"/>
            <a:ext cx="3108165" cy="237991"/>
          </a:xfrm>
          <a:noFill/>
        </p:spPr>
        <p:txBody>
          <a:bodyPr wrap="square">
            <a:noAutofit/>
          </a:bodyPr>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p:txBody>
      </p:sp>
      <p:sp>
        <p:nvSpPr>
          <p:cNvPr id="46" name="Content Placeholder 2"/>
          <p:cNvSpPr>
            <a:spLocks noGrp="1"/>
          </p:cNvSpPr>
          <p:nvPr>
            <p:ph sz="half" idx="31"/>
          </p:nvPr>
        </p:nvSpPr>
        <p:spPr>
          <a:xfrm>
            <a:off x="7055911" y="1716079"/>
            <a:ext cx="3108165" cy="2380497"/>
          </a:xfrm>
          <a:noFill/>
        </p:spPr>
        <p:txBody>
          <a:bodyPr lIns="71968" tIns="71968" rIns="71968" bIns="71968"/>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8" name="Content Placeholder 2"/>
          <p:cNvSpPr>
            <a:spLocks noGrp="1"/>
          </p:cNvSpPr>
          <p:nvPr>
            <p:ph sz="half" idx="36"/>
          </p:nvPr>
        </p:nvSpPr>
        <p:spPr>
          <a:xfrm>
            <a:off x="7055911" y="4243576"/>
            <a:ext cx="3108165" cy="237991"/>
          </a:xfrm>
          <a:noFill/>
        </p:spPr>
        <p:txBody>
          <a:bodyPr wrap="square">
            <a:noAutofit/>
          </a:bodyPr>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p:txBody>
      </p:sp>
      <p:sp>
        <p:nvSpPr>
          <p:cNvPr id="50" name="Content Placeholder 2"/>
          <p:cNvSpPr>
            <a:spLocks noGrp="1"/>
          </p:cNvSpPr>
          <p:nvPr>
            <p:ph sz="half" idx="38"/>
          </p:nvPr>
        </p:nvSpPr>
        <p:spPr>
          <a:xfrm>
            <a:off x="7055911" y="4480962"/>
            <a:ext cx="3108165" cy="2380497"/>
          </a:xfrm>
          <a:noFill/>
        </p:spPr>
        <p:txBody>
          <a:bodyPr lIns="71968" tIns="71968" rIns="71968" bIns="71968"/>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2" name="Content Placeholder 2"/>
          <p:cNvSpPr>
            <a:spLocks noGrp="1"/>
          </p:cNvSpPr>
          <p:nvPr>
            <p:ph sz="half" idx="40"/>
          </p:nvPr>
        </p:nvSpPr>
        <p:spPr>
          <a:xfrm>
            <a:off x="3791825" y="1478694"/>
            <a:ext cx="3108165" cy="237991"/>
          </a:xfrm>
          <a:noFill/>
        </p:spPr>
        <p:txBody>
          <a:bodyPr wrap="square">
            <a:noAutofit/>
          </a:bodyPr>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p:txBody>
      </p:sp>
      <p:sp>
        <p:nvSpPr>
          <p:cNvPr id="73" name="Content Placeholder 2"/>
          <p:cNvSpPr>
            <a:spLocks noGrp="1"/>
          </p:cNvSpPr>
          <p:nvPr>
            <p:ph sz="half" idx="42"/>
          </p:nvPr>
        </p:nvSpPr>
        <p:spPr>
          <a:xfrm>
            <a:off x="3791825" y="1716079"/>
            <a:ext cx="3108165" cy="2380497"/>
          </a:xfrm>
          <a:noFill/>
        </p:spPr>
        <p:txBody>
          <a:bodyPr lIns="71968" tIns="71968" rIns="71968" bIns="71968"/>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5" name="Content Placeholder 2"/>
          <p:cNvSpPr>
            <a:spLocks noGrp="1"/>
          </p:cNvSpPr>
          <p:nvPr>
            <p:ph sz="half" idx="44"/>
          </p:nvPr>
        </p:nvSpPr>
        <p:spPr>
          <a:xfrm>
            <a:off x="3791825" y="4243575"/>
            <a:ext cx="3108165" cy="237991"/>
          </a:xfrm>
          <a:noFill/>
        </p:spPr>
        <p:txBody>
          <a:bodyPr wrap="square">
            <a:noAutofit/>
          </a:bodyPr>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p:txBody>
      </p:sp>
      <p:sp>
        <p:nvSpPr>
          <p:cNvPr id="77" name="Content Placeholder 2"/>
          <p:cNvSpPr>
            <a:spLocks noGrp="1"/>
          </p:cNvSpPr>
          <p:nvPr>
            <p:ph sz="half" idx="46"/>
          </p:nvPr>
        </p:nvSpPr>
        <p:spPr>
          <a:xfrm>
            <a:off x="3791825" y="4480962"/>
            <a:ext cx="3108165" cy="2380497"/>
          </a:xfrm>
          <a:noFill/>
        </p:spPr>
        <p:txBody>
          <a:bodyPr lIns="71968" tIns="71968" rIns="71968" bIns="71968"/>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9" name="Content Placeholder 2"/>
          <p:cNvSpPr>
            <a:spLocks noGrp="1"/>
          </p:cNvSpPr>
          <p:nvPr>
            <p:ph sz="half" idx="48"/>
          </p:nvPr>
        </p:nvSpPr>
        <p:spPr>
          <a:xfrm>
            <a:off x="527740" y="1478693"/>
            <a:ext cx="3108165" cy="237991"/>
          </a:xfrm>
          <a:noFill/>
        </p:spPr>
        <p:txBody>
          <a:bodyPr wrap="square">
            <a:noAutofit/>
          </a:bodyPr>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p:txBody>
      </p:sp>
      <p:sp>
        <p:nvSpPr>
          <p:cNvPr id="81" name="Content Placeholder 2"/>
          <p:cNvSpPr>
            <a:spLocks noGrp="1"/>
          </p:cNvSpPr>
          <p:nvPr>
            <p:ph sz="half" idx="50"/>
          </p:nvPr>
        </p:nvSpPr>
        <p:spPr>
          <a:xfrm>
            <a:off x="527740" y="1716079"/>
            <a:ext cx="3108165" cy="2380497"/>
          </a:xfrm>
          <a:noFill/>
        </p:spPr>
        <p:txBody>
          <a:bodyPr lIns="71968" tIns="71968" rIns="71968" bIns="71968"/>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3" name="Content Placeholder 2"/>
          <p:cNvSpPr>
            <a:spLocks noGrp="1"/>
          </p:cNvSpPr>
          <p:nvPr>
            <p:ph sz="half" idx="52"/>
          </p:nvPr>
        </p:nvSpPr>
        <p:spPr>
          <a:xfrm>
            <a:off x="527740" y="4243574"/>
            <a:ext cx="3108165" cy="237991"/>
          </a:xfrm>
          <a:noFill/>
        </p:spPr>
        <p:txBody>
          <a:bodyPr wrap="square">
            <a:noAutofit/>
          </a:bodyPr>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p:txBody>
      </p:sp>
      <p:sp>
        <p:nvSpPr>
          <p:cNvPr id="85" name="Content Placeholder 2"/>
          <p:cNvSpPr>
            <a:spLocks noGrp="1"/>
          </p:cNvSpPr>
          <p:nvPr>
            <p:ph sz="half" idx="54"/>
          </p:nvPr>
        </p:nvSpPr>
        <p:spPr>
          <a:xfrm>
            <a:off x="527740" y="4480956"/>
            <a:ext cx="3108165" cy="2380497"/>
          </a:xfrm>
          <a:noFill/>
        </p:spPr>
        <p:txBody>
          <a:bodyPr lIns="71968" tIns="71968" rIns="71968" bIns="71968"/>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8" name="Text Placeholder 9"/>
          <p:cNvSpPr>
            <a:spLocks noGrp="1"/>
          </p:cNvSpPr>
          <p:nvPr>
            <p:ph type="body" sz="quarter" idx="56" hasCustomPrompt="1"/>
          </p:nvPr>
        </p:nvSpPr>
        <p:spPr>
          <a:xfrm>
            <a:off x="527737" y="6875854"/>
            <a:ext cx="9131106" cy="396833"/>
          </a:xfrm>
        </p:spPr>
        <p:txBody>
          <a:bodyPr anchor="b"/>
          <a:lstStyle>
            <a:lvl1pPr>
              <a:spcBef>
                <a:spcPts val="0"/>
              </a:spcBef>
              <a:defRPr sz="648">
                <a:solidFill>
                  <a:srgbClr val="7F7F7F"/>
                </a:solidFill>
              </a:defRPr>
            </a:lvl1pPr>
          </a:lstStyle>
          <a:p>
            <a:pPr lvl="0"/>
            <a:r>
              <a:rPr lang="en-US" dirty="0"/>
              <a:t>Notes/Sources:</a:t>
            </a:r>
          </a:p>
        </p:txBody>
      </p:sp>
    </p:spTree>
    <p:extLst>
      <p:ext uri="{BB962C8B-B14F-4D97-AF65-F5344CB8AC3E}">
        <p14:creationId xmlns:p14="http://schemas.microsoft.com/office/powerpoint/2010/main" val="34912542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2_Six boxes">
    <p:spTree>
      <p:nvGrpSpPr>
        <p:cNvPr id="1" name=""/>
        <p:cNvGrpSpPr/>
        <p:nvPr/>
      </p:nvGrpSpPr>
      <p:grpSpPr>
        <a:xfrm>
          <a:off x="0" y="0"/>
          <a:ext cx="0" cy="0"/>
          <a:chOff x="0" y="0"/>
          <a:chExt cx="0" cy="0"/>
        </a:xfrm>
      </p:grpSpPr>
      <p:sp>
        <p:nvSpPr>
          <p:cNvPr id="2" name="Title 1"/>
          <p:cNvSpPr>
            <a:spLocks noGrp="1"/>
          </p:cNvSpPr>
          <p:nvPr>
            <p:ph type="title"/>
          </p:nvPr>
        </p:nvSpPr>
        <p:spPr>
          <a:xfrm>
            <a:off x="521457" y="207941"/>
            <a:ext cx="8859116" cy="694458"/>
          </a:xfrm>
        </p:spPr>
        <p:txBody>
          <a:bodyPr/>
          <a:lstStyle/>
          <a:p>
            <a:r>
              <a:rPr lang="en-US" dirty="0"/>
              <a:t>Click to edit Master title style</a:t>
            </a:r>
            <a:endParaRPr lang="en-GB" dirty="0"/>
          </a:p>
        </p:txBody>
      </p:sp>
      <p:sp>
        <p:nvSpPr>
          <p:cNvPr id="43" name="Content Placeholder 2"/>
          <p:cNvSpPr>
            <a:spLocks noGrp="1"/>
          </p:cNvSpPr>
          <p:nvPr>
            <p:ph sz="half" idx="32"/>
          </p:nvPr>
        </p:nvSpPr>
        <p:spPr>
          <a:xfrm>
            <a:off x="7055911" y="1478695"/>
            <a:ext cx="3108165" cy="237991"/>
          </a:xfrm>
          <a:noFill/>
        </p:spPr>
        <p:txBody>
          <a:bodyPr wrap="square">
            <a:noAutofit/>
          </a:bodyPr>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p:txBody>
      </p:sp>
      <p:sp>
        <p:nvSpPr>
          <p:cNvPr id="46" name="Content Placeholder 2"/>
          <p:cNvSpPr>
            <a:spLocks noGrp="1"/>
          </p:cNvSpPr>
          <p:nvPr>
            <p:ph sz="half" idx="31"/>
          </p:nvPr>
        </p:nvSpPr>
        <p:spPr>
          <a:xfrm>
            <a:off x="7055911" y="1716079"/>
            <a:ext cx="3108165" cy="2380497"/>
          </a:xfrm>
          <a:noFill/>
        </p:spPr>
        <p:txBody>
          <a:bodyPr lIns="71968" tIns="71968" rIns="71968" bIns="71968"/>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8" name="Content Placeholder 2"/>
          <p:cNvSpPr>
            <a:spLocks noGrp="1"/>
          </p:cNvSpPr>
          <p:nvPr>
            <p:ph sz="half" idx="36"/>
          </p:nvPr>
        </p:nvSpPr>
        <p:spPr>
          <a:xfrm>
            <a:off x="7055911" y="4243576"/>
            <a:ext cx="3108165" cy="237991"/>
          </a:xfrm>
          <a:noFill/>
        </p:spPr>
        <p:txBody>
          <a:bodyPr wrap="square">
            <a:noAutofit/>
          </a:bodyPr>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p:txBody>
      </p:sp>
      <p:sp>
        <p:nvSpPr>
          <p:cNvPr id="50" name="Content Placeholder 2"/>
          <p:cNvSpPr>
            <a:spLocks noGrp="1"/>
          </p:cNvSpPr>
          <p:nvPr>
            <p:ph sz="half" idx="38"/>
          </p:nvPr>
        </p:nvSpPr>
        <p:spPr>
          <a:xfrm>
            <a:off x="7055911" y="4480962"/>
            <a:ext cx="3108165" cy="2380497"/>
          </a:xfrm>
          <a:noFill/>
        </p:spPr>
        <p:txBody>
          <a:bodyPr lIns="71968" tIns="71968" rIns="71968" bIns="71968"/>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2" name="Content Placeholder 2"/>
          <p:cNvSpPr>
            <a:spLocks noGrp="1"/>
          </p:cNvSpPr>
          <p:nvPr>
            <p:ph sz="half" idx="40"/>
          </p:nvPr>
        </p:nvSpPr>
        <p:spPr>
          <a:xfrm>
            <a:off x="3791825" y="1478694"/>
            <a:ext cx="3108165" cy="237991"/>
          </a:xfrm>
          <a:noFill/>
        </p:spPr>
        <p:txBody>
          <a:bodyPr wrap="square">
            <a:noAutofit/>
          </a:bodyPr>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p:txBody>
      </p:sp>
      <p:sp>
        <p:nvSpPr>
          <p:cNvPr id="73" name="Content Placeholder 2"/>
          <p:cNvSpPr>
            <a:spLocks noGrp="1"/>
          </p:cNvSpPr>
          <p:nvPr>
            <p:ph sz="half" idx="42"/>
          </p:nvPr>
        </p:nvSpPr>
        <p:spPr>
          <a:xfrm>
            <a:off x="3791825" y="1716079"/>
            <a:ext cx="3108165" cy="2380497"/>
          </a:xfrm>
          <a:noFill/>
        </p:spPr>
        <p:txBody>
          <a:bodyPr lIns="71968" tIns="71968" rIns="71968" bIns="71968"/>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5" name="Content Placeholder 2"/>
          <p:cNvSpPr>
            <a:spLocks noGrp="1"/>
          </p:cNvSpPr>
          <p:nvPr>
            <p:ph sz="half" idx="44"/>
          </p:nvPr>
        </p:nvSpPr>
        <p:spPr>
          <a:xfrm>
            <a:off x="3791825" y="4243575"/>
            <a:ext cx="3108165" cy="237991"/>
          </a:xfrm>
          <a:noFill/>
        </p:spPr>
        <p:txBody>
          <a:bodyPr wrap="square">
            <a:noAutofit/>
          </a:bodyPr>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p:txBody>
      </p:sp>
      <p:sp>
        <p:nvSpPr>
          <p:cNvPr id="77" name="Content Placeholder 2"/>
          <p:cNvSpPr>
            <a:spLocks noGrp="1"/>
          </p:cNvSpPr>
          <p:nvPr>
            <p:ph sz="half" idx="46"/>
          </p:nvPr>
        </p:nvSpPr>
        <p:spPr>
          <a:xfrm>
            <a:off x="3791825" y="4480962"/>
            <a:ext cx="3108165" cy="2380497"/>
          </a:xfrm>
          <a:noFill/>
        </p:spPr>
        <p:txBody>
          <a:bodyPr lIns="71968" tIns="71968" rIns="71968" bIns="71968"/>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9" name="Content Placeholder 2"/>
          <p:cNvSpPr>
            <a:spLocks noGrp="1"/>
          </p:cNvSpPr>
          <p:nvPr>
            <p:ph sz="half" idx="48"/>
          </p:nvPr>
        </p:nvSpPr>
        <p:spPr>
          <a:xfrm>
            <a:off x="527740" y="1478693"/>
            <a:ext cx="3108165" cy="237991"/>
          </a:xfrm>
          <a:noFill/>
        </p:spPr>
        <p:txBody>
          <a:bodyPr wrap="square">
            <a:noAutofit/>
          </a:bodyPr>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p:txBody>
      </p:sp>
      <p:sp>
        <p:nvSpPr>
          <p:cNvPr id="81" name="Content Placeholder 2"/>
          <p:cNvSpPr>
            <a:spLocks noGrp="1"/>
          </p:cNvSpPr>
          <p:nvPr>
            <p:ph sz="half" idx="50"/>
          </p:nvPr>
        </p:nvSpPr>
        <p:spPr>
          <a:xfrm>
            <a:off x="527740" y="1716079"/>
            <a:ext cx="3108165" cy="2380497"/>
          </a:xfrm>
          <a:noFill/>
        </p:spPr>
        <p:txBody>
          <a:bodyPr lIns="71968" tIns="71968" rIns="71968" bIns="71968"/>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3" name="Content Placeholder 2"/>
          <p:cNvSpPr>
            <a:spLocks noGrp="1"/>
          </p:cNvSpPr>
          <p:nvPr>
            <p:ph sz="half" idx="52"/>
          </p:nvPr>
        </p:nvSpPr>
        <p:spPr>
          <a:xfrm>
            <a:off x="527740" y="4243574"/>
            <a:ext cx="3108165" cy="237991"/>
          </a:xfrm>
          <a:noFill/>
        </p:spPr>
        <p:txBody>
          <a:bodyPr wrap="square">
            <a:noAutofit/>
          </a:bodyPr>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p:txBody>
      </p:sp>
      <p:sp>
        <p:nvSpPr>
          <p:cNvPr id="85" name="Content Placeholder 2"/>
          <p:cNvSpPr>
            <a:spLocks noGrp="1"/>
          </p:cNvSpPr>
          <p:nvPr>
            <p:ph sz="half" idx="54"/>
          </p:nvPr>
        </p:nvSpPr>
        <p:spPr>
          <a:xfrm>
            <a:off x="527740" y="4480956"/>
            <a:ext cx="3108165" cy="2380497"/>
          </a:xfrm>
          <a:noFill/>
        </p:spPr>
        <p:txBody>
          <a:bodyPr lIns="71968" tIns="71968" rIns="71968" bIns="71968"/>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8" name="Text Placeholder 9"/>
          <p:cNvSpPr>
            <a:spLocks noGrp="1"/>
          </p:cNvSpPr>
          <p:nvPr>
            <p:ph type="body" sz="quarter" idx="56" hasCustomPrompt="1"/>
          </p:nvPr>
        </p:nvSpPr>
        <p:spPr>
          <a:xfrm>
            <a:off x="527737" y="6875854"/>
            <a:ext cx="9131106" cy="396833"/>
          </a:xfrm>
        </p:spPr>
        <p:txBody>
          <a:bodyPr anchor="b"/>
          <a:lstStyle>
            <a:lvl1pPr>
              <a:spcBef>
                <a:spcPts val="0"/>
              </a:spcBef>
              <a:defRPr sz="648">
                <a:solidFill>
                  <a:srgbClr val="7F7F7F"/>
                </a:solidFill>
              </a:defRPr>
            </a:lvl1pPr>
          </a:lstStyle>
          <a:p>
            <a:pPr lvl="0"/>
            <a:r>
              <a:rPr lang="en-US" dirty="0"/>
              <a:t>Notes/Sources:</a:t>
            </a:r>
          </a:p>
        </p:txBody>
      </p:sp>
    </p:spTree>
    <p:extLst>
      <p:ext uri="{BB962C8B-B14F-4D97-AF65-F5344CB8AC3E}">
        <p14:creationId xmlns:p14="http://schemas.microsoft.com/office/powerpoint/2010/main" val="242478072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graphicFrame>
        <p:nvGraphicFramePr>
          <p:cNvPr id="13" name="Object 3" hidden="1"/>
          <p:cNvGraphicFramePr>
            <a:graphicFrameLocks noChangeAspect="1"/>
          </p:cNvGraphicFramePr>
          <p:nvPr>
            <p:custDataLst>
              <p:tags r:id="rId1"/>
            </p:custDataLst>
          </p:nvPr>
        </p:nvGraphicFramePr>
        <p:xfrm>
          <a:off x="0" y="0"/>
          <a:ext cx="158727" cy="158717"/>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13" name="Object 3"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58727" cy="1587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Text Placeholder 16"/>
          <p:cNvSpPr>
            <a:spLocks noGrp="1"/>
          </p:cNvSpPr>
          <p:nvPr>
            <p:ph type="body" sz="quarter" idx="28"/>
          </p:nvPr>
        </p:nvSpPr>
        <p:spPr bwMode="gray">
          <a:xfrm>
            <a:off x="5490489" y="2055890"/>
            <a:ext cx="4733298" cy="4740866"/>
          </a:xfrm>
          <a:ln>
            <a:solidFill>
              <a:schemeClr val="accent1"/>
            </a:solidFill>
          </a:ln>
        </p:spPr>
        <p:txBody>
          <a:bodyPr/>
          <a:lstStyle>
            <a:lvl1pPr>
              <a:buNone/>
              <a:defRPr>
                <a:solidFill>
                  <a:schemeClr val="accent1"/>
                </a:solidFill>
              </a:defRPr>
            </a:lvl1pPr>
          </a:lstStyle>
          <a:p>
            <a:pPr lvl="0"/>
            <a:r>
              <a:rPr lang="en-US" noProof="0"/>
              <a:t>Click to edit Master text styles</a:t>
            </a:r>
          </a:p>
        </p:txBody>
      </p:sp>
      <p:sp>
        <p:nvSpPr>
          <p:cNvPr id="23" name="Text Placeholder 16"/>
          <p:cNvSpPr>
            <a:spLocks noGrp="1"/>
          </p:cNvSpPr>
          <p:nvPr>
            <p:ph type="body" sz="quarter" idx="29"/>
          </p:nvPr>
        </p:nvSpPr>
        <p:spPr bwMode="gray">
          <a:xfrm>
            <a:off x="449194" y="2055890"/>
            <a:ext cx="4733298" cy="4740866"/>
          </a:xfrm>
          <a:ln>
            <a:solidFill>
              <a:schemeClr val="accent1"/>
            </a:solidFill>
          </a:ln>
        </p:spPr>
        <p:txBody>
          <a:bodyPr/>
          <a:lstStyle>
            <a:lvl1pPr>
              <a:buNone/>
              <a:defRPr>
                <a:solidFill>
                  <a:schemeClr val="accent1"/>
                </a:solidFill>
              </a:defRPr>
            </a:lvl1pPr>
          </a:lstStyle>
          <a:p>
            <a:pPr lvl="0"/>
            <a:r>
              <a:rPr lang="en-US" noProof="0"/>
              <a:t>Click to edit Master text styles</a:t>
            </a:r>
          </a:p>
        </p:txBody>
      </p:sp>
      <p:sp>
        <p:nvSpPr>
          <p:cNvPr id="20" name="Content Placeholder 19"/>
          <p:cNvSpPr>
            <a:spLocks noGrp="1"/>
          </p:cNvSpPr>
          <p:nvPr>
            <p:ph sz="quarter" idx="22"/>
          </p:nvPr>
        </p:nvSpPr>
        <p:spPr bwMode="gray">
          <a:xfrm>
            <a:off x="5490528" y="2055890"/>
            <a:ext cx="4733222" cy="4483381"/>
          </a:xfrm>
          <a:ln>
            <a:noFill/>
          </a:ln>
        </p:spPr>
        <p:txBody>
          <a:bodyPr lIns="69423" tIns="69423" rIns="69423" bIns="69423"/>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 name="Content Placeholder 19"/>
          <p:cNvSpPr>
            <a:spLocks noGrp="1"/>
          </p:cNvSpPr>
          <p:nvPr>
            <p:ph sz="quarter" idx="30"/>
          </p:nvPr>
        </p:nvSpPr>
        <p:spPr bwMode="gray">
          <a:xfrm>
            <a:off x="449195" y="2055890"/>
            <a:ext cx="4733222" cy="4483381"/>
          </a:xfrm>
          <a:ln>
            <a:noFill/>
          </a:ln>
        </p:spPr>
        <p:txBody>
          <a:bodyPr lIns="69423" tIns="69423" rIns="69423" bIns="69423"/>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11"/>
          <p:cNvSpPr>
            <a:spLocks noGrp="1"/>
          </p:cNvSpPr>
          <p:nvPr>
            <p:ph type="body" sz="quarter" idx="17"/>
          </p:nvPr>
        </p:nvSpPr>
        <p:spPr bwMode="gray">
          <a:xfrm>
            <a:off x="449194" y="1691920"/>
            <a:ext cx="4733298" cy="359925"/>
          </a:xfrm>
          <a:solidFill>
            <a:schemeClr val="accent1"/>
          </a:solidFill>
          <a:ln w="15875" algn="ctr">
            <a:solidFill>
              <a:schemeClr val="accent1"/>
            </a:solidFill>
            <a:round/>
            <a:headEnd/>
            <a:tailEnd/>
          </a:ln>
        </p:spPr>
        <p:txBody>
          <a:bodyPr lIns="69423" tIns="69423" rIns="69423" bIns="69423" anchor="ctr"/>
          <a:lstStyle>
            <a:lvl1pPr marL="0" indent="0" algn="l" defTabSz="986526" rtl="0" fontAlgn="base">
              <a:lnSpc>
                <a:spcPts val="1585"/>
              </a:lnSpc>
              <a:spcBef>
                <a:spcPts val="0"/>
              </a:spcBef>
              <a:spcAft>
                <a:spcPct val="0"/>
              </a:spcAft>
              <a:buFont typeface="Times" pitchFamily="18" charset="0"/>
              <a:buNone/>
              <a:defRPr lang="en-GB" sz="1079" b="1" kern="1200" dirty="0" smtClean="0">
                <a:solidFill>
                  <a:schemeClr val="bg2"/>
                </a:solidFill>
                <a:latin typeface="Verdana" pitchFamily="34" charset="0"/>
                <a:ea typeface="+mn-ea"/>
                <a:cs typeface="+mn-cs"/>
              </a:defRPr>
            </a:lvl1pPr>
          </a:lstStyle>
          <a:p>
            <a:pPr lvl="0"/>
            <a:r>
              <a:rPr lang="en-US" noProof="0"/>
              <a:t>Click to edit Master text styles</a:t>
            </a:r>
          </a:p>
        </p:txBody>
      </p:sp>
      <p:sp>
        <p:nvSpPr>
          <p:cNvPr id="14" name="Text Placeholder 13"/>
          <p:cNvSpPr>
            <a:spLocks noGrp="1"/>
          </p:cNvSpPr>
          <p:nvPr>
            <p:ph type="body" sz="quarter" idx="18"/>
          </p:nvPr>
        </p:nvSpPr>
        <p:spPr bwMode="gray">
          <a:xfrm>
            <a:off x="5490631" y="1691920"/>
            <a:ext cx="4733298" cy="359925"/>
          </a:xfrm>
          <a:solidFill>
            <a:schemeClr val="accent1"/>
          </a:solidFill>
          <a:ln w="15875" algn="ctr">
            <a:solidFill>
              <a:schemeClr val="accent1"/>
            </a:solidFill>
            <a:round/>
            <a:headEnd/>
            <a:tailEnd/>
          </a:ln>
        </p:spPr>
        <p:txBody>
          <a:bodyPr lIns="69423" tIns="69423" rIns="69423" bIns="69423" anchor="ctr"/>
          <a:lstStyle>
            <a:lvl1pPr marL="0" indent="0" algn="l" defTabSz="986526" rtl="0" fontAlgn="base">
              <a:lnSpc>
                <a:spcPts val="1585"/>
              </a:lnSpc>
              <a:spcBef>
                <a:spcPts val="0"/>
              </a:spcBef>
              <a:spcAft>
                <a:spcPct val="0"/>
              </a:spcAft>
              <a:buFont typeface="Times" pitchFamily="18" charset="0"/>
              <a:buNone/>
              <a:defRPr lang="en-US" sz="1079" b="1" kern="1200" dirty="0" smtClean="0">
                <a:solidFill>
                  <a:schemeClr val="bg2"/>
                </a:solidFill>
                <a:latin typeface="Verdana" pitchFamily="34" charset="0"/>
                <a:ea typeface="+mn-ea"/>
                <a:cs typeface="+mn-cs"/>
              </a:defRPr>
            </a:lvl1pPr>
            <a:lvl2pPr algn="l" defTabSz="986526" rtl="0" fontAlgn="base">
              <a:lnSpc>
                <a:spcPts val="1585"/>
              </a:lnSpc>
              <a:spcBef>
                <a:spcPct val="50000"/>
              </a:spcBef>
              <a:spcAft>
                <a:spcPct val="0"/>
              </a:spcAft>
              <a:buFont typeface="Times" pitchFamily="18" charset="0"/>
              <a:buNone/>
              <a:defRPr lang="en-US" sz="1079" b="1" kern="1200" dirty="0" smtClean="0">
                <a:solidFill>
                  <a:schemeClr val="accent1"/>
                </a:solidFill>
                <a:latin typeface="Verdana" pitchFamily="34" charset="0"/>
                <a:ea typeface="+mn-ea"/>
                <a:cs typeface="+mn-cs"/>
              </a:defRPr>
            </a:lvl2pPr>
            <a:lvl3pPr algn="l" defTabSz="986526" rtl="0" fontAlgn="base">
              <a:lnSpc>
                <a:spcPts val="1585"/>
              </a:lnSpc>
              <a:spcBef>
                <a:spcPct val="50000"/>
              </a:spcBef>
              <a:spcAft>
                <a:spcPct val="0"/>
              </a:spcAft>
              <a:buFont typeface="Times" pitchFamily="18" charset="0"/>
              <a:buNone/>
              <a:defRPr lang="en-US" sz="1079" b="1" kern="1200" dirty="0" smtClean="0">
                <a:solidFill>
                  <a:schemeClr val="accent1"/>
                </a:solidFill>
                <a:latin typeface="Verdana" pitchFamily="34" charset="0"/>
                <a:ea typeface="+mn-ea"/>
                <a:cs typeface="+mn-cs"/>
              </a:defRPr>
            </a:lvl3pPr>
            <a:lvl4pPr algn="l" defTabSz="986526" rtl="0" fontAlgn="base">
              <a:lnSpc>
                <a:spcPts val="1585"/>
              </a:lnSpc>
              <a:spcBef>
                <a:spcPct val="50000"/>
              </a:spcBef>
              <a:spcAft>
                <a:spcPct val="0"/>
              </a:spcAft>
              <a:buFont typeface="Times" pitchFamily="18" charset="0"/>
              <a:buNone/>
              <a:defRPr lang="en-US" sz="1079" b="1" kern="1200" dirty="0" smtClean="0">
                <a:solidFill>
                  <a:schemeClr val="accent1"/>
                </a:solidFill>
                <a:latin typeface="Verdana" pitchFamily="34" charset="0"/>
                <a:ea typeface="+mn-ea"/>
                <a:cs typeface="+mn-cs"/>
              </a:defRPr>
            </a:lvl4pPr>
            <a:lvl5pPr algn="l" defTabSz="986526" rtl="0" fontAlgn="base">
              <a:lnSpc>
                <a:spcPts val="1585"/>
              </a:lnSpc>
              <a:spcBef>
                <a:spcPct val="50000"/>
              </a:spcBef>
              <a:spcAft>
                <a:spcPct val="0"/>
              </a:spcAft>
              <a:buFont typeface="Times" pitchFamily="18" charset="0"/>
              <a:buNone/>
              <a:defRPr lang="en-GB" sz="1079" b="1" kern="1200" dirty="0" smtClean="0">
                <a:solidFill>
                  <a:schemeClr val="accent1"/>
                </a:solidFill>
                <a:latin typeface="Verdana" pitchFamily="34" charset="0"/>
                <a:ea typeface="+mn-ea"/>
                <a:cs typeface="+mn-cs"/>
              </a:defRPr>
            </a:lvl5pPr>
          </a:lstStyle>
          <a:p>
            <a:pPr lvl="0"/>
            <a:r>
              <a:rPr lang="en-US" noProof="0"/>
              <a:t>Click to edit Master text styles</a:t>
            </a:r>
          </a:p>
        </p:txBody>
      </p:sp>
      <p:sp>
        <p:nvSpPr>
          <p:cNvPr id="22" name="Content Placeholder 2"/>
          <p:cNvSpPr>
            <a:spLocks noGrp="1"/>
          </p:cNvSpPr>
          <p:nvPr>
            <p:ph idx="27"/>
          </p:nvPr>
        </p:nvSpPr>
        <p:spPr bwMode="gray">
          <a:xfrm>
            <a:off x="5489868" y="6553113"/>
            <a:ext cx="4734808" cy="243009"/>
          </a:xfrm>
        </p:spPr>
        <p:txBody>
          <a:bodyPr lIns="39671" anchor="ctr"/>
          <a:lstStyle>
            <a:lvl1pPr marL="0" indent="0">
              <a:lnSpc>
                <a:spcPct val="100000"/>
              </a:lnSpc>
              <a:buClrTx/>
              <a:buFont typeface="Arial" pitchFamily="34" charset="0"/>
              <a:buNone/>
              <a:defRPr sz="648" i="1">
                <a:solidFill>
                  <a:srgbClr val="7F7F7F"/>
                </a:solidFill>
              </a:defRPr>
            </a:lvl1pPr>
            <a:lvl2pPr>
              <a:buClrTx/>
              <a:buNone/>
              <a:defRPr sz="971"/>
            </a:lvl2pPr>
            <a:lvl3pPr>
              <a:buClrTx/>
              <a:defRPr sz="971"/>
            </a:lvl3pPr>
            <a:lvl4pPr>
              <a:buClrTx/>
              <a:defRPr sz="971"/>
            </a:lvl4pPr>
            <a:lvl5pPr>
              <a:buClrTx/>
              <a:defRPr sz="971"/>
            </a:lvl5pPr>
          </a:lstStyle>
          <a:p>
            <a:pPr lvl="0"/>
            <a:r>
              <a:rPr lang="en-US" noProof="0"/>
              <a:t>Click to edit Master text styles</a:t>
            </a:r>
          </a:p>
        </p:txBody>
      </p:sp>
      <p:sp>
        <p:nvSpPr>
          <p:cNvPr id="25" name="Content Placeholder 2"/>
          <p:cNvSpPr>
            <a:spLocks noGrp="1"/>
          </p:cNvSpPr>
          <p:nvPr>
            <p:ph idx="31"/>
          </p:nvPr>
        </p:nvSpPr>
        <p:spPr bwMode="gray">
          <a:xfrm>
            <a:off x="449196" y="6553113"/>
            <a:ext cx="4734808" cy="243009"/>
          </a:xfrm>
        </p:spPr>
        <p:txBody>
          <a:bodyPr lIns="39671" anchor="ctr"/>
          <a:lstStyle>
            <a:lvl1pPr marL="0" indent="0">
              <a:lnSpc>
                <a:spcPct val="100000"/>
              </a:lnSpc>
              <a:buClrTx/>
              <a:buFont typeface="Arial" pitchFamily="34" charset="0"/>
              <a:buNone/>
              <a:defRPr sz="648" i="1">
                <a:solidFill>
                  <a:srgbClr val="7F7F7F"/>
                </a:solidFill>
              </a:defRPr>
            </a:lvl1pPr>
            <a:lvl2pPr>
              <a:buClrTx/>
              <a:buNone/>
              <a:defRPr sz="971"/>
            </a:lvl2pPr>
            <a:lvl3pPr>
              <a:buClrTx/>
              <a:defRPr sz="971"/>
            </a:lvl3pPr>
            <a:lvl4pPr>
              <a:buClrTx/>
              <a:defRPr sz="971"/>
            </a:lvl4pPr>
            <a:lvl5pPr>
              <a:buClrTx/>
              <a:defRPr sz="971"/>
            </a:lvl5pPr>
          </a:lstStyle>
          <a:p>
            <a:pPr lvl="0"/>
            <a:r>
              <a:rPr lang="en-US" noProof="0"/>
              <a:t>Click to edit Master text styles</a:t>
            </a:r>
          </a:p>
        </p:txBody>
      </p:sp>
      <p:sp>
        <p:nvSpPr>
          <p:cNvPr id="15" name="Title 1"/>
          <p:cNvSpPr>
            <a:spLocks noGrp="1"/>
          </p:cNvSpPr>
          <p:nvPr>
            <p:ph type="title"/>
          </p:nvPr>
        </p:nvSpPr>
        <p:spPr>
          <a:xfrm>
            <a:off x="521457" y="207941"/>
            <a:ext cx="8859116" cy="694458"/>
          </a:xfrm>
        </p:spPr>
        <p:txBody>
          <a:bodyPr/>
          <a:lstStyle/>
          <a:p>
            <a:r>
              <a:rPr lang="en-US" dirty="0"/>
              <a:t>Click to edit Master title style</a:t>
            </a:r>
            <a:endParaRPr lang="en-GB" dirty="0"/>
          </a:p>
        </p:txBody>
      </p:sp>
    </p:spTree>
    <p:extLst>
      <p:ext uri="{BB962C8B-B14F-4D97-AF65-F5344CB8AC3E}">
        <p14:creationId xmlns:p14="http://schemas.microsoft.com/office/powerpoint/2010/main" val="139509744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1_Text box above, 2 charts under">
    <p:spTree>
      <p:nvGrpSpPr>
        <p:cNvPr id="1" name=""/>
        <p:cNvGrpSpPr/>
        <p:nvPr/>
      </p:nvGrpSpPr>
      <p:grpSpPr>
        <a:xfrm>
          <a:off x="0" y="0"/>
          <a:ext cx="0" cy="0"/>
          <a:chOff x="0" y="0"/>
          <a:chExt cx="0" cy="0"/>
        </a:xfrm>
      </p:grpSpPr>
      <p:sp>
        <p:nvSpPr>
          <p:cNvPr id="2" name="Title 1"/>
          <p:cNvSpPr>
            <a:spLocks noGrp="1"/>
          </p:cNvSpPr>
          <p:nvPr>
            <p:ph type="title"/>
          </p:nvPr>
        </p:nvSpPr>
        <p:spPr>
          <a:xfrm>
            <a:off x="527255" y="207941"/>
            <a:ext cx="8859116" cy="694458"/>
          </a:xfrm>
        </p:spPr>
        <p:txBody>
          <a:bodyPr/>
          <a:lstStyle/>
          <a:p>
            <a:r>
              <a:rPr lang="en-US"/>
              <a:t>Click to edit Master title style</a:t>
            </a:r>
            <a:endParaRPr lang="en-GB"/>
          </a:p>
        </p:txBody>
      </p:sp>
      <p:sp>
        <p:nvSpPr>
          <p:cNvPr id="16" name="Content Placeholder 2"/>
          <p:cNvSpPr>
            <a:spLocks noGrp="1"/>
          </p:cNvSpPr>
          <p:nvPr>
            <p:ph sz="half" idx="36"/>
          </p:nvPr>
        </p:nvSpPr>
        <p:spPr>
          <a:xfrm>
            <a:off x="5443103" y="4243576"/>
            <a:ext cx="4720976" cy="237991"/>
          </a:xfrm>
          <a:noFill/>
        </p:spPr>
        <p:txBody>
          <a:bodyPr wrap="square">
            <a:noAutofit/>
          </a:bodyPr>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a:t>Click to edit Master text styles</a:t>
            </a:r>
          </a:p>
        </p:txBody>
      </p:sp>
      <p:sp>
        <p:nvSpPr>
          <p:cNvPr id="21" name="Content Placeholder 2"/>
          <p:cNvSpPr>
            <a:spLocks noGrp="1"/>
          </p:cNvSpPr>
          <p:nvPr>
            <p:ph sz="half" idx="38"/>
          </p:nvPr>
        </p:nvSpPr>
        <p:spPr>
          <a:xfrm>
            <a:off x="5443103" y="4494218"/>
            <a:ext cx="4720976" cy="2381637"/>
          </a:xfrm>
          <a:noFill/>
        </p:spPr>
        <p:txBody>
          <a:bodyPr lIns="71968" tIns="71968" rIns="71968" bIns="71968"/>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5" name="Content Placeholder 2"/>
          <p:cNvSpPr>
            <a:spLocks noGrp="1"/>
          </p:cNvSpPr>
          <p:nvPr>
            <p:ph sz="half" idx="44"/>
          </p:nvPr>
        </p:nvSpPr>
        <p:spPr>
          <a:xfrm>
            <a:off x="528237" y="4243575"/>
            <a:ext cx="4720976" cy="237991"/>
          </a:xfrm>
          <a:noFill/>
        </p:spPr>
        <p:txBody>
          <a:bodyPr wrap="square">
            <a:noAutofit/>
          </a:bodyPr>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p:txBody>
      </p:sp>
      <p:sp>
        <p:nvSpPr>
          <p:cNvPr id="27" name="Content Placeholder 2"/>
          <p:cNvSpPr>
            <a:spLocks noGrp="1"/>
          </p:cNvSpPr>
          <p:nvPr>
            <p:ph sz="half" idx="46"/>
          </p:nvPr>
        </p:nvSpPr>
        <p:spPr>
          <a:xfrm>
            <a:off x="528237" y="4494217"/>
            <a:ext cx="4720976" cy="2381637"/>
          </a:xfrm>
          <a:noFill/>
        </p:spPr>
        <p:txBody>
          <a:bodyPr lIns="71968" tIns="71968" rIns="71968" bIns="71968"/>
          <a:lstStyle>
            <a:lvl1pPr>
              <a:defRPr sz="1079"/>
            </a:lvl1pPr>
            <a:lvl2pPr>
              <a:defRPr sz="971"/>
            </a:lvl2pPr>
            <a:lvl3pPr>
              <a:defRPr sz="971"/>
            </a:lvl3pPr>
            <a:lvl4pPr>
              <a:defRPr sz="971"/>
            </a:lvl4pPr>
            <a:lvl5pPr>
              <a:defRPr sz="971"/>
            </a:lvl5pPr>
            <a:lvl6pPr>
              <a:defRPr sz="1943"/>
            </a:lvl6pPr>
            <a:lvl7pPr>
              <a:defRPr sz="1943"/>
            </a:lvl7pPr>
            <a:lvl8pPr>
              <a:defRPr sz="1943"/>
            </a:lvl8pPr>
            <a:lvl9pPr>
              <a:defRPr sz="194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9" name="Text Placeholder 21"/>
          <p:cNvSpPr>
            <a:spLocks noGrp="1"/>
          </p:cNvSpPr>
          <p:nvPr>
            <p:ph type="body" sz="quarter" idx="40"/>
          </p:nvPr>
        </p:nvSpPr>
        <p:spPr>
          <a:xfrm>
            <a:off x="527737" y="1478689"/>
            <a:ext cx="9635866" cy="26178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4" name="Text Placeholder 9"/>
          <p:cNvSpPr>
            <a:spLocks noGrp="1"/>
          </p:cNvSpPr>
          <p:nvPr>
            <p:ph type="body" sz="quarter" idx="32" hasCustomPrompt="1"/>
          </p:nvPr>
        </p:nvSpPr>
        <p:spPr>
          <a:xfrm>
            <a:off x="527737" y="6875854"/>
            <a:ext cx="9131106" cy="396833"/>
          </a:xfrm>
        </p:spPr>
        <p:txBody>
          <a:bodyPr anchor="b"/>
          <a:lstStyle>
            <a:lvl1pPr>
              <a:spcBef>
                <a:spcPts val="0"/>
              </a:spcBef>
              <a:defRPr sz="648">
                <a:solidFill>
                  <a:srgbClr val="7F7F7F"/>
                </a:solidFill>
              </a:defRPr>
            </a:lvl1pPr>
          </a:lstStyle>
          <a:p>
            <a:pPr lvl="0"/>
            <a:r>
              <a:rPr lang="en-US" dirty="0"/>
              <a:t>Notes/Sources:</a:t>
            </a:r>
          </a:p>
        </p:txBody>
      </p:sp>
    </p:spTree>
    <p:extLst>
      <p:ext uri="{BB962C8B-B14F-4D97-AF65-F5344CB8AC3E}">
        <p14:creationId xmlns:p14="http://schemas.microsoft.com/office/powerpoint/2010/main" val="150155091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Divider">
    <p:spTree>
      <p:nvGrpSpPr>
        <p:cNvPr id="1" name=""/>
        <p:cNvGrpSpPr/>
        <p:nvPr/>
      </p:nvGrpSpPr>
      <p:grpSpPr>
        <a:xfrm>
          <a:off x="0" y="0"/>
          <a:ext cx="0" cy="0"/>
          <a:chOff x="0" y="0"/>
          <a:chExt cx="0" cy="0"/>
        </a:xfrm>
      </p:grpSpPr>
      <p:sp>
        <p:nvSpPr>
          <p:cNvPr id="8" name="Rectangle 7"/>
          <p:cNvSpPr/>
          <p:nvPr userDrawn="1"/>
        </p:nvSpPr>
        <p:spPr bwMode="gray">
          <a:xfrm>
            <a:off x="3197394" y="3113562"/>
            <a:ext cx="6529626" cy="2095035"/>
          </a:xfrm>
          <a:prstGeom prst="rect">
            <a:avLst/>
          </a:prstGeom>
          <a:solidFill>
            <a:schemeClr val="bg1"/>
          </a:solidFill>
          <a:ln w="9525" cap="flat" cmpd="sng" algn="ctr">
            <a:noFill/>
            <a:prstDash val="solid"/>
            <a:round/>
            <a:headEnd type="none" w="med" len="med"/>
            <a:tailEnd type="none" w="med" len="med"/>
          </a:ln>
          <a:effectLst/>
        </p:spPr>
        <p:txBody>
          <a:bodyPr vert="horz" wrap="square" lIns="98694" tIns="49347" rIns="98694" bIns="49347" numCol="1" rtlCol="0" anchor="t" anchorCtr="0" compatLnSpc="1">
            <a:prstTxWarp prst="textNoShape">
              <a:avLst/>
            </a:prstTxWarp>
          </a:bodyPr>
          <a:lstStyle/>
          <a:p>
            <a:pPr algn="ctr" defTabSz="1074295">
              <a:lnSpc>
                <a:spcPts val="1727"/>
              </a:lnSpc>
              <a:spcBef>
                <a:spcPct val="50000"/>
              </a:spcBef>
              <a:buFont typeface="Times" pitchFamily="-112" charset="0"/>
              <a:buNone/>
            </a:pPr>
            <a:endParaRPr lang="en-US" sz="540" dirty="0">
              <a:solidFill>
                <a:prstClr val="black"/>
              </a:solidFill>
              <a:latin typeface="Verdana" pitchFamily="34" charset="0"/>
              <a:cs typeface="Arial" charset="0"/>
            </a:endParaRPr>
          </a:p>
        </p:txBody>
      </p:sp>
      <p:sp>
        <p:nvSpPr>
          <p:cNvPr id="2" name="Title 1"/>
          <p:cNvSpPr>
            <a:spLocks noGrp="1"/>
          </p:cNvSpPr>
          <p:nvPr>
            <p:ph type="ctrTitle" hasCustomPrompt="1"/>
          </p:nvPr>
        </p:nvSpPr>
        <p:spPr>
          <a:xfrm>
            <a:off x="3266320" y="3184588"/>
            <a:ext cx="6391774" cy="1190500"/>
          </a:xfrm>
          <a:solidFill>
            <a:schemeClr val="bg1"/>
          </a:solidFill>
          <a:ln w="3175" algn="ctr">
            <a:noFill/>
            <a:miter lim="800000"/>
            <a:headEnd/>
            <a:tailEnd/>
          </a:ln>
        </p:spPr>
        <p:txBody>
          <a:bodyPr vert="horz" wrap="square" lIns="180000" tIns="72000" rIns="180000" bIns="72000" numCol="1" anchor="ctr" anchorCtr="0" compatLnSpc="1">
            <a:prstTxWarp prst="textNoShape">
              <a:avLst/>
            </a:prstTxWarp>
          </a:bodyPr>
          <a:lstStyle>
            <a:lvl1pPr>
              <a:defRPr kumimoji="0" lang="en-GB" sz="3454" b="0" i="1" u="none" strike="noStrike" kern="1200" cap="none" spc="0" normalizeH="0" baseline="0" noProof="0">
                <a:ln>
                  <a:noFill/>
                </a:ln>
                <a:solidFill>
                  <a:schemeClr val="tx2"/>
                </a:solidFill>
                <a:effectLst/>
                <a:uLnTx/>
                <a:uFillTx/>
                <a:latin typeface="Myriad Light" pitchFamily="2" charset="0"/>
                <a:ea typeface="+mn-ea"/>
                <a:cs typeface="+mn-cs"/>
              </a:defRPr>
            </a:lvl1pPr>
          </a:lstStyle>
          <a:p>
            <a:pPr marL="0" marR="0" lvl="0" indent="0" algn="l" defTabSz="1074295" rtl="0" eaLnBrk="1" fontAlgn="base" latinLnBrk="0" hangingPunct="1">
              <a:lnSpc>
                <a:spcPct val="100000"/>
              </a:lnSpc>
              <a:spcBef>
                <a:spcPts val="648"/>
              </a:spcBef>
              <a:spcAft>
                <a:spcPts val="0"/>
              </a:spcAft>
              <a:buClr>
                <a:schemeClr val="accent5">
                  <a:lumMod val="50000"/>
                </a:schemeClr>
              </a:buClr>
              <a:buSzTx/>
              <a:buFontTx/>
              <a:buNone/>
              <a:tabLst/>
              <a:defRPr/>
            </a:pPr>
            <a:r>
              <a:rPr lang="en-US" dirty="0"/>
              <a:t>Click to edit Section title</a:t>
            </a:r>
            <a:endParaRPr lang="en-GB" dirty="0"/>
          </a:p>
        </p:txBody>
      </p:sp>
      <p:sp>
        <p:nvSpPr>
          <p:cNvPr id="12" name="Rectangle 11"/>
          <p:cNvSpPr/>
          <p:nvPr userDrawn="1"/>
        </p:nvSpPr>
        <p:spPr>
          <a:xfrm>
            <a:off x="138655" y="49190"/>
            <a:ext cx="10259063" cy="15078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FFFF"/>
              </a:solidFill>
            </a:endParaRPr>
          </a:p>
        </p:txBody>
      </p:sp>
      <p:cxnSp>
        <p:nvCxnSpPr>
          <p:cNvPr id="16" name="Straight Connector 15"/>
          <p:cNvCxnSpPr/>
          <p:nvPr userDrawn="1"/>
        </p:nvCxnSpPr>
        <p:spPr>
          <a:xfrm>
            <a:off x="1643163" y="4414841"/>
            <a:ext cx="1554231"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pic>
        <p:nvPicPr>
          <p:cNvPr id="9" name="Picture 8" descr="Front PPT logo.jp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148889" y="6040741"/>
            <a:ext cx="999377" cy="1231946"/>
          </a:xfrm>
          <a:prstGeom prst="rect">
            <a:avLst/>
          </a:prstGeom>
        </p:spPr>
      </p:pic>
      <p:cxnSp>
        <p:nvCxnSpPr>
          <p:cNvPr id="10" name="Straight Connector 9"/>
          <p:cNvCxnSpPr/>
          <p:nvPr userDrawn="1"/>
        </p:nvCxnSpPr>
        <p:spPr>
          <a:xfrm>
            <a:off x="1643163" y="4414841"/>
            <a:ext cx="8014931"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1" hasCustomPrompt="1"/>
          </p:nvPr>
        </p:nvSpPr>
        <p:spPr>
          <a:xfrm>
            <a:off x="1643163" y="2887652"/>
            <a:ext cx="1554082" cy="297487"/>
          </a:xfrm>
          <a:solidFill>
            <a:schemeClr val="bg1"/>
          </a:solidFill>
          <a:ln w="3175" algn="ctr">
            <a:noFill/>
            <a:miter lim="800000"/>
            <a:headEnd/>
            <a:tailEnd/>
          </a:ln>
        </p:spPr>
        <p:txBody>
          <a:bodyPr vert="horz" wrap="square" lIns="0" tIns="72000" rIns="0" bIns="72000" numCol="1" anchor="ctr" anchorCtr="0" compatLnSpc="1">
            <a:prstTxWarp prst="textNoShape">
              <a:avLst/>
            </a:prstTxWarp>
          </a:bodyPr>
          <a:lstStyle>
            <a:lvl1pPr algn="ctr">
              <a:defRPr kumimoji="0" lang="en-US" sz="1727" b="0" i="1" u="none" strike="noStrike" kern="1200" cap="none" spc="0" normalizeH="0" baseline="0" noProof="0" dirty="0" smtClean="0">
                <a:ln>
                  <a:noFill/>
                </a:ln>
                <a:solidFill>
                  <a:schemeClr val="tx2"/>
                </a:solidFill>
                <a:effectLst/>
                <a:uLnTx/>
                <a:uFillTx/>
                <a:latin typeface="Myriad Light" pitchFamily="2" charset="0"/>
                <a:ea typeface="+mn-ea"/>
                <a:cs typeface="+mn-cs"/>
              </a:defRPr>
            </a:lvl1pPr>
          </a:lstStyle>
          <a:p>
            <a:pPr marL="0" marR="0" lvl="0" indent="0" algn="ctr" defTabSz="1074295" rtl="0" eaLnBrk="1" fontAlgn="base" latinLnBrk="0" hangingPunct="1">
              <a:lnSpc>
                <a:spcPct val="100000"/>
              </a:lnSpc>
              <a:spcBef>
                <a:spcPts val="648"/>
              </a:spcBef>
              <a:spcAft>
                <a:spcPts val="0"/>
              </a:spcAft>
              <a:buClr>
                <a:schemeClr val="accent5">
                  <a:lumMod val="50000"/>
                </a:schemeClr>
              </a:buClr>
              <a:buSzTx/>
              <a:buFontTx/>
              <a:buNone/>
              <a:tabLst/>
              <a:defRPr/>
            </a:pPr>
            <a:r>
              <a:rPr lang="en-US" dirty="0"/>
              <a:t>(Appendix)</a:t>
            </a:r>
          </a:p>
        </p:txBody>
      </p:sp>
      <p:sp>
        <p:nvSpPr>
          <p:cNvPr id="11" name="Text Placeholder 13"/>
          <p:cNvSpPr>
            <a:spLocks noGrp="1"/>
          </p:cNvSpPr>
          <p:nvPr>
            <p:ph type="body" sz="quarter" idx="10" hasCustomPrompt="1"/>
          </p:nvPr>
        </p:nvSpPr>
        <p:spPr>
          <a:xfrm>
            <a:off x="1643163" y="3185139"/>
            <a:ext cx="1554231" cy="1189949"/>
          </a:xfrm>
          <a:solidFill>
            <a:schemeClr val="bg1">
              <a:lumMod val="95000"/>
            </a:schemeClr>
          </a:solidFill>
        </p:spPr>
        <p:txBody>
          <a:bodyPr lIns="72000" tIns="0" rIns="72000" anchor="ctr" anchorCtr="0"/>
          <a:lstStyle>
            <a:lvl1pPr algn="ctr">
              <a:defRPr sz="7771">
                <a:solidFill>
                  <a:schemeClr val="tx2"/>
                </a:solidFill>
                <a:latin typeface="Myriad Light" pitchFamily="2" charset="0"/>
              </a:defRPr>
            </a:lvl1pPr>
          </a:lstStyle>
          <a:p>
            <a:pPr lvl="0"/>
            <a:r>
              <a:rPr lang="en-US" dirty="0"/>
              <a:t>#</a:t>
            </a:r>
          </a:p>
        </p:txBody>
      </p:sp>
    </p:spTree>
    <p:extLst>
      <p:ext uri="{BB962C8B-B14F-4D97-AF65-F5344CB8AC3E}">
        <p14:creationId xmlns:p14="http://schemas.microsoft.com/office/powerpoint/2010/main" val="406541725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_Bas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8" name="Text Placeholder 7"/>
          <p:cNvSpPr>
            <a:spLocks noGrp="1"/>
          </p:cNvSpPr>
          <p:nvPr>
            <p:ph type="body" sz="quarter" idx="32" hasCustomPrompt="1"/>
          </p:nvPr>
        </p:nvSpPr>
        <p:spPr>
          <a:xfrm>
            <a:off x="527738" y="6875455"/>
            <a:ext cx="8781898" cy="396904"/>
          </a:xfrm>
        </p:spPr>
        <p:txBody>
          <a:bodyPr anchor="b" anchorCtr="0"/>
          <a:lstStyle>
            <a:lvl1pPr>
              <a:lnSpc>
                <a:spcPct val="100000"/>
              </a:lnSpc>
              <a:spcBef>
                <a:spcPts val="0"/>
              </a:spcBef>
              <a:defRPr sz="648">
                <a:solidFill>
                  <a:schemeClr val="bg1">
                    <a:lumMod val="50000"/>
                  </a:schemeClr>
                </a:solidFill>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lvl="0"/>
            <a:r>
              <a:rPr lang="en-US" dirty="0"/>
              <a:t>Notes/Sources:</a:t>
            </a:r>
          </a:p>
        </p:txBody>
      </p:sp>
      <p:sp>
        <p:nvSpPr>
          <p:cNvPr id="5" name="Content Placeholder 2"/>
          <p:cNvSpPr>
            <a:spLocks noGrp="1"/>
          </p:cNvSpPr>
          <p:nvPr>
            <p:ph idx="1"/>
          </p:nvPr>
        </p:nvSpPr>
        <p:spPr>
          <a:xfrm>
            <a:off x="527737" y="1478687"/>
            <a:ext cx="9636339" cy="5396768"/>
          </a:xfrm>
        </p:spPr>
        <p:txBody>
          <a:bodyPr/>
          <a:lstStyle>
            <a:lvl1pPr>
              <a:defRPr sz="1079"/>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64527969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_Box list">
    <p:spTree>
      <p:nvGrpSpPr>
        <p:cNvPr id="1" name=""/>
        <p:cNvGrpSpPr/>
        <p:nvPr/>
      </p:nvGrpSpPr>
      <p:grpSpPr>
        <a:xfrm>
          <a:off x="0" y="0"/>
          <a:ext cx="0" cy="0"/>
          <a:chOff x="0" y="0"/>
          <a:chExt cx="0" cy="0"/>
        </a:xfrm>
      </p:grpSpPr>
      <p:sp>
        <p:nvSpPr>
          <p:cNvPr id="21" name="Text Placeholder 20"/>
          <p:cNvSpPr>
            <a:spLocks noGrp="1"/>
          </p:cNvSpPr>
          <p:nvPr>
            <p:ph type="body" sz="quarter" idx="30"/>
          </p:nvPr>
        </p:nvSpPr>
        <p:spPr>
          <a:xfrm>
            <a:off x="527737" y="1478687"/>
            <a:ext cx="1748510" cy="992083"/>
          </a:xfrm>
          <a:solidFill>
            <a:schemeClr val="accent3"/>
          </a:solidFill>
          <a:ln w="9525">
            <a:noFill/>
            <a:miter lim="800000"/>
            <a:headEnd/>
            <a:tailEnd/>
          </a:ln>
        </p:spPr>
        <p:txBody>
          <a:bodyPr vert="horz" wrap="square" lIns="72000" tIns="72000" rIns="72000" bIns="72000" numCol="1" anchor="ctr" anchorCtr="0" compatLnSpc="1">
            <a:prstTxWarp prst="textNoShape">
              <a:avLst/>
            </a:prstTxWarp>
            <a:noAutofit/>
          </a:bodyPr>
          <a:lstStyle>
            <a:lvl1pPr>
              <a:defRPr lang="en-GB" sz="1079" i="1" kern="1200" dirty="0" smtClean="0">
                <a:solidFill>
                  <a:schemeClr val="bg1"/>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6" name="Text Placeholder 20"/>
          <p:cNvSpPr>
            <a:spLocks noGrp="1"/>
          </p:cNvSpPr>
          <p:nvPr>
            <p:ph type="body" sz="quarter" idx="32"/>
          </p:nvPr>
        </p:nvSpPr>
        <p:spPr>
          <a:xfrm>
            <a:off x="527737" y="2579865"/>
            <a:ext cx="1748510" cy="992083"/>
          </a:xfrm>
          <a:solidFill>
            <a:schemeClr val="accent3"/>
          </a:solidFill>
          <a:ln w="9525">
            <a:noFill/>
            <a:miter lim="800000"/>
            <a:headEnd/>
            <a:tailEnd/>
          </a:ln>
        </p:spPr>
        <p:txBody>
          <a:bodyPr vert="horz" wrap="square" lIns="72000" tIns="72000" rIns="72000" bIns="72000" numCol="1" anchor="ctr" anchorCtr="0" compatLnSpc="1">
            <a:prstTxWarp prst="textNoShape">
              <a:avLst/>
            </a:prstTxWarp>
            <a:noAutofit/>
          </a:bodyPr>
          <a:lstStyle>
            <a:lvl1pPr>
              <a:defRPr lang="en-GB" sz="1079" i="1" kern="1200" dirty="0" smtClean="0">
                <a:solidFill>
                  <a:schemeClr val="bg1"/>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28" name="Text Placeholder 20"/>
          <p:cNvSpPr>
            <a:spLocks noGrp="1"/>
          </p:cNvSpPr>
          <p:nvPr>
            <p:ph type="body" sz="quarter" idx="34"/>
          </p:nvPr>
        </p:nvSpPr>
        <p:spPr>
          <a:xfrm>
            <a:off x="527737" y="3681044"/>
            <a:ext cx="1748510" cy="992083"/>
          </a:xfrm>
          <a:solidFill>
            <a:schemeClr val="accent3"/>
          </a:solidFill>
          <a:ln w="9525">
            <a:noFill/>
            <a:miter lim="800000"/>
            <a:headEnd/>
            <a:tailEnd/>
          </a:ln>
        </p:spPr>
        <p:txBody>
          <a:bodyPr vert="horz" wrap="square" lIns="72000" tIns="72000" rIns="72000" bIns="72000" numCol="1" anchor="ctr" anchorCtr="0" compatLnSpc="1">
            <a:prstTxWarp prst="textNoShape">
              <a:avLst/>
            </a:prstTxWarp>
            <a:noAutofit/>
          </a:bodyPr>
          <a:lstStyle>
            <a:lvl1pPr>
              <a:defRPr lang="en-GB" sz="1079" i="1" kern="1200" dirty="0" smtClean="0">
                <a:solidFill>
                  <a:schemeClr val="bg1"/>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0" name="Text Placeholder 20"/>
          <p:cNvSpPr>
            <a:spLocks noGrp="1"/>
          </p:cNvSpPr>
          <p:nvPr>
            <p:ph type="body" sz="quarter" idx="36"/>
          </p:nvPr>
        </p:nvSpPr>
        <p:spPr>
          <a:xfrm>
            <a:off x="527737" y="4782222"/>
            <a:ext cx="1748510" cy="992083"/>
          </a:xfrm>
          <a:solidFill>
            <a:schemeClr val="accent3"/>
          </a:solidFill>
          <a:ln w="9525">
            <a:noFill/>
            <a:miter lim="800000"/>
            <a:headEnd/>
            <a:tailEnd/>
          </a:ln>
        </p:spPr>
        <p:txBody>
          <a:bodyPr vert="horz" wrap="square" lIns="72000" tIns="72000" rIns="72000" bIns="72000" numCol="1" anchor="ctr" anchorCtr="0" compatLnSpc="1">
            <a:prstTxWarp prst="textNoShape">
              <a:avLst/>
            </a:prstTxWarp>
            <a:noAutofit/>
          </a:bodyPr>
          <a:lstStyle>
            <a:lvl1pPr>
              <a:defRPr lang="en-GB" sz="1079" i="1" kern="1200" dirty="0" smtClean="0">
                <a:solidFill>
                  <a:schemeClr val="bg1"/>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32" name="Text Placeholder 20"/>
          <p:cNvSpPr>
            <a:spLocks noGrp="1"/>
          </p:cNvSpPr>
          <p:nvPr>
            <p:ph type="body" sz="quarter" idx="38"/>
          </p:nvPr>
        </p:nvSpPr>
        <p:spPr>
          <a:xfrm>
            <a:off x="527737" y="5883398"/>
            <a:ext cx="1748510" cy="992083"/>
          </a:xfrm>
          <a:solidFill>
            <a:schemeClr val="accent3"/>
          </a:solidFill>
          <a:ln w="9525">
            <a:noFill/>
            <a:miter lim="800000"/>
            <a:headEnd/>
            <a:tailEnd/>
          </a:ln>
        </p:spPr>
        <p:txBody>
          <a:bodyPr vert="horz" wrap="square" lIns="72000" tIns="72000" rIns="72000" bIns="72000" numCol="1" anchor="ctr" anchorCtr="0" compatLnSpc="1">
            <a:prstTxWarp prst="textNoShape">
              <a:avLst/>
            </a:prstTxWarp>
            <a:noAutofit/>
          </a:bodyPr>
          <a:lstStyle>
            <a:lvl1pPr>
              <a:defRPr lang="en-GB" sz="1079" i="1" kern="1200" dirty="0" smtClean="0">
                <a:solidFill>
                  <a:schemeClr val="bg1"/>
                </a:solidFill>
                <a:latin typeface="Verdana" pitchFamily="34" charset="0"/>
                <a:ea typeface="+mn-ea"/>
                <a:cs typeface="+mn-cs"/>
              </a:defRPr>
            </a:lvl1pPr>
          </a:lstStyle>
          <a:p>
            <a:pPr marL="0" lvl="0" indent="0" algn="l" rtl="0" eaLnBrk="1" fontAlgn="base" hangingPunct="1">
              <a:lnSpc>
                <a:spcPct val="110000"/>
              </a:lnSpc>
              <a:spcBef>
                <a:spcPts val="648"/>
              </a:spcBef>
              <a:spcAft>
                <a:spcPct val="0"/>
              </a:spcAft>
              <a:buFont typeface="Arial" charset="0"/>
              <a:buNone/>
            </a:pPr>
            <a:r>
              <a:rPr lang="en-US"/>
              <a:t>Click to edit Master text styles</a:t>
            </a:r>
          </a:p>
        </p:txBody>
      </p:sp>
      <p:sp>
        <p:nvSpPr>
          <p:cNvPr id="16" name="Text Placeholder 15"/>
          <p:cNvSpPr>
            <a:spLocks noGrp="1"/>
          </p:cNvSpPr>
          <p:nvPr>
            <p:ph type="body" sz="quarter" idx="40"/>
          </p:nvPr>
        </p:nvSpPr>
        <p:spPr>
          <a:xfrm>
            <a:off x="2431361" y="1478687"/>
            <a:ext cx="7732716" cy="992207"/>
          </a:xfrm>
          <a:solidFill>
            <a:schemeClr val="bg1">
              <a:lumMod val="95000"/>
            </a:schemeClr>
          </a:solidFill>
        </p:spPr>
        <p:txBody>
          <a:bodyPr lIns="72000" tIns="36000" rIns="72000" bIns="36000" anchor="ctr" anchorCtr="0"/>
          <a:lstStyle>
            <a:lvl1pPr>
              <a:defRPr sz="1079" i="0"/>
            </a:lvl1pPr>
            <a:lvl2pPr>
              <a:defRPr sz="863"/>
            </a:lvl2pPr>
            <a:lvl3pPr>
              <a:defRPr sz="863"/>
            </a:lvl3pPr>
            <a:lvl4pPr>
              <a:defRPr sz="863"/>
            </a:lvl4pPr>
            <a:lvl5pPr>
              <a:defRPr sz="863"/>
            </a:lvl5pPr>
          </a:lstStyle>
          <a:p>
            <a:pPr lvl="0"/>
            <a:r>
              <a:rPr lang="en-US" dirty="0"/>
              <a:t>Click to edit Master text styles</a:t>
            </a:r>
          </a:p>
          <a:p>
            <a:pPr lvl="1"/>
            <a:r>
              <a:rPr lang="en-US" dirty="0"/>
              <a:t>Second level</a:t>
            </a:r>
          </a:p>
          <a:p>
            <a:pPr lvl="2"/>
            <a:r>
              <a:rPr lang="en-US" dirty="0"/>
              <a:t>Third level</a:t>
            </a:r>
          </a:p>
        </p:txBody>
      </p:sp>
      <p:sp>
        <p:nvSpPr>
          <p:cNvPr id="17" name="Text Placeholder 15"/>
          <p:cNvSpPr>
            <a:spLocks noGrp="1"/>
          </p:cNvSpPr>
          <p:nvPr>
            <p:ph type="body" sz="quarter" idx="41"/>
          </p:nvPr>
        </p:nvSpPr>
        <p:spPr>
          <a:xfrm>
            <a:off x="2431361" y="2579834"/>
            <a:ext cx="7732716" cy="992207"/>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18" name="Text Placeholder 15"/>
          <p:cNvSpPr>
            <a:spLocks noGrp="1"/>
          </p:cNvSpPr>
          <p:nvPr>
            <p:ph type="body" sz="quarter" idx="42"/>
          </p:nvPr>
        </p:nvSpPr>
        <p:spPr>
          <a:xfrm>
            <a:off x="2431361" y="3680982"/>
            <a:ext cx="7732716" cy="992207"/>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19" name="Text Placeholder 15"/>
          <p:cNvSpPr>
            <a:spLocks noGrp="1"/>
          </p:cNvSpPr>
          <p:nvPr>
            <p:ph type="body" sz="quarter" idx="43"/>
          </p:nvPr>
        </p:nvSpPr>
        <p:spPr>
          <a:xfrm>
            <a:off x="2431361" y="4782129"/>
            <a:ext cx="7732716" cy="992207"/>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20" name="Text Placeholder 15"/>
          <p:cNvSpPr>
            <a:spLocks noGrp="1"/>
          </p:cNvSpPr>
          <p:nvPr>
            <p:ph type="body" sz="quarter" idx="44"/>
          </p:nvPr>
        </p:nvSpPr>
        <p:spPr>
          <a:xfrm>
            <a:off x="2431361" y="5883275"/>
            <a:ext cx="7732716" cy="992207"/>
          </a:xfrm>
          <a:solidFill>
            <a:schemeClr val="bg1">
              <a:lumMod val="95000"/>
            </a:schemeClr>
          </a:solidFill>
        </p:spPr>
        <p:txBody>
          <a:bodyPr lIns="72000" tIns="36000" rIns="72000" bIns="36000" anchor="ctr" anchorCtr="0"/>
          <a:lstStyle>
            <a:lvl1pPr>
              <a:defRPr sz="863"/>
            </a:lvl1pPr>
            <a:lvl2pPr>
              <a:defRPr sz="863"/>
            </a:lvl2pPr>
            <a:lvl3pPr>
              <a:defRPr sz="863"/>
            </a:lvl3pPr>
            <a:lvl4pPr>
              <a:defRPr sz="863"/>
            </a:lvl4pPr>
            <a:lvl5pPr>
              <a:defRPr sz="863"/>
            </a:lvl5pPr>
          </a:lstStyle>
          <a:p>
            <a:pPr lvl="0"/>
            <a:r>
              <a:rPr lang="en-US"/>
              <a:t>Click to edit Master text styles</a:t>
            </a:r>
          </a:p>
          <a:p>
            <a:pPr lvl="1"/>
            <a:r>
              <a:rPr lang="en-US"/>
              <a:t>Second level</a:t>
            </a:r>
          </a:p>
          <a:p>
            <a:pPr lvl="2"/>
            <a:r>
              <a:rPr lang="en-US"/>
              <a:t>Third level</a:t>
            </a:r>
          </a:p>
        </p:txBody>
      </p:sp>
      <p:sp>
        <p:nvSpPr>
          <p:cNvPr id="15" name="Text Placeholder 7"/>
          <p:cNvSpPr>
            <a:spLocks noGrp="1"/>
          </p:cNvSpPr>
          <p:nvPr>
            <p:ph type="body" sz="quarter" idx="45" hasCustomPrompt="1"/>
          </p:nvPr>
        </p:nvSpPr>
        <p:spPr>
          <a:xfrm>
            <a:off x="527738" y="6875455"/>
            <a:ext cx="6761174" cy="396904"/>
          </a:xfrm>
          <a:noFill/>
          <a:ln w="9525">
            <a:noFill/>
            <a:miter lim="800000"/>
            <a:headEnd/>
            <a:tailEnd/>
          </a:ln>
        </p:spPr>
        <p:txBody>
          <a:bodyPr vert="horz" wrap="square" lIns="0" tIns="0" rIns="0" bIns="0" numCol="1" anchor="b" anchorCtr="0" compatLnSpc="1">
            <a:prstTxWarp prst="textNoShape">
              <a:avLst/>
            </a:prstTxWarp>
          </a:bodyPr>
          <a:lstStyle>
            <a:lvl1pPr>
              <a:spcBef>
                <a:spcPts val="0"/>
              </a:spcBef>
              <a:defRPr lang="en-US" sz="648" i="1" kern="1200" dirty="0" smtClean="0">
                <a:solidFill>
                  <a:schemeClr val="bg1">
                    <a:lumMod val="50000"/>
                  </a:schemeClr>
                </a:solidFill>
                <a:latin typeface="Verdana" pitchFamily="34" charset="0"/>
                <a:ea typeface="+mn-ea"/>
                <a:cs typeface="+mn-cs"/>
              </a:defRPr>
            </a:lvl1pPr>
            <a:lvl2pPr>
              <a:spcBef>
                <a:spcPts val="0"/>
              </a:spcBef>
              <a:defRPr sz="648"/>
            </a:lvl2pPr>
            <a:lvl3pPr>
              <a:spcBef>
                <a:spcPts val="0"/>
              </a:spcBef>
              <a:defRPr sz="648"/>
            </a:lvl3pPr>
            <a:lvl4pPr>
              <a:spcBef>
                <a:spcPts val="0"/>
              </a:spcBef>
              <a:defRPr sz="648"/>
            </a:lvl4pPr>
            <a:lvl5pPr>
              <a:spcBef>
                <a:spcPts val="0"/>
              </a:spcBef>
              <a:defRPr sz="648"/>
            </a:lvl5pPr>
          </a:lstStyle>
          <a:p>
            <a:pPr marL="0" lvl="0" indent="0" algn="l" rtl="0" eaLnBrk="1" fontAlgn="base" hangingPunct="1">
              <a:lnSpc>
                <a:spcPct val="100000"/>
              </a:lnSpc>
              <a:spcBef>
                <a:spcPts val="0"/>
              </a:spcBef>
              <a:spcAft>
                <a:spcPct val="0"/>
              </a:spcAft>
              <a:buFont typeface="Arial" charset="0"/>
              <a:buNone/>
            </a:pPr>
            <a:r>
              <a:rPr lang="en-US" dirty="0"/>
              <a:t>Notes/Sources:</a:t>
            </a:r>
          </a:p>
        </p:txBody>
      </p:sp>
      <p:sp>
        <p:nvSpPr>
          <p:cNvPr id="5" name="Title 4"/>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4836142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sp>
        <p:nvSpPr>
          <p:cNvPr id="75" name="Picture Placeholder 74"/>
          <p:cNvSpPr>
            <a:spLocks noGrp="1"/>
          </p:cNvSpPr>
          <p:nvPr>
            <p:ph type="pic" sz="quarter" idx="11"/>
          </p:nvPr>
        </p:nvSpPr>
        <p:spPr>
          <a:xfrm>
            <a:off x="527737" y="201518"/>
            <a:ext cx="9636231" cy="4173570"/>
          </a:xfrm>
        </p:spPr>
        <p:txBody>
          <a:bodyPr/>
          <a:lstStyle/>
          <a:p>
            <a:r>
              <a:rPr lang="en-US" dirty="0"/>
              <a:t>Click icon to add picture</a:t>
            </a:r>
            <a:endParaRPr lang="en-GB" dirty="0"/>
          </a:p>
        </p:txBody>
      </p:sp>
      <p:sp>
        <p:nvSpPr>
          <p:cNvPr id="79" name="ClipArt Placeholder 78"/>
          <p:cNvSpPr>
            <a:spLocks noGrp="1"/>
          </p:cNvSpPr>
          <p:nvPr>
            <p:ph type="clipArt" sz="quarter" idx="12" hasCustomPrompt="1"/>
          </p:nvPr>
        </p:nvSpPr>
        <p:spPr>
          <a:xfrm>
            <a:off x="3197264" y="3113118"/>
            <a:ext cx="6529888" cy="2033491"/>
          </a:xfrm>
          <a:solidFill>
            <a:schemeClr val="bg1"/>
          </a:solidFill>
        </p:spPr>
        <p:txBody>
          <a:bodyPr/>
          <a:lstStyle>
            <a:lvl1pPr>
              <a:defRPr baseline="0"/>
            </a:lvl1pPr>
          </a:lstStyle>
          <a:p>
            <a:r>
              <a:rPr lang="en-GB" dirty="0"/>
              <a:t> </a:t>
            </a:r>
          </a:p>
        </p:txBody>
      </p:sp>
      <p:sp>
        <p:nvSpPr>
          <p:cNvPr id="2" name="Title 1"/>
          <p:cNvSpPr>
            <a:spLocks noGrp="1"/>
          </p:cNvSpPr>
          <p:nvPr>
            <p:ph type="ctrTitle"/>
          </p:nvPr>
        </p:nvSpPr>
        <p:spPr>
          <a:xfrm>
            <a:off x="3266320" y="3184588"/>
            <a:ext cx="6391774" cy="1190500"/>
          </a:xfrm>
          <a:solidFill>
            <a:schemeClr val="tx2"/>
          </a:solidFill>
          <a:ln w="9525" algn="ctr">
            <a:noFill/>
            <a:miter lim="800000"/>
            <a:headEnd/>
            <a:tailEnd/>
          </a:ln>
        </p:spPr>
        <p:txBody>
          <a:bodyPr vert="horz" wrap="square" lIns="180000" tIns="72000" rIns="180000" bIns="72000" numCol="1" anchor="b" anchorCtr="0" compatLnSpc="1">
            <a:prstTxWarp prst="textNoShape">
              <a:avLst/>
            </a:prstTxWarp>
          </a:bodyPr>
          <a:lstStyle>
            <a:lvl1pPr>
              <a:defRPr kumimoji="0" lang="en-GB" sz="3454" b="0" i="1" u="none" strike="noStrike" kern="1200" cap="none" spc="0" normalizeH="0" baseline="0" noProof="0">
                <a:ln>
                  <a:noFill/>
                </a:ln>
                <a:solidFill>
                  <a:schemeClr val="bg1"/>
                </a:solidFill>
                <a:effectLst/>
                <a:uLnTx/>
                <a:uFillTx/>
                <a:latin typeface="Myriad Light" pitchFamily="2" charset="0"/>
                <a:ea typeface="+mn-ea"/>
                <a:cs typeface="+mn-cs"/>
              </a:defRPr>
            </a:lvl1pPr>
          </a:lstStyle>
          <a:p>
            <a:pPr marL="0" marR="0" lvl="0" indent="0" algn="l" defTabSz="1074295" rtl="0" eaLnBrk="1" fontAlgn="base" latinLnBrk="0" hangingPunct="1">
              <a:lnSpc>
                <a:spcPct val="100000"/>
              </a:lnSpc>
              <a:spcBef>
                <a:spcPts val="648"/>
              </a:spcBef>
              <a:spcAft>
                <a:spcPts val="0"/>
              </a:spcAft>
              <a:buClr>
                <a:schemeClr val="accent5">
                  <a:lumMod val="50000"/>
                </a:schemeClr>
              </a:buClr>
              <a:buSzTx/>
              <a:buFontTx/>
              <a:buNone/>
              <a:tabLst/>
              <a:defRPr/>
            </a:pPr>
            <a:r>
              <a:rPr lang="en-US" dirty="0"/>
              <a:t>Click to edit Master title style</a:t>
            </a:r>
            <a:endParaRPr lang="en-GB" dirty="0"/>
          </a:p>
        </p:txBody>
      </p:sp>
      <p:sp>
        <p:nvSpPr>
          <p:cNvPr id="3" name="Subtitle 2"/>
          <p:cNvSpPr>
            <a:spLocks noGrp="1"/>
          </p:cNvSpPr>
          <p:nvPr>
            <p:ph type="subTitle" idx="1"/>
          </p:nvPr>
        </p:nvSpPr>
        <p:spPr>
          <a:xfrm>
            <a:off x="3266320" y="4454595"/>
            <a:ext cx="6391774" cy="595250"/>
          </a:xfrm>
          <a:solidFill>
            <a:schemeClr val="bg2"/>
          </a:solidFill>
          <a:ln w="9525">
            <a:noFill/>
            <a:miter lim="800000"/>
            <a:headEnd/>
            <a:tailEnd/>
          </a:ln>
        </p:spPr>
        <p:txBody>
          <a:bodyPr vert="horz" wrap="square" lIns="180000" tIns="72000" rIns="180000" bIns="72000" numCol="1" anchor="ctr" anchorCtr="0" compatLnSpc="1">
            <a:prstTxWarp prst="textNoShape">
              <a:avLst/>
            </a:prstTxWarp>
          </a:bodyPr>
          <a:lstStyle>
            <a:lvl1pPr marL="0" indent="0" algn="r">
              <a:buNone/>
              <a:defRPr kumimoji="0" lang="en-GB" sz="1727" b="0" i="1" u="none" strike="noStrike" kern="1200" cap="none" spc="0" normalizeH="0" baseline="0" noProof="0">
                <a:ln>
                  <a:noFill/>
                </a:ln>
                <a:solidFill>
                  <a:schemeClr val="bg1"/>
                </a:solidFill>
                <a:effectLst/>
                <a:uLnTx/>
                <a:uFillTx/>
                <a:latin typeface="Myriad-Italic" pitchFamily="2" charset="0"/>
                <a:ea typeface="+mj-ea"/>
                <a:cs typeface="+mj-cs"/>
              </a:defRPr>
            </a:lvl1pPr>
            <a:lvl2pPr marL="493456" indent="0" algn="ctr">
              <a:buNone/>
              <a:defRPr>
                <a:solidFill>
                  <a:schemeClr val="tx1">
                    <a:tint val="75000"/>
                  </a:schemeClr>
                </a:solidFill>
              </a:defRPr>
            </a:lvl2pPr>
            <a:lvl3pPr marL="986912" indent="0" algn="ctr">
              <a:buNone/>
              <a:defRPr>
                <a:solidFill>
                  <a:schemeClr val="tx1">
                    <a:tint val="75000"/>
                  </a:schemeClr>
                </a:solidFill>
              </a:defRPr>
            </a:lvl3pPr>
            <a:lvl4pPr marL="1480368" indent="0" algn="ctr">
              <a:buNone/>
              <a:defRPr>
                <a:solidFill>
                  <a:schemeClr val="tx1">
                    <a:tint val="75000"/>
                  </a:schemeClr>
                </a:solidFill>
              </a:defRPr>
            </a:lvl4pPr>
            <a:lvl5pPr marL="1973824" indent="0" algn="ctr">
              <a:buNone/>
              <a:defRPr>
                <a:solidFill>
                  <a:schemeClr val="tx1">
                    <a:tint val="75000"/>
                  </a:schemeClr>
                </a:solidFill>
              </a:defRPr>
            </a:lvl5pPr>
            <a:lvl6pPr marL="2467280" indent="0" algn="ctr">
              <a:buNone/>
              <a:defRPr>
                <a:solidFill>
                  <a:schemeClr val="tx1">
                    <a:tint val="75000"/>
                  </a:schemeClr>
                </a:solidFill>
              </a:defRPr>
            </a:lvl6pPr>
            <a:lvl7pPr marL="2960736" indent="0" algn="ctr">
              <a:buNone/>
              <a:defRPr>
                <a:solidFill>
                  <a:schemeClr val="tx1">
                    <a:tint val="75000"/>
                  </a:schemeClr>
                </a:solidFill>
              </a:defRPr>
            </a:lvl7pPr>
            <a:lvl8pPr marL="3454192" indent="0" algn="ctr">
              <a:buNone/>
              <a:defRPr>
                <a:solidFill>
                  <a:schemeClr val="tx1">
                    <a:tint val="75000"/>
                  </a:schemeClr>
                </a:solidFill>
              </a:defRPr>
            </a:lvl8pPr>
            <a:lvl9pPr marL="3947648" indent="0" algn="ctr">
              <a:buNone/>
              <a:defRPr>
                <a:solidFill>
                  <a:schemeClr val="tx1">
                    <a:tint val="75000"/>
                  </a:schemeClr>
                </a:solidFill>
              </a:defRPr>
            </a:lvl9pPr>
          </a:lstStyle>
          <a:p>
            <a:pPr marL="0" marR="0" lvl="0" indent="0" algn="r" defTabSz="1074295" rtl="0" eaLnBrk="1" fontAlgn="base" latinLnBrk="0" hangingPunct="1">
              <a:lnSpc>
                <a:spcPct val="110000"/>
              </a:lnSpc>
              <a:spcBef>
                <a:spcPct val="0"/>
              </a:spcBef>
              <a:spcAft>
                <a:spcPct val="0"/>
              </a:spcAft>
              <a:buClrTx/>
              <a:buSzTx/>
              <a:buFontTx/>
              <a:buNone/>
              <a:tabLst/>
              <a:defRPr/>
            </a:pPr>
            <a:r>
              <a:rPr lang="en-US" dirty="0"/>
              <a:t>Click to edit Master subtitle style</a:t>
            </a:r>
            <a:endParaRPr lang="en-GB" dirty="0"/>
          </a:p>
        </p:txBody>
      </p:sp>
      <p:sp>
        <p:nvSpPr>
          <p:cNvPr id="18" name="Text Placeholder 17"/>
          <p:cNvSpPr>
            <a:spLocks noGrp="1"/>
          </p:cNvSpPr>
          <p:nvPr>
            <p:ph type="body" sz="quarter" idx="10"/>
          </p:nvPr>
        </p:nvSpPr>
        <p:spPr>
          <a:xfrm>
            <a:off x="3265801" y="5923496"/>
            <a:ext cx="4179060" cy="1349191"/>
          </a:xfrm>
          <a:noFill/>
          <a:ln w="9525" algn="ctr">
            <a:noFill/>
            <a:miter lim="800000"/>
            <a:headEnd/>
            <a:tailEnd/>
          </a:ln>
          <a:effectLst/>
        </p:spPr>
        <p:txBody>
          <a:bodyPr vert="horz" wrap="square" lIns="180000" tIns="0" rIns="0" bIns="0" numCol="1" anchor="b" anchorCtr="0" compatLnSpc="1">
            <a:prstTxWarp prst="textNoShape">
              <a:avLst/>
            </a:prstTxWarp>
            <a:noAutofit/>
          </a:bodyPr>
          <a:lstStyle>
            <a:lvl1pPr>
              <a:defRPr lang="en-GB" sz="1511" b="0" i="1" kern="1200" noProof="0" dirty="0" smtClean="0">
                <a:solidFill>
                  <a:schemeClr val="bg1">
                    <a:lumMod val="50000"/>
                  </a:schemeClr>
                </a:solidFill>
                <a:latin typeface="Myriad Light" pitchFamily="2" charset="0"/>
                <a:ea typeface="+mn-ea"/>
                <a:cs typeface="+mn-cs"/>
              </a:defRPr>
            </a:lvl1pPr>
          </a:lstStyle>
          <a:p>
            <a:pPr marL="0" marR="0" lvl="0" indent="0" algn="l" defTabSz="1074295" rtl="0" eaLnBrk="1" fontAlgn="base" latinLnBrk="0" hangingPunct="1">
              <a:lnSpc>
                <a:spcPct val="150000"/>
              </a:lnSpc>
              <a:spcBef>
                <a:spcPct val="50000"/>
              </a:spcBef>
              <a:spcAft>
                <a:spcPct val="0"/>
              </a:spcAft>
              <a:buClrTx/>
              <a:buSzTx/>
              <a:buFont typeface="Times" pitchFamily="-112" charset="0"/>
              <a:buNone/>
              <a:tabLst/>
            </a:pPr>
            <a:r>
              <a:rPr lang="en-US"/>
              <a:t>Click to edit Master text styles</a:t>
            </a:r>
          </a:p>
        </p:txBody>
      </p:sp>
      <p:grpSp>
        <p:nvGrpSpPr>
          <p:cNvPr id="4" name="Group 8"/>
          <p:cNvGrpSpPr/>
          <p:nvPr userDrawn="1"/>
        </p:nvGrpSpPr>
        <p:grpSpPr>
          <a:xfrm>
            <a:off x="162958" y="-902677"/>
            <a:ext cx="699482" cy="793116"/>
            <a:chOff x="160506" y="-818892"/>
            <a:chExt cx="648072" cy="719500"/>
          </a:xfrm>
        </p:grpSpPr>
        <p:cxnSp>
          <p:nvCxnSpPr>
            <p:cNvPr id="11" name="Straight Arrow Connector 10"/>
            <p:cNvCxnSpPr/>
            <p:nvPr userDrawn="1"/>
          </p:nvCxnSpPr>
          <p:spPr>
            <a:xfrm>
              <a:off x="482600" y="-603448"/>
              <a:ext cx="0" cy="50405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userDrawn="1"/>
          </p:nvSpPr>
          <p:spPr>
            <a:xfrm>
              <a:off x="160506" y="-818892"/>
              <a:ext cx="648072" cy="204230"/>
            </a:xfrm>
            <a:prstGeom prst="rect">
              <a:avLst/>
            </a:prstGeom>
            <a:noFill/>
          </p:spPr>
          <p:txBody>
            <a:bodyPr wrap="square" rtlCol="0">
              <a:spAutoFit/>
            </a:bodyPr>
            <a:lstStyle/>
            <a:p>
              <a:pPr algn="ctr"/>
              <a:r>
                <a:rPr lang="en-GB" sz="863" dirty="0">
                  <a:solidFill>
                    <a:srgbClr val="FFFFFF"/>
                  </a:solidFill>
                  <a:cs typeface="Arial" charset="0"/>
                </a:rPr>
                <a:t>12.40</a:t>
              </a:r>
            </a:p>
          </p:txBody>
        </p:sp>
      </p:grpSp>
      <p:grpSp>
        <p:nvGrpSpPr>
          <p:cNvPr id="5" name="Group 12"/>
          <p:cNvGrpSpPr/>
          <p:nvPr userDrawn="1"/>
        </p:nvGrpSpPr>
        <p:grpSpPr>
          <a:xfrm>
            <a:off x="-1546270" y="1112570"/>
            <a:ext cx="1444943" cy="225126"/>
            <a:chOff x="-1563724" y="81191"/>
            <a:chExt cx="1338744" cy="204230"/>
          </a:xfrm>
        </p:grpSpPr>
        <p:cxnSp>
          <p:nvCxnSpPr>
            <p:cNvPr id="14" name="Straight Arrow Connector 13"/>
            <p:cNvCxnSpPr/>
            <p:nvPr userDrawn="1"/>
          </p:nvCxnSpPr>
          <p:spPr>
            <a:xfrm>
              <a:off x="-873052" y="188913"/>
              <a:ext cx="648072"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userDrawn="1"/>
          </p:nvSpPr>
          <p:spPr>
            <a:xfrm>
              <a:off x="-1563724" y="81191"/>
              <a:ext cx="648072" cy="204230"/>
            </a:xfrm>
            <a:prstGeom prst="rect">
              <a:avLst/>
            </a:prstGeom>
            <a:noFill/>
          </p:spPr>
          <p:txBody>
            <a:bodyPr wrap="square" rtlCol="0">
              <a:spAutoFit/>
            </a:bodyPr>
            <a:lstStyle/>
            <a:p>
              <a:pPr algn="r"/>
              <a:r>
                <a:rPr lang="en-GB" sz="863" dirty="0">
                  <a:solidFill>
                    <a:srgbClr val="FFFFFF"/>
                  </a:solidFill>
                  <a:cs typeface="Arial" charset="0"/>
                </a:rPr>
                <a:t>6.40</a:t>
              </a:r>
            </a:p>
          </p:txBody>
        </p:sp>
      </p:grpSp>
      <p:grpSp>
        <p:nvGrpSpPr>
          <p:cNvPr id="6" name="Group 16"/>
          <p:cNvGrpSpPr/>
          <p:nvPr userDrawn="1"/>
        </p:nvGrpSpPr>
        <p:grpSpPr>
          <a:xfrm>
            <a:off x="10864039" y="946677"/>
            <a:ext cx="1492321" cy="225126"/>
            <a:chOff x="10065568" y="797397"/>
            <a:chExt cx="1382640" cy="204230"/>
          </a:xfrm>
        </p:grpSpPr>
        <p:cxnSp>
          <p:nvCxnSpPr>
            <p:cNvPr id="19" name="Straight Arrow Connector 18"/>
            <p:cNvCxnSpPr/>
            <p:nvPr userDrawn="1"/>
          </p:nvCxnSpPr>
          <p:spPr>
            <a:xfrm flipH="1">
              <a:off x="10065568" y="908050"/>
              <a:ext cx="648072"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userDrawn="1"/>
          </p:nvSpPr>
          <p:spPr>
            <a:xfrm>
              <a:off x="10800136" y="797397"/>
              <a:ext cx="648072" cy="204230"/>
            </a:xfrm>
            <a:prstGeom prst="rect">
              <a:avLst/>
            </a:prstGeom>
            <a:noFill/>
          </p:spPr>
          <p:txBody>
            <a:bodyPr wrap="square" rtlCol="0">
              <a:spAutoFit/>
            </a:bodyPr>
            <a:lstStyle/>
            <a:p>
              <a:r>
                <a:rPr lang="en-GB" sz="863" dirty="0">
                  <a:solidFill>
                    <a:srgbClr val="FFFFFF"/>
                  </a:solidFill>
                  <a:cs typeface="Arial" charset="0"/>
                </a:rPr>
                <a:t>6.80</a:t>
              </a:r>
            </a:p>
          </p:txBody>
        </p:sp>
      </p:grpSp>
      <p:grpSp>
        <p:nvGrpSpPr>
          <p:cNvPr id="7" name="Group 20"/>
          <p:cNvGrpSpPr/>
          <p:nvPr userDrawn="1"/>
        </p:nvGrpSpPr>
        <p:grpSpPr>
          <a:xfrm>
            <a:off x="10864039" y="1342915"/>
            <a:ext cx="1492321" cy="225126"/>
            <a:chOff x="10065568" y="797397"/>
            <a:chExt cx="1382640" cy="204230"/>
          </a:xfrm>
        </p:grpSpPr>
        <p:cxnSp>
          <p:nvCxnSpPr>
            <p:cNvPr id="22" name="Straight Arrow Connector 21"/>
            <p:cNvCxnSpPr/>
            <p:nvPr userDrawn="1"/>
          </p:nvCxnSpPr>
          <p:spPr>
            <a:xfrm flipH="1">
              <a:off x="10065568" y="908050"/>
              <a:ext cx="648072"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userDrawn="1"/>
          </p:nvSpPr>
          <p:spPr>
            <a:xfrm>
              <a:off x="10800136" y="797397"/>
              <a:ext cx="648072" cy="204230"/>
            </a:xfrm>
            <a:prstGeom prst="rect">
              <a:avLst/>
            </a:prstGeom>
            <a:noFill/>
          </p:spPr>
          <p:txBody>
            <a:bodyPr wrap="square" rtlCol="0">
              <a:spAutoFit/>
            </a:bodyPr>
            <a:lstStyle/>
            <a:p>
              <a:r>
                <a:rPr lang="en-GB" sz="863" dirty="0">
                  <a:solidFill>
                    <a:srgbClr val="FFFFFF"/>
                  </a:solidFill>
                  <a:cs typeface="Arial" charset="0"/>
                </a:rPr>
                <a:t>5.80</a:t>
              </a:r>
            </a:p>
          </p:txBody>
        </p:sp>
      </p:grpSp>
      <p:grpSp>
        <p:nvGrpSpPr>
          <p:cNvPr id="8" name="Group 23"/>
          <p:cNvGrpSpPr/>
          <p:nvPr userDrawn="1"/>
        </p:nvGrpSpPr>
        <p:grpSpPr>
          <a:xfrm>
            <a:off x="-1546270" y="3965973"/>
            <a:ext cx="1444943" cy="225126"/>
            <a:chOff x="-1563724" y="81191"/>
            <a:chExt cx="1338744" cy="204230"/>
          </a:xfrm>
        </p:grpSpPr>
        <p:cxnSp>
          <p:nvCxnSpPr>
            <p:cNvPr id="25" name="Straight Arrow Connector 24"/>
            <p:cNvCxnSpPr/>
            <p:nvPr userDrawn="1"/>
          </p:nvCxnSpPr>
          <p:spPr>
            <a:xfrm>
              <a:off x="-873052" y="188913"/>
              <a:ext cx="648072"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userDrawn="1"/>
          </p:nvSpPr>
          <p:spPr>
            <a:xfrm>
              <a:off x="-1563724" y="81191"/>
              <a:ext cx="648072" cy="204230"/>
            </a:xfrm>
            <a:prstGeom prst="rect">
              <a:avLst/>
            </a:prstGeom>
            <a:noFill/>
          </p:spPr>
          <p:txBody>
            <a:bodyPr wrap="square" rtlCol="0">
              <a:spAutoFit/>
            </a:bodyPr>
            <a:lstStyle/>
            <a:p>
              <a:pPr algn="r"/>
              <a:r>
                <a:rPr lang="en-GB" sz="863" dirty="0">
                  <a:solidFill>
                    <a:srgbClr val="FFFFFF"/>
                  </a:solidFill>
                  <a:cs typeface="Arial" charset="0"/>
                </a:rPr>
                <a:t>0.80</a:t>
              </a:r>
            </a:p>
          </p:txBody>
        </p:sp>
      </p:grpSp>
      <p:grpSp>
        <p:nvGrpSpPr>
          <p:cNvPr id="9" name="Group 26"/>
          <p:cNvGrpSpPr/>
          <p:nvPr userDrawn="1"/>
        </p:nvGrpSpPr>
        <p:grpSpPr>
          <a:xfrm>
            <a:off x="10910718" y="4121057"/>
            <a:ext cx="1492321" cy="225126"/>
            <a:chOff x="10065568" y="797397"/>
            <a:chExt cx="1382640" cy="204230"/>
          </a:xfrm>
        </p:grpSpPr>
        <p:cxnSp>
          <p:nvCxnSpPr>
            <p:cNvPr id="28" name="Straight Arrow Connector 27"/>
            <p:cNvCxnSpPr/>
            <p:nvPr userDrawn="1"/>
          </p:nvCxnSpPr>
          <p:spPr>
            <a:xfrm flipH="1">
              <a:off x="10065568" y="908050"/>
              <a:ext cx="648072"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userDrawn="1"/>
          </p:nvSpPr>
          <p:spPr>
            <a:xfrm>
              <a:off x="10800136" y="797397"/>
              <a:ext cx="648072" cy="204230"/>
            </a:xfrm>
            <a:prstGeom prst="rect">
              <a:avLst/>
            </a:prstGeom>
            <a:noFill/>
          </p:spPr>
          <p:txBody>
            <a:bodyPr wrap="square" rtlCol="0">
              <a:spAutoFit/>
            </a:bodyPr>
            <a:lstStyle/>
            <a:p>
              <a:r>
                <a:rPr lang="en-GB" sz="863" dirty="0">
                  <a:solidFill>
                    <a:srgbClr val="FFFFFF"/>
                  </a:solidFill>
                  <a:cs typeface="Arial" charset="0"/>
                </a:rPr>
                <a:t>1.20</a:t>
              </a:r>
            </a:p>
          </p:txBody>
        </p:sp>
      </p:grpSp>
      <p:grpSp>
        <p:nvGrpSpPr>
          <p:cNvPr id="10" name="Group 29"/>
          <p:cNvGrpSpPr/>
          <p:nvPr userDrawn="1"/>
        </p:nvGrpSpPr>
        <p:grpSpPr>
          <a:xfrm>
            <a:off x="-1546270" y="6744853"/>
            <a:ext cx="1444943" cy="225126"/>
            <a:chOff x="-1563724" y="81191"/>
            <a:chExt cx="1338744" cy="204230"/>
          </a:xfrm>
        </p:grpSpPr>
        <p:cxnSp>
          <p:nvCxnSpPr>
            <p:cNvPr id="31" name="Straight Arrow Connector 30"/>
            <p:cNvCxnSpPr/>
            <p:nvPr userDrawn="1"/>
          </p:nvCxnSpPr>
          <p:spPr>
            <a:xfrm>
              <a:off x="-873052" y="188913"/>
              <a:ext cx="648072"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p:cNvSpPr txBox="1"/>
            <p:nvPr userDrawn="1"/>
          </p:nvSpPr>
          <p:spPr>
            <a:xfrm>
              <a:off x="-1563724" y="81191"/>
              <a:ext cx="648072" cy="204230"/>
            </a:xfrm>
            <a:prstGeom prst="rect">
              <a:avLst/>
            </a:prstGeom>
            <a:noFill/>
          </p:spPr>
          <p:txBody>
            <a:bodyPr wrap="square" rtlCol="0">
              <a:spAutoFit/>
            </a:bodyPr>
            <a:lstStyle/>
            <a:p>
              <a:pPr algn="r"/>
              <a:r>
                <a:rPr lang="en-GB" sz="863" dirty="0">
                  <a:solidFill>
                    <a:srgbClr val="FFFFFF"/>
                  </a:solidFill>
                  <a:cs typeface="Arial" charset="0"/>
                </a:rPr>
                <a:t>7.80</a:t>
              </a:r>
            </a:p>
          </p:txBody>
        </p:sp>
      </p:grpSp>
      <p:grpSp>
        <p:nvGrpSpPr>
          <p:cNvPr id="13" name="Group 32"/>
          <p:cNvGrpSpPr/>
          <p:nvPr userDrawn="1"/>
        </p:nvGrpSpPr>
        <p:grpSpPr>
          <a:xfrm>
            <a:off x="-1546270" y="7144829"/>
            <a:ext cx="1444943" cy="225126"/>
            <a:chOff x="-1563724" y="81191"/>
            <a:chExt cx="1338744" cy="204230"/>
          </a:xfrm>
        </p:grpSpPr>
        <p:cxnSp>
          <p:nvCxnSpPr>
            <p:cNvPr id="34" name="Straight Arrow Connector 33"/>
            <p:cNvCxnSpPr/>
            <p:nvPr userDrawn="1"/>
          </p:nvCxnSpPr>
          <p:spPr>
            <a:xfrm>
              <a:off x="-873052" y="188913"/>
              <a:ext cx="648072"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userDrawn="1"/>
          </p:nvSpPr>
          <p:spPr>
            <a:xfrm>
              <a:off x="-1563724" y="81191"/>
              <a:ext cx="648072" cy="204230"/>
            </a:xfrm>
            <a:prstGeom prst="rect">
              <a:avLst/>
            </a:prstGeom>
            <a:noFill/>
          </p:spPr>
          <p:txBody>
            <a:bodyPr wrap="square" rtlCol="0">
              <a:spAutoFit/>
            </a:bodyPr>
            <a:lstStyle/>
            <a:p>
              <a:pPr algn="r"/>
              <a:r>
                <a:rPr lang="en-GB" sz="863" dirty="0">
                  <a:solidFill>
                    <a:srgbClr val="FFFFFF"/>
                  </a:solidFill>
                  <a:cs typeface="Arial" charset="0"/>
                </a:rPr>
                <a:t>8.80</a:t>
              </a:r>
            </a:p>
          </p:txBody>
        </p:sp>
      </p:grpSp>
      <p:grpSp>
        <p:nvGrpSpPr>
          <p:cNvPr id="17" name="Group 35"/>
          <p:cNvGrpSpPr/>
          <p:nvPr userDrawn="1"/>
        </p:nvGrpSpPr>
        <p:grpSpPr>
          <a:xfrm>
            <a:off x="-1546270" y="81770"/>
            <a:ext cx="1444943" cy="225126"/>
            <a:chOff x="-1563724" y="81191"/>
            <a:chExt cx="1338744" cy="204230"/>
          </a:xfrm>
        </p:grpSpPr>
        <p:cxnSp>
          <p:nvCxnSpPr>
            <p:cNvPr id="37" name="Straight Arrow Connector 36"/>
            <p:cNvCxnSpPr/>
            <p:nvPr userDrawn="1"/>
          </p:nvCxnSpPr>
          <p:spPr>
            <a:xfrm>
              <a:off x="-873052" y="188913"/>
              <a:ext cx="648072"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userDrawn="1"/>
          </p:nvSpPr>
          <p:spPr>
            <a:xfrm>
              <a:off x="-1563724" y="81191"/>
              <a:ext cx="648072" cy="204230"/>
            </a:xfrm>
            <a:prstGeom prst="rect">
              <a:avLst/>
            </a:prstGeom>
            <a:noFill/>
          </p:spPr>
          <p:txBody>
            <a:bodyPr wrap="square" rtlCol="0">
              <a:spAutoFit/>
            </a:bodyPr>
            <a:lstStyle/>
            <a:p>
              <a:pPr algn="r"/>
              <a:r>
                <a:rPr lang="en-GB" sz="863" dirty="0">
                  <a:solidFill>
                    <a:srgbClr val="FFFFFF"/>
                  </a:solidFill>
                  <a:cs typeface="Arial" charset="0"/>
                </a:rPr>
                <a:t>9.00</a:t>
              </a:r>
            </a:p>
          </p:txBody>
        </p:sp>
      </p:grpSp>
      <p:grpSp>
        <p:nvGrpSpPr>
          <p:cNvPr id="21" name="Group 38"/>
          <p:cNvGrpSpPr/>
          <p:nvPr userDrawn="1"/>
        </p:nvGrpSpPr>
        <p:grpSpPr>
          <a:xfrm>
            <a:off x="4919566" y="-902677"/>
            <a:ext cx="699482" cy="793116"/>
            <a:chOff x="312906" y="-666492"/>
            <a:chExt cx="648072" cy="719500"/>
          </a:xfrm>
        </p:grpSpPr>
        <p:cxnSp>
          <p:nvCxnSpPr>
            <p:cNvPr id="40" name="Straight Arrow Connector 39"/>
            <p:cNvCxnSpPr/>
            <p:nvPr userDrawn="1"/>
          </p:nvCxnSpPr>
          <p:spPr>
            <a:xfrm>
              <a:off x="635000" y="-451048"/>
              <a:ext cx="0" cy="50405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p:cNvSpPr txBox="1"/>
            <p:nvPr userDrawn="1"/>
          </p:nvSpPr>
          <p:spPr>
            <a:xfrm>
              <a:off x="312906" y="-666492"/>
              <a:ext cx="648072" cy="204230"/>
            </a:xfrm>
            <a:prstGeom prst="rect">
              <a:avLst/>
            </a:prstGeom>
            <a:noFill/>
          </p:spPr>
          <p:txBody>
            <a:bodyPr wrap="square" rtlCol="0">
              <a:spAutoFit/>
            </a:bodyPr>
            <a:lstStyle/>
            <a:p>
              <a:pPr algn="ctr"/>
              <a:r>
                <a:rPr lang="en-GB" sz="863" dirty="0">
                  <a:solidFill>
                    <a:srgbClr val="FFFFFF"/>
                  </a:solidFill>
                  <a:cs typeface="Arial" charset="0"/>
                </a:rPr>
                <a:t>0.20</a:t>
              </a:r>
            </a:p>
          </p:txBody>
        </p:sp>
      </p:grpSp>
      <p:grpSp>
        <p:nvGrpSpPr>
          <p:cNvPr id="24" name="Group 84"/>
          <p:cNvGrpSpPr/>
          <p:nvPr userDrawn="1"/>
        </p:nvGrpSpPr>
        <p:grpSpPr>
          <a:xfrm>
            <a:off x="5063694" y="7669237"/>
            <a:ext cx="699482" cy="780755"/>
            <a:chOff x="4691529" y="6957392"/>
            <a:chExt cx="648072" cy="708287"/>
          </a:xfrm>
        </p:grpSpPr>
        <p:cxnSp>
          <p:nvCxnSpPr>
            <p:cNvPr id="43" name="Straight Arrow Connector 42"/>
            <p:cNvCxnSpPr/>
            <p:nvPr userDrawn="1"/>
          </p:nvCxnSpPr>
          <p:spPr>
            <a:xfrm rot="10800000">
              <a:off x="5015565" y="6957392"/>
              <a:ext cx="0" cy="50405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p:cNvSpPr txBox="1"/>
            <p:nvPr userDrawn="1"/>
          </p:nvSpPr>
          <p:spPr>
            <a:xfrm>
              <a:off x="4691529" y="7461449"/>
              <a:ext cx="648072" cy="204230"/>
            </a:xfrm>
            <a:prstGeom prst="rect">
              <a:avLst/>
            </a:prstGeom>
            <a:noFill/>
          </p:spPr>
          <p:txBody>
            <a:bodyPr wrap="square" rtlCol="0">
              <a:spAutoFit/>
            </a:bodyPr>
            <a:lstStyle/>
            <a:p>
              <a:pPr algn="ctr"/>
              <a:r>
                <a:rPr lang="en-GB" sz="863" dirty="0">
                  <a:solidFill>
                    <a:srgbClr val="FFFFFF"/>
                  </a:solidFill>
                  <a:cs typeface="Arial" charset="0"/>
                </a:rPr>
                <a:t>0.20</a:t>
              </a:r>
            </a:p>
          </p:txBody>
        </p:sp>
      </p:grpSp>
      <p:grpSp>
        <p:nvGrpSpPr>
          <p:cNvPr id="27" name="Group 44"/>
          <p:cNvGrpSpPr/>
          <p:nvPr userDrawn="1"/>
        </p:nvGrpSpPr>
        <p:grpSpPr>
          <a:xfrm>
            <a:off x="9806240" y="-891458"/>
            <a:ext cx="699482" cy="793116"/>
            <a:chOff x="160506" y="-818892"/>
            <a:chExt cx="648072" cy="719500"/>
          </a:xfrm>
        </p:grpSpPr>
        <p:cxnSp>
          <p:nvCxnSpPr>
            <p:cNvPr id="46" name="Straight Arrow Connector 45"/>
            <p:cNvCxnSpPr/>
            <p:nvPr userDrawn="1"/>
          </p:nvCxnSpPr>
          <p:spPr>
            <a:xfrm>
              <a:off x="482600" y="-603448"/>
              <a:ext cx="0" cy="50405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p:cNvSpPr txBox="1"/>
            <p:nvPr userDrawn="1"/>
          </p:nvSpPr>
          <p:spPr>
            <a:xfrm>
              <a:off x="160506" y="-818892"/>
              <a:ext cx="648072" cy="204230"/>
            </a:xfrm>
            <a:prstGeom prst="rect">
              <a:avLst/>
            </a:prstGeom>
            <a:noFill/>
          </p:spPr>
          <p:txBody>
            <a:bodyPr wrap="square" rtlCol="0">
              <a:spAutoFit/>
            </a:bodyPr>
            <a:lstStyle/>
            <a:p>
              <a:pPr algn="ctr"/>
              <a:r>
                <a:rPr lang="en-GB" sz="863" dirty="0">
                  <a:solidFill>
                    <a:srgbClr val="FFFFFF"/>
                  </a:solidFill>
                  <a:cs typeface="Arial" charset="0"/>
                </a:rPr>
                <a:t>12.40</a:t>
              </a:r>
            </a:p>
          </p:txBody>
        </p:sp>
      </p:grpSp>
      <p:grpSp>
        <p:nvGrpSpPr>
          <p:cNvPr id="30" name="Group 47"/>
          <p:cNvGrpSpPr/>
          <p:nvPr userDrawn="1"/>
        </p:nvGrpSpPr>
        <p:grpSpPr>
          <a:xfrm>
            <a:off x="1914085" y="-902677"/>
            <a:ext cx="699482" cy="793116"/>
            <a:chOff x="160506" y="-818892"/>
            <a:chExt cx="648072" cy="719500"/>
          </a:xfrm>
        </p:grpSpPr>
        <p:cxnSp>
          <p:nvCxnSpPr>
            <p:cNvPr id="49" name="Straight Arrow Connector 48"/>
            <p:cNvCxnSpPr/>
            <p:nvPr userDrawn="1"/>
          </p:nvCxnSpPr>
          <p:spPr>
            <a:xfrm>
              <a:off x="482600" y="-603448"/>
              <a:ext cx="0" cy="5040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49"/>
            <p:cNvSpPr txBox="1"/>
            <p:nvPr userDrawn="1"/>
          </p:nvSpPr>
          <p:spPr>
            <a:xfrm>
              <a:off x="160506" y="-818892"/>
              <a:ext cx="648072" cy="204230"/>
            </a:xfrm>
            <a:prstGeom prst="rect">
              <a:avLst/>
            </a:prstGeom>
            <a:noFill/>
          </p:spPr>
          <p:txBody>
            <a:bodyPr wrap="square" rtlCol="0">
              <a:spAutoFit/>
            </a:bodyPr>
            <a:lstStyle/>
            <a:p>
              <a:pPr algn="ctr"/>
              <a:r>
                <a:rPr lang="en-GB" sz="863" dirty="0">
                  <a:solidFill>
                    <a:srgbClr val="FF0000"/>
                  </a:solidFill>
                  <a:cs typeface="Arial" charset="0"/>
                </a:rPr>
                <a:t>7.90</a:t>
              </a:r>
            </a:p>
          </p:txBody>
        </p:sp>
      </p:grpSp>
      <p:grpSp>
        <p:nvGrpSpPr>
          <p:cNvPr id="57345" name="Group 88"/>
          <p:cNvGrpSpPr/>
          <p:nvPr userDrawn="1"/>
        </p:nvGrpSpPr>
        <p:grpSpPr>
          <a:xfrm>
            <a:off x="2091939" y="-664550"/>
            <a:ext cx="699482" cy="554350"/>
            <a:chOff x="1938189" y="-602868"/>
            <a:chExt cx="648072" cy="502896"/>
          </a:xfrm>
        </p:grpSpPr>
        <p:cxnSp>
          <p:nvCxnSpPr>
            <p:cNvPr id="52" name="Straight Arrow Connector 51"/>
            <p:cNvCxnSpPr/>
            <p:nvPr userDrawn="1"/>
          </p:nvCxnSpPr>
          <p:spPr>
            <a:xfrm>
              <a:off x="2249525" y="-387424"/>
              <a:ext cx="0" cy="28745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p:cNvSpPr txBox="1"/>
            <p:nvPr userDrawn="1"/>
          </p:nvSpPr>
          <p:spPr>
            <a:xfrm>
              <a:off x="1938189" y="-602868"/>
              <a:ext cx="648072" cy="204230"/>
            </a:xfrm>
            <a:prstGeom prst="rect">
              <a:avLst/>
            </a:prstGeom>
            <a:noFill/>
          </p:spPr>
          <p:txBody>
            <a:bodyPr wrap="square" rtlCol="0">
              <a:spAutoFit/>
            </a:bodyPr>
            <a:lstStyle/>
            <a:p>
              <a:pPr algn="ctr"/>
              <a:r>
                <a:rPr lang="en-GB" sz="863" dirty="0">
                  <a:solidFill>
                    <a:srgbClr val="FF0000"/>
                  </a:solidFill>
                  <a:cs typeface="Arial" charset="0"/>
                </a:rPr>
                <a:t>7.50</a:t>
              </a:r>
            </a:p>
          </p:txBody>
        </p:sp>
      </p:grpSp>
      <p:sp>
        <p:nvSpPr>
          <p:cNvPr id="55" name="TextBox 54"/>
          <p:cNvSpPr txBox="1"/>
          <p:nvPr userDrawn="1"/>
        </p:nvSpPr>
        <p:spPr>
          <a:xfrm>
            <a:off x="1778363" y="-1079460"/>
            <a:ext cx="1110262" cy="211264"/>
          </a:xfrm>
          <a:prstGeom prst="rect">
            <a:avLst/>
          </a:prstGeom>
          <a:noFill/>
        </p:spPr>
        <p:txBody>
          <a:bodyPr wrap="square" lIns="77712" tIns="38856" rIns="77712" bIns="38856" rtlCol="0" anchor="ctr" anchorCtr="0">
            <a:spAutoFit/>
          </a:bodyPr>
          <a:lstStyle/>
          <a:p>
            <a:r>
              <a:rPr lang="en-GB" sz="863" dirty="0">
                <a:solidFill>
                  <a:srgbClr val="FF0000"/>
                </a:solidFill>
                <a:latin typeface="Verdana" pitchFamily="34" charset="0"/>
                <a:cs typeface="Arial" charset="0"/>
              </a:rPr>
              <a:t>Guides for gutter</a:t>
            </a:r>
          </a:p>
        </p:txBody>
      </p:sp>
      <p:sp>
        <p:nvSpPr>
          <p:cNvPr id="56" name="Rectangle 55"/>
          <p:cNvSpPr/>
          <p:nvPr userDrawn="1"/>
        </p:nvSpPr>
        <p:spPr>
          <a:xfrm>
            <a:off x="-2387251" y="4220731"/>
            <a:ext cx="2285924" cy="9258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7712" tIns="38856" rIns="77712" bIns="38856" rtlCol="0" anchor="t" anchorCtr="0"/>
          <a:lstStyle/>
          <a:p>
            <a:pPr algn="ctr"/>
            <a:r>
              <a:rPr lang="en-GB" sz="863" dirty="0">
                <a:solidFill>
                  <a:srgbClr val="1B4298"/>
                </a:solidFill>
              </a:rPr>
              <a:t>Text colours</a:t>
            </a:r>
          </a:p>
        </p:txBody>
      </p:sp>
      <p:sp>
        <p:nvSpPr>
          <p:cNvPr id="57" name="Rectangle 56"/>
          <p:cNvSpPr/>
          <p:nvPr userDrawn="1"/>
        </p:nvSpPr>
        <p:spPr>
          <a:xfrm>
            <a:off x="-2270671" y="4551291"/>
            <a:ext cx="466321" cy="47625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FFFFFF"/>
                </a:solidFill>
              </a:rPr>
              <a:t>R 27</a:t>
            </a:r>
          </a:p>
          <a:p>
            <a:pPr algn="ctr"/>
            <a:r>
              <a:rPr lang="en-GB" sz="863" dirty="0">
                <a:solidFill>
                  <a:srgbClr val="FFFFFF"/>
                </a:solidFill>
              </a:rPr>
              <a:t>G 66</a:t>
            </a:r>
          </a:p>
          <a:p>
            <a:pPr algn="ctr"/>
            <a:r>
              <a:rPr lang="en-GB" sz="863" dirty="0">
                <a:solidFill>
                  <a:srgbClr val="FFFFFF"/>
                </a:solidFill>
              </a:rPr>
              <a:t>B 152</a:t>
            </a:r>
          </a:p>
        </p:txBody>
      </p:sp>
      <p:sp>
        <p:nvSpPr>
          <p:cNvPr id="60" name="Rectangle 59"/>
          <p:cNvSpPr/>
          <p:nvPr userDrawn="1"/>
        </p:nvSpPr>
        <p:spPr>
          <a:xfrm>
            <a:off x="-1474039" y="4551291"/>
            <a:ext cx="466321" cy="4762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FFFFFF"/>
                </a:solidFill>
              </a:rPr>
              <a:t>R 0</a:t>
            </a:r>
          </a:p>
          <a:p>
            <a:pPr algn="ctr"/>
            <a:r>
              <a:rPr lang="en-GB" sz="863" dirty="0">
                <a:solidFill>
                  <a:srgbClr val="FFFFFF"/>
                </a:solidFill>
              </a:rPr>
              <a:t>G 0</a:t>
            </a:r>
          </a:p>
          <a:p>
            <a:pPr algn="ctr"/>
            <a:r>
              <a:rPr lang="en-GB" sz="863" dirty="0">
                <a:solidFill>
                  <a:srgbClr val="FFFFFF"/>
                </a:solidFill>
              </a:rPr>
              <a:t>B 0</a:t>
            </a:r>
          </a:p>
        </p:txBody>
      </p:sp>
      <p:sp>
        <p:nvSpPr>
          <p:cNvPr id="61" name="Rectangle 60"/>
          <p:cNvSpPr/>
          <p:nvPr userDrawn="1"/>
        </p:nvSpPr>
        <p:spPr>
          <a:xfrm>
            <a:off x="-677407" y="4551291"/>
            <a:ext cx="466321" cy="47625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FFFFFF"/>
                </a:solidFill>
              </a:rPr>
              <a:t>R 127</a:t>
            </a:r>
          </a:p>
          <a:p>
            <a:pPr algn="ctr"/>
            <a:r>
              <a:rPr lang="en-GB" sz="863" dirty="0">
                <a:solidFill>
                  <a:srgbClr val="FFFFFF"/>
                </a:solidFill>
              </a:rPr>
              <a:t>G 127</a:t>
            </a:r>
          </a:p>
          <a:p>
            <a:pPr algn="ctr"/>
            <a:r>
              <a:rPr lang="en-GB" sz="863" dirty="0">
                <a:solidFill>
                  <a:srgbClr val="FFFFFF"/>
                </a:solidFill>
              </a:rPr>
              <a:t>B 127</a:t>
            </a:r>
          </a:p>
        </p:txBody>
      </p:sp>
      <p:sp>
        <p:nvSpPr>
          <p:cNvPr id="62" name="Rectangle 61"/>
          <p:cNvSpPr/>
          <p:nvPr userDrawn="1"/>
        </p:nvSpPr>
        <p:spPr>
          <a:xfrm>
            <a:off x="-2387251" y="5314601"/>
            <a:ext cx="2285924" cy="14302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7712" tIns="38856" rIns="77712" bIns="38856" rtlCol="0" anchor="t" anchorCtr="0"/>
          <a:lstStyle/>
          <a:p>
            <a:pPr algn="ctr"/>
            <a:r>
              <a:rPr lang="en-GB" sz="863" dirty="0">
                <a:solidFill>
                  <a:srgbClr val="1B4298"/>
                </a:solidFill>
              </a:rPr>
              <a:t>Background shading</a:t>
            </a:r>
          </a:p>
        </p:txBody>
      </p:sp>
      <p:sp>
        <p:nvSpPr>
          <p:cNvPr id="63" name="Rectangle 62"/>
          <p:cNvSpPr/>
          <p:nvPr userDrawn="1"/>
        </p:nvSpPr>
        <p:spPr>
          <a:xfrm>
            <a:off x="-2270671" y="5526098"/>
            <a:ext cx="466321" cy="4762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FFFFFF">
                    <a:lumMod val="50000"/>
                  </a:srgbClr>
                </a:solidFill>
              </a:rPr>
              <a:t>R 242</a:t>
            </a:r>
          </a:p>
          <a:p>
            <a:pPr algn="ctr"/>
            <a:r>
              <a:rPr lang="en-GB" sz="863" dirty="0">
                <a:solidFill>
                  <a:srgbClr val="FFFFFF">
                    <a:lumMod val="50000"/>
                  </a:srgbClr>
                </a:solidFill>
              </a:rPr>
              <a:t>G 242</a:t>
            </a:r>
          </a:p>
          <a:p>
            <a:pPr algn="ctr"/>
            <a:r>
              <a:rPr lang="en-GB" sz="863" dirty="0">
                <a:solidFill>
                  <a:srgbClr val="FFFFFF">
                    <a:lumMod val="50000"/>
                  </a:srgbClr>
                </a:solidFill>
              </a:rPr>
              <a:t>B 242</a:t>
            </a:r>
          </a:p>
        </p:txBody>
      </p:sp>
      <p:sp>
        <p:nvSpPr>
          <p:cNvPr id="64" name="Rectangle 63"/>
          <p:cNvSpPr/>
          <p:nvPr userDrawn="1"/>
        </p:nvSpPr>
        <p:spPr>
          <a:xfrm>
            <a:off x="-1474039" y="5526098"/>
            <a:ext cx="466321" cy="47625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1B4298"/>
                </a:solidFill>
              </a:rPr>
              <a:t>R 225</a:t>
            </a:r>
          </a:p>
          <a:p>
            <a:pPr algn="ctr"/>
            <a:r>
              <a:rPr lang="en-GB" sz="863" dirty="0">
                <a:solidFill>
                  <a:srgbClr val="1B4298"/>
                </a:solidFill>
              </a:rPr>
              <a:t>G 235</a:t>
            </a:r>
          </a:p>
          <a:p>
            <a:pPr algn="ctr"/>
            <a:r>
              <a:rPr lang="en-GB" sz="863" dirty="0">
                <a:solidFill>
                  <a:srgbClr val="1B4298"/>
                </a:solidFill>
              </a:rPr>
              <a:t>B 244</a:t>
            </a:r>
          </a:p>
        </p:txBody>
      </p:sp>
      <p:sp>
        <p:nvSpPr>
          <p:cNvPr id="65" name="Rectangle 64"/>
          <p:cNvSpPr/>
          <p:nvPr userDrawn="1"/>
        </p:nvSpPr>
        <p:spPr>
          <a:xfrm>
            <a:off x="-677407" y="5526098"/>
            <a:ext cx="466321" cy="476253"/>
          </a:xfrm>
          <a:prstGeom prst="rect">
            <a:avLst/>
          </a:prstGeom>
          <a:solidFill>
            <a:srgbClr val="E3F4E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73C6A1"/>
                </a:solidFill>
              </a:rPr>
              <a:t>R 227</a:t>
            </a:r>
          </a:p>
          <a:p>
            <a:pPr algn="ctr"/>
            <a:r>
              <a:rPr lang="en-GB" sz="863" dirty="0">
                <a:solidFill>
                  <a:srgbClr val="73C6A1"/>
                </a:solidFill>
              </a:rPr>
              <a:t>G 244</a:t>
            </a:r>
          </a:p>
          <a:p>
            <a:pPr algn="ctr"/>
            <a:r>
              <a:rPr lang="en-GB" sz="863" dirty="0">
                <a:solidFill>
                  <a:srgbClr val="73C6A1"/>
                </a:solidFill>
              </a:rPr>
              <a:t>B 236</a:t>
            </a:r>
          </a:p>
        </p:txBody>
      </p:sp>
      <p:grpSp>
        <p:nvGrpSpPr>
          <p:cNvPr id="57346" name="Group 65"/>
          <p:cNvGrpSpPr/>
          <p:nvPr userDrawn="1"/>
        </p:nvGrpSpPr>
        <p:grpSpPr>
          <a:xfrm>
            <a:off x="-1546270" y="326284"/>
            <a:ext cx="1444943" cy="225126"/>
            <a:chOff x="-1563724" y="81191"/>
            <a:chExt cx="1338744" cy="204230"/>
          </a:xfrm>
        </p:grpSpPr>
        <p:cxnSp>
          <p:nvCxnSpPr>
            <p:cNvPr id="67" name="Straight Arrow Connector 66"/>
            <p:cNvCxnSpPr/>
            <p:nvPr userDrawn="1"/>
          </p:nvCxnSpPr>
          <p:spPr>
            <a:xfrm>
              <a:off x="-873052" y="188913"/>
              <a:ext cx="648072"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p:cNvSpPr txBox="1"/>
            <p:nvPr userDrawn="1"/>
          </p:nvSpPr>
          <p:spPr>
            <a:xfrm>
              <a:off x="-1563724" y="81191"/>
              <a:ext cx="648072" cy="204230"/>
            </a:xfrm>
            <a:prstGeom prst="rect">
              <a:avLst/>
            </a:prstGeom>
            <a:noFill/>
          </p:spPr>
          <p:txBody>
            <a:bodyPr wrap="square" rtlCol="0">
              <a:spAutoFit/>
            </a:bodyPr>
            <a:lstStyle/>
            <a:p>
              <a:pPr algn="r"/>
              <a:r>
                <a:rPr lang="en-GB" sz="863" dirty="0">
                  <a:solidFill>
                    <a:srgbClr val="FFFFFF"/>
                  </a:solidFill>
                  <a:cs typeface="Arial" charset="0"/>
                </a:rPr>
                <a:t>8.40</a:t>
              </a:r>
            </a:p>
          </p:txBody>
        </p:sp>
      </p:grpSp>
      <p:sp>
        <p:nvSpPr>
          <p:cNvPr id="71" name="Rectangle 70"/>
          <p:cNvSpPr/>
          <p:nvPr userDrawn="1"/>
        </p:nvSpPr>
        <p:spPr>
          <a:xfrm>
            <a:off x="-2387251" y="1478687"/>
            <a:ext cx="2285924" cy="24872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7712" tIns="38856" rIns="77712" bIns="38856" rtlCol="0" anchor="t" anchorCtr="0"/>
          <a:lstStyle/>
          <a:p>
            <a:pPr algn="ctr"/>
            <a:r>
              <a:rPr lang="en-GB" sz="863" dirty="0">
                <a:solidFill>
                  <a:srgbClr val="1B4298"/>
                </a:solidFill>
              </a:rPr>
              <a:t>Colour order </a:t>
            </a:r>
            <a:r>
              <a:rPr lang="en-GB" sz="756" i="1" dirty="0">
                <a:solidFill>
                  <a:srgbClr val="1B4298"/>
                </a:solidFill>
              </a:rPr>
              <a:t>(left to right, top to bottom)</a:t>
            </a:r>
          </a:p>
        </p:txBody>
      </p:sp>
      <p:sp>
        <p:nvSpPr>
          <p:cNvPr id="72" name="Rectangle 71"/>
          <p:cNvSpPr/>
          <p:nvPr userDrawn="1"/>
        </p:nvSpPr>
        <p:spPr>
          <a:xfrm>
            <a:off x="-2270671" y="1690185"/>
            <a:ext cx="466321" cy="4762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US" sz="863" dirty="0">
                <a:solidFill>
                  <a:srgbClr val="FFFFFF"/>
                </a:solidFill>
              </a:rPr>
              <a:t>R 59</a:t>
            </a:r>
          </a:p>
          <a:p>
            <a:pPr algn="ctr"/>
            <a:r>
              <a:rPr lang="en-US" sz="863" dirty="0">
                <a:solidFill>
                  <a:srgbClr val="FFFFFF"/>
                </a:solidFill>
              </a:rPr>
              <a:t>G 110</a:t>
            </a:r>
          </a:p>
          <a:p>
            <a:pPr algn="ctr"/>
            <a:r>
              <a:rPr lang="en-US" sz="863" dirty="0">
                <a:solidFill>
                  <a:srgbClr val="FFFFFF"/>
                </a:solidFill>
              </a:rPr>
              <a:t>B 143</a:t>
            </a:r>
            <a:endParaRPr lang="en-GB" sz="863" dirty="0">
              <a:solidFill>
                <a:srgbClr val="FFFFFF"/>
              </a:solidFill>
            </a:endParaRPr>
          </a:p>
        </p:txBody>
      </p:sp>
      <p:sp>
        <p:nvSpPr>
          <p:cNvPr id="73" name="Rectangle 72"/>
          <p:cNvSpPr/>
          <p:nvPr userDrawn="1"/>
        </p:nvSpPr>
        <p:spPr>
          <a:xfrm>
            <a:off x="-1474039" y="1690185"/>
            <a:ext cx="466321" cy="476253"/>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FFFFFF"/>
                </a:solidFill>
              </a:rPr>
              <a:t>R 251</a:t>
            </a:r>
          </a:p>
          <a:p>
            <a:pPr algn="ctr"/>
            <a:r>
              <a:rPr lang="en-US" sz="863" dirty="0">
                <a:solidFill>
                  <a:srgbClr val="FFFFFF"/>
                </a:solidFill>
              </a:rPr>
              <a:t>G 193</a:t>
            </a:r>
          </a:p>
          <a:p>
            <a:pPr algn="ctr"/>
            <a:r>
              <a:rPr lang="en-US" sz="863" dirty="0">
                <a:solidFill>
                  <a:srgbClr val="FFFFFF"/>
                </a:solidFill>
              </a:rPr>
              <a:t>B 119</a:t>
            </a:r>
            <a:endParaRPr lang="en-GB" sz="863" dirty="0">
              <a:solidFill>
                <a:srgbClr val="FFFFFF"/>
              </a:solidFill>
            </a:endParaRPr>
          </a:p>
        </p:txBody>
      </p:sp>
      <p:sp>
        <p:nvSpPr>
          <p:cNvPr id="74" name="Rectangle 73"/>
          <p:cNvSpPr/>
          <p:nvPr userDrawn="1"/>
        </p:nvSpPr>
        <p:spPr>
          <a:xfrm>
            <a:off x="-677407" y="1690185"/>
            <a:ext cx="466321" cy="4762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FFFFFF"/>
                </a:solidFill>
              </a:rPr>
              <a:t>R 115</a:t>
            </a:r>
          </a:p>
          <a:p>
            <a:pPr algn="ctr"/>
            <a:r>
              <a:rPr lang="en-US" sz="863" dirty="0">
                <a:solidFill>
                  <a:srgbClr val="FFFFFF"/>
                </a:solidFill>
              </a:rPr>
              <a:t>G 198</a:t>
            </a:r>
          </a:p>
          <a:p>
            <a:pPr algn="ctr"/>
            <a:r>
              <a:rPr lang="en-US" sz="863" dirty="0">
                <a:solidFill>
                  <a:srgbClr val="FFFFFF"/>
                </a:solidFill>
              </a:rPr>
              <a:t>B 161</a:t>
            </a:r>
            <a:endParaRPr lang="en-GB" sz="863" dirty="0">
              <a:solidFill>
                <a:srgbClr val="FFFFFF"/>
              </a:solidFill>
            </a:endParaRPr>
          </a:p>
        </p:txBody>
      </p:sp>
      <p:sp>
        <p:nvSpPr>
          <p:cNvPr id="76" name="Rectangle 75"/>
          <p:cNvSpPr/>
          <p:nvPr userDrawn="1"/>
        </p:nvSpPr>
        <p:spPr>
          <a:xfrm>
            <a:off x="-2270671" y="2236614"/>
            <a:ext cx="466321" cy="47625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FFFFFF"/>
                </a:solidFill>
              </a:rPr>
              <a:t>R 103</a:t>
            </a:r>
          </a:p>
          <a:p>
            <a:pPr algn="ctr"/>
            <a:r>
              <a:rPr lang="en-US" sz="863" dirty="0">
                <a:solidFill>
                  <a:srgbClr val="FFFFFF"/>
                </a:solidFill>
              </a:rPr>
              <a:t>G 153</a:t>
            </a:r>
          </a:p>
          <a:p>
            <a:pPr algn="ctr"/>
            <a:r>
              <a:rPr lang="en-US" sz="863" dirty="0">
                <a:solidFill>
                  <a:srgbClr val="FFFFFF"/>
                </a:solidFill>
              </a:rPr>
              <a:t>B 200</a:t>
            </a:r>
            <a:endParaRPr lang="en-GB" sz="863" dirty="0">
              <a:solidFill>
                <a:srgbClr val="FFFFFF"/>
              </a:solidFill>
            </a:endParaRPr>
          </a:p>
        </p:txBody>
      </p:sp>
      <p:sp>
        <p:nvSpPr>
          <p:cNvPr id="77" name="Rectangle 76"/>
          <p:cNvSpPr/>
          <p:nvPr userDrawn="1"/>
        </p:nvSpPr>
        <p:spPr>
          <a:xfrm>
            <a:off x="-677407" y="2236614"/>
            <a:ext cx="466321" cy="47625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1B4298"/>
                </a:solidFill>
              </a:rPr>
              <a:t>R 186</a:t>
            </a:r>
          </a:p>
          <a:p>
            <a:pPr algn="ctr"/>
            <a:r>
              <a:rPr lang="en-US" sz="863" dirty="0">
                <a:solidFill>
                  <a:srgbClr val="1B4298"/>
                </a:solidFill>
              </a:rPr>
              <a:t>G 163</a:t>
            </a:r>
          </a:p>
          <a:p>
            <a:pPr algn="ctr"/>
            <a:r>
              <a:rPr lang="en-US" sz="863" dirty="0">
                <a:solidFill>
                  <a:srgbClr val="1B4298"/>
                </a:solidFill>
              </a:rPr>
              <a:t>B 171</a:t>
            </a:r>
            <a:endParaRPr lang="en-GB" sz="863" dirty="0">
              <a:solidFill>
                <a:srgbClr val="1B4298"/>
              </a:solidFill>
            </a:endParaRPr>
          </a:p>
        </p:txBody>
      </p:sp>
      <p:sp>
        <p:nvSpPr>
          <p:cNvPr id="78" name="Rectangle 77"/>
          <p:cNvSpPr/>
          <p:nvPr userDrawn="1"/>
        </p:nvSpPr>
        <p:spPr>
          <a:xfrm>
            <a:off x="-1474039" y="2236614"/>
            <a:ext cx="466321" cy="476253"/>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1B4298"/>
                </a:solidFill>
              </a:rPr>
              <a:t>R 191</a:t>
            </a:r>
          </a:p>
          <a:p>
            <a:pPr algn="ctr"/>
            <a:r>
              <a:rPr lang="en-US" sz="863" dirty="0">
                <a:solidFill>
                  <a:srgbClr val="1B4298"/>
                </a:solidFill>
              </a:rPr>
              <a:t>G 191</a:t>
            </a:r>
          </a:p>
          <a:p>
            <a:pPr algn="ctr"/>
            <a:r>
              <a:rPr lang="en-US" sz="863" dirty="0">
                <a:solidFill>
                  <a:srgbClr val="1B4298"/>
                </a:solidFill>
              </a:rPr>
              <a:t>B 191</a:t>
            </a:r>
            <a:endParaRPr lang="en-GB" sz="863" dirty="0">
              <a:solidFill>
                <a:srgbClr val="1B4298"/>
              </a:solidFill>
            </a:endParaRPr>
          </a:p>
        </p:txBody>
      </p:sp>
      <p:sp>
        <p:nvSpPr>
          <p:cNvPr id="80" name="Rectangle 79"/>
          <p:cNvSpPr/>
          <p:nvPr userDrawn="1"/>
        </p:nvSpPr>
        <p:spPr>
          <a:xfrm>
            <a:off x="-2270671" y="2783044"/>
            <a:ext cx="466321" cy="47625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US" sz="863" dirty="0">
                <a:solidFill>
                  <a:srgbClr val="FFFFFF"/>
                </a:solidFill>
              </a:rPr>
              <a:t>R 127</a:t>
            </a:r>
          </a:p>
          <a:p>
            <a:pPr algn="ctr"/>
            <a:r>
              <a:rPr lang="en-US" sz="863" dirty="0">
                <a:solidFill>
                  <a:srgbClr val="FFFFFF"/>
                </a:solidFill>
              </a:rPr>
              <a:t>G 127</a:t>
            </a:r>
          </a:p>
          <a:p>
            <a:pPr algn="ctr"/>
            <a:r>
              <a:rPr lang="en-US" sz="863" dirty="0">
                <a:solidFill>
                  <a:srgbClr val="FFFFFF"/>
                </a:solidFill>
              </a:rPr>
              <a:t>B 127</a:t>
            </a:r>
            <a:endParaRPr lang="en-GB" sz="863" dirty="0">
              <a:solidFill>
                <a:srgbClr val="FFFFFF"/>
              </a:solidFill>
            </a:endParaRPr>
          </a:p>
        </p:txBody>
      </p:sp>
      <p:sp>
        <p:nvSpPr>
          <p:cNvPr id="81" name="Rectangle 80"/>
          <p:cNvSpPr/>
          <p:nvPr userDrawn="1"/>
        </p:nvSpPr>
        <p:spPr>
          <a:xfrm>
            <a:off x="-1474039" y="2783044"/>
            <a:ext cx="466321" cy="47625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FFFFFF"/>
                </a:solidFill>
              </a:rPr>
              <a:t>R 201</a:t>
            </a:r>
          </a:p>
          <a:p>
            <a:pPr algn="ctr"/>
            <a:r>
              <a:rPr lang="en-US" sz="863" dirty="0">
                <a:solidFill>
                  <a:srgbClr val="FFFFFF"/>
                </a:solidFill>
              </a:rPr>
              <a:t>G 48</a:t>
            </a:r>
          </a:p>
          <a:p>
            <a:pPr algn="ctr"/>
            <a:r>
              <a:rPr lang="en-US" sz="863" dirty="0">
                <a:solidFill>
                  <a:srgbClr val="FFFFFF"/>
                </a:solidFill>
              </a:rPr>
              <a:t>B 146</a:t>
            </a:r>
            <a:endParaRPr lang="en-GB" sz="863" dirty="0">
              <a:solidFill>
                <a:srgbClr val="FFFFFF"/>
              </a:solidFill>
            </a:endParaRPr>
          </a:p>
        </p:txBody>
      </p:sp>
      <p:sp>
        <p:nvSpPr>
          <p:cNvPr id="82" name="Rectangle 81"/>
          <p:cNvSpPr/>
          <p:nvPr userDrawn="1"/>
        </p:nvSpPr>
        <p:spPr>
          <a:xfrm>
            <a:off x="-677407" y="2783044"/>
            <a:ext cx="466321" cy="47625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FFFFFF"/>
                </a:solidFill>
              </a:rPr>
              <a:t>R 27</a:t>
            </a:r>
          </a:p>
          <a:p>
            <a:pPr algn="ctr"/>
            <a:r>
              <a:rPr lang="en-US" sz="863" dirty="0">
                <a:solidFill>
                  <a:srgbClr val="FFFFFF"/>
                </a:solidFill>
              </a:rPr>
              <a:t>G 66</a:t>
            </a:r>
          </a:p>
          <a:p>
            <a:pPr algn="ctr"/>
            <a:r>
              <a:rPr lang="en-US" sz="863" dirty="0">
                <a:solidFill>
                  <a:srgbClr val="FFFFFF"/>
                </a:solidFill>
              </a:rPr>
              <a:t>B 152</a:t>
            </a:r>
            <a:endParaRPr lang="en-GB" sz="863" dirty="0">
              <a:solidFill>
                <a:srgbClr val="FFFFFF"/>
              </a:solidFill>
            </a:endParaRPr>
          </a:p>
        </p:txBody>
      </p:sp>
      <p:sp>
        <p:nvSpPr>
          <p:cNvPr id="83" name="Rectangle 82"/>
          <p:cNvSpPr/>
          <p:nvPr userDrawn="1"/>
        </p:nvSpPr>
        <p:spPr>
          <a:xfrm>
            <a:off x="-2270671" y="3329475"/>
            <a:ext cx="466321" cy="47625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FFFFFF"/>
                </a:solidFill>
              </a:rPr>
              <a:t>R 84</a:t>
            </a:r>
          </a:p>
          <a:p>
            <a:pPr algn="ctr"/>
            <a:r>
              <a:rPr lang="en-US" sz="863" dirty="0">
                <a:solidFill>
                  <a:srgbClr val="FFFFFF"/>
                </a:solidFill>
              </a:rPr>
              <a:t>G 7</a:t>
            </a:r>
          </a:p>
          <a:p>
            <a:pPr algn="ctr"/>
            <a:r>
              <a:rPr lang="en-US" sz="863" dirty="0">
                <a:solidFill>
                  <a:srgbClr val="FFFFFF"/>
                </a:solidFill>
              </a:rPr>
              <a:t>B 91</a:t>
            </a:r>
            <a:endParaRPr lang="en-GB" sz="863" dirty="0">
              <a:solidFill>
                <a:srgbClr val="FFFFFF"/>
              </a:solidFill>
            </a:endParaRPr>
          </a:p>
        </p:txBody>
      </p:sp>
      <p:sp>
        <p:nvSpPr>
          <p:cNvPr id="84" name="Rectangle 83"/>
          <p:cNvSpPr/>
          <p:nvPr userDrawn="1"/>
        </p:nvSpPr>
        <p:spPr>
          <a:xfrm>
            <a:off x="-1474039" y="3329475"/>
            <a:ext cx="466321" cy="47625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1B4298"/>
                </a:solidFill>
              </a:rPr>
              <a:t>R 248</a:t>
            </a:r>
          </a:p>
          <a:p>
            <a:pPr algn="ctr"/>
            <a:r>
              <a:rPr lang="en-US" sz="863" dirty="0">
                <a:solidFill>
                  <a:srgbClr val="1B4298"/>
                </a:solidFill>
              </a:rPr>
              <a:t>G 152</a:t>
            </a:r>
          </a:p>
          <a:p>
            <a:pPr algn="ctr"/>
            <a:r>
              <a:rPr lang="en-US" sz="863" dirty="0">
                <a:solidFill>
                  <a:srgbClr val="1B4298"/>
                </a:solidFill>
              </a:rPr>
              <a:t>B 29</a:t>
            </a:r>
            <a:endParaRPr lang="en-GB" sz="863" dirty="0">
              <a:solidFill>
                <a:srgbClr val="1B4298"/>
              </a:solidFill>
            </a:endParaRPr>
          </a:p>
        </p:txBody>
      </p:sp>
      <p:sp>
        <p:nvSpPr>
          <p:cNvPr id="86" name="Rectangle 85"/>
          <p:cNvSpPr/>
          <p:nvPr userDrawn="1"/>
        </p:nvSpPr>
        <p:spPr>
          <a:xfrm>
            <a:off x="-2270671" y="6081727"/>
            <a:ext cx="466321" cy="476253"/>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BAA3AB"/>
                </a:solidFill>
              </a:rPr>
              <a:t>R 241</a:t>
            </a:r>
          </a:p>
          <a:p>
            <a:pPr algn="ctr"/>
            <a:r>
              <a:rPr lang="en-GB" sz="863" dirty="0">
                <a:solidFill>
                  <a:srgbClr val="BAA3AB"/>
                </a:solidFill>
              </a:rPr>
              <a:t>G 237</a:t>
            </a:r>
          </a:p>
          <a:p>
            <a:pPr algn="ctr"/>
            <a:r>
              <a:rPr lang="en-GB" sz="863" dirty="0">
                <a:solidFill>
                  <a:srgbClr val="BAA3AB"/>
                </a:solidFill>
              </a:rPr>
              <a:t>B 238</a:t>
            </a:r>
          </a:p>
        </p:txBody>
      </p:sp>
      <p:sp>
        <p:nvSpPr>
          <p:cNvPr id="87" name="Rectangle 86"/>
          <p:cNvSpPr/>
          <p:nvPr userDrawn="1"/>
        </p:nvSpPr>
        <p:spPr>
          <a:xfrm>
            <a:off x="-1474039" y="6081727"/>
            <a:ext cx="466321" cy="476253"/>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F8981D"/>
                </a:solidFill>
              </a:rPr>
              <a:t>R 254</a:t>
            </a:r>
          </a:p>
          <a:p>
            <a:pPr algn="ctr"/>
            <a:r>
              <a:rPr lang="en-GB" sz="863" dirty="0">
                <a:solidFill>
                  <a:srgbClr val="F8981D"/>
                </a:solidFill>
              </a:rPr>
              <a:t>G 234</a:t>
            </a:r>
          </a:p>
          <a:p>
            <a:pPr algn="ctr"/>
            <a:r>
              <a:rPr lang="en-GB" sz="863" dirty="0">
                <a:solidFill>
                  <a:srgbClr val="F8981D"/>
                </a:solidFill>
              </a:rPr>
              <a:t>B 210</a:t>
            </a:r>
          </a:p>
        </p:txBody>
      </p:sp>
      <p:sp>
        <p:nvSpPr>
          <p:cNvPr id="88" name="Rectangle 87"/>
          <p:cNvSpPr/>
          <p:nvPr userDrawn="1"/>
        </p:nvSpPr>
        <p:spPr>
          <a:xfrm>
            <a:off x="-677407" y="6081727"/>
            <a:ext cx="466321" cy="47625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856" rIns="0" bIns="38856" rtlCol="0" anchor="ctr"/>
          <a:lstStyle/>
          <a:p>
            <a:pPr algn="ctr"/>
            <a:r>
              <a:rPr lang="en-GB" sz="863" dirty="0">
                <a:solidFill>
                  <a:srgbClr val="1B4298"/>
                </a:solidFill>
              </a:rPr>
              <a:t>R 211</a:t>
            </a:r>
          </a:p>
          <a:p>
            <a:pPr algn="ctr"/>
            <a:r>
              <a:rPr lang="en-GB" sz="863" dirty="0">
                <a:solidFill>
                  <a:srgbClr val="1B4298"/>
                </a:solidFill>
              </a:rPr>
              <a:t>G 227</a:t>
            </a:r>
          </a:p>
          <a:p>
            <a:pPr algn="ctr"/>
            <a:r>
              <a:rPr lang="en-GB" sz="863" dirty="0">
                <a:solidFill>
                  <a:srgbClr val="1B4298"/>
                </a:solidFill>
              </a:rPr>
              <a:t>B 237</a:t>
            </a:r>
          </a:p>
        </p:txBody>
      </p:sp>
    </p:spTree>
    <p:extLst>
      <p:ext uri="{BB962C8B-B14F-4D97-AF65-F5344CB8AC3E}">
        <p14:creationId xmlns:p14="http://schemas.microsoft.com/office/powerpoint/2010/main" val="51469666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cSld name="2_Basic">
    <p:spTree>
      <p:nvGrpSpPr>
        <p:cNvPr id="1" name="Shape 95"/>
        <p:cNvGrpSpPr/>
        <p:nvPr/>
      </p:nvGrpSpPr>
      <p:grpSpPr>
        <a:xfrm>
          <a:off x="0" y="0"/>
          <a:ext cx="0" cy="0"/>
          <a:chOff x="0" y="0"/>
          <a:chExt cx="0" cy="0"/>
        </a:xfrm>
      </p:grpSpPr>
      <p:sp>
        <p:nvSpPr>
          <p:cNvPr id="96" name="Shape 96"/>
          <p:cNvSpPr txBox="1">
            <a:spLocks noGrp="1"/>
          </p:cNvSpPr>
          <p:nvPr>
            <p:ph type="title"/>
          </p:nvPr>
        </p:nvSpPr>
        <p:spPr>
          <a:xfrm>
            <a:off x="527740" y="192137"/>
            <a:ext cx="8859116" cy="694457"/>
          </a:xfrm>
          <a:prstGeom prst="rect">
            <a:avLst/>
          </a:prstGeom>
          <a:noFill/>
          <a:ln>
            <a:noFill/>
          </a:ln>
        </p:spPr>
        <p:txBody>
          <a:bodyPr lIns="91425" tIns="91425" rIns="91425" bIns="91425" anchor="b" anchorCtr="0"/>
          <a:lstStyle>
            <a:lvl1pPr marL="0" marR="0" lvl="0" indent="0" algn="l" rtl="0">
              <a:lnSpc>
                <a:spcPct val="100000"/>
              </a:lnSpc>
              <a:spcBef>
                <a:spcPts val="0"/>
              </a:spcBef>
              <a:spcAft>
                <a:spcPts val="0"/>
              </a:spcAft>
              <a:buNone/>
              <a:defRPr sz="2391" b="0" i="0" u="none" strike="noStrike" cap="none">
                <a:solidFill>
                  <a:schemeClr val="dk2"/>
                </a:solidFill>
                <a:latin typeface="Myriad Light" panose="02000406040000020004" pitchFamily="2" charset="0"/>
                <a:ea typeface="Myriad Light" panose="02000406040000020004" pitchFamily="2" charset="0"/>
                <a:cs typeface="Arial"/>
                <a:sym typeface="Arial"/>
              </a:defRPr>
            </a:lvl1pPr>
            <a:lvl2pPr marL="0" marR="0" lvl="1" indent="0" algn="ctr" rtl="0">
              <a:spcBef>
                <a:spcPts val="0"/>
              </a:spcBef>
              <a:spcAft>
                <a:spcPts val="0"/>
              </a:spcAft>
              <a:buNone/>
              <a:defRPr sz="4384" b="0" i="0" u="none" strike="noStrike" cap="none">
                <a:solidFill>
                  <a:schemeClr val="dk1"/>
                </a:solidFill>
                <a:latin typeface="Calibri"/>
                <a:ea typeface="Calibri"/>
                <a:cs typeface="Calibri"/>
                <a:sym typeface="Calibri"/>
              </a:defRPr>
            </a:lvl2pPr>
            <a:lvl3pPr marL="0" marR="0" lvl="2" indent="0" algn="ctr" rtl="0">
              <a:spcBef>
                <a:spcPts val="0"/>
              </a:spcBef>
              <a:spcAft>
                <a:spcPts val="0"/>
              </a:spcAft>
              <a:buNone/>
              <a:defRPr sz="4384" b="0" i="0" u="none" strike="noStrike" cap="none">
                <a:solidFill>
                  <a:schemeClr val="dk1"/>
                </a:solidFill>
                <a:latin typeface="Calibri"/>
                <a:ea typeface="Calibri"/>
                <a:cs typeface="Calibri"/>
                <a:sym typeface="Calibri"/>
              </a:defRPr>
            </a:lvl3pPr>
            <a:lvl4pPr marL="0" marR="0" lvl="3" indent="0" algn="ctr" rtl="0">
              <a:spcBef>
                <a:spcPts val="0"/>
              </a:spcBef>
              <a:spcAft>
                <a:spcPts val="0"/>
              </a:spcAft>
              <a:buNone/>
              <a:defRPr sz="4384" b="0" i="0" u="none" strike="noStrike" cap="none">
                <a:solidFill>
                  <a:schemeClr val="dk1"/>
                </a:solidFill>
                <a:latin typeface="Calibri"/>
                <a:ea typeface="Calibri"/>
                <a:cs typeface="Calibri"/>
                <a:sym typeface="Calibri"/>
              </a:defRPr>
            </a:lvl4pPr>
            <a:lvl5pPr marL="0" marR="0" lvl="4" indent="0" algn="ctr" rtl="0">
              <a:spcBef>
                <a:spcPts val="0"/>
              </a:spcBef>
              <a:spcAft>
                <a:spcPts val="0"/>
              </a:spcAft>
              <a:buNone/>
              <a:defRPr sz="4384" b="0" i="0" u="none" strike="noStrike" cap="none">
                <a:solidFill>
                  <a:schemeClr val="dk1"/>
                </a:solidFill>
                <a:latin typeface="Calibri"/>
                <a:ea typeface="Calibri"/>
                <a:cs typeface="Calibri"/>
                <a:sym typeface="Calibri"/>
              </a:defRPr>
            </a:lvl5pPr>
            <a:lvl6pPr marL="455509" marR="0" lvl="5" indent="-3174" algn="ctr" rtl="0">
              <a:spcBef>
                <a:spcPts val="0"/>
              </a:spcBef>
              <a:spcAft>
                <a:spcPts val="0"/>
              </a:spcAft>
              <a:buNone/>
              <a:defRPr sz="4384" b="0" i="0" u="none" strike="noStrike" cap="none">
                <a:solidFill>
                  <a:schemeClr val="dk1"/>
                </a:solidFill>
                <a:latin typeface="Calibri"/>
                <a:ea typeface="Calibri"/>
                <a:cs typeface="Calibri"/>
                <a:sym typeface="Calibri"/>
              </a:defRPr>
            </a:lvl6pPr>
            <a:lvl7pPr marL="911019" marR="0" lvl="6" indent="-6348" algn="ctr" rtl="0">
              <a:spcBef>
                <a:spcPts val="0"/>
              </a:spcBef>
              <a:spcAft>
                <a:spcPts val="0"/>
              </a:spcAft>
              <a:buNone/>
              <a:defRPr sz="4384" b="0" i="0" u="none" strike="noStrike" cap="none">
                <a:solidFill>
                  <a:schemeClr val="dk1"/>
                </a:solidFill>
                <a:latin typeface="Calibri"/>
                <a:ea typeface="Calibri"/>
                <a:cs typeface="Calibri"/>
                <a:sym typeface="Calibri"/>
              </a:defRPr>
            </a:lvl7pPr>
            <a:lvl8pPr marL="1366528" marR="0" lvl="7" indent="-9523" algn="ctr" rtl="0">
              <a:spcBef>
                <a:spcPts val="0"/>
              </a:spcBef>
              <a:spcAft>
                <a:spcPts val="0"/>
              </a:spcAft>
              <a:buNone/>
              <a:defRPr sz="4384" b="0" i="0" u="none" strike="noStrike" cap="none">
                <a:solidFill>
                  <a:schemeClr val="dk1"/>
                </a:solidFill>
                <a:latin typeface="Calibri"/>
                <a:ea typeface="Calibri"/>
                <a:cs typeface="Calibri"/>
                <a:sym typeface="Calibri"/>
              </a:defRPr>
            </a:lvl8pPr>
            <a:lvl9pPr marL="1822036" marR="0" lvl="8" indent="-12697" algn="ctr" rtl="0">
              <a:spcBef>
                <a:spcPts val="0"/>
              </a:spcBef>
              <a:spcAft>
                <a:spcPts val="0"/>
              </a:spcAft>
              <a:buNone/>
              <a:defRPr sz="4384" b="0" i="0" u="none" strike="noStrike" cap="none">
                <a:solidFill>
                  <a:schemeClr val="dk1"/>
                </a:solidFill>
                <a:latin typeface="Calibri"/>
                <a:ea typeface="Calibri"/>
                <a:cs typeface="Calibri"/>
                <a:sym typeface="Calibri"/>
              </a:defRPr>
            </a:lvl9pPr>
          </a:lstStyle>
          <a:p>
            <a:endParaRPr dirty="0"/>
          </a:p>
        </p:txBody>
      </p:sp>
      <p:sp>
        <p:nvSpPr>
          <p:cNvPr id="97" name="Shape 97"/>
          <p:cNvSpPr txBox="1">
            <a:spLocks noGrp="1"/>
          </p:cNvSpPr>
          <p:nvPr>
            <p:ph type="body" idx="1"/>
          </p:nvPr>
        </p:nvSpPr>
        <p:spPr>
          <a:xfrm>
            <a:off x="527738" y="6875454"/>
            <a:ext cx="8858441" cy="397232"/>
          </a:xfrm>
          <a:prstGeom prst="rect">
            <a:avLst/>
          </a:prstGeom>
          <a:noFill/>
          <a:ln>
            <a:noFill/>
          </a:ln>
        </p:spPr>
        <p:txBody>
          <a:bodyPr lIns="91425" tIns="91425" rIns="91425" bIns="91425" anchor="b" anchorCtr="0"/>
          <a:lstStyle>
            <a:lvl1pPr marL="0" marR="0" lvl="0" indent="0" algn="l" rtl="0">
              <a:lnSpc>
                <a:spcPct val="100000"/>
              </a:lnSpc>
              <a:spcBef>
                <a:spcPts val="0"/>
              </a:spcBef>
              <a:spcAft>
                <a:spcPts val="0"/>
              </a:spcAft>
              <a:buClr>
                <a:srgbClr val="7F7F7F"/>
              </a:buClr>
              <a:buFont typeface="Arial"/>
              <a:buNone/>
              <a:defRPr sz="598" b="0" i="1" u="none" strike="noStrike" cap="none">
                <a:solidFill>
                  <a:srgbClr val="7F7F7F"/>
                </a:solidFill>
                <a:latin typeface="Verdana"/>
                <a:ea typeface="Verdana"/>
                <a:cs typeface="Verdana"/>
                <a:sym typeface="Verdana"/>
              </a:defRPr>
            </a:lvl1pPr>
            <a:lvl2pPr marL="181888" marR="0" lvl="1" indent="-143919" algn="l" rtl="0">
              <a:lnSpc>
                <a:spcPct val="110000"/>
              </a:lnSpc>
              <a:spcBef>
                <a:spcPts val="0"/>
              </a:spcBef>
              <a:spcAft>
                <a:spcPts val="0"/>
              </a:spcAft>
              <a:buClr>
                <a:srgbClr val="DF6822"/>
              </a:buClr>
              <a:buSzPct val="92333"/>
              <a:buFont typeface="Arial"/>
              <a:buChar char="•"/>
              <a:defRPr sz="598" b="0" i="0" u="none" strike="noStrike" cap="none">
                <a:solidFill>
                  <a:schemeClr val="dk1"/>
                </a:solidFill>
                <a:latin typeface="Verdana"/>
                <a:ea typeface="Verdana"/>
                <a:cs typeface="Verdana"/>
                <a:sym typeface="Verdana"/>
              </a:defRPr>
            </a:lvl2pPr>
            <a:lvl3pPr marL="354285" marR="0" lvl="2" indent="-138122" algn="l" rtl="0">
              <a:lnSpc>
                <a:spcPct val="110000"/>
              </a:lnSpc>
              <a:spcBef>
                <a:spcPts val="0"/>
              </a:spcBef>
              <a:spcAft>
                <a:spcPts val="0"/>
              </a:spcAft>
              <a:buClr>
                <a:schemeClr val="dk2"/>
              </a:buClr>
              <a:buSzPct val="92333"/>
              <a:buFont typeface="Verdana"/>
              <a:buChar char="–"/>
              <a:defRPr sz="598" b="0" i="0" u="none" strike="noStrike" cap="none">
                <a:solidFill>
                  <a:schemeClr val="dk1"/>
                </a:solidFill>
                <a:latin typeface="Verdana"/>
                <a:ea typeface="Verdana"/>
                <a:cs typeface="Verdana"/>
                <a:sym typeface="Verdana"/>
              </a:defRPr>
            </a:lvl3pPr>
            <a:lvl4pPr marL="536172" marR="0" lvl="3" indent="-155526" algn="l" rtl="0">
              <a:lnSpc>
                <a:spcPct val="110000"/>
              </a:lnSpc>
              <a:spcBef>
                <a:spcPts val="0"/>
              </a:spcBef>
              <a:spcAft>
                <a:spcPts val="0"/>
              </a:spcAft>
              <a:buClr>
                <a:schemeClr val="dk2"/>
              </a:buClr>
              <a:buSzPct val="92333"/>
              <a:buFont typeface="Arial"/>
              <a:buChar char="•"/>
              <a:defRPr sz="598" b="0" i="0" u="none" strike="noStrike" cap="none">
                <a:solidFill>
                  <a:schemeClr val="dk1"/>
                </a:solidFill>
                <a:latin typeface="Verdana"/>
                <a:ea typeface="Verdana"/>
                <a:cs typeface="Verdana"/>
                <a:sym typeface="Verdana"/>
              </a:defRPr>
            </a:lvl4pPr>
            <a:lvl5pPr marL="718059" marR="0" lvl="4" indent="-145513" algn="l" rtl="0">
              <a:lnSpc>
                <a:spcPct val="110000"/>
              </a:lnSpc>
              <a:spcBef>
                <a:spcPts val="0"/>
              </a:spcBef>
              <a:spcAft>
                <a:spcPts val="0"/>
              </a:spcAft>
              <a:buClr>
                <a:schemeClr val="dk2"/>
              </a:buClr>
              <a:buSzPct val="92333"/>
              <a:buFont typeface="Verdana"/>
              <a:buChar char="–"/>
              <a:defRPr sz="598" b="0" i="0" u="none" strike="noStrike" cap="none">
                <a:solidFill>
                  <a:schemeClr val="dk1"/>
                </a:solidFill>
                <a:latin typeface="Verdana"/>
                <a:ea typeface="Verdana"/>
                <a:cs typeface="Verdana"/>
                <a:sym typeface="Verdana"/>
              </a:defRPr>
            </a:lvl5pPr>
            <a:lvl6pPr marL="2505300" marR="0" lvl="5" indent="-103402" algn="l" rtl="0">
              <a:spcBef>
                <a:spcPts val="398"/>
              </a:spcBef>
              <a:buClr>
                <a:schemeClr val="dk1"/>
              </a:buClr>
              <a:buSzPct val="102555"/>
              <a:buFont typeface="Arial"/>
              <a:buChar char="•"/>
              <a:defRPr sz="1991" b="0" i="0" u="none" strike="noStrike" cap="none">
                <a:solidFill>
                  <a:schemeClr val="dk1"/>
                </a:solidFill>
                <a:latin typeface="Verdana"/>
                <a:ea typeface="Verdana"/>
                <a:cs typeface="Verdana"/>
                <a:sym typeface="Verdana"/>
              </a:defRPr>
            </a:lvl6pPr>
            <a:lvl7pPr marL="2960810" marR="0" lvl="6" indent="-106579" algn="l" rtl="0">
              <a:spcBef>
                <a:spcPts val="398"/>
              </a:spcBef>
              <a:buClr>
                <a:schemeClr val="dk1"/>
              </a:buClr>
              <a:buSzPct val="102555"/>
              <a:buFont typeface="Arial"/>
              <a:buChar char="•"/>
              <a:defRPr sz="1991" b="0" i="0" u="none" strike="noStrike" cap="none">
                <a:solidFill>
                  <a:schemeClr val="dk1"/>
                </a:solidFill>
                <a:latin typeface="Verdana"/>
                <a:ea typeface="Verdana"/>
                <a:cs typeface="Verdana"/>
                <a:sym typeface="Verdana"/>
              </a:defRPr>
            </a:lvl7pPr>
            <a:lvl8pPr marL="3416319" marR="0" lvl="7" indent="-109753" algn="l" rtl="0">
              <a:spcBef>
                <a:spcPts val="398"/>
              </a:spcBef>
              <a:buClr>
                <a:schemeClr val="dk1"/>
              </a:buClr>
              <a:buSzPct val="102555"/>
              <a:buFont typeface="Arial"/>
              <a:buChar char="•"/>
              <a:defRPr sz="1991" b="0" i="0" u="none" strike="noStrike" cap="none">
                <a:solidFill>
                  <a:schemeClr val="dk1"/>
                </a:solidFill>
                <a:latin typeface="Verdana"/>
                <a:ea typeface="Verdana"/>
                <a:cs typeface="Verdana"/>
                <a:sym typeface="Verdana"/>
              </a:defRPr>
            </a:lvl8pPr>
            <a:lvl9pPr marL="3871828" marR="0" lvl="8" indent="-112927" algn="l" rtl="0">
              <a:spcBef>
                <a:spcPts val="398"/>
              </a:spcBef>
              <a:buClr>
                <a:schemeClr val="dk1"/>
              </a:buClr>
              <a:buSzPct val="102555"/>
              <a:buFont typeface="Arial"/>
              <a:buChar char="•"/>
              <a:defRPr sz="1991" b="0" i="0" u="none" strike="noStrike" cap="none">
                <a:solidFill>
                  <a:schemeClr val="dk1"/>
                </a:solidFill>
                <a:latin typeface="Verdana"/>
                <a:ea typeface="Verdana"/>
                <a:cs typeface="Verdana"/>
                <a:sym typeface="Verdana"/>
              </a:defRPr>
            </a:lvl9pPr>
          </a:lstStyle>
          <a:p>
            <a:endParaRPr/>
          </a:p>
        </p:txBody>
      </p:sp>
      <p:sp>
        <p:nvSpPr>
          <p:cNvPr id="98" name="Shape 98"/>
          <p:cNvSpPr txBox="1">
            <a:spLocks noGrp="1"/>
          </p:cNvSpPr>
          <p:nvPr>
            <p:ph type="body" idx="2"/>
          </p:nvPr>
        </p:nvSpPr>
        <p:spPr>
          <a:xfrm>
            <a:off x="527849" y="1478522"/>
            <a:ext cx="9636230" cy="5396932"/>
          </a:xfrm>
          <a:prstGeom prst="rect">
            <a:avLst/>
          </a:prstGeom>
          <a:noFill/>
          <a:ln>
            <a:noFill/>
          </a:ln>
        </p:spPr>
        <p:txBody>
          <a:bodyPr lIns="91425" tIns="91425" rIns="91425" bIns="91425" anchor="t" anchorCtr="0"/>
          <a:lstStyle>
            <a:lvl1pPr marL="0" marR="0" lvl="0" indent="0" algn="l" rtl="0">
              <a:lnSpc>
                <a:spcPct val="110000"/>
              </a:lnSpc>
              <a:spcBef>
                <a:spcPts val="598"/>
              </a:spcBef>
              <a:spcAft>
                <a:spcPts val="0"/>
              </a:spcAft>
              <a:buClr>
                <a:schemeClr val="dk2"/>
              </a:buClr>
              <a:buFont typeface="Arial"/>
              <a:buNone/>
              <a:defRPr sz="995" b="0" i="1" u="none" strike="noStrike" cap="none">
                <a:solidFill>
                  <a:schemeClr val="dk2"/>
                </a:solidFill>
                <a:latin typeface="Myriad Light" panose="02000406040000020004" pitchFamily="2" charset="0"/>
                <a:ea typeface="Verdana"/>
                <a:cs typeface="Myriad Light" panose="02000406040000020004" pitchFamily="2" charset="0"/>
                <a:sym typeface="Verdana"/>
              </a:defRPr>
            </a:lvl1pPr>
            <a:lvl2pPr marL="181888" marR="0" lvl="1" indent="-131309" algn="l" rtl="0">
              <a:lnSpc>
                <a:spcPct val="110000"/>
              </a:lnSpc>
              <a:spcBef>
                <a:spcPts val="598"/>
              </a:spcBef>
              <a:spcAft>
                <a:spcPts val="0"/>
              </a:spcAft>
              <a:buClr>
                <a:srgbClr val="DF6822"/>
              </a:buClr>
              <a:buSzPct val="105428"/>
              <a:buFont typeface="Arial"/>
              <a:buChar char="•"/>
              <a:defRPr sz="797" b="0" i="0" u="none" strike="noStrike" cap="none">
                <a:solidFill>
                  <a:schemeClr val="dk1"/>
                </a:solidFill>
                <a:latin typeface="Verdana"/>
                <a:ea typeface="Verdana"/>
                <a:cs typeface="Verdana"/>
                <a:sym typeface="Verdana"/>
              </a:defRPr>
            </a:lvl2pPr>
            <a:lvl3pPr marL="354285" marR="0" lvl="2" indent="-125512" algn="l" rtl="0">
              <a:lnSpc>
                <a:spcPct val="110000"/>
              </a:lnSpc>
              <a:spcBef>
                <a:spcPts val="299"/>
              </a:spcBef>
              <a:spcAft>
                <a:spcPts val="0"/>
              </a:spcAft>
              <a:buClr>
                <a:schemeClr val="dk2"/>
              </a:buClr>
              <a:buSzPct val="105428"/>
              <a:buFont typeface="Verdana"/>
              <a:buChar char="–"/>
              <a:defRPr sz="797" b="0" i="0" u="none" strike="noStrike" cap="none">
                <a:solidFill>
                  <a:schemeClr val="dk1"/>
                </a:solidFill>
                <a:latin typeface="Verdana"/>
                <a:ea typeface="Verdana"/>
                <a:cs typeface="Verdana"/>
                <a:sym typeface="Verdana"/>
              </a:defRPr>
            </a:lvl3pPr>
            <a:lvl4pPr marL="536172" marR="0" lvl="3" indent="-142916" algn="l" rtl="0">
              <a:lnSpc>
                <a:spcPct val="110000"/>
              </a:lnSpc>
              <a:spcBef>
                <a:spcPts val="299"/>
              </a:spcBef>
              <a:spcAft>
                <a:spcPts val="0"/>
              </a:spcAft>
              <a:buClr>
                <a:schemeClr val="dk2"/>
              </a:buClr>
              <a:buSzPct val="105428"/>
              <a:buFont typeface="Arial"/>
              <a:buChar char="•"/>
              <a:defRPr sz="797" b="0" i="0" u="none" strike="noStrike" cap="none">
                <a:solidFill>
                  <a:schemeClr val="dk1"/>
                </a:solidFill>
                <a:latin typeface="Verdana"/>
                <a:ea typeface="Verdana"/>
                <a:cs typeface="Verdana"/>
                <a:sym typeface="Verdana"/>
              </a:defRPr>
            </a:lvl4pPr>
            <a:lvl5pPr marL="718059" marR="0" lvl="4" indent="-132903" algn="l" rtl="0">
              <a:lnSpc>
                <a:spcPct val="110000"/>
              </a:lnSpc>
              <a:spcBef>
                <a:spcPts val="299"/>
              </a:spcBef>
              <a:spcAft>
                <a:spcPts val="0"/>
              </a:spcAft>
              <a:buClr>
                <a:schemeClr val="dk2"/>
              </a:buClr>
              <a:buSzPct val="105428"/>
              <a:buFont typeface="Verdana"/>
              <a:buChar char="–"/>
              <a:defRPr sz="797" b="0" i="0" u="none" strike="noStrike" cap="none">
                <a:solidFill>
                  <a:schemeClr val="dk1"/>
                </a:solidFill>
                <a:latin typeface="Verdana"/>
                <a:ea typeface="Verdana"/>
                <a:cs typeface="Verdana"/>
                <a:sym typeface="Verdana"/>
              </a:defRPr>
            </a:lvl5pPr>
            <a:lvl6pPr marL="2505300" marR="0" lvl="5" indent="-103402" algn="l" rtl="0">
              <a:spcBef>
                <a:spcPts val="398"/>
              </a:spcBef>
              <a:buClr>
                <a:schemeClr val="dk1"/>
              </a:buClr>
              <a:buSzPct val="102555"/>
              <a:buFont typeface="Arial"/>
              <a:buChar char="•"/>
              <a:defRPr sz="1991" b="0" i="0" u="none" strike="noStrike" cap="none">
                <a:solidFill>
                  <a:schemeClr val="dk1"/>
                </a:solidFill>
                <a:latin typeface="Verdana"/>
                <a:ea typeface="Verdana"/>
                <a:cs typeface="Verdana"/>
                <a:sym typeface="Verdana"/>
              </a:defRPr>
            </a:lvl6pPr>
            <a:lvl7pPr marL="2960810" marR="0" lvl="6" indent="-106579" algn="l" rtl="0">
              <a:spcBef>
                <a:spcPts val="398"/>
              </a:spcBef>
              <a:buClr>
                <a:schemeClr val="dk1"/>
              </a:buClr>
              <a:buSzPct val="102555"/>
              <a:buFont typeface="Arial"/>
              <a:buChar char="•"/>
              <a:defRPr sz="1991" b="0" i="0" u="none" strike="noStrike" cap="none">
                <a:solidFill>
                  <a:schemeClr val="dk1"/>
                </a:solidFill>
                <a:latin typeface="Verdana"/>
                <a:ea typeface="Verdana"/>
                <a:cs typeface="Verdana"/>
                <a:sym typeface="Verdana"/>
              </a:defRPr>
            </a:lvl7pPr>
            <a:lvl8pPr marL="3416319" marR="0" lvl="7" indent="-109753" algn="l" rtl="0">
              <a:spcBef>
                <a:spcPts val="398"/>
              </a:spcBef>
              <a:buClr>
                <a:schemeClr val="dk1"/>
              </a:buClr>
              <a:buSzPct val="102555"/>
              <a:buFont typeface="Arial"/>
              <a:buChar char="•"/>
              <a:defRPr sz="1991" b="0" i="0" u="none" strike="noStrike" cap="none">
                <a:solidFill>
                  <a:schemeClr val="dk1"/>
                </a:solidFill>
                <a:latin typeface="Verdana"/>
                <a:ea typeface="Verdana"/>
                <a:cs typeface="Verdana"/>
                <a:sym typeface="Verdana"/>
              </a:defRPr>
            </a:lvl8pPr>
            <a:lvl9pPr marL="3871828" marR="0" lvl="8" indent="-112927" algn="l" rtl="0">
              <a:spcBef>
                <a:spcPts val="398"/>
              </a:spcBef>
              <a:buClr>
                <a:schemeClr val="dk1"/>
              </a:buClr>
              <a:buSzPct val="102555"/>
              <a:buFont typeface="Arial"/>
              <a:buChar char="•"/>
              <a:defRPr sz="1991" b="0" i="0" u="none" strike="noStrike" cap="none">
                <a:solidFill>
                  <a:schemeClr val="dk1"/>
                </a:solidFill>
                <a:latin typeface="Verdana"/>
                <a:ea typeface="Verdana"/>
                <a:cs typeface="Verdana"/>
                <a:sym typeface="Verdana"/>
              </a:defRPr>
            </a:lvl9pPr>
          </a:lstStyle>
          <a:p>
            <a:endParaRPr/>
          </a:p>
        </p:txBody>
      </p:sp>
    </p:spTree>
    <p:extLst>
      <p:ext uri="{BB962C8B-B14F-4D97-AF65-F5344CB8AC3E}">
        <p14:creationId xmlns:p14="http://schemas.microsoft.com/office/powerpoint/2010/main" val="201458719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8.xml"/><Relationship Id="rId18" Type="http://schemas.openxmlformats.org/officeDocument/2006/relationships/slideLayout" Target="../slideLayouts/slideLayout63.xml"/><Relationship Id="rId26" Type="http://schemas.openxmlformats.org/officeDocument/2006/relationships/slideLayout" Target="../slideLayouts/slideLayout71.xml"/><Relationship Id="rId39" Type="http://schemas.openxmlformats.org/officeDocument/2006/relationships/slideLayout" Target="../slideLayouts/slideLayout84.xml"/><Relationship Id="rId21" Type="http://schemas.openxmlformats.org/officeDocument/2006/relationships/slideLayout" Target="../slideLayouts/slideLayout66.xml"/><Relationship Id="rId34" Type="http://schemas.openxmlformats.org/officeDocument/2006/relationships/slideLayout" Target="../slideLayouts/slideLayout79.xml"/><Relationship Id="rId42" Type="http://schemas.openxmlformats.org/officeDocument/2006/relationships/slideLayout" Target="../slideLayouts/slideLayout87.xml"/><Relationship Id="rId47" Type="http://schemas.openxmlformats.org/officeDocument/2006/relationships/image" Target="../media/image1.emf"/><Relationship Id="rId7" Type="http://schemas.openxmlformats.org/officeDocument/2006/relationships/slideLayout" Target="../slideLayouts/slideLayout52.xml"/><Relationship Id="rId2" Type="http://schemas.openxmlformats.org/officeDocument/2006/relationships/slideLayout" Target="../slideLayouts/slideLayout47.xml"/><Relationship Id="rId16" Type="http://schemas.openxmlformats.org/officeDocument/2006/relationships/slideLayout" Target="../slideLayouts/slideLayout61.xml"/><Relationship Id="rId29" Type="http://schemas.openxmlformats.org/officeDocument/2006/relationships/slideLayout" Target="../slideLayouts/slideLayout74.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24" Type="http://schemas.openxmlformats.org/officeDocument/2006/relationships/slideLayout" Target="../slideLayouts/slideLayout69.xml"/><Relationship Id="rId32" Type="http://schemas.openxmlformats.org/officeDocument/2006/relationships/slideLayout" Target="../slideLayouts/slideLayout77.xml"/><Relationship Id="rId37" Type="http://schemas.openxmlformats.org/officeDocument/2006/relationships/slideLayout" Target="../slideLayouts/slideLayout82.xml"/><Relationship Id="rId40" Type="http://schemas.openxmlformats.org/officeDocument/2006/relationships/slideLayout" Target="../slideLayouts/slideLayout85.xml"/><Relationship Id="rId45" Type="http://schemas.openxmlformats.org/officeDocument/2006/relationships/slideLayout" Target="../slideLayouts/slideLayout90.xml"/><Relationship Id="rId5" Type="http://schemas.openxmlformats.org/officeDocument/2006/relationships/slideLayout" Target="../slideLayouts/slideLayout50.xml"/><Relationship Id="rId15" Type="http://schemas.openxmlformats.org/officeDocument/2006/relationships/slideLayout" Target="../slideLayouts/slideLayout60.xml"/><Relationship Id="rId23" Type="http://schemas.openxmlformats.org/officeDocument/2006/relationships/slideLayout" Target="../slideLayouts/slideLayout68.xml"/><Relationship Id="rId28" Type="http://schemas.openxmlformats.org/officeDocument/2006/relationships/slideLayout" Target="../slideLayouts/slideLayout73.xml"/><Relationship Id="rId36" Type="http://schemas.openxmlformats.org/officeDocument/2006/relationships/slideLayout" Target="../slideLayouts/slideLayout81.xml"/><Relationship Id="rId10" Type="http://schemas.openxmlformats.org/officeDocument/2006/relationships/slideLayout" Target="../slideLayouts/slideLayout55.xml"/><Relationship Id="rId19" Type="http://schemas.openxmlformats.org/officeDocument/2006/relationships/slideLayout" Target="../slideLayouts/slideLayout64.xml"/><Relationship Id="rId31" Type="http://schemas.openxmlformats.org/officeDocument/2006/relationships/slideLayout" Target="../slideLayouts/slideLayout76.xml"/><Relationship Id="rId44" Type="http://schemas.openxmlformats.org/officeDocument/2006/relationships/slideLayout" Target="../slideLayouts/slideLayout89.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 Id="rId22" Type="http://schemas.openxmlformats.org/officeDocument/2006/relationships/slideLayout" Target="../slideLayouts/slideLayout67.xml"/><Relationship Id="rId27" Type="http://schemas.openxmlformats.org/officeDocument/2006/relationships/slideLayout" Target="../slideLayouts/slideLayout72.xml"/><Relationship Id="rId30" Type="http://schemas.openxmlformats.org/officeDocument/2006/relationships/slideLayout" Target="../slideLayouts/slideLayout75.xml"/><Relationship Id="rId35" Type="http://schemas.openxmlformats.org/officeDocument/2006/relationships/slideLayout" Target="../slideLayouts/slideLayout80.xml"/><Relationship Id="rId43" Type="http://schemas.openxmlformats.org/officeDocument/2006/relationships/slideLayout" Target="../slideLayouts/slideLayout88.xml"/><Relationship Id="rId8" Type="http://schemas.openxmlformats.org/officeDocument/2006/relationships/slideLayout" Target="../slideLayouts/slideLayout53.xml"/><Relationship Id="rId3" Type="http://schemas.openxmlformats.org/officeDocument/2006/relationships/slideLayout" Target="../slideLayouts/slideLayout48.xml"/><Relationship Id="rId12" Type="http://schemas.openxmlformats.org/officeDocument/2006/relationships/slideLayout" Target="../slideLayouts/slideLayout57.xml"/><Relationship Id="rId17" Type="http://schemas.openxmlformats.org/officeDocument/2006/relationships/slideLayout" Target="../slideLayouts/slideLayout62.xml"/><Relationship Id="rId25" Type="http://schemas.openxmlformats.org/officeDocument/2006/relationships/slideLayout" Target="../slideLayouts/slideLayout70.xml"/><Relationship Id="rId33" Type="http://schemas.openxmlformats.org/officeDocument/2006/relationships/slideLayout" Target="../slideLayouts/slideLayout78.xml"/><Relationship Id="rId38" Type="http://schemas.openxmlformats.org/officeDocument/2006/relationships/slideLayout" Target="../slideLayouts/slideLayout83.xml"/><Relationship Id="rId46" Type="http://schemas.openxmlformats.org/officeDocument/2006/relationships/theme" Target="../theme/theme2.xml"/><Relationship Id="rId20" Type="http://schemas.openxmlformats.org/officeDocument/2006/relationships/slideLayout" Target="../slideLayouts/slideLayout65.xml"/><Relationship Id="rId41"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527255" y="207941"/>
            <a:ext cx="8859116" cy="694458"/>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US" dirty="0"/>
              <a:t>Click to edit Master title style</a:t>
            </a:r>
            <a:endParaRPr lang="en-GB" dirty="0"/>
          </a:p>
        </p:txBody>
      </p:sp>
      <p:sp>
        <p:nvSpPr>
          <p:cNvPr id="1027" name="Text Placeholder 2"/>
          <p:cNvSpPr>
            <a:spLocks noGrp="1"/>
          </p:cNvSpPr>
          <p:nvPr>
            <p:ph type="body" idx="1"/>
          </p:nvPr>
        </p:nvSpPr>
        <p:spPr bwMode="auto">
          <a:xfrm>
            <a:off x="527736" y="1478685"/>
            <a:ext cx="9636231" cy="539676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7" name="Picture 6" descr="RB_logo_RGB.tif"/>
          <p:cNvPicPr>
            <a:picLocks noChangeAspect="1"/>
          </p:cNvPicPr>
          <p:nvPr/>
        </p:nvPicPr>
        <p:blipFill>
          <a:blip r:embed="rId47" cstate="print">
            <a:extLst>
              <a:ext uri="{28A0092B-C50C-407E-A947-70E740481C1C}">
                <a14:useLocalDpi xmlns:a14="http://schemas.microsoft.com/office/drawing/2010/main"/>
              </a:ext>
            </a:extLst>
          </a:blip>
          <a:stretch>
            <a:fillRect/>
          </a:stretch>
        </p:blipFill>
        <p:spPr>
          <a:xfrm>
            <a:off x="9620517" y="207941"/>
            <a:ext cx="561730" cy="692453"/>
          </a:xfrm>
          <a:prstGeom prst="rect">
            <a:avLst/>
          </a:prstGeom>
        </p:spPr>
      </p:pic>
      <p:cxnSp>
        <p:nvCxnSpPr>
          <p:cNvPr id="9" name="Straight Connector 8"/>
          <p:cNvCxnSpPr/>
          <p:nvPr/>
        </p:nvCxnSpPr>
        <p:spPr>
          <a:xfrm>
            <a:off x="527256" y="1001696"/>
            <a:ext cx="9636339" cy="0"/>
          </a:xfrm>
          <a:prstGeom prst="line">
            <a:avLst/>
          </a:prstGeom>
          <a:ln w="3175">
            <a:solidFill>
              <a:srgbClr val="FF6600"/>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bwMode="gray">
          <a:xfrm>
            <a:off x="9945952" y="7272359"/>
            <a:ext cx="218000" cy="132793"/>
          </a:xfrm>
          <a:prstGeom prst="rect">
            <a:avLst/>
          </a:prstGeom>
        </p:spPr>
        <p:txBody>
          <a:bodyPr wrap="square" lIns="0" tIns="0" rIns="0" bIns="0">
            <a:spAutoFit/>
          </a:bodyPr>
          <a:lstStyle/>
          <a:p>
            <a:pPr algn="r"/>
            <a:fld id="{31373DAF-A9C0-42DE-8CF2-AB164102F8BF}" type="slidenum">
              <a:rPr lang="en-GB" sz="863" b="1">
                <a:solidFill>
                  <a:schemeClr val="accent5"/>
                </a:solidFill>
                <a:latin typeface="Myriad" pitchFamily="2" charset="0"/>
                <a:cs typeface="Arial" charset="0"/>
              </a:rPr>
              <a:pPr algn="r"/>
              <a:t>‹#›</a:t>
            </a:fld>
            <a:endParaRPr lang="en-GB" sz="863" b="1" dirty="0">
              <a:solidFill>
                <a:schemeClr val="accent5"/>
              </a:solidFill>
              <a:latin typeface="Myriad" pitchFamily="2" charset="0"/>
              <a:cs typeface="Arial" charset="0"/>
            </a:endParaRPr>
          </a:p>
        </p:txBody>
      </p:sp>
      <p:sp>
        <p:nvSpPr>
          <p:cNvPr id="10" name="Rectangle 9"/>
          <p:cNvSpPr/>
          <p:nvPr/>
        </p:nvSpPr>
        <p:spPr>
          <a:xfrm>
            <a:off x="7877756" y="7182421"/>
            <a:ext cx="2068195" cy="267189"/>
          </a:xfrm>
          <a:prstGeom prst="rect">
            <a:avLst/>
          </a:prstGeom>
        </p:spPr>
        <p:txBody>
          <a:bodyPr wrap="none">
            <a:spAutoFit/>
          </a:bodyPr>
          <a:lstStyle/>
          <a:p>
            <a:pPr algn="r">
              <a:lnSpc>
                <a:spcPct val="110000"/>
              </a:lnSpc>
              <a:spcBef>
                <a:spcPts val="648"/>
              </a:spcBef>
              <a:buFont typeface="Arial" charset="0"/>
              <a:buNone/>
              <a:defRPr/>
            </a:pPr>
            <a:r>
              <a:rPr lang="en-AU" sz="1079" dirty="0">
                <a:solidFill>
                  <a:schemeClr val="accent2"/>
                </a:solidFill>
                <a:latin typeface="Myriad Light" panose="02000406040000020004" pitchFamily="2" charset="0"/>
              </a:rPr>
              <a:t>Agribusiness Review  </a:t>
            </a:r>
            <a:r>
              <a:rPr lang="en-AU" sz="1079" baseline="0" dirty="0">
                <a:solidFill>
                  <a:schemeClr val="tx2"/>
                </a:solidFill>
                <a:latin typeface="Myriad Light" panose="02000406040000020004" pitchFamily="2" charset="0"/>
              </a:rPr>
              <a:t>August 2022</a:t>
            </a:r>
            <a:endParaRPr lang="en-AU" sz="1079" dirty="0">
              <a:solidFill>
                <a:schemeClr val="tx2"/>
              </a:solidFill>
              <a:latin typeface="Myriad Light" panose="02000406040000020004" pitchFamily="2" charset="0"/>
            </a:endParaRPr>
          </a:p>
        </p:txBody>
      </p:sp>
    </p:spTree>
  </p:cSld>
  <p:clrMap bg1="lt1" tx1="dk1" bg2="lt2" tx2="dk2" accent1="accent1" accent2="accent2" accent3="accent3" accent4="accent4" accent5="accent5" accent6="accent6" hlink="hlink" folHlink="folHlink"/>
  <p:sldLayoutIdLst>
    <p:sldLayoutId id="2147484162" r:id="rId1"/>
    <p:sldLayoutId id="2147483983" r:id="rId2"/>
    <p:sldLayoutId id="2147483984" r:id="rId3"/>
    <p:sldLayoutId id="2147483985" r:id="rId4"/>
    <p:sldLayoutId id="2147483986" r:id="rId5"/>
    <p:sldLayoutId id="2147483987" r:id="rId6"/>
    <p:sldLayoutId id="2147483988" r:id="rId7"/>
    <p:sldLayoutId id="2147483989" r:id="rId8"/>
    <p:sldLayoutId id="2147483990" r:id="rId9"/>
    <p:sldLayoutId id="2147483991" r:id="rId10"/>
    <p:sldLayoutId id="2147483992" r:id="rId11"/>
    <p:sldLayoutId id="2147483993" r:id="rId12"/>
    <p:sldLayoutId id="2147483994" r:id="rId13"/>
    <p:sldLayoutId id="2147483995" r:id="rId14"/>
    <p:sldLayoutId id="2147483996" r:id="rId15"/>
    <p:sldLayoutId id="2147483997" r:id="rId16"/>
    <p:sldLayoutId id="2147483998" r:id="rId17"/>
    <p:sldLayoutId id="2147483999" r:id="rId18"/>
    <p:sldLayoutId id="2147484000" r:id="rId19"/>
    <p:sldLayoutId id="2147484001" r:id="rId20"/>
    <p:sldLayoutId id="2147484002" r:id="rId21"/>
    <p:sldLayoutId id="2147484003" r:id="rId22"/>
    <p:sldLayoutId id="2147484004" r:id="rId23"/>
    <p:sldLayoutId id="2147484005" r:id="rId24"/>
    <p:sldLayoutId id="2147484006" r:id="rId25"/>
    <p:sldLayoutId id="2147484007" r:id="rId26"/>
    <p:sldLayoutId id="2147484008" r:id="rId27"/>
    <p:sldLayoutId id="2147484009" r:id="rId28"/>
    <p:sldLayoutId id="2147484010" r:id="rId29"/>
    <p:sldLayoutId id="2147484011" r:id="rId30"/>
    <p:sldLayoutId id="2147484012" r:id="rId31"/>
    <p:sldLayoutId id="2147484013" r:id="rId32"/>
    <p:sldLayoutId id="2147484014" r:id="rId33"/>
    <p:sldLayoutId id="2147484015" r:id="rId34"/>
    <p:sldLayoutId id="2147484016" r:id="rId35"/>
    <p:sldLayoutId id="2147484027" r:id="rId36"/>
    <p:sldLayoutId id="2147484028" r:id="rId37"/>
    <p:sldLayoutId id="2147484029" r:id="rId38"/>
    <p:sldLayoutId id="2147484030" r:id="rId39"/>
    <p:sldLayoutId id="2147484031" r:id="rId40"/>
    <p:sldLayoutId id="2147483743" r:id="rId41"/>
    <p:sldLayoutId id="2147483744" r:id="rId42"/>
    <p:sldLayoutId id="2147483758" r:id="rId43"/>
    <p:sldLayoutId id="2147484040" r:id="rId44"/>
    <p:sldLayoutId id="2147484220" r:id="rId45"/>
  </p:sldLayoutIdLst>
  <p:hf sldNum="0" hdr="0" dt="0"/>
  <p:txStyles>
    <p:titleStyle>
      <a:lvl1pPr algn="l" rtl="0" eaLnBrk="1" fontAlgn="base" hangingPunct="1">
        <a:lnSpc>
          <a:spcPct val="100000"/>
        </a:lnSpc>
        <a:spcBef>
          <a:spcPct val="0"/>
        </a:spcBef>
        <a:spcAft>
          <a:spcPct val="0"/>
        </a:spcAft>
        <a:defRPr sz="3238" kern="1200">
          <a:solidFill>
            <a:schemeClr val="tx2"/>
          </a:solidFill>
          <a:latin typeface="+mj-lt"/>
          <a:ea typeface="+mj-ea"/>
          <a:cs typeface="+mj-cs"/>
        </a:defRPr>
      </a:lvl1pPr>
      <a:lvl2pPr algn="ctr" rtl="0" eaLnBrk="1" fontAlgn="base" hangingPunct="1">
        <a:spcBef>
          <a:spcPct val="0"/>
        </a:spcBef>
        <a:spcAft>
          <a:spcPct val="0"/>
        </a:spcAft>
        <a:defRPr sz="4749">
          <a:solidFill>
            <a:schemeClr val="tx1"/>
          </a:solidFill>
          <a:latin typeface="Calibri" pitchFamily="34" charset="0"/>
        </a:defRPr>
      </a:lvl2pPr>
      <a:lvl3pPr algn="ctr" rtl="0" eaLnBrk="1" fontAlgn="base" hangingPunct="1">
        <a:spcBef>
          <a:spcPct val="0"/>
        </a:spcBef>
        <a:spcAft>
          <a:spcPct val="0"/>
        </a:spcAft>
        <a:defRPr sz="4749">
          <a:solidFill>
            <a:schemeClr val="tx1"/>
          </a:solidFill>
          <a:latin typeface="Calibri" pitchFamily="34" charset="0"/>
        </a:defRPr>
      </a:lvl3pPr>
      <a:lvl4pPr algn="ctr" rtl="0" eaLnBrk="1" fontAlgn="base" hangingPunct="1">
        <a:spcBef>
          <a:spcPct val="0"/>
        </a:spcBef>
        <a:spcAft>
          <a:spcPct val="0"/>
        </a:spcAft>
        <a:defRPr sz="4749">
          <a:solidFill>
            <a:schemeClr val="tx1"/>
          </a:solidFill>
          <a:latin typeface="Calibri" pitchFamily="34" charset="0"/>
        </a:defRPr>
      </a:lvl4pPr>
      <a:lvl5pPr algn="ctr" rtl="0" eaLnBrk="1" fontAlgn="base" hangingPunct="1">
        <a:spcBef>
          <a:spcPct val="0"/>
        </a:spcBef>
        <a:spcAft>
          <a:spcPct val="0"/>
        </a:spcAft>
        <a:defRPr sz="4749">
          <a:solidFill>
            <a:schemeClr val="tx1"/>
          </a:solidFill>
          <a:latin typeface="Calibri" pitchFamily="34" charset="0"/>
        </a:defRPr>
      </a:lvl5pPr>
      <a:lvl6pPr marL="493456" algn="ctr" rtl="0" eaLnBrk="1" fontAlgn="base" hangingPunct="1">
        <a:spcBef>
          <a:spcPct val="0"/>
        </a:spcBef>
        <a:spcAft>
          <a:spcPct val="0"/>
        </a:spcAft>
        <a:defRPr sz="4749">
          <a:solidFill>
            <a:schemeClr val="tx1"/>
          </a:solidFill>
          <a:latin typeface="Calibri" pitchFamily="34" charset="0"/>
        </a:defRPr>
      </a:lvl6pPr>
      <a:lvl7pPr marL="986912" algn="ctr" rtl="0" eaLnBrk="1" fontAlgn="base" hangingPunct="1">
        <a:spcBef>
          <a:spcPct val="0"/>
        </a:spcBef>
        <a:spcAft>
          <a:spcPct val="0"/>
        </a:spcAft>
        <a:defRPr sz="4749">
          <a:solidFill>
            <a:schemeClr val="tx1"/>
          </a:solidFill>
          <a:latin typeface="Calibri" pitchFamily="34" charset="0"/>
        </a:defRPr>
      </a:lvl7pPr>
      <a:lvl8pPr marL="1480368" algn="ctr" rtl="0" eaLnBrk="1" fontAlgn="base" hangingPunct="1">
        <a:spcBef>
          <a:spcPct val="0"/>
        </a:spcBef>
        <a:spcAft>
          <a:spcPct val="0"/>
        </a:spcAft>
        <a:defRPr sz="4749">
          <a:solidFill>
            <a:schemeClr val="tx1"/>
          </a:solidFill>
          <a:latin typeface="Calibri" pitchFamily="34" charset="0"/>
        </a:defRPr>
      </a:lvl8pPr>
      <a:lvl9pPr marL="1973824" algn="ctr" rtl="0" eaLnBrk="1" fontAlgn="base" hangingPunct="1">
        <a:spcBef>
          <a:spcPct val="0"/>
        </a:spcBef>
        <a:spcAft>
          <a:spcPct val="0"/>
        </a:spcAft>
        <a:defRPr sz="4749">
          <a:solidFill>
            <a:schemeClr val="tx1"/>
          </a:solidFill>
          <a:latin typeface="Calibri" pitchFamily="34" charset="0"/>
        </a:defRPr>
      </a:lvl9pPr>
    </p:titleStyle>
    <p:bodyStyle>
      <a:lvl1pPr marL="0" indent="0" algn="l" rtl="0" eaLnBrk="1" fontAlgn="base" hangingPunct="1">
        <a:lnSpc>
          <a:spcPct val="110000"/>
        </a:lnSpc>
        <a:spcBef>
          <a:spcPts val="648"/>
        </a:spcBef>
        <a:spcAft>
          <a:spcPct val="0"/>
        </a:spcAft>
        <a:buFont typeface="Arial" charset="0"/>
        <a:buNone/>
        <a:defRPr sz="1295" i="1" kern="1200">
          <a:solidFill>
            <a:schemeClr val="tx2"/>
          </a:solidFill>
          <a:latin typeface="+mj-lt"/>
          <a:ea typeface="+mn-ea"/>
          <a:cs typeface="+mn-cs"/>
        </a:defRPr>
      </a:lvl1pPr>
      <a:lvl2pPr marL="197040" indent="-197040" algn="l" rtl="0" eaLnBrk="1" fontAlgn="base" hangingPunct="1">
        <a:lnSpc>
          <a:spcPct val="110000"/>
        </a:lnSpc>
        <a:spcBef>
          <a:spcPts val="648"/>
        </a:spcBef>
        <a:spcAft>
          <a:spcPct val="0"/>
        </a:spcAft>
        <a:buClr>
          <a:schemeClr val="bg2"/>
        </a:buClr>
        <a:buFont typeface="Arial" panose="020B0604020202020204" pitchFamily="34" charset="0"/>
        <a:buChar char="•"/>
        <a:defRPr sz="1295" kern="1200">
          <a:solidFill>
            <a:schemeClr val="tx1"/>
          </a:solidFill>
          <a:latin typeface="+mj-lt"/>
          <a:ea typeface="+mn-ea"/>
          <a:cs typeface="+mn-cs"/>
        </a:defRPr>
      </a:lvl2pPr>
      <a:lvl3pPr marL="383799" indent="-186760" algn="l" rtl="0" eaLnBrk="1" fontAlgn="base" hangingPunct="1">
        <a:lnSpc>
          <a:spcPct val="110000"/>
        </a:lnSpc>
        <a:spcBef>
          <a:spcPts val="324"/>
        </a:spcBef>
        <a:spcAft>
          <a:spcPct val="0"/>
        </a:spcAft>
        <a:buClr>
          <a:schemeClr val="tx2"/>
        </a:buClr>
        <a:buFont typeface="Arial" panose="020B0604020202020204" pitchFamily="34" charset="0"/>
        <a:buChar char="•"/>
        <a:defRPr sz="1079" kern="1200">
          <a:solidFill>
            <a:schemeClr val="tx1"/>
          </a:solidFill>
          <a:latin typeface="+mj-lt"/>
          <a:ea typeface="+mn-ea"/>
          <a:cs typeface="+mn-cs"/>
        </a:defRPr>
      </a:lvl3pPr>
      <a:lvl4pPr marL="580839" indent="-197040" algn="l" rtl="0" eaLnBrk="1" fontAlgn="base" hangingPunct="1">
        <a:lnSpc>
          <a:spcPct val="110000"/>
        </a:lnSpc>
        <a:spcBef>
          <a:spcPts val="324"/>
        </a:spcBef>
        <a:spcAft>
          <a:spcPct val="0"/>
        </a:spcAft>
        <a:buClr>
          <a:schemeClr val="bg2"/>
        </a:buClr>
        <a:buFont typeface="Arial" pitchFamily="34" charset="0"/>
        <a:buChar char="•"/>
        <a:defRPr sz="971" kern="1200">
          <a:solidFill>
            <a:schemeClr val="tx1"/>
          </a:solidFill>
          <a:latin typeface="+mj-lt"/>
          <a:ea typeface="+mn-ea"/>
          <a:cs typeface="+mn-cs"/>
        </a:defRPr>
      </a:lvl4pPr>
      <a:lvl5pPr marL="777878" indent="-197040" algn="l" rtl="0" eaLnBrk="1" fontAlgn="base" hangingPunct="1">
        <a:lnSpc>
          <a:spcPct val="110000"/>
        </a:lnSpc>
        <a:spcBef>
          <a:spcPts val="324"/>
        </a:spcBef>
        <a:spcAft>
          <a:spcPct val="0"/>
        </a:spcAft>
        <a:buClr>
          <a:schemeClr val="tx2"/>
        </a:buClr>
        <a:buFont typeface="Arial" panose="020B0604020202020204" pitchFamily="34" charset="0"/>
        <a:buChar char="•"/>
        <a:defRPr sz="863" kern="1200">
          <a:solidFill>
            <a:schemeClr val="tx1"/>
          </a:solidFill>
          <a:latin typeface="+mj-lt"/>
          <a:ea typeface="+mn-ea"/>
          <a:cs typeface="+mn-cs"/>
        </a:defRPr>
      </a:lvl5pPr>
      <a:lvl6pPr marL="2714008" indent="-246728" algn="l" defTabSz="986912" rtl="0" eaLnBrk="1" latinLnBrk="0" hangingPunct="1">
        <a:spcBef>
          <a:spcPct val="20000"/>
        </a:spcBef>
        <a:buFont typeface="Arial" pitchFamily="34" charset="0"/>
        <a:buChar char="•"/>
        <a:defRPr sz="2159" kern="1200">
          <a:solidFill>
            <a:schemeClr val="tx1"/>
          </a:solidFill>
          <a:latin typeface="+mn-lt"/>
          <a:ea typeface="+mn-ea"/>
          <a:cs typeface="+mn-cs"/>
        </a:defRPr>
      </a:lvl6pPr>
      <a:lvl7pPr marL="3207464" indent="-246728" algn="l" defTabSz="986912" rtl="0" eaLnBrk="1" latinLnBrk="0" hangingPunct="1">
        <a:spcBef>
          <a:spcPct val="20000"/>
        </a:spcBef>
        <a:buFont typeface="Arial" pitchFamily="34" charset="0"/>
        <a:buChar char="•"/>
        <a:defRPr sz="2159" kern="1200">
          <a:solidFill>
            <a:schemeClr val="tx1"/>
          </a:solidFill>
          <a:latin typeface="+mn-lt"/>
          <a:ea typeface="+mn-ea"/>
          <a:cs typeface="+mn-cs"/>
        </a:defRPr>
      </a:lvl7pPr>
      <a:lvl8pPr marL="3700920" indent="-246728" algn="l" defTabSz="986912" rtl="0" eaLnBrk="1" latinLnBrk="0" hangingPunct="1">
        <a:spcBef>
          <a:spcPct val="20000"/>
        </a:spcBef>
        <a:buFont typeface="Arial" pitchFamily="34" charset="0"/>
        <a:buChar char="•"/>
        <a:defRPr sz="2159" kern="1200">
          <a:solidFill>
            <a:schemeClr val="tx1"/>
          </a:solidFill>
          <a:latin typeface="+mn-lt"/>
          <a:ea typeface="+mn-ea"/>
          <a:cs typeface="+mn-cs"/>
        </a:defRPr>
      </a:lvl8pPr>
      <a:lvl9pPr marL="4194376" indent="-246728" algn="l" defTabSz="986912" rtl="0" eaLnBrk="1" latinLnBrk="0" hangingPunct="1">
        <a:spcBef>
          <a:spcPct val="20000"/>
        </a:spcBef>
        <a:buFont typeface="Arial" pitchFamily="34" charset="0"/>
        <a:buChar char="•"/>
        <a:defRPr sz="2159" kern="1200">
          <a:solidFill>
            <a:schemeClr val="tx1"/>
          </a:solidFill>
          <a:latin typeface="+mn-lt"/>
          <a:ea typeface="+mn-ea"/>
          <a:cs typeface="+mn-cs"/>
        </a:defRPr>
      </a:lvl9pPr>
    </p:bodyStyle>
    <p:otherStyle>
      <a:defPPr>
        <a:defRPr lang="en-US"/>
      </a:defPPr>
      <a:lvl1pPr marL="0" algn="l" defTabSz="986912" rtl="0" eaLnBrk="1" latinLnBrk="0" hangingPunct="1">
        <a:defRPr sz="1943" kern="1200">
          <a:solidFill>
            <a:schemeClr val="tx1"/>
          </a:solidFill>
          <a:latin typeface="+mn-lt"/>
          <a:ea typeface="+mn-ea"/>
          <a:cs typeface="+mn-cs"/>
        </a:defRPr>
      </a:lvl1pPr>
      <a:lvl2pPr marL="493456" algn="l" defTabSz="986912" rtl="0" eaLnBrk="1" latinLnBrk="0" hangingPunct="1">
        <a:defRPr sz="1943" kern="1200">
          <a:solidFill>
            <a:schemeClr val="tx1"/>
          </a:solidFill>
          <a:latin typeface="+mn-lt"/>
          <a:ea typeface="+mn-ea"/>
          <a:cs typeface="+mn-cs"/>
        </a:defRPr>
      </a:lvl2pPr>
      <a:lvl3pPr marL="986912" algn="l" defTabSz="986912" rtl="0" eaLnBrk="1" latinLnBrk="0" hangingPunct="1">
        <a:defRPr sz="1943" kern="1200">
          <a:solidFill>
            <a:schemeClr val="tx1"/>
          </a:solidFill>
          <a:latin typeface="+mn-lt"/>
          <a:ea typeface="+mn-ea"/>
          <a:cs typeface="+mn-cs"/>
        </a:defRPr>
      </a:lvl3pPr>
      <a:lvl4pPr marL="1480368" algn="l" defTabSz="986912" rtl="0" eaLnBrk="1" latinLnBrk="0" hangingPunct="1">
        <a:defRPr sz="1943" kern="1200">
          <a:solidFill>
            <a:schemeClr val="tx1"/>
          </a:solidFill>
          <a:latin typeface="+mn-lt"/>
          <a:ea typeface="+mn-ea"/>
          <a:cs typeface="+mn-cs"/>
        </a:defRPr>
      </a:lvl4pPr>
      <a:lvl5pPr marL="1973824" algn="l" defTabSz="986912" rtl="0" eaLnBrk="1" latinLnBrk="0" hangingPunct="1">
        <a:defRPr sz="1943" kern="1200">
          <a:solidFill>
            <a:schemeClr val="tx1"/>
          </a:solidFill>
          <a:latin typeface="+mn-lt"/>
          <a:ea typeface="+mn-ea"/>
          <a:cs typeface="+mn-cs"/>
        </a:defRPr>
      </a:lvl5pPr>
      <a:lvl6pPr marL="2467280" algn="l" defTabSz="986912" rtl="0" eaLnBrk="1" latinLnBrk="0" hangingPunct="1">
        <a:defRPr sz="1943" kern="1200">
          <a:solidFill>
            <a:schemeClr val="tx1"/>
          </a:solidFill>
          <a:latin typeface="+mn-lt"/>
          <a:ea typeface="+mn-ea"/>
          <a:cs typeface="+mn-cs"/>
        </a:defRPr>
      </a:lvl6pPr>
      <a:lvl7pPr marL="2960736" algn="l" defTabSz="986912" rtl="0" eaLnBrk="1" latinLnBrk="0" hangingPunct="1">
        <a:defRPr sz="1943" kern="1200">
          <a:solidFill>
            <a:schemeClr val="tx1"/>
          </a:solidFill>
          <a:latin typeface="+mn-lt"/>
          <a:ea typeface="+mn-ea"/>
          <a:cs typeface="+mn-cs"/>
        </a:defRPr>
      </a:lvl7pPr>
      <a:lvl8pPr marL="3454192" algn="l" defTabSz="986912" rtl="0" eaLnBrk="1" latinLnBrk="0" hangingPunct="1">
        <a:defRPr sz="1943" kern="1200">
          <a:solidFill>
            <a:schemeClr val="tx1"/>
          </a:solidFill>
          <a:latin typeface="+mn-lt"/>
          <a:ea typeface="+mn-ea"/>
          <a:cs typeface="+mn-cs"/>
        </a:defRPr>
      </a:lvl8pPr>
      <a:lvl9pPr marL="3947648" algn="l" defTabSz="986912" rtl="0" eaLnBrk="1" latinLnBrk="0" hangingPunct="1">
        <a:defRPr sz="194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25" userDrawn="1">
          <p15:clr>
            <a:srgbClr val="F26B43"/>
          </p15:clr>
        </p15:guide>
        <p15:guide id="2" pos="3309" userDrawn="1">
          <p15:clr>
            <a:srgbClr val="F26B43"/>
          </p15:clr>
        </p15:guide>
        <p15:guide id="3" orient="horz" pos="926" userDrawn="1">
          <p15:clr>
            <a:srgbClr val="F26B43"/>
          </p15:clr>
        </p15:guide>
        <p15:guide id="4" orient="horz" pos="774" userDrawn="1">
          <p15:clr>
            <a:srgbClr val="F26B43"/>
          </p15:clr>
        </p15:guide>
        <p15:guide id="5" orient="horz" pos="2481" userDrawn="1">
          <p15:clr>
            <a:srgbClr val="F26B43"/>
          </p15:clr>
        </p15:guide>
        <p15:guide id="6" orient="horz" pos="2581" userDrawn="1">
          <p15:clr>
            <a:srgbClr val="F26B43"/>
          </p15:clr>
        </p15:guide>
        <p15:guide id="7" orient="horz" pos="562" userDrawn="1">
          <p15:clr>
            <a:srgbClr val="F26B43"/>
          </p15:clr>
        </p15:guide>
        <p15:guide id="8" pos="332" userDrawn="1">
          <p15:clr>
            <a:srgbClr val="F26B43"/>
          </p15:clr>
        </p15:guide>
        <p15:guide id="9" pos="6403" userDrawn="1">
          <p15:clr>
            <a:srgbClr val="F26B43"/>
          </p15:clr>
        </p15:guide>
        <p15:guide id="10" pos="3416" userDrawn="1">
          <p15:clr>
            <a:srgbClr val="F26B43"/>
          </p15:clr>
        </p15:guide>
        <p15:guide id="11" orient="horz" pos="458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527255" y="207941"/>
            <a:ext cx="8859116" cy="694458"/>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US" dirty="0"/>
              <a:t>Click to edit Master title style</a:t>
            </a:r>
            <a:endParaRPr lang="en-GB" dirty="0"/>
          </a:p>
        </p:txBody>
      </p:sp>
      <p:sp>
        <p:nvSpPr>
          <p:cNvPr id="1027" name="Text Placeholder 2"/>
          <p:cNvSpPr>
            <a:spLocks noGrp="1"/>
          </p:cNvSpPr>
          <p:nvPr>
            <p:ph type="body" idx="1"/>
          </p:nvPr>
        </p:nvSpPr>
        <p:spPr bwMode="auto">
          <a:xfrm>
            <a:off x="527736" y="1478685"/>
            <a:ext cx="9636231" cy="539676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7" name="Picture 6" descr="RB_logo_RGB.tif"/>
          <p:cNvPicPr>
            <a:picLocks noChangeAspect="1"/>
          </p:cNvPicPr>
          <p:nvPr/>
        </p:nvPicPr>
        <p:blipFill>
          <a:blip r:embed="rId47" cstate="print">
            <a:extLst>
              <a:ext uri="{28A0092B-C50C-407E-A947-70E740481C1C}">
                <a14:useLocalDpi xmlns:a14="http://schemas.microsoft.com/office/drawing/2010/main"/>
              </a:ext>
            </a:extLst>
          </a:blip>
          <a:stretch>
            <a:fillRect/>
          </a:stretch>
        </p:blipFill>
        <p:spPr>
          <a:xfrm>
            <a:off x="9620517" y="207941"/>
            <a:ext cx="561730" cy="692453"/>
          </a:xfrm>
          <a:prstGeom prst="rect">
            <a:avLst/>
          </a:prstGeom>
        </p:spPr>
      </p:pic>
      <p:cxnSp>
        <p:nvCxnSpPr>
          <p:cNvPr id="9" name="Straight Connector 8"/>
          <p:cNvCxnSpPr/>
          <p:nvPr/>
        </p:nvCxnSpPr>
        <p:spPr>
          <a:xfrm>
            <a:off x="527256" y="1001696"/>
            <a:ext cx="9636339" cy="0"/>
          </a:xfrm>
          <a:prstGeom prst="line">
            <a:avLst/>
          </a:prstGeom>
          <a:ln w="3175">
            <a:solidFill>
              <a:srgbClr val="FF6600"/>
            </a:solidFill>
          </a:ln>
        </p:spPr>
        <p:style>
          <a:lnRef idx="1">
            <a:schemeClr val="accent1"/>
          </a:lnRef>
          <a:fillRef idx="0">
            <a:schemeClr val="accent1"/>
          </a:fillRef>
          <a:effectRef idx="0">
            <a:schemeClr val="accent1"/>
          </a:effectRef>
          <a:fontRef idx="minor">
            <a:schemeClr val="tx1"/>
          </a:fontRef>
        </p:style>
      </p:cxnSp>
      <p:sp>
        <p:nvSpPr>
          <p:cNvPr id="11" name="Rectangle 10"/>
          <p:cNvSpPr/>
          <p:nvPr userDrawn="1"/>
        </p:nvSpPr>
        <p:spPr bwMode="gray">
          <a:xfrm>
            <a:off x="9945952" y="7272359"/>
            <a:ext cx="218000" cy="132793"/>
          </a:xfrm>
          <a:prstGeom prst="rect">
            <a:avLst/>
          </a:prstGeom>
        </p:spPr>
        <p:txBody>
          <a:bodyPr wrap="square" lIns="0" tIns="0" rIns="0" bIns="0">
            <a:spAutoFit/>
          </a:bodyPr>
          <a:lstStyle/>
          <a:p>
            <a:pPr algn="r"/>
            <a:fld id="{31373DAF-A9C0-42DE-8CF2-AB164102F8BF}" type="slidenum">
              <a:rPr lang="en-GB" sz="863" b="1">
                <a:solidFill>
                  <a:schemeClr val="accent5"/>
                </a:solidFill>
                <a:latin typeface="Myriad" pitchFamily="2" charset="0"/>
                <a:cs typeface="Arial" charset="0"/>
              </a:rPr>
              <a:pPr algn="r"/>
              <a:t>‹#›</a:t>
            </a:fld>
            <a:endParaRPr lang="en-GB" sz="863" b="1" dirty="0">
              <a:solidFill>
                <a:schemeClr val="accent5"/>
              </a:solidFill>
              <a:latin typeface="Myriad" pitchFamily="2" charset="0"/>
              <a:cs typeface="Arial" charset="0"/>
            </a:endParaRPr>
          </a:p>
        </p:txBody>
      </p:sp>
      <p:sp>
        <p:nvSpPr>
          <p:cNvPr id="12" name="Rectangle 11"/>
          <p:cNvSpPr/>
          <p:nvPr userDrawn="1"/>
        </p:nvSpPr>
        <p:spPr>
          <a:xfrm>
            <a:off x="7820048" y="7182421"/>
            <a:ext cx="2125903" cy="275012"/>
          </a:xfrm>
          <a:prstGeom prst="rect">
            <a:avLst/>
          </a:prstGeom>
        </p:spPr>
        <p:txBody>
          <a:bodyPr wrap="none">
            <a:spAutoFit/>
          </a:bodyPr>
          <a:lstStyle/>
          <a:p>
            <a:pPr algn="r">
              <a:lnSpc>
                <a:spcPct val="110000"/>
              </a:lnSpc>
              <a:spcBef>
                <a:spcPts val="648"/>
              </a:spcBef>
              <a:buFont typeface="Arial" charset="0"/>
              <a:buNone/>
              <a:defRPr/>
            </a:pPr>
            <a:r>
              <a:rPr lang="en-AU" sz="1079" dirty="0">
                <a:solidFill>
                  <a:schemeClr val="accent2"/>
                </a:solidFill>
                <a:latin typeface="Myriad Light" panose="02000406040000020004" pitchFamily="2" charset="0"/>
              </a:rPr>
              <a:t>Agribusiness Review  </a:t>
            </a:r>
            <a:r>
              <a:rPr lang="en-AU" sz="1079" baseline="0" dirty="0">
                <a:solidFill>
                  <a:schemeClr val="tx2"/>
                </a:solidFill>
                <a:latin typeface="Myriad Light" panose="02000406040000020004" pitchFamily="2" charset="0"/>
              </a:rPr>
              <a:t>October 2020</a:t>
            </a:r>
            <a:endParaRPr lang="en-AU" sz="1079" dirty="0">
              <a:solidFill>
                <a:schemeClr val="tx2"/>
              </a:solidFill>
              <a:latin typeface="Myriad Light" panose="02000406040000020004" pitchFamily="2" charset="0"/>
            </a:endParaRPr>
          </a:p>
        </p:txBody>
      </p:sp>
    </p:spTree>
    <p:extLst>
      <p:ext uri="{BB962C8B-B14F-4D97-AF65-F5344CB8AC3E}">
        <p14:creationId xmlns:p14="http://schemas.microsoft.com/office/powerpoint/2010/main" val="2140355700"/>
      </p:ext>
    </p:extLst>
  </p:cSld>
  <p:clrMap bg1="lt1" tx1="dk1" bg2="lt2" tx2="dk2" accent1="accent1" accent2="accent2" accent3="accent3" accent4="accent4" accent5="accent5" accent6="accent6" hlink="hlink" folHlink="folHlink"/>
  <p:sldLayoutIdLst>
    <p:sldLayoutId id="2147484369" r:id="rId1"/>
    <p:sldLayoutId id="2147484370" r:id="rId2"/>
    <p:sldLayoutId id="2147484371" r:id="rId3"/>
    <p:sldLayoutId id="2147484372" r:id="rId4"/>
    <p:sldLayoutId id="2147484373" r:id="rId5"/>
    <p:sldLayoutId id="2147484374" r:id="rId6"/>
    <p:sldLayoutId id="2147484375" r:id="rId7"/>
    <p:sldLayoutId id="2147484376" r:id="rId8"/>
    <p:sldLayoutId id="2147484377" r:id="rId9"/>
    <p:sldLayoutId id="2147484378" r:id="rId10"/>
    <p:sldLayoutId id="2147484379" r:id="rId11"/>
    <p:sldLayoutId id="2147484380" r:id="rId12"/>
    <p:sldLayoutId id="2147484381" r:id="rId13"/>
    <p:sldLayoutId id="2147484382" r:id="rId14"/>
    <p:sldLayoutId id="2147484383" r:id="rId15"/>
    <p:sldLayoutId id="2147484384" r:id="rId16"/>
    <p:sldLayoutId id="2147484385" r:id="rId17"/>
    <p:sldLayoutId id="2147484386" r:id="rId18"/>
    <p:sldLayoutId id="2147484387" r:id="rId19"/>
    <p:sldLayoutId id="2147484388" r:id="rId20"/>
    <p:sldLayoutId id="2147484389" r:id="rId21"/>
    <p:sldLayoutId id="2147484390" r:id="rId22"/>
    <p:sldLayoutId id="2147484391" r:id="rId23"/>
    <p:sldLayoutId id="2147484392" r:id="rId24"/>
    <p:sldLayoutId id="2147484393" r:id="rId25"/>
    <p:sldLayoutId id="2147484394" r:id="rId26"/>
    <p:sldLayoutId id="2147484395" r:id="rId27"/>
    <p:sldLayoutId id="2147484396" r:id="rId28"/>
    <p:sldLayoutId id="2147484397" r:id="rId29"/>
    <p:sldLayoutId id="2147484398" r:id="rId30"/>
    <p:sldLayoutId id="2147484399" r:id="rId31"/>
    <p:sldLayoutId id="2147484400" r:id="rId32"/>
    <p:sldLayoutId id="2147484401" r:id="rId33"/>
    <p:sldLayoutId id="2147484402" r:id="rId34"/>
    <p:sldLayoutId id="2147484403" r:id="rId35"/>
    <p:sldLayoutId id="2147484404" r:id="rId36"/>
    <p:sldLayoutId id="2147484405" r:id="rId37"/>
    <p:sldLayoutId id="2147484406" r:id="rId38"/>
    <p:sldLayoutId id="2147484407" r:id="rId39"/>
    <p:sldLayoutId id="2147484408" r:id="rId40"/>
    <p:sldLayoutId id="2147484411" r:id="rId41"/>
    <p:sldLayoutId id="2147484412" r:id="rId42"/>
    <p:sldLayoutId id="2147484413" r:id="rId43"/>
    <p:sldLayoutId id="2147484415" r:id="rId44"/>
    <p:sldLayoutId id="2147484416" r:id="rId45"/>
  </p:sldLayoutIdLst>
  <p:hf sldNum="0" hdr="0" dt="0"/>
  <p:txStyles>
    <p:titleStyle>
      <a:lvl1pPr algn="l" rtl="0" eaLnBrk="1" fontAlgn="base" hangingPunct="1">
        <a:lnSpc>
          <a:spcPct val="100000"/>
        </a:lnSpc>
        <a:spcBef>
          <a:spcPct val="0"/>
        </a:spcBef>
        <a:spcAft>
          <a:spcPct val="0"/>
        </a:spcAft>
        <a:defRPr sz="3238" kern="1200">
          <a:solidFill>
            <a:schemeClr val="tx2"/>
          </a:solidFill>
          <a:latin typeface="Myriad Light" panose="02000406040000020004" pitchFamily="2" charset="0"/>
          <a:ea typeface="+mj-ea"/>
          <a:cs typeface="+mj-cs"/>
        </a:defRPr>
      </a:lvl1pPr>
      <a:lvl2pPr algn="ctr" rtl="0" eaLnBrk="1" fontAlgn="base" hangingPunct="1">
        <a:spcBef>
          <a:spcPct val="0"/>
        </a:spcBef>
        <a:spcAft>
          <a:spcPct val="0"/>
        </a:spcAft>
        <a:defRPr sz="4749">
          <a:solidFill>
            <a:schemeClr val="tx1"/>
          </a:solidFill>
          <a:latin typeface="Calibri" pitchFamily="34" charset="0"/>
        </a:defRPr>
      </a:lvl2pPr>
      <a:lvl3pPr algn="ctr" rtl="0" eaLnBrk="1" fontAlgn="base" hangingPunct="1">
        <a:spcBef>
          <a:spcPct val="0"/>
        </a:spcBef>
        <a:spcAft>
          <a:spcPct val="0"/>
        </a:spcAft>
        <a:defRPr sz="4749">
          <a:solidFill>
            <a:schemeClr val="tx1"/>
          </a:solidFill>
          <a:latin typeface="Calibri" pitchFamily="34" charset="0"/>
        </a:defRPr>
      </a:lvl3pPr>
      <a:lvl4pPr algn="ctr" rtl="0" eaLnBrk="1" fontAlgn="base" hangingPunct="1">
        <a:spcBef>
          <a:spcPct val="0"/>
        </a:spcBef>
        <a:spcAft>
          <a:spcPct val="0"/>
        </a:spcAft>
        <a:defRPr sz="4749">
          <a:solidFill>
            <a:schemeClr val="tx1"/>
          </a:solidFill>
          <a:latin typeface="Calibri" pitchFamily="34" charset="0"/>
        </a:defRPr>
      </a:lvl4pPr>
      <a:lvl5pPr algn="ctr" rtl="0" eaLnBrk="1" fontAlgn="base" hangingPunct="1">
        <a:spcBef>
          <a:spcPct val="0"/>
        </a:spcBef>
        <a:spcAft>
          <a:spcPct val="0"/>
        </a:spcAft>
        <a:defRPr sz="4749">
          <a:solidFill>
            <a:schemeClr val="tx1"/>
          </a:solidFill>
          <a:latin typeface="Calibri" pitchFamily="34" charset="0"/>
        </a:defRPr>
      </a:lvl5pPr>
      <a:lvl6pPr marL="493456" algn="ctr" rtl="0" eaLnBrk="1" fontAlgn="base" hangingPunct="1">
        <a:spcBef>
          <a:spcPct val="0"/>
        </a:spcBef>
        <a:spcAft>
          <a:spcPct val="0"/>
        </a:spcAft>
        <a:defRPr sz="4749">
          <a:solidFill>
            <a:schemeClr val="tx1"/>
          </a:solidFill>
          <a:latin typeface="Calibri" pitchFamily="34" charset="0"/>
        </a:defRPr>
      </a:lvl6pPr>
      <a:lvl7pPr marL="986912" algn="ctr" rtl="0" eaLnBrk="1" fontAlgn="base" hangingPunct="1">
        <a:spcBef>
          <a:spcPct val="0"/>
        </a:spcBef>
        <a:spcAft>
          <a:spcPct val="0"/>
        </a:spcAft>
        <a:defRPr sz="4749">
          <a:solidFill>
            <a:schemeClr val="tx1"/>
          </a:solidFill>
          <a:latin typeface="Calibri" pitchFamily="34" charset="0"/>
        </a:defRPr>
      </a:lvl7pPr>
      <a:lvl8pPr marL="1480368" algn="ctr" rtl="0" eaLnBrk="1" fontAlgn="base" hangingPunct="1">
        <a:spcBef>
          <a:spcPct val="0"/>
        </a:spcBef>
        <a:spcAft>
          <a:spcPct val="0"/>
        </a:spcAft>
        <a:defRPr sz="4749">
          <a:solidFill>
            <a:schemeClr val="tx1"/>
          </a:solidFill>
          <a:latin typeface="Calibri" pitchFamily="34" charset="0"/>
        </a:defRPr>
      </a:lvl8pPr>
      <a:lvl9pPr marL="1973824" algn="ctr" rtl="0" eaLnBrk="1" fontAlgn="base" hangingPunct="1">
        <a:spcBef>
          <a:spcPct val="0"/>
        </a:spcBef>
        <a:spcAft>
          <a:spcPct val="0"/>
        </a:spcAft>
        <a:defRPr sz="4749">
          <a:solidFill>
            <a:schemeClr val="tx1"/>
          </a:solidFill>
          <a:latin typeface="Calibri" pitchFamily="34" charset="0"/>
        </a:defRPr>
      </a:lvl9pPr>
    </p:titleStyle>
    <p:bodyStyle>
      <a:lvl1pPr marL="0" indent="0" algn="l" rtl="0" eaLnBrk="1" fontAlgn="base" hangingPunct="1">
        <a:lnSpc>
          <a:spcPct val="110000"/>
        </a:lnSpc>
        <a:spcBef>
          <a:spcPts val="648"/>
        </a:spcBef>
        <a:spcAft>
          <a:spcPct val="0"/>
        </a:spcAft>
        <a:buFont typeface="Arial" charset="0"/>
        <a:buNone/>
        <a:defRPr sz="1295" i="1" kern="1200">
          <a:solidFill>
            <a:schemeClr val="tx2"/>
          </a:solidFill>
          <a:latin typeface="Myriad Light" panose="02000406040000020004" pitchFamily="2" charset="0"/>
          <a:ea typeface="+mn-ea"/>
          <a:cs typeface="+mn-cs"/>
        </a:defRPr>
      </a:lvl1pPr>
      <a:lvl2pPr marL="197040" indent="-197040" algn="l" rtl="0" eaLnBrk="1" fontAlgn="base" hangingPunct="1">
        <a:lnSpc>
          <a:spcPct val="110000"/>
        </a:lnSpc>
        <a:spcBef>
          <a:spcPts val="648"/>
        </a:spcBef>
        <a:spcAft>
          <a:spcPct val="0"/>
        </a:spcAft>
        <a:buClr>
          <a:schemeClr val="bg2"/>
        </a:buClr>
        <a:buFont typeface="Arial" panose="020B0604020202020204" pitchFamily="34" charset="0"/>
        <a:buChar char="•"/>
        <a:defRPr sz="1295" kern="1200">
          <a:solidFill>
            <a:schemeClr val="tx1"/>
          </a:solidFill>
          <a:latin typeface="Myriad Light" panose="02000406040000020004" pitchFamily="2" charset="0"/>
          <a:ea typeface="+mn-ea"/>
          <a:cs typeface="+mn-cs"/>
        </a:defRPr>
      </a:lvl2pPr>
      <a:lvl3pPr marL="383799" indent="-186760" algn="l" rtl="0" eaLnBrk="1" fontAlgn="base" hangingPunct="1">
        <a:lnSpc>
          <a:spcPct val="110000"/>
        </a:lnSpc>
        <a:spcBef>
          <a:spcPts val="324"/>
        </a:spcBef>
        <a:spcAft>
          <a:spcPct val="0"/>
        </a:spcAft>
        <a:buClr>
          <a:schemeClr val="tx2"/>
        </a:buClr>
        <a:buFont typeface="Arial" panose="020B0604020202020204" pitchFamily="34" charset="0"/>
        <a:buChar char="•"/>
        <a:defRPr sz="1079" kern="1200">
          <a:solidFill>
            <a:schemeClr val="tx1"/>
          </a:solidFill>
          <a:latin typeface="Myriad Light" panose="02000406040000020004" pitchFamily="2" charset="0"/>
          <a:ea typeface="+mn-ea"/>
          <a:cs typeface="+mn-cs"/>
        </a:defRPr>
      </a:lvl3pPr>
      <a:lvl4pPr marL="580839" indent="-197040" algn="l" rtl="0" eaLnBrk="1" fontAlgn="base" hangingPunct="1">
        <a:lnSpc>
          <a:spcPct val="110000"/>
        </a:lnSpc>
        <a:spcBef>
          <a:spcPts val="324"/>
        </a:spcBef>
        <a:spcAft>
          <a:spcPct val="0"/>
        </a:spcAft>
        <a:buClr>
          <a:schemeClr val="bg2"/>
        </a:buClr>
        <a:buFont typeface="Arial" pitchFamily="34" charset="0"/>
        <a:buChar char="•"/>
        <a:defRPr sz="971" kern="1200">
          <a:solidFill>
            <a:schemeClr val="tx1"/>
          </a:solidFill>
          <a:latin typeface="Myriad Light" panose="02000406040000020004" pitchFamily="2" charset="0"/>
          <a:ea typeface="+mn-ea"/>
          <a:cs typeface="+mn-cs"/>
        </a:defRPr>
      </a:lvl4pPr>
      <a:lvl5pPr marL="777878" indent="-197040" algn="l" rtl="0" eaLnBrk="1" fontAlgn="base" hangingPunct="1">
        <a:lnSpc>
          <a:spcPct val="110000"/>
        </a:lnSpc>
        <a:spcBef>
          <a:spcPts val="324"/>
        </a:spcBef>
        <a:spcAft>
          <a:spcPct val="0"/>
        </a:spcAft>
        <a:buClr>
          <a:schemeClr val="tx2"/>
        </a:buClr>
        <a:buFont typeface="Arial" panose="020B0604020202020204" pitchFamily="34" charset="0"/>
        <a:buChar char="•"/>
        <a:defRPr sz="863" kern="1200">
          <a:solidFill>
            <a:schemeClr val="tx1"/>
          </a:solidFill>
          <a:latin typeface="Myriad Light" panose="02000406040000020004" pitchFamily="2" charset="0"/>
          <a:ea typeface="+mn-ea"/>
          <a:cs typeface="+mn-cs"/>
        </a:defRPr>
      </a:lvl5pPr>
      <a:lvl6pPr marL="2714008" indent="-246728" algn="l" defTabSz="986912" rtl="0" eaLnBrk="1" latinLnBrk="0" hangingPunct="1">
        <a:spcBef>
          <a:spcPct val="20000"/>
        </a:spcBef>
        <a:buFont typeface="Arial" pitchFamily="34" charset="0"/>
        <a:buChar char="•"/>
        <a:defRPr sz="2159" kern="1200">
          <a:solidFill>
            <a:schemeClr val="tx1"/>
          </a:solidFill>
          <a:latin typeface="+mn-lt"/>
          <a:ea typeface="+mn-ea"/>
          <a:cs typeface="+mn-cs"/>
        </a:defRPr>
      </a:lvl6pPr>
      <a:lvl7pPr marL="3207464" indent="-246728" algn="l" defTabSz="986912" rtl="0" eaLnBrk="1" latinLnBrk="0" hangingPunct="1">
        <a:spcBef>
          <a:spcPct val="20000"/>
        </a:spcBef>
        <a:buFont typeface="Arial" pitchFamily="34" charset="0"/>
        <a:buChar char="•"/>
        <a:defRPr sz="2159" kern="1200">
          <a:solidFill>
            <a:schemeClr val="tx1"/>
          </a:solidFill>
          <a:latin typeface="+mn-lt"/>
          <a:ea typeface="+mn-ea"/>
          <a:cs typeface="+mn-cs"/>
        </a:defRPr>
      </a:lvl7pPr>
      <a:lvl8pPr marL="3700920" indent="-246728" algn="l" defTabSz="986912" rtl="0" eaLnBrk="1" latinLnBrk="0" hangingPunct="1">
        <a:spcBef>
          <a:spcPct val="20000"/>
        </a:spcBef>
        <a:buFont typeface="Arial" pitchFamily="34" charset="0"/>
        <a:buChar char="•"/>
        <a:defRPr sz="2159" kern="1200">
          <a:solidFill>
            <a:schemeClr val="tx1"/>
          </a:solidFill>
          <a:latin typeface="+mn-lt"/>
          <a:ea typeface="+mn-ea"/>
          <a:cs typeface="+mn-cs"/>
        </a:defRPr>
      </a:lvl8pPr>
      <a:lvl9pPr marL="4194376" indent="-246728" algn="l" defTabSz="986912" rtl="0" eaLnBrk="1" latinLnBrk="0" hangingPunct="1">
        <a:spcBef>
          <a:spcPct val="20000"/>
        </a:spcBef>
        <a:buFont typeface="Arial" pitchFamily="34" charset="0"/>
        <a:buChar char="•"/>
        <a:defRPr sz="2159" kern="1200">
          <a:solidFill>
            <a:schemeClr val="tx1"/>
          </a:solidFill>
          <a:latin typeface="+mn-lt"/>
          <a:ea typeface="+mn-ea"/>
          <a:cs typeface="+mn-cs"/>
        </a:defRPr>
      </a:lvl9pPr>
    </p:bodyStyle>
    <p:otherStyle>
      <a:defPPr>
        <a:defRPr lang="en-US"/>
      </a:defPPr>
      <a:lvl1pPr marL="0" algn="l" defTabSz="986912" rtl="0" eaLnBrk="1" latinLnBrk="0" hangingPunct="1">
        <a:defRPr sz="1943" kern="1200">
          <a:solidFill>
            <a:schemeClr val="tx1"/>
          </a:solidFill>
          <a:latin typeface="+mn-lt"/>
          <a:ea typeface="+mn-ea"/>
          <a:cs typeface="+mn-cs"/>
        </a:defRPr>
      </a:lvl1pPr>
      <a:lvl2pPr marL="493456" algn="l" defTabSz="986912" rtl="0" eaLnBrk="1" latinLnBrk="0" hangingPunct="1">
        <a:defRPr sz="1943" kern="1200">
          <a:solidFill>
            <a:schemeClr val="tx1"/>
          </a:solidFill>
          <a:latin typeface="+mn-lt"/>
          <a:ea typeface="+mn-ea"/>
          <a:cs typeface="+mn-cs"/>
        </a:defRPr>
      </a:lvl2pPr>
      <a:lvl3pPr marL="986912" algn="l" defTabSz="986912" rtl="0" eaLnBrk="1" latinLnBrk="0" hangingPunct="1">
        <a:defRPr sz="1943" kern="1200">
          <a:solidFill>
            <a:schemeClr val="tx1"/>
          </a:solidFill>
          <a:latin typeface="+mn-lt"/>
          <a:ea typeface="+mn-ea"/>
          <a:cs typeface="+mn-cs"/>
        </a:defRPr>
      </a:lvl3pPr>
      <a:lvl4pPr marL="1480368" algn="l" defTabSz="986912" rtl="0" eaLnBrk="1" latinLnBrk="0" hangingPunct="1">
        <a:defRPr sz="1943" kern="1200">
          <a:solidFill>
            <a:schemeClr val="tx1"/>
          </a:solidFill>
          <a:latin typeface="+mn-lt"/>
          <a:ea typeface="+mn-ea"/>
          <a:cs typeface="+mn-cs"/>
        </a:defRPr>
      </a:lvl4pPr>
      <a:lvl5pPr marL="1973824" algn="l" defTabSz="986912" rtl="0" eaLnBrk="1" latinLnBrk="0" hangingPunct="1">
        <a:defRPr sz="1943" kern="1200">
          <a:solidFill>
            <a:schemeClr val="tx1"/>
          </a:solidFill>
          <a:latin typeface="+mn-lt"/>
          <a:ea typeface="+mn-ea"/>
          <a:cs typeface="+mn-cs"/>
        </a:defRPr>
      </a:lvl5pPr>
      <a:lvl6pPr marL="2467280" algn="l" defTabSz="986912" rtl="0" eaLnBrk="1" latinLnBrk="0" hangingPunct="1">
        <a:defRPr sz="1943" kern="1200">
          <a:solidFill>
            <a:schemeClr val="tx1"/>
          </a:solidFill>
          <a:latin typeface="+mn-lt"/>
          <a:ea typeface="+mn-ea"/>
          <a:cs typeface="+mn-cs"/>
        </a:defRPr>
      </a:lvl6pPr>
      <a:lvl7pPr marL="2960736" algn="l" defTabSz="986912" rtl="0" eaLnBrk="1" latinLnBrk="0" hangingPunct="1">
        <a:defRPr sz="1943" kern="1200">
          <a:solidFill>
            <a:schemeClr val="tx1"/>
          </a:solidFill>
          <a:latin typeface="+mn-lt"/>
          <a:ea typeface="+mn-ea"/>
          <a:cs typeface="+mn-cs"/>
        </a:defRPr>
      </a:lvl7pPr>
      <a:lvl8pPr marL="3454192" algn="l" defTabSz="986912" rtl="0" eaLnBrk="1" latinLnBrk="0" hangingPunct="1">
        <a:defRPr sz="1943" kern="1200">
          <a:solidFill>
            <a:schemeClr val="tx1"/>
          </a:solidFill>
          <a:latin typeface="+mn-lt"/>
          <a:ea typeface="+mn-ea"/>
          <a:cs typeface="+mn-cs"/>
        </a:defRPr>
      </a:lvl8pPr>
      <a:lvl9pPr marL="3947648" algn="l" defTabSz="986912" rtl="0" eaLnBrk="1" latinLnBrk="0" hangingPunct="1">
        <a:defRPr sz="194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25" userDrawn="1">
          <p15:clr>
            <a:srgbClr val="F26B43"/>
          </p15:clr>
        </p15:guide>
        <p15:guide id="2" pos="3309" userDrawn="1">
          <p15:clr>
            <a:srgbClr val="F26B43"/>
          </p15:clr>
        </p15:guide>
        <p15:guide id="3" orient="horz" pos="926" userDrawn="1">
          <p15:clr>
            <a:srgbClr val="F26B43"/>
          </p15:clr>
        </p15:guide>
        <p15:guide id="4" orient="horz" pos="774" userDrawn="1">
          <p15:clr>
            <a:srgbClr val="F26B43"/>
          </p15:clr>
        </p15:guide>
        <p15:guide id="5" orient="horz" pos="2481" userDrawn="1">
          <p15:clr>
            <a:srgbClr val="F26B43"/>
          </p15:clr>
        </p15:guide>
        <p15:guide id="6" orient="horz" pos="2581" userDrawn="1">
          <p15:clr>
            <a:srgbClr val="F26B43"/>
          </p15:clr>
        </p15:guide>
        <p15:guide id="7" orient="horz" pos="562" userDrawn="1">
          <p15:clr>
            <a:srgbClr val="F26B43"/>
          </p15:clr>
        </p15:guide>
        <p15:guide id="8" pos="332" userDrawn="1">
          <p15:clr>
            <a:srgbClr val="F26B43"/>
          </p15:clr>
        </p15:guide>
        <p15:guide id="9" pos="6403" userDrawn="1">
          <p15:clr>
            <a:srgbClr val="F26B43"/>
          </p15:clr>
        </p15:guide>
        <p15:guide id="10" pos="3416" userDrawn="1">
          <p15:clr>
            <a:srgbClr val="F26B43"/>
          </p15:clr>
        </p15:guide>
        <p15:guide id="11" orient="horz" pos="4685"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chart" Target="../charts/chart2.xml"/><Relationship Id="rId3" Type="http://schemas.microsoft.com/office/2018/10/relationships/comments" Target="../comments/modernComment_437_DFBFC23E.xml"/><Relationship Id="rId7"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1.emf"/><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8" Type="http://schemas.openxmlformats.org/officeDocument/2006/relationships/chart" Target="../charts/chart4.xml"/><Relationship Id="rId3" Type="http://schemas.microsoft.com/office/2018/10/relationships/comments" Target="../comments/modernComment_43B_9213F4D.xml"/><Relationship Id="rId7" Type="http://schemas.openxmlformats.org/officeDocument/2006/relationships/chart" Target="../charts/chart3.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1.emf"/><Relationship Id="rId5" Type="http://schemas.openxmlformats.org/officeDocument/2006/relationships/image" Target="../media/image4.pn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8" Type="http://schemas.openxmlformats.org/officeDocument/2006/relationships/chart" Target="../charts/chart5.xml"/><Relationship Id="rId3" Type="http://schemas.microsoft.com/office/2018/10/relationships/comments" Target="../comments/modernComment_439_706E6B8F.xml"/><Relationship Id="rId7" Type="http://schemas.openxmlformats.org/officeDocument/2006/relationships/image" Target="../media/image1.emf"/><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6.jpeg"/><Relationship Id="rId4" Type="http://schemas.openxmlformats.org/officeDocument/2006/relationships/image" Target="../media/image5.jpeg"/><Relationship Id="rId9" Type="http://schemas.openxmlformats.org/officeDocument/2006/relationships/chart" Target="../charts/char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p:cNvPicPr>
            <a:picLocks noChangeAspect="1"/>
          </p:cNvPicPr>
          <p:nvPr/>
        </p:nvPicPr>
        <p:blipFill rotWithShape="1">
          <a:blip r:embed="rId4" cstate="print">
            <a:extLst>
              <a:ext uri="{28A0092B-C50C-407E-A947-70E740481C1C}">
                <a14:useLocalDpi xmlns:a14="http://schemas.microsoft.com/office/drawing/2010/main"/>
              </a:ext>
            </a:extLst>
          </a:blip>
          <a:srcRect l="3163" b="3163"/>
          <a:stretch/>
        </p:blipFill>
        <p:spPr>
          <a:xfrm>
            <a:off x="0" y="0"/>
            <a:ext cx="10689336" cy="1435608"/>
          </a:xfrm>
          <a:prstGeom prst="rect">
            <a:avLst/>
          </a:prstGeom>
        </p:spPr>
      </p:pic>
      <p:sp>
        <p:nvSpPr>
          <p:cNvPr id="24" name="Rectangle 23"/>
          <p:cNvSpPr/>
          <p:nvPr/>
        </p:nvSpPr>
        <p:spPr>
          <a:xfrm>
            <a:off x="0" y="0"/>
            <a:ext cx="10689336" cy="1435608"/>
          </a:xfrm>
          <a:prstGeom prst="rect">
            <a:avLst/>
          </a:prstGeom>
          <a:gradFill flip="none" rotWithShape="1">
            <a:gsLst>
              <a:gs pos="0">
                <a:schemeClr val="tx1">
                  <a:alpha val="26000"/>
                </a:schemeClr>
              </a:gs>
              <a:gs pos="100000">
                <a:schemeClr val="tx1">
                  <a:alpha val="82000"/>
                </a:schemeClr>
              </a:gs>
            </a:gsLst>
            <a:lin ang="54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GB" sz="900" dirty="0">
                <a:latin typeface="Myriad Light" panose="02000406040000020004" pitchFamily="2" charset="0"/>
              </a:rPr>
              <a:t>                                                      </a:t>
            </a:r>
          </a:p>
        </p:txBody>
      </p:sp>
      <p:grpSp>
        <p:nvGrpSpPr>
          <p:cNvPr id="26" name="Group 25"/>
          <p:cNvGrpSpPr/>
          <p:nvPr/>
        </p:nvGrpSpPr>
        <p:grpSpPr>
          <a:xfrm>
            <a:off x="9475232" y="-2947"/>
            <a:ext cx="1216581" cy="1413437"/>
            <a:chOff x="8700614" y="-2947"/>
            <a:chExt cx="1216581" cy="1413437"/>
          </a:xfrm>
        </p:grpSpPr>
        <p:pic>
          <p:nvPicPr>
            <p:cNvPr id="27" name="Picture 26"/>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8700614" y="-2947"/>
              <a:ext cx="1216581" cy="1413437"/>
            </a:xfrm>
            <a:prstGeom prst="rect">
              <a:avLst/>
            </a:prstGeom>
          </p:spPr>
        </p:pic>
        <p:pic>
          <p:nvPicPr>
            <p:cNvPr id="28" name="Picture 27" descr="Front PPT logo.jpg"/>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9194555" y="132238"/>
              <a:ext cx="609841" cy="736082"/>
            </a:xfrm>
            <a:prstGeom prst="rect">
              <a:avLst/>
            </a:prstGeom>
          </p:spPr>
        </p:pic>
      </p:grpSp>
      <p:sp>
        <p:nvSpPr>
          <p:cNvPr id="45" name="Text Placeholder 44"/>
          <p:cNvSpPr>
            <a:spLocks noGrp="1"/>
          </p:cNvSpPr>
          <p:nvPr>
            <p:ph type="body" sz="quarter" idx="33"/>
          </p:nvPr>
        </p:nvSpPr>
        <p:spPr>
          <a:xfrm>
            <a:off x="5427515" y="3938115"/>
            <a:ext cx="4740404" cy="153700"/>
          </a:xfrm>
        </p:spPr>
        <p:txBody>
          <a:bodyPr vert="horz" wrap="square" lIns="0" tIns="0" rIns="0" bIns="0" numCol="1" rtlCol="0" anchor="b" anchorCtr="0" compatLnSpc="1">
            <a:prstTxWarp prst="textNoShape">
              <a:avLst/>
            </a:prstTxWarp>
          </a:bodyPr>
          <a:lstStyle/>
          <a:p>
            <a:r>
              <a:rPr lang="en-US" sz="700" i="0" dirty="0">
                <a:latin typeface="Myriad-LightItalic" panose="02000506050000090004" pitchFamily="2" charset="0"/>
              </a:rPr>
              <a:t>Source: USDA, CONAB</a:t>
            </a:r>
          </a:p>
        </p:txBody>
      </p:sp>
      <p:sp>
        <p:nvSpPr>
          <p:cNvPr id="15" name="Title 4"/>
          <p:cNvSpPr txBox="1">
            <a:spLocks/>
          </p:cNvSpPr>
          <p:nvPr/>
        </p:nvSpPr>
        <p:spPr bwMode="auto">
          <a:xfrm>
            <a:off x="537059" y="402804"/>
            <a:ext cx="8424487" cy="630000"/>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rtl="0" eaLnBrk="1" fontAlgn="base" hangingPunct="1">
              <a:lnSpc>
                <a:spcPct val="100000"/>
              </a:lnSpc>
              <a:spcBef>
                <a:spcPct val="0"/>
              </a:spcBef>
              <a:spcAft>
                <a:spcPct val="0"/>
              </a:spcAft>
              <a:defRPr sz="3238" kern="1200">
                <a:solidFill>
                  <a:schemeClr val="tx2"/>
                </a:solidFill>
                <a:latin typeface="Corbel" panose="020B0503020204020204" pitchFamily="34" charset="0"/>
                <a:ea typeface="+mj-ea"/>
                <a:cs typeface="+mj-cs"/>
              </a:defRPr>
            </a:lvl1pPr>
            <a:lvl2pPr algn="ctr" rtl="0" eaLnBrk="1" fontAlgn="base" hangingPunct="1">
              <a:spcBef>
                <a:spcPct val="0"/>
              </a:spcBef>
              <a:spcAft>
                <a:spcPct val="0"/>
              </a:spcAft>
              <a:defRPr sz="4749">
                <a:solidFill>
                  <a:schemeClr val="tx1"/>
                </a:solidFill>
                <a:latin typeface="Calibri" pitchFamily="34" charset="0"/>
              </a:defRPr>
            </a:lvl2pPr>
            <a:lvl3pPr algn="ctr" rtl="0" eaLnBrk="1" fontAlgn="base" hangingPunct="1">
              <a:spcBef>
                <a:spcPct val="0"/>
              </a:spcBef>
              <a:spcAft>
                <a:spcPct val="0"/>
              </a:spcAft>
              <a:defRPr sz="4749">
                <a:solidFill>
                  <a:schemeClr val="tx1"/>
                </a:solidFill>
                <a:latin typeface="Calibri" pitchFamily="34" charset="0"/>
              </a:defRPr>
            </a:lvl3pPr>
            <a:lvl4pPr algn="ctr" rtl="0" eaLnBrk="1" fontAlgn="base" hangingPunct="1">
              <a:spcBef>
                <a:spcPct val="0"/>
              </a:spcBef>
              <a:spcAft>
                <a:spcPct val="0"/>
              </a:spcAft>
              <a:defRPr sz="4749">
                <a:solidFill>
                  <a:schemeClr val="tx1"/>
                </a:solidFill>
                <a:latin typeface="Calibri" pitchFamily="34" charset="0"/>
              </a:defRPr>
            </a:lvl4pPr>
            <a:lvl5pPr algn="ctr" rtl="0" eaLnBrk="1" fontAlgn="base" hangingPunct="1">
              <a:spcBef>
                <a:spcPct val="0"/>
              </a:spcBef>
              <a:spcAft>
                <a:spcPct val="0"/>
              </a:spcAft>
              <a:defRPr sz="4749">
                <a:solidFill>
                  <a:schemeClr val="tx1"/>
                </a:solidFill>
                <a:latin typeface="Calibri" pitchFamily="34" charset="0"/>
              </a:defRPr>
            </a:lvl5pPr>
            <a:lvl6pPr marL="493456" algn="ctr" rtl="0" eaLnBrk="1" fontAlgn="base" hangingPunct="1">
              <a:spcBef>
                <a:spcPct val="0"/>
              </a:spcBef>
              <a:spcAft>
                <a:spcPct val="0"/>
              </a:spcAft>
              <a:defRPr sz="4749">
                <a:solidFill>
                  <a:schemeClr val="tx1"/>
                </a:solidFill>
                <a:latin typeface="Calibri" pitchFamily="34" charset="0"/>
              </a:defRPr>
            </a:lvl6pPr>
            <a:lvl7pPr marL="986912" algn="ctr" rtl="0" eaLnBrk="1" fontAlgn="base" hangingPunct="1">
              <a:spcBef>
                <a:spcPct val="0"/>
              </a:spcBef>
              <a:spcAft>
                <a:spcPct val="0"/>
              </a:spcAft>
              <a:defRPr sz="4749">
                <a:solidFill>
                  <a:schemeClr val="tx1"/>
                </a:solidFill>
                <a:latin typeface="Calibri" pitchFamily="34" charset="0"/>
              </a:defRPr>
            </a:lvl7pPr>
            <a:lvl8pPr marL="1480368" algn="ctr" rtl="0" eaLnBrk="1" fontAlgn="base" hangingPunct="1">
              <a:spcBef>
                <a:spcPct val="0"/>
              </a:spcBef>
              <a:spcAft>
                <a:spcPct val="0"/>
              </a:spcAft>
              <a:defRPr sz="4749">
                <a:solidFill>
                  <a:schemeClr val="tx1"/>
                </a:solidFill>
                <a:latin typeface="Calibri" pitchFamily="34" charset="0"/>
              </a:defRPr>
            </a:lvl8pPr>
            <a:lvl9pPr marL="1973824" algn="ctr" rtl="0" eaLnBrk="1" fontAlgn="base" hangingPunct="1">
              <a:spcBef>
                <a:spcPct val="0"/>
              </a:spcBef>
              <a:spcAft>
                <a:spcPct val="0"/>
              </a:spcAft>
              <a:defRPr sz="4749">
                <a:solidFill>
                  <a:schemeClr val="tx1"/>
                </a:solidFill>
                <a:latin typeface="Calibri" pitchFamily="34" charset="0"/>
              </a:defRPr>
            </a:lvl9pPr>
          </a:lstStyle>
          <a:p>
            <a:r>
              <a:rPr lang="en-US" sz="2400" spc="-10" dirty="0">
                <a:solidFill>
                  <a:schemeClr val="bg1"/>
                </a:solidFill>
                <a:latin typeface="Myriad Light" panose="02000406040000020004" pitchFamily="2" charset="0"/>
              </a:rPr>
              <a:t>Soybeans</a:t>
            </a:r>
            <a:br>
              <a:rPr lang="en-GB" sz="2400" spc="-10" dirty="0">
                <a:solidFill>
                  <a:schemeClr val="bg1"/>
                </a:solidFill>
                <a:latin typeface="Myriad Light" panose="02000406040000020004" pitchFamily="2" charset="0"/>
              </a:rPr>
            </a:br>
            <a:r>
              <a:rPr lang="en-US" sz="1600" i="1" spc="-10" dirty="0">
                <a:solidFill>
                  <a:schemeClr val="bg1"/>
                </a:solidFill>
                <a:latin typeface="Myriad Light" panose="02000406040000020004" pitchFamily="2" charset="0"/>
              </a:rPr>
              <a:t>The soybean machine roars back to life – when will growers get their cut?</a:t>
            </a:r>
            <a:endParaRPr lang="en-US" sz="1600" dirty="0">
              <a:solidFill>
                <a:schemeClr val="bg1"/>
              </a:solidFill>
              <a:latin typeface="Myriad Light" panose="02000406040000020004" pitchFamily="2" charset="0"/>
            </a:endParaRPr>
          </a:p>
        </p:txBody>
      </p:sp>
      <p:sp>
        <p:nvSpPr>
          <p:cNvPr id="16" name="Text Placeholder 11"/>
          <p:cNvSpPr>
            <a:spLocks noGrp="1"/>
          </p:cNvSpPr>
          <p:nvPr>
            <p:ph type="body" sz="quarter" idx="4294967295"/>
          </p:nvPr>
        </p:nvSpPr>
        <p:spPr>
          <a:xfrm>
            <a:off x="5427516" y="1588478"/>
            <a:ext cx="4740404" cy="19951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r>
              <a:rPr lang="en-GB" sz="1100" b="1" dirty="0">
                <a:latin typeface="Myriad-ExtraBoldItalic" panose="02000000000000000000" pitchFamily="2" charset="0"/>
              </a:rPr>
              <a:t>Domestic soymeal demand</a:t>
            </a:r>
            <a:endParaRPr lang="en-US" sz="1100" b="1" dirty="0">
              <a:latin typeface="Myriad-ExtraBoldItalic" panose="02000000000000000000" pitchFamily="2" charset="0"/>
            </a:endParaRPr>
          </a:p>
        </p:txBody>
      </p:sp>
      <p:sp>
        <p:nvSpPr>
          <p:cNvPr id="17" name="Text Placeholder 12"/>
          <p:cNvSpPr>
            <a:spLocks noGrp="1"/>
          </p:cNvSpPr>
          <p:nvPr>
            <p:ph type="body" sz="quarter" idx="4294967295"/>
          </p:nvPr>
        </p:nvSpPr>
        <p:spPr>
          <a:xfrm>
            <a:off x="5427816" y="4245272"/>
            <a:ext cx="4737246" cy="216000"/>
          </a:xfrm>
          <a:prstGeom prst="rect">
            <a:avLst/>
          </a:prstGeom>
        </p:spPr>
        <p:txBody>
          <a:bodyPr lIns="0" tIns="0" rIns="0" bIns="0"/>
          <a:lstStyle/>
          <a:p>
            <a:r>
              <a:rPr lang="en-GB" sz="1100" b="1" dirty="0">
                <a:latin typeface="Myriad-ExtraBoldItalic" panose="02000000000000000000" pitchFamily="2" charset="0"/>
              </a:rPr>
              <a:t>Soymeal export demand</a:t>
            </a:r>
            <a:endParaRPr lang="en-US" sz="1100" b="1" dirty="0">
              <a:latin typeface="Myriad-ExtraBoldItalic" panose="02000000000000000000" pitchFamily="2" charset="0"/>
            </a:endParaRPr>
          </a:p>
        </p:txBody>
      </p:sp>
      <p:sp>
        <p:nvSpPr>
          <p:cNvPr id="22" name="Text Placeholder 5"/>
          <p:cNvSpPr txBox="1">
            <a:spLocks noGrp="1"/>
          </p:cNvSpPr>
          <p:nvPr>
            <p:ph type="body" sz="quarter" idx="44"/>
          </p:nvPr>
        </p:nvSpPr>
        <p:spPr bwMode="auto">
          <a:xfrm>
            <a:off x="5381974" y="6943932"/>
            <a:ext cx="5197039" cy="216000"/>
          </a:xfrm>
          <a:prstGeom prst="rect">
            <a:avLst/>
          </a:prstGeom>
          <a:noFill/>
          <a:ln w="9525">
            <a:noFill/>
            <a:miter lim="800000"/>
            <a:headEnd/>
            <a:tailEnd/>
          </a:ln>
        </p:spPr>
        <p:txBody>
          <a:bodyPr vert="horz" wrap="square" lIns="0" tIns="0" rIns="0" bIns="0" numCol="1" rtlCol="0" anchor="b" anchorCtr="0" compatLnSpc="1">
            <a:prstTxWarp prst="textNoShape">
              <a:avLst/>
            </a:prstTxWarp>
          </a:bodyPr>
          <a:lstStyle>
            <a:lvl1pPr marL="0" indent="0" algn="l" rtl="0" eaLnBrk="1" fontAlgn="base" hangingPunct="1">
              <a:lnSpc>
                <a:spcPct val="110000"/>
              </a:lnSpc>
              <a:spcBef>
                <a:spcPts val="600"/>
              </a:spcBef>
              <a:spcAft>
                <a:spcPct val="0"/>
              </a:spcAft>
              <a:buFont typeface="Arial" charset="0"/>
              <a:buNone/>
              <a:defRPr kumimoji="0" lang="en-US" sz="600"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vl2pPr marL="182563" indent="-182563" algn="l" rtl="0" eaLnBrk="1" fontAlgn="base" hangingPunct="1">
              <a:lnSpc>
                <a:spcPct val="110000"/>
              </a:lnSpc>
              <a:spcBef>
                <a:spcPts val="600"/>
              </a:spcBef>
              <a:spcAft>
                <a:spcPct val="0"/>
              </a:spcAft>
              <a:buClr>
                <a:schemeClr val="bg2"/>
              </a:buClr>
              <a:buFont typeface="Arial" panose="020B0604020202020204" pitchFamily="34" charset="0"/>
              <a:buChar char="•"/>
              <a:defRPr sz="1200" kern="1200">
                <a:solidFill>
                  <a:schemeClr val="tx1"/>
                </a:solidFill>
                <a:latin typeface="Corbel" panose="020B0503020204020204" pitchFamily="34" charset="0"/>
                <a:ea typeface="+mn-ea"/>
                <a:cs typeface="+mn-cs"/>
              </a:defRPr>
            </a:lvl2pPr>
            <a:lvl3pPr marL="355600" indent="-173038" algn="l" rtl="0" eaLnBrk="1" fontAlgn="base" hangingPunct="1">
              <a:lnSpc>
                <a:spcPct val="110000"/>
              </a:lnSpc>
              <a:spcBef>
                <a:spcPts val="300"/>
              </a:spcBef>
              <a:spcAft>
                <a:spcPct val="0"/>
              </a:spcAft>
              <a:buClr>
                <a:schemeClr val="tx2"/>
              </a:buClr>
              <a:buFont typeface="Arial" panose="020B0604020202020204" pitchFamily="34" charset="0"/>
              <a:buChar char="•"/>
              <a:defRPr sz="1000" kern="1200">
                <a:solidFill>
                  <a:schemeClr val="tx1"/>
                </a:solidFill>
                <a:latin typeface="Corbel" panose="020B0503020204020204" pitchFamily="34" charset="0"/>
                <a:ea typeface="+mn-ea"/>
                <a:cs typeface="+mn-cs"/>
              </a:defRPr>
            </a:lvl3pPr>
            <a:lvl4pPr marL="538163" indent="-182563" algn="l" rtl="0" eaLnBrk="1" fontAlgn="base" hangingPunct="1">
              <a:lnSpc>
                <a:spcPct val="110000"/>
              </a:lnSpc>
              <a:spcBef>
                <a:spcPts val="300"/>
              </a:spcBef>
              <a:spcAft>
                <a:spcPct val="0"/>
              </a:spcAft>
              <a:buClr>
                <a:schemeClr val="bg2"/>
              </a:buClr>
              <a:buFont typeface="Arial" pitchFamily="34" charset="0"/>
              <a:buChar char="•"/>
              <a:defRPr sz="900" kern="1200">
                <a:solidFill>
                  <a:schemeClr val="tx1"/>
                </a:solidFill>
                <a:latin typeface="Corbel" panose="020B0503020204020204" pitchFamily="34" charset="0"/>
                <a:ea typeface="+mn-ea"/>
                <a:cs typeface="+mn-cs"/>
              </a:defRPr>
            </a:lvl4pPr>
            <a:lvl5pPr marL="720725" indent="-182563" algn="l" rtl="0" eaLnBrk="1" fontAlgn="base" hangingPunct="1">
              <a:lnSpc>
                <a:spcPct val="110000"/>
              </a:lnSpc>
              <a:spcBef>
                <a:spcPts val="300"/>
              </a:spcBef>
              <a:spcAft>
                <a:spcPct val="0"/>
              </a:spcAft>
              <a:buClr>
                <a:schemeClr val="tx2"/>
              </a:buClr>
              <a:buFont typeface="Arial" panose="020B0604020202020204" pitchFamily="34" charset="0"/>
              <a:buChar char="•"/>
              <a:defRPr sz="800" kern="1200">
                <a:solidFill>
                  <a:schemeClr val="tx1"/>
                </a:solidFill>
                <a:latin typeface="Corbel" panose="020B0503020204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648"/>
              </a:spcBef>
            </a:pPr>
            <a:endParaRPr lang="en-US" sz="700" i="0" dirty="0">
              <a:latin typeface="Myriad-LightItalic" panose="02000506050000090004" pitchFamily="2" charset="0"/>
            </a:endParaRPr>
          </a:p>
          <a:p>
            <a:pPr>
              <a:spcBef>
                <a:spcPts val="648"/>
              </a:spcBef>
            </a:pPr>
            <a:r>
              <a:rPr lang="en-US" sz="700" i="0" dirty="0">
                <a:latin typeface="Myriad-LightItalic" panose="02000506050000090004" pitchFamily="2" charset="0"/>
              </a:rPr>
              <a:t>Source: USDA, CONAB</a:t>
            </a:r>
          </a:p>
          <a:p>
            <a:pPr>
              <a:spcBef>
                <a:spcPts val="648"/>
              </a:spcBef>
            </a:pPr>
            <a:r>
              <a:rPr lang="en-US" sz="700" i="0" dirty="0">
                <a:latin typeface="Myriad-LightItalic" panose="02000506050000090004" pitchFamily="2" charset="0"/>
              </a:rPr>
              <a:t>Note: </a:t>
            </a:r>
            <a:r>
              <a:rPr lang="en-US" sz="700" i="0" dirty="0" err="1">
                <a:latin typeface="Myriad-LightItalic" panose="02000506050000090004" pitchFamily="2" charset="0"/>
              </a:rPr>
              <a:t>Preditced</a:t>
            </a:r>
            <a:r>
              <a:rPr lang="en-US" sz="700" i="0" dirty="0">
                <a:latin typeface="Myriad-LightItalic" panose="02000506050000090004" pitchFamily="2" charset="0"/>
              </a:rPr>
              <a:t> D4 RIN price equal to the energy adjusted spread between biodiesel and diesel divided by D4 energy equivalency (1.5)</a:t>
            </a:r>
          </a:p>
        </p:txBody>
      </p:sp>
      <p:sp>
        <p:nvSpPr>
          <p:cNvPr id="2" name="TextBox 1">
            <a:extLst>
              <a:ext uri="{FF2B5EF4-FFF2-40B4-BE49-F238E27FC236}">
                <a16:creationId xmlns:a16="http://schemas.microsoft.com/office/drawing/2014/main" id="{E6F337D8-FA39-E919-3C09-42A69C3DF199}"/>
              </a:ext>
            </a:extLst>
          </p:cNvPr>
          <p:cNvSpPr txBox="1"/>
          <p:nvPr/>
        </p:nvSpPr>
        <p:spPr>
          <a:xfrm>
            <a:off x="537060" y="1629568"/>
            <a:ext cx="4715979" cy="152734"/>
          </a:xfrm>
          <a:prstGeom prst="rect">
            <a:avLst/>
          </a:prstGeom>
          <a:noFill/>
        </p:spPr>
        <p:txBody>
          <a:bodyPr wrap="square" lIns="0" tIns="0" rIns="0" bIns="0" rtlCol="0" anchor="t" anchorCtr="0">
            <a:spAutoFit/>
          </a:bodyPr>
          <a:lstStyle/>
          <a:p>
            <a:pPr>
              <a:lnSpc>
                <a:spcPct val="110000"/>
              </a:lnSpc>
              <a:spcBef>
                <a:spcPts val="0"/>
              </a:spcBef>
              <a:spcAft>
                <a:spcPts val="300"/>
              </a:spcAft>
              <a:buClr>
                <a:srgbClr val="FF6600"/>
              </a:buClr>
            </a:pPr>
            <a:endParaRPr lang="en-GB" sz="950" dirty="0">
              <a:latin typeface="+mn-lt"/>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41A16CC3-A2DC-B44A-AE72-BD972E10CAAA}"/>
              </a:ext>
            </a:extLst>
          </p:cNvPr>
          <p:cNvSpPr txBox="1"/>
          <p:nvPr/>
        </p:nvSpPr>
        <p:spPr>
          <a:xfrm>
            <a:off x="440927" y="1590719"/>
            <a:ext cx="4715979" cy="5812745"/>
          </a:xfrm>
          <a:prstGeom prst="rect">
            <a:avLst/>
          </a:prstGeom>
          <a:noFill/>
        </p:spPr>
        <p:txBody>
          <a:bodyPr wrap="square" lIns="0" tIns="0" rIns="0" bIns="0" rtlCol="0" anchor="t" anchorCtr="0">
            <a:spAutoFit/>
          </a:bodyPr>
          <a:lstStyle/>
          <a:p>
            <a:pPr marL="171450" indent="-171450">
              <a:lnSpc>
                <a:spcPct val="110000"/>
              </a:lnSpc>
              <a:spcBef>
                <a:spcPts val="0"/>
              </a:spcBef>
              <a:spcAft>
                <a:spcPts val="300"/>
              </a:spcAft>
              <a:buClr>
                <a:srgbClr val="FF6600"/>
              </a:buClr>
              <a:buFont typeface="Arial" panose="020B0604020202020204" pitchFamily="34" charset="0"/>
              <a:buChar char="•"/>
            </a:pPr>
            <a:r>
              <a:rPr lang="en-GB" sz="950" dirty="0">
                <a:latin typeface="Myriad-ExtraBoldItalic" panose="02000000000000000000" pitchFamily="2" charset="0"/>
                <a:ea typeface="Calibri" panose="020F0502020204030204" pitchFamily="34" charset="0"/>
                <a:cs typeface="Times New Roman" panose="02020603050405020304" pitchFamily="18" charset="0"/>
              </a:rPr>
              <a:t>The US soybean value chain is now firing on all cylinders. Export demand for whole beans has picked up as Brazilian acreage expansion has stalled and the Chinese have made progress toward meeting their purchase commitments – translating into an uptick in export sales for 2026/27. The supportive Volume Obligations finalized in late March, coupled with a more </a:t>
            </a:r>
            <a:r>
              <a:rPr lang="en-GB" sz="950" dirty="0" err="1">
                <a:latin typeface="Myriad-ExtraBoldItalic" panose="02000000000000000000" pitchFamily="2" charset="0"/>
                <a:ea typeface="Calibri" panose="020F0502020204030204" pitchFamily="34" charset="0"/>
                <a:cs typeface="Times New Roman" panose="02020603050405020304" pitchFamily="18" charset="0"/>
              </a:rPr>
              <a:t>favorable</a:t>
            </a:r>
            <a:r>
              <a:rPr lang="en-GB" sz="950" dirty="0">
                <a:latin typeface="Myriad-ExtraBoldItalic" panose="02000000000000000000" pitchFamily="2" charset="0"/>
                <a:ea typeface="Calibri" panose="020F0502020204030204" pitchFamily="34" charset="0"/>
                <a:cs typeface="Times New Roman" panose="02020603050405020304" pitchFamily="18" charset="0"/>
              </a:rPr>
              <a:t> 45Z tax credit calculation, meanwhile, have restored profitability to the US biomass-based diesel sector, driving vegetable oil prices up to levels not seen since the heady days of 2022. The growth of biodiesel mandates, and the domestic crush to accommodate it, has begged the question of “what will become of all the additional soymeal”? For now, the industry seems to have adeptly thread the needle, enjoying meaningful increases in domestic and export demand for meal, and a modest increase in prices from the low levels of 2025. Strong meal and oil demand have, of course, been tremendous for crushers, lifting margins to record highs. </a:t>
            </a:r>
          </a:p>
          <a:p>
            <a:pPr marL="171450" indent="-171450">
              <a:lnSpc>
                <a:spcPct val="110000"/>
              </a:lnSpc>
              <a:spcBef>
                <a:spcPts val="0"/>
              </a:spcBef>
              <a:spcAft>
                <a:spcPts val="300"/>
              </a:spcAft>
              <a:buClr>
                <a:srgbClr val="FF6600"/>
              </a:buClr>
              <a:buFont typeface="Arial" panose="020B0604020202020204" pitchFamily="34" charset="0"/>
              <a:buChar char="•"/>
            </a:pPr>
            <a:r>
              <a:rPr lang="en-GB" sz="950" dirty="0">
                <a:latin typeface="Myriad-ExtraBoldItalic" panose="02000000000000000000" pitchFamily="2" charset="0"/>
                <a:ea typeface="Calibri" panose="020F0502020204030204" pitchFamily="34" charset="0"/>
                <a:cs typeface="Times New Roman" panose="02020603050405020304" pitchFamily="18" charset="0"/>
              </a:rPr>
              <a:t>On the trade front, US exports for whole beans are set to wrap up 2025/26 at their lowest levels since 2019/20 – the depths of the previous trade war. The outlook has improved for 2026/27 however, and mid-way through August export sales of whole beans for the upcoming marketing year are triple what they were one year ago and the highest they have been since 2022. For China specifically, new marketing year commitments have already exceeded 4 MMT compared to zero purchases made through this point last year. </a:t>
            </a:r>
          </a:p>
          <a:p>
            <a:pPr marL="171450" indent="-171450">
              <a:lnSpc>
                <a:spcPct val="110000"/>
              </a:lnSpc>
              <a:spcBef>
                <a:spcPts val="0"/>
              </a:spcBef>
              <a:spcAft>
                <a:spcPts val="300"/>
              </a:spcAft>
              <a:buClr>
                <a:srgbClr val="FF6600"/>
              </a:buClr>
              <a:buFont typeface="Arial" panose="020B0604020202020204" pitchFamily="34" charset="0"/>
              <a:buChar char="•"/>
            </a:pPr>
            <a:r>
              <a:rPr lang="en-GB" sz="950" dirty="0">
                <a:latin typeface="Myriad-ExtraBoldItalic" panose="02000000000000000000" pitchFamily="2" charset="0"/>
                <a:ea typeface="Calibri" panose="020F0502020204030204" pitchFamily="34" charset="0"/>
                <a:cs typeface="Times New Roman" panose="02020603050405020304" pitchFamily="18" charset="0"/>
              </a:rPr>
              <a:t>After slogging through much of 2025 in the red, US biodiesel margins briefly spiked above $2/gallon (including credits) before settling back into the 30-50c/gallon range. Given the backlog in RIN generation, sector profitability seems like a foregone conclusion through 2028, until the RVO discussion begins anew. Soybean oil demand and pricing will remain robust though with prices in the upper 60s it appears there is some war premium built in. </a:t>
            </a:r>
          </a:p>
          <a:p>
            <a:pPr marL="171450" indent="-171450">
              <a:lnSpc>
                <a:spcPct val="110000"/>
              </a:lnSpc>
              <a:spcBef>
                <a:spcPts val="0"/>
              </a:spcBef>
              <a:spcAft>
                <a:spcPts val="300"/>
              </a:spcAft>
              <a:buClr>
                <a:srgbClr val="FF6600"/>
              </a:buClr>
              <a:buFont typeface="Arial" panose="020B0604020202020204" pitchFamily="34" charset="0"/>
              <a:buChar char="•"/>
            </a:pPr>
            <a:r>
              <a:rPr lang="en-GB" sz="950" dirty="0">
                <a:latin typeface="Myriad-ExtraBoldItalic" panose="02000000000000000000" pitchFamily="2" charset="0"/>
                <a:ea typeface="Calibri" panose="020F0502020204030204" pitchFamily="34" charset="0"/>
                <a:cs typeface="Times New Roman" panose="02020603050405020304" pitchFamily="18" charset="0"/>
              </a:rPr>
              <a:t>Over the past four years, the US has grown export meal demand by 4 MMT and domestic meal demand by 5 MMT. Supporting this growth globally has been Mexico, the Philippines, Canada and Colombia but also buyers of unknown origin – which is often assumed to be China. Domestically, major drivers of growth have been a growing poultry flock but also higher inclusion rates in US dairy rations, helping dairy surpass swine as the second largest user of SBM in the US. </a:t>
            </a:r>
          </a:p>
          <a:p>
            <a:pPr marL="171450" indent="-171450">
              <a:lnSpc>
                <a:spcPct val="110000"/>
              </a:lnSpc>
              <a:spcBef>
                <a:spcPts val="0"/>
              </a:spcBef>
              <a:spcAft>
                <a:spcPts val="300"/>
              </a:spcAft>
              <a:buClr>
                <a:srgbClr val="FF6600"/>
              </a:buClr>
              <a:buFont typeface="Arial" panose="020B0604020202020204" pitchFamily="34" charset="0"/>
              <a:buChar char="•"/>
            </a:pPr>
            <a:r>
              <a:rPr lang="en-GB" sz="950" dirty="0">
                <a:latin typeface="Myriad-ExtraBoldItalic" panose="02000000000000000000" pitchFamily="2" charset="0"/>
                <a:ea typeface="Calibri" panose="020F0502020204030204" pitchFamily="34" charset="0"/>
                <a:cs typeface="Times New Roman" panose="02020603050405020304" pitchFamily="18" charset="0"/>
              </a:rPr>
              <a:t>While board crush margins have backpedalled from record highs, they remain at high levels from a historical standpoint. With new capacity coming online, more capacity will be competing for beans – which should shift some of the windfall to growers. With timely finishing rains in the Midwest, growers may find themselves in the unfamiliar position of benefitting from good yields and improving prices for 2026/27. </a:t>
            </a:r>
          </a:p>
          <a:p>
            <a:pPr marL="171450" indent="-171450">
              <a:lnSpc>
                <a:spcPct val="110000"/>
              </a:lnSpc>
              <a:spcBef>
                <a:spcPts val="0"/>
              </a:spcBef>
              <a:spcAft>
                <a:spcPts val="300"/>
              </a:spcAft>
              <a:buClr>
                <a:srgbClr val="FF6600"/>
              </a:buClr>
              <a:buFont typeface="Arial" panose="020B0604020202020204" pitchFamily="34" charset="0"/>
              <a:buChar char="•"/>
            </a:pPr>
            <a:endParaRPr lang="en-GB" sz="950" dirty="0">
              <a:latin typeface="Myriad-ExtraBoldItalic" panose="02000000000000000000" pitchFamily="2" charset="0"/>
              <a:ea typeface="Calibri" panose="020F0502020204030204" pitchFamily="34" charset="0"/>
              <a:cs typeface="Times New Roman" panose="02020603050405020304" pitchFamily="18" charset="0"/>
            </a:endParaRPr>
          </a:p>
        </p:txBody>
      </p:sp>
      <p:graphicFrame>
        <p:nvGraphicFramePr>
          <p:cNvPr id="4" name="Chart 3">
            <a:extLst>
              <a:ext uri="{FF2B5EF4-FFF2-40B4-BE49-F238E27FC236}">
                <a16:creationId xmlns:a16="http://schemas.microsoft.com/office/drawing/2014/main" id="{4ED6C2C2-2F06-ACD4-604C-B4DAF73CACD6}"/>
              </a:ext>
            </a:extLst>
          </p:cNvPr>
          <p:cNvGraphicFramePr>
            <a:graphicFrameLocks/>
          </p:cNvGraphicFramePr>
          <p:nvPr>
            <p:extLst>
              <p:ext uri="{D42A27DB-BD31-4B8C-83A1-F6EECF244321}">
                <p14:modId xmlns:p14="http://schemas.microsoft.com/office/powerpoint/2010/main" val="242889"/>
              </p:ext>
            </p:extLst>
          </p:nvPr>
        </p:nvGraphicFramePr>
        <p:xfrm>
          <a:off x="5345906" y="4487201"/>
          <a:ext cx="4715979" cy="2339336"/>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5" name="Chart 4">
            <a:extLst>
              <a:ext uri="{FF2B5EF4-FFF2-40B4-BE49-F238E27FC236}">
                <a16:creationId xmlns:a16="http://schemas.microsoft.com/office/drawing/2014/main" id="{44DCF5C0-8E41-C74E-3538-6F924E281264}"/>
              </a:ext>
            </a:extLst>
          </p:cNvPr>
          <p:cNvGraphicFramePr>
            <a:graphicFrameLocks/>
          </p:cNvGraphicFramePr>
          <p:nvPr>
            <p:extLst>
              <p:ext uri="{D42A27DB-BD31-4B8C-83A1-F6EECF244321}">
                <p14:modId xmlns:p14="http://schemas.microsoft.com/office/powerpoint/2010/main" val="2473815843"/>
              </p:ext>
            </p:extLst>
          </p:nvPr>
        </p:nvGraphicFramePr>
        <p:xfrm>
          <a:off x="5425133" y="1779887"/>
          <a:ext cx="4572000" cy="2086870"/>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3753886270"/>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p:cNvPicPr>
            <a:picLocks noChangeAspect="1"/>
          </p:cNvPicPr>
          <p:nvPr/>
        </p:nvPicPr>
        <p:blipFill rotWithShape="1">
          <a:blip r:embed="rId4" cstate="print">
            <a:extLst>
              <a:ext uri="{28A0092B-C50C-407E-A947-70E740481C1C}">
                <a14:useLocalDpi xmlns:a14="http://schemas.microsoft.com/office/drawing/2010/main"/>
              </a:ext>
            </a:extLst>
          </a:blip>
          <a:srcRect l="3163" b="3163"/>
          <a:stretch/>
        </p:blipFill>
        <p:spPr>
          <a:xfrm>
            <a:off x="0" y="0"/>
            <a:ext cx="10689336" cy="1435608"/>
          </a:xfrm>
          <a:prstGeom prst="rect">
            <a:avLst/>
          </a:prstGeom>
        </p:spPr>
      </p:pic>
      <p:sp>
        <p:nvSpPr>
          <p:cNvPr id="24" name="Rectangle 23"/>
          <p:cNvSpPr/>
          <p:nvPr/>
        </p:nvSpPr>
        <p:spPr>
          <a:xfrm>
            <a:off x="0" y="0"/>
            <a:ext cx="10689336" cy="1435608"/>
          </a:xfrm>
          <a:prstGeom prst="rect">
            <a:avLst/>
          </a:prstGeom>
          <a:gradFill flip="none" rotWithShape="1">
            <a:gsLst>
              <a:gs pos="0">
                <a:schemeClr val="tx1">
                  <a:alpha val="26000"/>
                </a:schemeClr>
              </a:gs>
              <a:gs pos="100000">
                <a:schemeClr val="tx1">
                  <a:alpha val="82000"/>
                </a:schemeClr>
              </a:gs>
            </a:gsLst>
            <a:lin ang="54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GB" sz="900" dirty="0">
                <a:latin typeface="Myriad Light" panose="02000406040000020004" pitchFamily="2" charset="0"/>
              </a:rPr>
              <a:t>                                                      </a:t>
            </a:r>
          </a:p>
        </p:txBody>
      </p:sp>
      <p:grpSp>
        <p:nvGrpSpPr>
          <p:cNvPr id="26" name="Group 25"/>
          <p:cNvGrpSpPr/>
          <p:nvPr/>
        </p:nvGrpSpPr>
        <p:grpSpPr>
          <a:xfrm>
            <a:off x="9475232" y="-2947"/>
            <a:ext cx="1216581" cy="1413437"/>
            <a:chOff x="8700614" y="-2947"/>
            <a:chExt cx="1216581" cy="1413437"/>
          </a:xfrm>
        </p:grpSpPr>
        <p:pic>
          <p:nvPicPr>
            <p:cNvPr id="27" name="Picture 26"/>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8700614" y="-2947"/>
              <a:ext cx="1216581" cy="1413437"/>
            </a:xfrm>
            <a:prstGeom prst="rect">
              <a:avLst/>
            </a:prstGeom>
          </p:spPr>
        </p:pic>
        <p:pic>
          <p:nvPicPr>
            <p:cNvPr id="28" name="Picture 27" descr="Front PPT logo.jpg"/>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9194555" y="132238"/>
              <a:ext cx="609841" cy="736082"/>
            </a:xfrm>
            <a:prstGeom prst="rect">
              <a:avLst/>
            </a:prstGeom>
          </p:spPr>
        </p:pic>
      </p:grpSp>
      <p:sp>
        <p:nvSpPr>
          <p:cNvPr id="45" name="Text Placeholder 44"/>
          <p:cNvSpPr>
            <a:spLocks noGrp="1"/>
          </p:cNvSpPr>
          <p:nvPr>
            <p:ph type="body" sz="quarter" idx="33"/>
          </p:nvPr>
        </p:nvSpPr>
        <p:spPr>
          <a:xfrm>
            <a:off x="5427515" y="4036996"/>
            <a:ext cx="4740404" cy="153700"/>
          </a:xfrm>
        </p:spPr>
        <p:txBody>
          <a:bodyPr vert="horz" wrap="square" lIns="0" tIns="0" rIns="0" bIns="0" numCol="1" rtlCol="0" anchor="b" anchorCtr="0" compatLnSpc="1">
            <a:prstTxWarp prst="textNoShape">
              <a:avLst/>
            </a:prstTxWarp>
          </a:bodyPr>
          <a:lstStyle/>
          <a:p>
            <a:r>
              <a:rPr lang="en-US" sz="700" i="0" dirty="0">
                <a:latin typeface="Myriad-LightItalic" panose="02000506050000090004" pitchFamily="2" charset="0"/>
              </a:rPr>
              <a:t>Source: USDA</a:t>
            </a:r>
          </a:p>
          <a:p>
            <a:r>
              <a:rPr lang="en-US" sz="700" i="0" dirty="0">
                <a:latin typeface="Myriad-LightItalic" panose="02000506050000090004" pitchFamily="2" charset="0"/>
              </a:rPr>
              <a:t>Note: Excludes low </a:t>
            </a:r>
            <a:r>
              <a:rPr lang="en-US" sz="700" dirty="0">
                <a:latin typeface="Myriad-LightItalic" panose="02000506050000090004" pitchFamily="2" charset="0"/>
              </a:rPr>
              <a:t>total </a:t>
            </a:r>
            <a:r>
              <a:rPr lang="en-US" sz="700" i="0" dirty="0">
                <a:latin typeface="Myriad-LightItalic" panose="02000506050000090004" pitchFamily="2" charset="0"/>
              </a:rPr>
              <a:t>stock period spanning 2010-2013</a:t>
            </a:r>
          </a:p>
        </p:txBody>
      </p:sp>
      <p:sp>
        <p:nvSpPr>
          <p:cNvPr id="15" name="Title 4"/>
          <p:cNvSpPr txBox="1">
            <a:spLocks/>
          </p:cNvSpPr>
          <p:nvPr/>
        </p:nvSpPr>
        <p:spPr bwMode="auto">
          <a:xfrm>
            <a:off x="537059" y="402804"/>
            <a:ext cx="8424487" cy="630000"/>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rtl="0" eaLnBrk="1" fontAlgn="base" hangingPunct="1">
              <a:lnSpc>
                <a:spcPct val="100000"/>
              </a:lnSpc>
              <a:spcBef>
                <a:spcPct val="0"/>
              </a:spcBef>
              <a:spcAft>
                <a:spcPct val="0"/>
              </a:spcAft>
              <a:defRPr sz="3238" kern="1200">
                <a:solidFill>
                  <a:schemeClr val="tx2"/>
                </a:solidFill>
                <a:latin typeface="Corbel" panose="020B0503020204020204" pitchFamily="34" charset="0"/>
                <a:ea typeface="+mj-ea"/>
                <a:cs typeface="+mj-cs"/>
              </a:defRPr>
            </a:lvl1pPr>
            <a:lvl2pPr algn="ctr" rtl="0" eaLnBrk="1" fontAlgn="base" hangingPunct="1">
              <a:spcBef>
                <a:spcPct val="0"/>
              </a:spcBef>
              <a:spcAft>
                <a:spcPct val="0"/>
              </a:spcAft>
              <a:defRPr sz="4749">
                <a:solidFill>
                  <a:schemeClr val="tx1"/>
                </a:solidFill>
                <a:latin typeface="Calibri" pitchFamily="34" charset="0"/>
              </a:defRPr>
            </a:lvl2pPr>
            <a:lvl3pPr algn="ctr" rtl="0" eaLnBrk="1" fontAlgn="base" hangingPunct="1">
              <a:spcBef>
                <a:spcPct val="0"/>
              </a:spcBef>
              <a:spcAft>
                <a:spcPct val="0"/>
              </a:spcAft>
              <a:defRPr sz="4749">
                <a:solidFill>
                  <a:schemeClr val="tx1"/>
                </a:solidFill>
                <a:latin typeface="Calibri" pitchFamily="34" charset="0"/>
              </a:defRPr>
            </a:lvl3pPr>
            <a:lvl4pPr algn="ctr" rtl="0" eaLnBrk="1" fontAlgn="base" hangingPunct="1">
              <a:spcBef>
                <a:spcPct val="0"/>
              </a:spcBef>
              <a:spcAft>
                <a:spcPct val="0"/>
              </a:spcAft>
              <a:defRPr sz="4749">
                <a:solidFill>
                  <a:schemeClr val="tx1"/>
                </a:solidFill>
                <a:latin typeface="Calibri" pitchFamily="34" charset="0"/>
              </a:defRPr>
            </a:lvl4pPr>
            <a:lvl5pPr algn="ctr" rtl="0" eaLnBrk="1" fontAlgn="base" hangingPunct="1">
              <a:spcBef>
                <a:spcPct val="0"/>
              </a:spcBef>
              <a:spcAft>
                <a:spcPct val="0"/>
              </a:spcAft>
              <a:defRPr sz="4749">
                <a:solidFill>
                  <a:schemeClr val="tx1"/>
                </a:solidFill>
                <a:latin typeface="Calibri" pitchFamily="34" charset="0"/>
              </a:defRPr>
            </a:lvl5pPr>
            <a:lvl6pPr marL="493456" algn="ctr" rtl="0" eaLnBrk="1" fontAlgn="base" hangingPunct="1">
              <a:spcBef>
                <a:spcPct val="0"/>
              </a:spcBef>
              <a:spcAft>
                <a:spcPct val="0"/>
              </a:spcAft>
              <a:defRPr sz="4749">
                <a:solidFill>
                  <a:schemeClr val="tx1"/>
                </a:solidFill>
                <a:latin typeface="Calibri" pitchFamily="34" charset="0"/>
              </a:defRPr>
            </a:lvl6pPr>
            <a:lvl7pPr marL="986912" algn="ctr" rtl="0" eaLnBrk="1" fontAlgn="base" hangingPunct="1">
              <a:spcBef>
                <a:spcPct val="0"/>
              </a:spcBef>
              <a:spcAft>
                <a:spcPct val="0"/>
              </a:spcAft>
              <a:defRPr sz="4749">
                <a:solidFill>
                  <a:schemeClr val="tx1"/>
                </a:solidFill>
                <a:latin typeface="Calibri" pitchFamily="34" charset="0"/>
              </a:defRPr>
            </a:lvl7pPr>
            <a:lvl8pPr marL="1480368" algn="ctr" rtl="0" eaLnBrk="1" fontAlgn="base" hangingPunct="1">
              <a:spcBef>
                <a:spcPct val="0"/>
              </a:spcBef>
              <a:spcAft>
                <a:spcPct val="0"/>
              </a:spcAft>
              <a:defRPr sz="4749">
                <a:solidFill>
                  <a:schemeClr val="tx1"/>
                </a:solidFill>
                <a:latin typeface="Calibri" pitchFamily="34" charset="0"/>
              </a:defRPr>
            </a:lvl8pPr>
            <a:lvl9pPr marL="1973824" algn="ctr" rtl="0" eaLnBrk="1" fontAlgn="base" hangingPunct="1">
              <a:spcBef>
                <a:spcPct val="0"/>
              </a:spcBef>
              <a:spcAft>
                <a:spcPct val="0"/>
              </a:spcAft>
              <a:defRPr sz="4749">
                <a:solidFill>
                  <a:schemeClr val="tx1"/>
                </a:solidFill>
                <a:latin typeface="Calibri" pitchFamily="34" charset="0"/>
              </a:defRPr>
            </a:lvl9pPr>
          </a:lstStyle>
          <a:p>
            <a:r>
              <a:rPr lang="en-US" sz="2400" spc="-10" dirty="0">
                <a:solidFill>
                  <a:schemeClr val="bg1"/>
                </a:solidFill>
                <a:latin typeface="Myriad Light" panose="02000406040000020004" pitchFamily="2" charset="0"/>
              </a:rPr>
              <a:t>Corn</a:t>
            </a:r>
            <a:br>
              <a:rPr lang="en-GB" sz="2400" spc="-10" dirty="0">
                <a:solidFill>
                  <a:schemeClr val="bg1"/>
                </a:solidFill>
                <a:latin typeface="Myriad Light" panose="02000406040000020004" pitchFamily="2" charset="0"/>
              </a:rPr>
            </a:br>
            <a:r>
              <a:rPr lang="en-US" sz="1600" spc="-10" dirty="0">
                <a:solidFill>
                  <a:schemeClr val="bg1"/>
                </a:solidFill>
                <a:latin typeface="Myriad Light" panose="02000406040000020004" pitchFamily="2" charset="0"/>
              </a:rPr>
              <a:t>Massive new crop set to collide with old crop in the bin</a:t>
            </a:r>
            <a:endParaRPr lang="en-US" sz="1600" dirty="0">
              <a:solidFill>
                <a:schemeClr val="bg1"/>
              </a:solidFill>
              <a:latin typeface="Myriad Light" panose="02000406040000020004" pitchFamily="2" charset="0"/>
            </a:endParaRPr>
          </a:p>
        </p:txBody>
      </p:sp>
      <p:sp>
        <p:nvSpPr>
          <p:cNvPr id="16" name="Text Placeholder 11"/>
          <p:cNvSpPr>
            <a:spLocks noGrp="1"/>
          </p:cNvSpPr>
          <p:nvPr>
            <p:ph type="body" sz="quarter" idx="4294967295"/>
          </p:nvPr>
        </p:nvSpPr>
        <p:spPr>
          <a:xfrm>
            <a:off x="5427516" y="1588478"/>
            <a:ext cx="4740404" cy="19951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r>
              <a:rPr lang="en-GB" sz="1100" b="1" dirty="0">
                <a:latin typeface="Myriad-ExtraBoldItalic" panose="02000000000000000000" pitchFamily="2" charset="0"/>
              </a:rPr>
              <a:t>Inflation adjusted farmgate corn price and March share of corn stocks held by growers</a:t>
            </a:r>
            <a:endParaRPr lang="en-US" sz="1100" b="1" dirty="0">
              <a:latin typeface="Myriad-ExtraBoldItalic" panose="02000000000000000000" pitchFamily="2" charset="0"/>
            </a:endParaRPr>
          </a:p>
        </p:txBody>
      </p:sp>
      <p:sp>
        <p:nvSpPr>
          <p:cNvPr id="17" name="Text Placeholder 12"/>
          <p:cNvSpPr>
            <a:spLocks noGrp="1"/>
          </p:cNvSpPr>
          <p:nvPr>
            <p:ph type="body" sz="quarter" idx="4294967295"/>
          </p:nvPr>
        </p:nvSpPr>
        <p:spPr>
          <a:xfrm>
            <a:off x="5427816" y="4245272"/>
            <a:ext cx="4737246" cy="216000"/>
          </a:xfrm>
          <a:prstGeom prst="rect">
            <a:avLst/>
          </a:prstGeom>
        </p:spPr>
        <p:txBody>
          <a:bodyPr lIns="0" tIns="0" rIns="0" bIns="0"/>
          <a:lstStyle/>
          <a:p>
            <a:r>
              <a:rPr lang="en-GB" sz="1100" b="1" dirty="0">
                <a:latin typeface="Myriad-ExtraBoldItalic" panose="02000000000000000000" pitchFamily="2" charset="0"/>
              </a:rPr>
              <a:t>Corn ethanol margin, inclusive of RIN</a:t>
            </a:r>
            <a:endParaRPr lang="en-US" sz="1100" b="1" dirty="0">
              <a:latin typeface="Myriad-ExtraBoldItalic" panose="02000000000000000000" pitchFamily="2" charset="0"/>
            </a:endParaRPr>
          </a:p>
        </p:txBody>
      </p:sp>
      <p:sp>
        <p:nvSpPr>
          <p:cNvPr id="22" name="Text Placeholder 5"/>
          <p:cNvSpPr txBox="1">
            <a:spLocks noGrp="1"/>
          </p:cNvSpPr>
          <p:nvPr>
            <p:ph type="body" sz="quarter" idx="44"/>
          </p:nvPr>
        </p:nvSpPr>
        <p:spPr bwMode="auto">
          <a:xfrm>
            <a:off x="5418291" y="6827379"/>
            <a:ext cx="4740404" cy="253722"/>
          </a:xfrm>
          <a:prstGeom prst="rect">
            <a:avLst/>
          </a:prstGeom>
          <a:noFill/>
          <a:ln w="9525">
            <a:noFill/>
            <a:miter lim="800000"/>
            <a:headEnd/>
            <a:tailEnd/>
          </a:ln>
        </p:spPr>
        <p:txBody>
          <a:bodyPr vert="horz" wrap="square" lIns="0" tIns="0" rIns="0" bIns="0" numCol="1" rtlCol="0" anchor="b" anchorCtr="0" compatLnSpc="1">
            <a:prstTxWarp prst="textNoShape">
              <a:avLst/>
            </a:prstTxWarp>
          </a:bodyPr>
          <a:lstStyle>
            <a:lvl1pPr marL="0" indent="0" algn="l" rtl="0" eaLnBrk="1" fontAlgn="base" hangingPunct="1">
              <a:lnSpc>
                <a:spcPct val="110000"/>
              </a:lnSpc>
              <a:spcBef>
                <a:spcPts val="600"/>
              </a:spcBef>
              <a:spcAft>
                <a:spcPct val="0"/>
              </a:spcAft>
              <a:buFont typeface="Arial" charset="0"/>
              <a:buNone/>
              <a:defRPr kumimoji="0" lang="en-US" sz="600"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vl2pPr marL="182563" indent="-182563" algn="l" rtl="0" eaLnBrk="1" fontAlgn="base" hangingPunct="1">
              <a:lnSpc>
                <a:spcPct val="110000"/>
              </a:lnSpc>
              <a:spcBef>
                <a:spcPts val="600"/>
              </a:spcBef>
              <a:spcAft>
                <a:spcPct val="0"/>
              </a:spcAft>
              <a:buClr>
                <a:schemeClr val="bg2"/>
              </a:buClr>
              <a:buFont typeface="Arial" panose="020B0604020202020204" pitchFamily="34" charset="0"/>
              <a:buChar char="•"/>
              <a:defRPr sz="1200" kern="1200">
                <a:solidFill>
                  <a:schemeClr val="tx1"/>
                </a:solidFill>
                <a:latin typeface="Corbel" panose="020B0503020204020204" pitchFamily="34" charset="0"/>
                <a:ea typeface="+mn-ea"/>
                <a:cs typeface="+mn-cs"/>
              </a:defRPr>
            </a:lvl2pPr>
            <a:lvl3pPr marL="355600" indent="-173038" algn="l" rtl="0" eaLnBrk="1" fontAlgn="base" hangingPunct="1">
              <a:lnSpc>
                <a:spcPct val="110000"/>
              </a:lnSpc>
              <a:spcBef>
                <a:spcPts val="300"/>
              </a:spcBef>
              <a:spcAft>
                <a:spcPct val="0"/>
              </a:spcAft>
              <a:buClr>
                <a:schemeClr val="tx2"/>
              </a:buClr>
              <a:buFont typeface="Arial" panose="020B0604020202020204" pitchFamily="34" charset="0"/>
              <a:buChar char="•"/>
              <a:defRPr sz="1000" kern="1200">
                <a:solidFill>
                  <a:schemeClr val="tx1"/>
                </a:solidFill>
                <a:latin typeface="Corbel" panose="020B0503020204020204" pitchFamily="34" charset="0"/>
                <a:ea typeface="+mn-ea"/>
                <a:cs typeface="+mn-cs"/>
              </a:defRPr>
            </a:lvl3pPr>
            <a:lvl4pPr marL="538163" indent="-182563" algn="l" rtl="0" eaLnBrk="1" fontAlgn="base" hangingPunct="1">
              <a:lnSpc>
                <a:spcPct val="110000"/>
              </a:lnSpc>
              <a:spcBef>
                <a:spcPts val="300"/>
              </a:spcBef>
              <a:spcAft>
                <a:spcPct val="0"/>
              </a:spcAft>
              <a:buClr>
                <a:schemeClr val="bg2"/>
              </a:buClr>
              <a:buFont typeface="Arial" pitchFamily="34" charset="0"/>
              <a:buChar char="•"/>
              <a:defRPr sz="900" kern="1200">
                <a:solidFill>
                  <a:schemeClr val="tx1"/>
                </a:solidFill>
                <a:latin typeface="Corbel" panose="020B0503020204020204" pitchFamily="34" charset="0"/>
                <a:ea typeface="+mn-ea"/>
                <a:cs typeface="+mn-cs"/>
              </a:defRPr>
            </a:lvl4pPr>
            <a:lvl5pPr marL="720725" indent="-182563" algn="l" rtl="0" eaLnBrk="1" fontAlgn="base" hangingPunct="1">
              <a:lnSpc>
                <a:spcPct val="110000"/>
              </a:lnSpc>
              <a:spcBef>
                <a:spcPts val="300"/>
              </a:spcBef>
              <a:spcAft>
                <a:spcPct val="0"/>
              </a:spcAft>
              <a:buClr>
                <a:schemeClr val="tx2"/>
              </a:buClr>
              <a:buFont typeface="Arial" panose="020B0604020202020204" pitchFamily="34" charset="0"/>
              <a:buChar char="•"/>
              <a:defRPr sz="800" kern="1200">
                <a:solidFill>
                  <a:schemeClr val="tx1"/>
                </a:solidFill>
                <a:latin typeface="Corbel" panose="020B0503020204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648"/>
              </a:spcBef>
            </a:pPr>
            <a:endParaRPr lang="en-US" sz="700" i="0" dirty="0">
              <a:latin typeface="Myriad-LightItalic" panose="02000506050000090004" pitchFamily="2" charset="0"/>
            </a:endParaRPr>
          </a:p>
          <a:p>
            <a:pPr>
              <a:spcBef>
                <a:spcPts val="648"/>
              </a:spcBef>
            </a:pPr>
            <a:r>
              <a:rPr lang="en-US" sz="700" i="0" dirty="0">
                <a:latin typeface="Myriad-LightItalic" panose="02000506050000090004" pitchFamily="2" charset="0"/>
              </a:rPr>
              <a:t>Source: Iowa State University, EPA</a:t>
            </a:r>
          </a:p>
        </p:txBody>
      </p:sp>
      <p:graphicFrame>
        <p:nvGraphicFramePr>
          <p:cNvPr id="4" name="Chart 3">
            <a:extLst>
              <a:ext uri="{FF2B5EF4-FFF2-40B4-BE49-F238E27FC236}">
                <a16:creationId xmlns:a16="http://schemas.microsoft.com/office/drawing/2014/main" id="{A884A609-2C98-EAB3-FA7D-2A28466F14C2}"/>
              </a:ext>
            </a:extLst>
          </p:cNvPr>
          <p:cNvGraphicFramePr>
            <a:graphicFrameLocks/>
          </p:cNvGraphicFramePr>
          <p:nvPr>
            <p:extLst>
              <p:ext uri="{D42A27DB-BD31-4B8C-83A1-F6EECF244321}">
                <p14:modId xmlns:p14="http://schemas.microsoft.com/office/powerpoint/2010/main" val="1786428006"/>
              </p:ext>
            </p:extLst>
          </p:nvPr>
        </p:nvGraphicFramePr>
        <p:xfrm>
          <a:off x="5262827" y="2016554"/>
          <a:ext cx="4737245" cy="1820754"/>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5" name="Chart 4">
            <a:extLst>
              <a:ext uri="{FF2B5EF4-FFF2-40B4-BE49-F238E27FC236}">
                <a16:creationId xmlns:a16="http://schemas.microsoft.com/office/drawing/2014/main" id="{CADE7E0B-664E-4BCA-B7A9-EF8DC4CD16D5}"/>
              </a:ext>
            </a:extLst>
          </p:cNvPr>
          <p:cNvGraphicFramePr>
            <a:graphicFrameLocks/>
          </p:cNvGraphicFramePr>
          <p:nvPr>
            <p:extLst>
              <p:ext uri="{D42A27DB-BD31-4B8C-83A1-F6EECF244321}">
                <p14:modId xmlns:p14="http://schemas.microsoft.com/office/powerpoint/2010/main" val="3444471900"/>
              </p:ext>
            </p:extLst>
          </p:nvPr>
        </p:nvGraphicFramePr>
        <p:xfrm>
          <a:off x="5345906" y="4516254"/>
          <a:ext cx="4737245" cy="2311125"/>
        </p:xfrm>
        <a:graphic>
          <a:graphicData uri="http://schemas.openxmlformats.org/drawingml/2006/chart">
            <c:chart xmlns:c="http://schemas.openxmlformats.org/drawingml/2006/chart" xmlns:r="http://schemas.openxmlformats.org/officeDocument/2006/relationships" r:id="rId8"/>
          </a:graphicData>
        </a:graphic>
      </p:graphicFrame>
      <p:sp>
        <p:nvSpPr>
          <p:cNvPr id="7" name="TextBox 6">
            <a:extLst>
              <a:ext uri="{FF2B5EF4-FFF2-40B4-BE49-F238E27FC236}">
                <a16:creationId xmlns:a16="http://schemas.microsoft.com/office/drawing/2014/main" id="{9F3BCB85-1E45-ECE3-CEED-686367B39506}"/>
              </a:ext>
            </a:extLst>
          </p:cNvPr>
          <p:cNvSpPr txBox="1"/>
          <p:nvPr/>
        </p:nvSpPr>
        <p:spPr>
          <a:xfrm>
            <a:off x="440927" y="1590719"/>
            <a:ext cx="4715979" cy="5606535"/>
          </a:xfrm>
          <a:prstGeom prst="rect">
            <a:avLst/>
          </a:prstGeom>
          <a:noFill/>
        </p:spPr>
        <p:txBody>
          <a:bodyPr wrap="square" lIns="0" tIns="0" rIns="0" bIns="0" rtlCol="0" anchor="t" anchorCtr="0">
            <a:spAutoFit/>
          </a:bodyPr>
          <a:lstStyle/>
          <a:p>
            <a:pPr marL="171450" indent="-171450">
              <a:lnSpc>
                <a:spcPct val="110000"/>
              </a:lnSpc>
              <a:spcBef>
                <a:spcPts val="0"/>
              </a:spcBef>
              <a:spcAft>
                <a:spcPts val="300"/>
              </a:spcAft>
              <a:buClr>
                <a:srgbClr val="FF6600"/>
              </a:buClr>
              <a:buFont typeface="Arial" panose="020B0604020202020204" pitchFamily="34" charset="0"/>
              <a:buChar char="•"/>
            </a:pPr>
            <a:r>
              <a:rPr lang="en-GB" sz="950" dirty="0">
                <a:latin typeface="Myriad-ExtraBoldItalic" panose="02000000000000000000" pitchFamily="2" charset="0"/>
                <a:ea typeface="Calibri" panose="020F0502020204030204" pitchFamily="34" charset="0"/>
                <a:cs typeface="Times New Roman" panose="02020603050405020304" pitchFamily="18" charset="0"/>
              </a:rPr>
              <a:t>Reflective of sharply falling prices, the 2024 harvest season is set to be very difficult for growers from a price perspective. Previous issues of this publication have covered the very large share of stocks in the hands of growers which at 61%, as of July, is the largest in at least 25 years. While high total stocks are commonly associated with lower prices, a higher share in the hands of growers has a compounding effect on this bearish tendency.</a:t>
            </a:r>
          </a:p>
          <a:p>
            <a:pPr marL="171450" indent="-171450">
              <a:lnSpc>
                <a:spcPct val="110000"/>
              </a:lnSpc>
              <a:spcBef>
                <a:spcPts val="0"/>
              </a:spcBef>
              <a:spcAft>
                <a:spcPts val="300"/>
              </a:spcAft>
              <a:buClr>
                <a:srgbClr val="FF6600"/>
              </a:buClr>
              <a:buFont typeface="Arial" panose="020B0604020202020204" pitchFamily="34" charset="0"/>
              <a:buChar char="•"/>
            </a:pPr>
            <a:endParaRPr lang="en-GB" sz="950" dirty="0">
              <a:latin typeface="Myriad-ExtraBoldItalic" panose="02000000000000000000" pitchFamily="2" charset="0"/>
              <a:ea typeface="Calibri" panose="020F0502020204030204" pitchFamily="34" charset="0"/>
              <a:cs typeface="Times New Roman" panose="02020603050405020304" pitchFamily="18" charset="0"/>
            </a:endParaRPr>
          </a:p>
          <a:p>
            <a:pPr marL="171450" indent="-171450">
              <a:lnSpc>
                <a:spcPct val="110000"/>
              </a:lnSpc>
              <a:spcBef>
                <a:spcPts val="0"/>
              </a:spcBef>
              <a:spcAft>
                <a:spcPts val="300"/>
              </a:spcAft>
              <a:buClr>
                <a:srgbClr val="FF6600"/>
              </a:buClr>
              <a:buFont typeface="Arial" panose="020B0604020202020204" pitchFamily="34" charset="0"/>
              <a:buChar char="•"/>
            </a:pPr>
            <a:r>
              <a:rPr lang="en-GB" sz="950" dirty="0">
                <a:latin typeface="Myriad-ExtraBoldItalic" panose="02000000000000000000" pitchFamily="2" charset="0"/>
                <a:ea typeface="Calibri" panose="020F0502020204030204" pitchFamily="34" charset="0"/>
                <a:cs typeface="Times New Roman" panose="02020603050405020304" pitchFamily="18" charset="0"/>
              </a:rPr>
              <a:t>Full bins are set to collide with the second largest corn crop on record, an assertion that can be made with far greater certainty now that the crop has made its way through the critical pollination window. Last year, Rabobank’s condition-based model projected the final corn crop yield of 177 within half a bushel when the projection was performed in August. This year, superior growing conditions will likely drive the yield between 182 and 183 bushels per acre. While Rabobank was in the minority opinion projecting yields above USDA’s summer estimates last year, this year the Department along with most of the trade, have coalesced around the 182-183 bushel range. As a minor consolation, the August WASDE took some of the sting out of record yield projections by acknowledging the 1 million corn acres lost to early spring flooding in the Midwest.   </a:t>
            </a:r>
          </a:p>
          <a:p>
            <a:pPr marL="171450" indent="-171450">
              <a:lnSpc>
                <a:spcPct val="110000"/>
              </a:lnSpc>
              <a:spcBef>
                <a:spcPts val="0"/>
              </a:spcBef>
              <a:spcAft>
                <a:spcPts val="300"/>
              </a:spcAft>
              <a:buClr>
                <a:srgbClr val="FF6600"/>
              </a:buClr>
              <a:buFont typeface="Arial" panose="020B0604020202020204" pitchFamily="34" charset="0"/>
              <a:buChar char="•"/>
            </a:pPr>
            <a:endParaRPr lang="en-GB" sz="950" dirty="0">
              <a:latin typeface="Myriad-ExtraBoldItalic" panose="02000000000000000000" pitchFamily="2" charset="0"/>
              <a:ea typeface="Calibri" panose="020F0502020204030204" pitchFamily="34" charset="0"/>
              <a:cs typeface="Times New Roman" panose="02020603050405020304" pitchFamily="18" charset="0"/>
            </a:endParaRPr>
          </a:p>
          <a:p>
            <a:pPr marL="171450" indent="-171450">
              <a:lnSpc>
                <a:spcPct val="110000"/>
              </a:lnSpc>
              <a:spcBef>
                <a:spcPts val="0"/>
              </a:spcBef>
              <a:spcAft>
                <a:spcPts val="300"/>
              </a:spcAft>
              <a:buClr>
                <a:srgbClr val="FF6600"/>
              </a:buClr>
              <a:buFont typeface="Arial" panose="020B0604020202020204" pitchFamily="34" charset="0"/>
              <a:buChar char="•"/>
            </a:pPr>
            <a:r>
              <a:rPr lang="en-GB" sz="950" dirty="0">
                <a:latin typeface="Myriad-ExtraBoldItalic" panose="02000000000000000000" pitchFamily="2" charset="0"/>
                <a:ea typeface="Calibri" panose="020F0502020204030204" pitchFamily="34" charset="0"/>
                <a:cs typeface="Times New Roman" panose="02020603050405020304" pitchFamily="18" charset="0"/>
              </a:rPr>
              <a:t>News on the 2023/24 crop in South America is mixed with USDA and local estimates finally converging. Beginning with Brazil, the disparity between USDA and CONAB estimates had been 20 MMT as recently as April. By August, that gap had narrowed to 7 MMT with CONAB revising its estimate upwards to 115 MMT against USDA’s 122 MMT. In the case of Argentina, both USDA and the Rosario grain exchange, have been chasing estimates downward in response to damage incurred from </a:t>
            </a:r>
            <a:r>
              <a:rPr lang="en-GB" sz="950" dirty="0" err="1">
                <a:latin typeface="Myriad-ExtraBoldItalic" panose="02000000000000000000" pitchFamily="2" charset="0"/>
                <a:ea typeface="Calibri" panose="020F0502020204030204" pitchFamily="34" charset="0"/>
                <a:cs typeface="Times New Roman" panose="02020603050405020304" pitchFamily="18" charset="0"/>
              </a:rPr>
              <a:t>spiroplasma</a:t>
            </a:r>
            <a:r>
              <a:rPr lang="en-GB" sz="950" dirty="0">
                <a:latin typeface="Myriad-ExtraBoldItalic" panose="02000000000000000000" pitchFamily="2" charset="0"/>
                <a:ea typeface="Calibri" panose="020F0502020204030204" pitchFamily="34" charset="0"/>
                <a:cs typeface="Times New Roman" panose="02020603050405020304" pitchFamily="18" charset="0"/>
              </a:rPr>
              <a:t> with the disparity in production estimates narrowing along the way. </a:t>
            </a:r>
          </a:p>
          <a:p>
            <a:pPr marL="171450" indent="-171450">
              <a:lnSpc>
                <a:spcPct val="110000"/>
              </a:lnSpc>
              <a:spcBef>
                <a:spcPts val="0"/>
              </a:spcBef>
              <a:spcAft>
                <a:spcPts val="300"/>
              </a:spcAft>
              <a:buClr>
                <a:srgbClr val="FF6600"/>
              </a:buClr>
              <a:buFont typeface="Arial" panose="020B0604020202020204" pitchFamily="34" charset="0"/>
              <a:buChar char="•"/>
            </a:pPr>
            <a:endParaRPr lang="en-GB" sz="950" dirty="0">
              <a:latin typeface="Myriad-ExtraBoldItalic" panose="02000000000000000000" pitchFamily="2" charset="0"/>
              <a:ea typeface="Calibri" panose="020F0502020204030204" pitchFamily="34" charset="0"/>
              <a:cs typeface="Times New Roman" panose="02020603050405020304" pitchFamily="18" charset="0"/>
            </a:endParaRPr>
          </a:p>
          <a:p>
            <a:pPr marL="171450" indent="-171450">
              <a:lnSpc>
                <a:spcPct val="110000"/>
              </a:lnSpc>
              <a:spcBef>
                <a:spcPts val="0"/>
              </a:spcBef>
              <a:spcAft>
                <a:spcPts val="300"/>
              </a:spcAft>
              <a:buClr>
                <a:srgbClr val="FF6600"/>
              </a:buClr>
              <a:buFont typeface="Arial" panose="020B0604020202020204" pitchFamily="34" charset="0"/>
              <a:buChar char="•"/>
            </a:pPr>
            <a:r>
              <a:rPr lang="en-GB" sz="950" dirty="0">
                <a:latin typeface="Myriad-ExtraBoldItalic" panose="02000000000000000000" pitchFamily="2" charset="0"/>
                <a:ea typeface="Calibri" panose="020F0502020204030204" pitchFamily="34" charset="0"/>
                <a:cs typeface="Times New Roman" panose="02020603050405020304" pitchFamily="18" charset="0"/>
              </a:rPr>
              <a:t>While a loss of 10 MMT of South American production has contributed to improved fundamentals globally, corn prices have found pressure from other angles, namely a strengthening dollar and declining petroleum prices.</a:t>
            </a:r>
          </a:p>
          <a:p>
            <a:pPr marL="171450" indent="-171450">
              <a:lnSpc>
                <a:spcPct val="110000"/>
              </a:lnSpc>
              <a:spcBef>
                <a:spcPts val="0"/>
              </a:spcBef>
              <a:spcAft>
                <a:spcPts val="300"/>
              </a:spcAft>
              <a:buClr>
                <a:srgbClr val="FF6600"/>
              </a:buClr>
              <a:buFont typeface="Arial" panose="020B0604020202020204" pitchFamily="34" charset="0"/>
              <a:buChar char="•"/>
            </a:pPr>
            <a:endParaRPr lang="en-GB" sz="950" dirty="0">
              <a:latin typeface="Myriad-ExtraBoldItalic" panose="02000000000000000000" pitchFamily="2" charset="0"/>
              <a:ea typeface="Calibri" panose="020F0502020204030204" pitchFamily="34" charset="0"/>
              <a:cs typeface="Times New Roman" panose="02020603050405020304" pitchFamily="18" charset="0"/>
            </a:endParaRPr>
          </a:p>
          <a:p>
            <a:pPr marL="171450" indent="-171450">
              <a:lnSpc>
                <a:spcPct val="110000"/>
              </a:lnSpc>
              <a:spcBef>
                <a:spcPts val="0"/>
              </a:spcBef>
              <a:spcAft>
                <a:spcPts val="300"/>
              </a:spcAft>
              <a:buClr>
                <a:srgbClr val="FF6600"/>
              </a:buClr>
              <a:buFont typeface="Arial" panose="020B0604020202020204" pitchFamily="34" charset="0"/>
              <a:buChar char="•"/>
            </a:pPr>
            <a:r>
              <a:rPr lang="en-GB" sz="950" dirty="0">
                <a:latin typeface="Myriad-ExtraBoldItalic" panose="02000000000000000000" pitchFamily="2" charset="0"/>
                <a:ea typeface="Calibri" panose="020F0502020204030204" pitchFamily="34" charset="0"/>
                <a:cs typeface="Times New Roman" panose="02020603050405020304" pitchFamily="18" charset="0"/>
              </a:rPr>
              <a:t>2024 Midwest corn prices in the mid-$3s will usher in the second straight year of negative margins for the commodity. As a proxy for farm profitability the negative margins also foretell a sharp rebound in agricultural borrowing. To that effect, volumes for operational lines of credit are up 14% year-on-year according to the latest quarterly data. </a:t>
            </a:r>
          </a:p>
        </p:txBody>
      </p:sp>
    </p:spTree>
    <p:extLst>
      <p:ext uri="{BB962C8B-B14F-4D97-AF65-F5344CB8AC3E}">
        <p14:creationId xmlns:p14="http://schemas.microsoft.com/office/powerpoint/2010/main" val="153173837"/>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5342573" y="0"/>
            <a:ext cx="5349240" cy="1435608"/>
          </a:xfrm>
          <a:prstGeom prst="rect">
            <a:avLst/>
          </a:prstGeom>
        </p:spPr>
      </p:pic>
      <p:pic>
        <p:nvPicPr>
          <p:cNvPr id="4" name="Picture 3"/>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0" y="0"/>
            <a:ext cx="5349240" cy="1435608"/>
          </a:xfrm>
          <a:prstGeom prst="rect">
            <a:avLst/>
          </a:prstGeom>
        </p:spPr>
      </p:pic>
      <p:sp>
        <p:nvSpPr>
          <p:cNvPr id="24" name="Rectangle 23"/>
          <p:cNvSpPr/>
          <p:nvPr/>
        </p:nvSpPr>
        <p:spPr>
          <a:xfrm>
            <a:off x="-9430" y="16413"/>
            <a:ext cx="10689336" cy="1439577"/>
          </a:xfrm>
          <a:prstGeom prst="rect">
            <a:avLst/>
          </a:prstGeom>
          <a:gradFill flip="none" rotWithShape="1">
            <a:gsLst>
              <a:gs pos="0">
                <a:schemeClr val="tx1">
                  <a:alpha val="26000"/>
                </a:schemeClr>
              </a:gs>
              <a:gs pos="100000">
                <a:schemeClr val="tx1">
                  <a:alpha val="82000"/>
                </a:schemeClr>
              </a:gs>
            </a:gsLst>
            <a:lin ang="54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GB" sz="900" dirty="0">
                <a:latin typeface="Myriad Light" panose="02000406040000020004" pitchFamily="2" charset="0"/>
              </a:rPr>
              <a:t>                                                      </a:t>
            </a:r>
          </a:p>
        </p:txBody>
      </p:sp>
      <p:grpSp>
        <p:nvGrpSpPr>
          <p:cNvPr id="3" name="Group 2"/>
          <p:cNvGrpSpPr/>
          <p:nvPr/>
        </p:nvGrpSpPr>
        <p:grpSpPr>
          <a:xfrm>
            <a:off x="9475232" y="-2947"/>
            <a:ext cx="1216581" cy="1413437"/>
            <a:chOff x="8700614" y="-2947"/>
            <a:chExt cx="1216581" cy="1413437"/>
          </a:xfrm>
        </p:grpSpPr>
        <p:pic>
          <p:nvPicPr>
            <p:cNvPr id="18" name="Picture 17"/>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8700614" y="-2947"/>
              <a:ext cx="1216581" cy="1413437"/>
            </a:xfrm>
            <a:prstGeom prst="rect">
              <a:avLst/>
            </a:prstGeom>
          </p:spPr>
        </p:pic>
        <p:pic>
          <p:nvPicPr>
            <p:cNvPr id="19" name="Picture 18" descr="Front PPT logo.jpg"/>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9194555" y="132238"/>
              <a:ext cx="609841" cy="736082"/>
            </a:xfrm>
            <a:prstGeom prst="rect">
              <a:avLst/>
            </a:prstGeom>
          </p:spPr>
        </p:pic>
      </p:grpSp>
      <p:sp>
        <p:nvSpPr>
          <p:cNvPr id="26" name="Title 4"/>
          <p:cNvSpPr txBox="1">
            <a:spLocks/>
          </p:cNvSpPr>
          <p:nvPr/>
        </p:nvSpPr>
        <p:spPr bwMode="auto">
          <a:xfrm>
            <a:off x="537059" y="429369"/>
            <a:ext cx="4619316" cy="6300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lgn="l" rtl="0" eaLnBrk="1" fontAlgn="base" hangingPunct="1">
              <a:lnSpc>
                <a:spcPct val="100000"/>
              </a:lnSpc>
              <a:spcBef>
                <a:spcPct val="0"/>
              </a:spcBef>
              <a:spcAft>
                <a:spcPct val="0"/>
              </a:spcAft>
              <a:defRPr sz="3238" kern="1200">
                <a:solidFill>
                  <a:schemeClr val="tx2"/>
                </a:solidFill>
                <a:latin typeface="Corbel" panose="020B0503020204020204" pitchFamily="34" charset="0"/>
                <a:ea typeface="+mj-ea"/>
                <a:cs typeface="+mj-cs"/>
              </a:defRPr>
            </a:lvl1pPr>
            <a:lvl2pPr algn="ctr" rtl="0" eaLnBrk="1" fontAlgn="base" hangingPunct="1">
              <a:spcBef>
                <a:spcPct val="0"/>
              </a:spcBef>
              <a:spcAft>
                <a:spcPct val="0"/>
              </a:spcAft>
              <a:defRPr sz="4749">
                <a:solidFill>
                  <a:schemeClr val="tx1"/>
                </a:solidFill>
                <a:latin typeface="Calibri" pitchFamily="34" charset="0"/>
              </a:defRPr>
            </a:lvl2pPr>
            <a:lvl3pPr algn="ctr" rtl="0" eaLnBrk="1" fontAlgn="base" hangingPunct="1">
              <a:spcBef>
                <a:spcPct val="0"/>
              </a:spcBef>
              <a:spcAft>
                <a:spcPct val="0"/>
              </a:spcAft>
              <a:defRPr sz="4749">
                <a:solidFill>
                  <a:schemeClr val="tx1"/>
                </a:solidFill>
                <a:latin typeface="Calibri" pitchFamily="34" charset="0"/>
              </a:defRPr>
            </a:lvl3pPr>
            <a:lvl4pPr algn="ctr" rtl="0" eaLnBrk="1" fontAlgn="base" hangingPunct="1">
              <a:spcBef>
                <a:spcPct val="0"/>
              </a:spcBef>
              <a:spcAft>
                <a:spcPct val="0"/>
              </a:spcAft>
              <a:defRPr sz="4749">
                <a:solidFill>
                  <a:schemeClr val="tx1"/>
                </a:solidFill>
                <a:latin typeface="Calibri" pitchFamily="34" charset="0"/>
              </a:defRPr>
            </a:lvl4pPr>
            <a:lvl5pPr algn="ctr" rtl="0" eaLnBrk="1" fontAlgn="base" hangingPunct="1">
              <a:spcBef>
                <a:spcPct val="0"/>
              </a:spcBef>
              <a:spcAft>
                <a:spcPct val="0"/>
              </a:spcAft>
              <a:defRPr sz="4749">
                <a:solidFill>
                  <a:schemeClr val="tx1"/>
                </a:solidFill>
                <a:latin typeface="Calibri" pitchFamily="34" charset="0"/>
              </a:defRPr>
            </a:lvl5pPr>
            <a:lvl6pPr marL="493456" algn="ctr" rtl="0" eaLnBrk="1" fontAlgn="base" hangingPunct="1">
              <a:spcBef>
                <a:spcPct val="0"/>
              </a:spcBef>
              <a:spcAft>
                <a:spcPct val="0"/>
              </a:spcAft>
              <a:defRPr sz="4749">
                <a:solidFill>
                  <a:schemeClr val="tx1"/>
                </a:solidFill>
                <a:latin typeface="Calibri" pitchFamily="34" charset="0"/>
              </a:defRPr>
            </a:lvl6pPr>
            <a:lvl7pPr marL="986912" algn="ctr" rtl="0" eaLnBrk="1" fontAlgn="base" hangingPunct="1">
              <a:spcBef>
                <a:spcPct val="0"/>
              </a:spcBef>
              <a:spcAft>
                <a:spcPct val="0"/>
              </a:spcAft>
              <a:defRPr sz="4749">
                <a:solidFill>
                  <a:schemeClr val="tx1"/>
                </a:solidFill>
                <a:latin typeface="Calibri" pitchFamily="34" charset="0"/>
              </a:defRPr>
            </a:lvl7pPr>
            <a:lvl8pPr marL="1480368" algn="ctr" rtl="0" eaLnBrk="1" fontAlgn="base" hangingPunct="1">
              <a:spcBef>
                <a:spcPct val="0"/>
              </a:spcBef>
              <a:spcAft>
                <a:spcPct val="0"/>
              </a:spcAft>
              <a:defRPr sz="4749">
                <a:solidFill>
                  <a:schemeClr val="tx1"/>
                </a:solidFill>
                <a:latin typeface="Calibri" pitchFamily="34" charset="0"/>
              </a:defRPr>
            </a:lvl8pPr>
            <a:lvl9pPr marL="1973824" algn="ctr" rtl="0" eaLnBrk="1" fontAlgn="base" hangingPunct="1">
              <a:spcBef>
                <a:spcPct val="0"/>
              </a:spcBef>
              <a:spcAft>
                <a:spcPct val="0"/>
              </a:spcAft>
              <a:defRPr sz="4749">
                <a:solidFill>
                  <a:schemeClr val="tx1"/>
                </a:solidFill>
                <a:latin typeface="Calibri" pitchFamily="34" charset="0"/>
              </a:defRPr>
            </a:lvl9pPr>
          </a:lstStyle>
          <a:p>
            <a:r>
              <a:rPr lang="en-US" sz="2400" spc="-10" dirty="0">
                <a:solidFill>
                  <a:schemeClr val="bg1"/>
                </a:solidFill>
                <a:latin typeface="Myriad Light" panose="02000406040000020004" pitchFamily="2" charset="0"/>
              </a:rPr>
              <a:t>Cotton</a:t>
            </a:r>
          </a:p>
          <a:p>
            <a:r>
              <a:rPr lang="en-US" sz="1600" spc="-10" dirty="0">
                <a:solidFill>
                  <a:schemeClr val="bg1"/>
                </a:solidFill>
                <a:latin typeface="Myriad Light" panose="02000406040000020004" pitchFamily="2" charset="0"/>
              </a:rPr>
              <a:t>Growers gravitate back to cotton</a:t>
            </a:r>
          </a:p>
        </p:txBody>
      </p:sp>
      <p:sp>
        <p:nvSpPr>
          <p:cNvPr id="28" name="Title 4"/>
          <p:cNvSpPr txBox="1">
            <a:spLocks/>
          </p:cNvSpPr>
          <p:nvPr/>
        </p:nvSpPr>
        <p:spPr bwMode="auto">
          <a:xfrm>
            <a:off x="5535438" y="429369"/>
            <a:ext cx="2216559" cy="6300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lgn="l" rtl="0" eaLnBrk="1" fontAlgn="base" hangingPunct="1">
              <a:lnSpc>
                <a:spcPct val="100000"/>
              </a:lnSpc>
              <a:spcBef>
                <a:spcPct val="0"/>
              </a:spcBef>
              <a:spcAft>
                <a:spcPct val="0"/>
              </a:spcAft>
              <a:defRPr sz="3238" kern="1200">
                <a:solidFill>
                  <a:schemeClr val="tx2"/>
                </a:solidFill>
                <a:latin typeface="Corbel" panose="020B0503020204020204" pitchFamily="34" charset="0"/>
                <a:ea typeface="+mj-ea"/>
                <a:cs typeface="+mj-cs"/>
              </a:defRPr>
            </a:lvl1pPr>
            <a:lvl2pPr algn="ctr" rtl="0" eaLnBrk="1" fontAlgn="base" hangingPunct="1">
              <a:spcBef>
                <a:spcPct val="0"/>
              </a:spcBef>
              <a:spcAft>
                <a:spcPct val="0"/>
              </a:spcAft>
              <a:defRPr sz="4749">
                <a:solidFill>
                  <a:schemeClr val="tx1"/>
                </a:solidFill>
                <a:latin typeface="Calibri" pitchFamily="34" charset="0"/>
              </a:defRPr>
            </a:lvl2pPr>
            <a:lvl3pPr algn="ctr" rtl="0" eaLnBrk="1" fontAlgn="base" hangingPunct="1">
              <a:spcBef>
                <a:spcPct val="0"/>
              </a:spcBef>
              <a:spcAft>
                <a:spcPct val="0"/>
              </a:spcAft>
              <a:defRPr sz="4749">
                <a:solidFill>
                  <a:schemeClr val="tx1"/>
                </a:solidFill>
                <a:latin typeface="Calibri" pitchFamily="34" charset="0"/>
              </a:defRPr>
            </a:lvl3pPr>
            <a:lvl4pPr algn="ctr" rtl="0" eaLnBrk="1" fontAlgn="base" hangingPunct="1">
              <a:spcBef>
                <a:spcPct val="0"/>
              </a:spcBef>
              <a:spcAft>
                <a:spcPct val="0"/>
              </a:spcAft>
              <a:defRPr sz="4749">
                <a:solidFill>
                  <a:schemeClr val="tx1"/>
                </a:solidFill>
                <a:latin typeface="Calibri" pitchFamily="34" charset="0"/>
              </a:defRPr>
            </a:lvl4pPr>
            <a:lvl5pPr algn="ctr" rtl="0" eaLnBrk="1" fontAlgn="base" hangingPunct="1">
              <a:spcBef>
                <a:spcPct val="0"/>
              </a:spcBef>
              <a:spcAft>
                <a:spcPct val="0"/>
              </a:spcAft>
              <a:defRPr sz="4749">
                <a:solidFill>
                  <a:schemeClr val="tx1"/>
                </a:solidFill>
                <a:latin typeface="Calibri" pitchFamily="34" charset="0"/>
              </a:defRPr>
            </a:lvl5pPr>
            <a:lvl6pPr marL="493456" algn="ctr" rtl="0" eaLnBrk="1" fontAlgn="base" hangingPunct="1">
              <a:spcBef>
                <a:spcPct val="0"/>
              </a:spcBef>
              <a:spcAft>
                <a:spcPct val="0"/>
              </a:spcAft>
              <a:defRPr sz="4749">
                <a:solidFill>
                  <a:schemeClr val="tx1"/>
                </a:solidFill>
                <a:latin typeface="Calibri" pitchFamily="34" charset="0"/>
              </a:defRPr>
            </a:lvl6pPr>
            <a:lvl7pPr marL="986912" algn="ctr" rtl="0" eaLnBrk="1" fontAlgn="base" hangingPunct="1">
              <a:spcBef>
                <a:spcPct val="0"/>
              </a:spcBef>
              <a:spcAft>
                <a:spcPct val="0"/>
              </a:spcAft>
              <a:defRPr sz="4749">
                <a:solidFill>
                  <a:schemeClr val="tx1"/>
                </a:solidFill>
                <a:latin typeface="Calibri" pitchFamily="34" charset="0"/>
              </a:defRPr>
            </a:lvl7pPr>
            <a:lvl8pPr marL="1480368" algn="ctr" rtl="0" eaLnBrk="1" fontAlgn="base" hangingPunct="1">
              <a:spcBef>
                <a:spcPct val="0"/>
              </a:spcBef>
              <a:spcAft>
                <a:spcPct val="0"/>
              </a:spcAft>
              <a:defRPr sz="4749">
                <a:solidFill>
                  <a:schemeClr val="tx1"/>
                </a:solidFill>
                <a:latin typeface="Calibri" pitchFamily="34" charset="0"/>
              </a:defRPr>
            </a:lvl8pPr>
            <a:lvl9pPr marL="1973824" algn="ctr" rtl="0" eaLnBrk="1" fontAlgn="base" hangingPunct="1">
              <a:spcBef>
                <a:spcPct val="0"/>
              </a:spcBef>
              <a:spcAft>
                <a:spcPct val="0"/>
              </a:spcAft>
              <a:defRPr sz="4749">
                <a:solidFill>
                  <a:schemeClr val="tx1"/>
                </a:solidFill>
                <a:latin typeface="Calibri" pitchFamily="34" charset="0"/>
              </a:defRPr>
            </a:lvl9pPr>
          </a:lstStyle>
          <a:p>
            <a:r>
              <a:rPr lang="en-US" sz="2400" spc="-10" dirty="0">
                <a:solidFill>
                  <a:schemeClr val="bg1"/>
                </a:solidFill>
                <a:latin typeface="Myriad Light" panose="02000406040000020004" pitchFamily="2" charset="0"/>
              </a:rPr>
              <a:t>Sugar</a:t>
            </a:r>
            <a:endParaRPr lang="en-US" sz="1600" dirty="0">
              <a:solidFill>
                <a:schemeClr val="bg1"/>
              </a:solidFill>
              <a:latin typeface="Myriad Light" panose="02000406040000020004" pitchFamily="2" charset="0"/>
            </a:endParaRPr>
          </a:p>
        </p:txBody>
      </p:sp>
      <p:cxnSp>
        <p:nvCxnSpPr>
          <p:cNvPr id="6" name="Straight Connector 5"/>
          <p:cNvCxnSpPr/>
          <p:nvPr/>
        </p:nvCxnSpPr>
        <p:spPr>
          <a:xfrm>
            <a:off x="5346699" y="-3969"/>
            <a:ext cx="0" cy="1438555"/>
          </a:xfrm>
          <a:prstGeom prst="line">
            <a:avLst/>
          </a:prstGeom>
          <a:ln w="28575">
            <a:solidFill>
              <a:schemeClr val="bg1"/>
            </a:solidFill>
            <a:tailEnd type="none"/>
          </a:ln>
        </p:spPr>
        <p:style>
          <a:lnRef idx="1">
            <a:schemeClr val="accent1"/>
          </a:lnRef>
          <a:fillRef idx="0">
            <a:schemeClr val="accent1"/>
          </a:fillRef>
          <a:effectRef idx="0">
            <a:schemeClr val="accent1"/>
          </a:effectRef>
          <a:fontRef idx="minor">
            <a:schemeClr val="tx1"/>
          </a:fontRef>
        </p:style>
      </p:cxnSp>
      <p:sp>
        <p:nvSpPr>
          <p:cNvPr id="33" name="Text Placeholder 10"/>
          <p:cNvSpPr>
            <a:spLocks noGrp="1"/>
          </p:cNvSpPr>
          <p:nvPr/>
        </p:nvSpPr>
        <p:spPr bwMode="auto">
          <a:xfrm>
            <a:off x="537060" y="7133101"/>
            <a:ext cx="4389120" cy="142404"/>
          </a:xfrm>
          <a:prstGeom prst="rect">
            <a:avLst/>
          </a:prstGeom>
          <a:noFill/>
          <a:ln w="9525">
            <a:noFill/>
            <a:miter lim="800000"/>
            <a:headEnd/>
            <a:tailEnd/>
          </a:ln>
        </p:spPr>
        <p:txBody>
          <a:bodyPr vert="horz" wrap="square" lIns="0" tIns="0" rIns="0" bIns="0" numCol="1" rtlCol="0" anchor="b" anchorCtr="0" compatLnSpc="1">
            <a:prstTxWarp prst="textNoShape">
              <a:avLst/>
            </a:prstTxWarp>
          </a:bodyPr>
          <a:lstStyle>
            <a:lvl1pPr marL="0" indent="0" algn="l" rtl="0" eaLnBrk="1" fontAlgn="base" hangingPunct="1">
              <a:lnSpc>
                <a:spcPct val="110000"/>
              </a:lnSpc>
              <a:spcBef>
                <a:spcPts val="648"/>
              </a:spcBef>
              <a:spcAft>
                <a:spcPct val="0"/>
              </a:spcAft>
              <a:buFont typeface="Arial" charset="0"/>
              <a:buNone/>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vl2pPr marL="197040" indent="-197040" algn="l" rtl="0" eaLnBrk="1" fontAlgn="base" hangingPunct="1">
              <a:lnSpc>
                <a:spcPct val="110000"/>
              </a:lnSpc>
              <a:spcBef>
                <a:spcPts val="648"/>
              </a:spcBef>
              <a:spcAft>
                <a:spcPct val="0"/>
              </a:spcAft>
              <a:buClr>
                <a:schemeClr val="bg2"/>
              </a:buClr>
              <a:buFont typeface="Arial" panose="020B0604020202020204" pitchFamily="34" charset="0"/>
              <a:buChar char="•"/>
              <a:defRPr sz="1295" kern="1200">
                <a:solidFill>
                  <a:schemeClr val="tx1"/>
                </a:solidFill>
                <a:latin typeface="+mj-lt"/>
                <a:ea typeface="+mn-ea"/>
                <a:cs typeface="+mn-cs"/>
              </a:defRPr>
            </a:lvl2pPr>
            <a:lvl3pPr marL="383799" indent="-186760" algn="l" rtl="0" eaLnBrk="1" fontAlgn="base" hangingPunct="1">
              <a:lnSpc>
                <a:spcPct val="110000"/>
              </a:lnSpc>
              <a:spcBef>
                <a:spcPts val="324"/>
              </a:spcBef>
              <a:spcAft>
                <a:spcPct val="0"/>
              </a:spcAft>
              <a:buClr>
                <a:schemeClr val="tx2"/>
              </a:buClr>
              <a:buFont typeface="Arial" panose="020B0604020202020204" pitchFamily="34" charset="0"/>
              <a:buChar char="•"/>
              <a:defRPr sz="1079" kern="1200">
                <a:solidFill>
                  <a:schemeClr val="tx1"/>
                </a:solidFill>
                <a:latin typeface="+mj-lt"/>
                <a:ea typeface="+mn-ea"/>
                <a:cs typeface="+mn-cs"/>
              </a:defRPr>
            </a:lvl3pPr>
            <a:lvl4pPr marL="580839" indent="-197040" algn="l" rtl="0" eaLnBrk="1" fontAlgn="base" hangingPunct="1">
              <a:lnSpc>
                <a:spcPct val="110000"/>
              </a:lnSpc>
              <a:spcBef>
                <a:spcPts val="324"/>
              </a:spcBef>
              <a:spcAft>
                <a:spcPct val="0"/>
              </a:spcAft>
              <a:buClr>
                <a:schemeClr val="bg2"/>
              </a:buClr>
              <a:buFont typeface="Arial" pitchFamily="34" charset="0"/>
              <a:buChar char="•"/>
              <a:defRPr sz="971" kern="1200">
                <a:solidFill>
                  <a:schemeClr val="tx1"/>
                </a:solidFill>
                <a:latin typeface="+mj-lt"/>
                <a:ea typeface="+mn-ea"/>
                <a:cs typeface="+mn-cs"/>
              </a:defRPr>
            </a:lvl4pPr>
            <a:lvl5pPr marL="777878" indent="-197040" algn="l" rtl="0" eaLnBrk="1" fontAlgn="base" hangingPunct="1">
              <a:lnSpc>
                <a:spcPct val="110000"/>
              </a:lnSpc>
              <a:spcBef>
                <a:spcPts val="324"/>
              </a:spcBef>
              <a:spcAft>
                <a:spcPct val="0"/>
              </a:spcAft>
              <a:buClr>
                <a:schemeClr val="tx2"/>
              </a:buClr>
              <a:buFont typeface="Arial" panose="020B0604020202020204" pitchFamily="34" charset="0"/>
              <a:buChar char="•"/>
              <a:defRPr sz="863" kern="1200">
                <a:solidFill>
                  <a:schemeClr val="tx1"/>
                </a:solidFill>
                <a:latin typeface="+mj-lt"/>
                <a:ea typeface="+mn-ea"/>
                <a:cs typeface="+mn-cs"/>
              </a:defRPr>
            </a:lvl5pPr>
            <a:lvl6pPr marL="2714008" indent="-246728" algn="l" defTabSz="986912" rtl="0" eaLnBrk="1" latinLnBrk="0" hangingPunct="1">
              <a:spcBef>
                <a:spcPct val="20000"/>
              </a:spcBef>
              <a:buFont typeface="Arial" pitchFamily="34" charset="0"/>
              <a:buChar char="•"/>
              <a:defRPr sz="2159" kern="1200">
                <a:solidFill>
                  <a:schemeClr val="tx1"/>
                </a:solidFill>
                <a:latin typeface="+mn-lt"/>
                <a:ea typeface="+mn-ea"/>
                <a:cs typeface="+mn-cs"/>
              </a:defRPr>
            </a:lvl6pPr>
            <a:lvl7pPr marL="3207464" indent="-246728" algn="l" defTabSz="986912" rtl="0" eaLnBrk="1" latinLnBrk="0" hangingPunct="1">
              <a:spcBef>
                <a:spcPct val="20000"/>
              </a:spcBef>
              <a:buFont typeface="Arial" pitchFamily="34" charset="0"/>
              <a:buChar char="•"/>
              <a:defRPr sz="2159" kern="1200">
                <a:solidFill>
                  <a:schemeClr val="tx1"/>
                </a:solidFill>
                <a:latin typeface="+mn-lt"/>
                <a:ea typeface="+mn-ea"/>
                <a:cs typeface="+mn-cs"/>
              </a:defRPr>
            </a:lvl7pPr>
            <a:lvl8pPr marL="3700920" indent="-246728" algn="l" defTabSz="986912" rtl="0" eaLnBrk="1" latinLnBrk="0" hangingPunct="1">
              <a:spcBef>
                <a:spcPct val="20000"/>
              </a:spcBef>
              <a:buFont typeface="Arial" pitchFamily="34" charset="0"/>
              <a:buChar char="•"/>
              <a:defRPr sz="2159" kern="1200">
                <a:solidFill>
                  <a:schemeClr val="tx1"/>
                </a:solidFill>
                <a:latin typeface="+mn-lt"/>
                <a:ea typeface="+mn-ea"/>
                <a:cs typeface="+mn-cs"/>
              </a:defRPr>
            </a:lvl8pPr>
            <a:lvl9pPr marL="4194376" indent="-246728" algn="l" defTabSz="986912" rtl="0" eaLnBrk="1" latinLnBrk="0" hangingPunct="1">
              <a:spcBef>
                <a:spcPct val="20000"/>
              </a:spcBef>
              <a:buFont typeface="Arial" pitchFamily="34" charset="0"/>
              <a:buChar char="•"/>
              <a:defRPr sz="2159" kern="1200">
                <a:solidFill>
                  <a:schemeClr val="tx1"/>
                </a:solidFill>
                <a:latin typeface="+mn-lt"/>
                <a:ea typeface="+mn-ea"/>
                <a:cs typeface="+mn-cs"/>
              </a:defRPr>
            </a:lvl9pPr>
          </a:lstStyle>
          <a:p>
            <a:r>
              <a:rPr lang="en-US" sz="700" i="0" dirty="0">
                <a:latin typeface="Myriad-LightItalic" panose="02000506050000090004" pitchFamily="2" charset="0"/>
              </a:rPr>
              <a:t>Source: USDA, Rabobank 2022</a:t>
            </a:r>
          </a:p>
        </p:txBody>
      </p:sp>
      <p:sp>
        <p:nvSpPr>
          <p:cNvPr id="34" name="Text Placeholder 12"/>
          <p:cNvSpPr>
            <a:spLocks noGrp="1"/>
          </p:cNvSpPr>
          <p:nvPr/>
        </p:nvSpPr>
        <p:spPr bwMode="auto">
          <a:xfrm>
            <a:off x="595289" y="4817599"/>
            <a:ext cx="4840991" cy="28292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rtl="0" eaLnBrk="1" fontAlgn="base" hangingPunct="1">
              <a:lnSpc>
                <a:spcPct val="110000"/>
              </a:lnSpc>
              <a:spcBef>
                <a:spcPts val="648"/>
              </a:spcBef>
              <a:spcAft>
                <a:spcPct val="0"/>
              </a:spcAft>
              <a:buFont typeface="Arial" charset="0"/>
              <a:buNone/>
              <a:defRPr sz="1295" i="1" kern="1200">
                <a:solidFill>
                  <a:schemeClr val="tx2"/>
                </a:solidFill>
                <a:latin typeface="+mj-lt"/>
                <a:ea typeface="+mn-ea"/>
                <a:cs typeface="+mn-cs"/>
              </a:defRPr>
            </a:lvl1pPr>
            <a:lvl2pPr marL="197040" indent="-197040" algn="l" rtl="0" eaLnBrk="1" fontAlgn="base" hangingPunct="1">
              <a:lnSpc>
                <a:spcPct val="110000"/>
              </a:lnSpc>
              <a:spcBef>
                <a:spcPts val="648"/>
              </a:spcBef>
              <a:spcAft>
                <a:spcPct val="0"/>
              </a:spcAft>
              <a:buClr>
                <a:schemeClr val="bg2"/>
              </a:buClr>
              <a:buFont typeface="Arial" panose="020B0604020202020204" pitchFamily="34" charset="0"/>
              <a:buChar char="•"/>
              <a:defRPr sz="1295" kern="1200">
                <a:solidFill>
                  <a:schemeClr val="tx1"/>
                </a:solidFill>
                <a:latin typeface="+mj-lt"/>
                <a:ea typeface="+mn-ea"/>
                <a:cs typeface="+mn-cs"/>
              </a:defRPr>
            </a:lvl2pPr>
            <a:lvl3pPr marL="383799" indent="-186760" algn="l" rtl="0" eaLnBrk="1" fontAlgn="base" hangingPunct="1">
              <a:lnSpc>
                <a:spcPct val="110000"/>
              </a:lnSpc>
              <a:spcBef>
                <a:spcPts val="324"/>
              </a:spcBef>
              <a:spcAft>
                <a:spcPct val="0"/>
              </a:spcAft>
              <a:buClr>
                <a:schemeClr val="tx2"/>
              </a:buClr>
              <a:buFont typeface="Arial" panose="020B0604020202020204" pitchFamily="34" charset="0"/>
              <a:buChar char="•"/>
              <a:defRPr sz="1079" kern="1200">
                <a:solidFill>
                  <a:schemeClr val="tx1"/>
                </a:solidFill>
                <a:latin typeface="+mj-lt"/>
                <a:ea typeface="+mn-ea"/>
                <a:cs typeface="+mn-cs"/>
              </a:defRPr>
            </a:lvl3pPr>
            <a:lvl4pPr marL="580839" indent="-197040" algn="l" rtl="0" eaLnBrk="1" fontAlgn="base" hangingPunct="1">
              <a:lnSpc>
                <a:spcPct val="110000"/>
              </a:lnSpc>
              <a:spcBef>
                <a:spcPts val="324"/>
              </a:spcBef>
              <a:spcAft>
                <a:spcPct val="0"/>
              </a:spcAft>
              <a:buClr>
                <a:schemeClr val="bg2"/>
              </a:buClr>
              <a:buFont typeface="Arial" pitchFamily="34" charset="0"/>
              <a:buChar char="•"/>
              <a:defRPr sz="971" kern="1200">
                <a:solidFill>
                  <a:schemeClr val="tx1"/>
                </a:solidFill>
                <a:latin typeface="+mj-lt"/>
                <a:ea typeface="+mn-ea"/>
                <a:cs typeface="+mn-cs"/>
              </a:defRPr>
            </a:lvl4pPr>
            <a:lvl5pPr marL="777878" indent="-197040" algn="l" rtl="0" eaLnBrk="1" fontAlgn="base" hangingPunct="1">
              <a:lnSpc>
                <a:spcPct val="110000"/>
              </a:lnSpc>
              <a:spcBef>
                <a:spcPts val="324"/>
              </a:spcBef>
              <a:spcAft>
                <a:spcPct val="0"/>
              </a:spcAft>
              <a:buClr>
                <a:schemeClr val="tx2"/>
              </a:buClr>
              <a:buFont typeface="Arial" panose="020B0604020202020204" pitchFamily="34" charset="0"/>
              <a:buChar char="•"/>
              <a:defRPr sz="863" kern="1200">
                <a:solidFill>
                  <a:schemeClr val="tx1"/>
                </a:solidFill>
                <a:latin typeface="+mj-lt"/>
                <a:ea typeface="+mn-ea"/>
                <a:cs typeface="+mn-cs"/>
              </a:defRPr>
            </a:lvl5pPr>
            <a:lvl6pPr marL="2714008" indent="-246728" algn="l" defTabSz="986912" rtl="0" eaLnBrk="1" latinLnBrk="0" hangingPunct="1">
              <a:spcBef>
                <a:spcPct val="20000"/>
              </a:spcBef>
              <a:buFont typeface="Arial" pitchFamily="34" charset="0"/>
              <a:buChar char="•"/>
              <a:defRPr sz="2159" kern="1200">
                <a:solidFill>
                  <a:schemeClr val="tx1"/>
                </a:solidFill>
                <a:latin typeface="+mn-lt"/>
                <a:ea typeface="+mn-ea"/>
                <a:cs typeface="+mn-cs"/>
              </a:defRPr>
            </a:lvl6pPr>
            <a:lvl7pPr marL="3207464" indent="-246728" algn="l" defTabSz="986912" rtl="0" eaLnBrk="1" latinLnBrk="0" hangingPunct="1">
              <a:spcBef>
                <a:spcPct val="20000"/>
              </a:spcBef>
              <a:buFont typeface="Arial" pitchFamily="34" charset="0"/>
              <a:buChar char="•"/>
              <a:defRPr sz="2159" kern="1200">
                <a:solidFill>
                  <a:schemeClr val="tx1"/>
                </a:solidFill>
                <a:latin typeface="+mn-lt"/>
                <a:ea typeface="+mn-ea"/>
                <a:cs typeface="+mn-cs"/>
              </a:defRPr>
            </a:lvl7pPr>
            <a:lvl8pPr marL="3700920" indent="-246728" algn="l" defTabSz="986912" rtl="0" eaLnBrk="1" latinLnBrk="0" hangingPunct="1">
              <a:spcBef>
                <a:spcPct val="20000"/>
              </a:spcBef>
              <a:buFont typeface="Arial" pitchFamily="34" charset="0"/>
              <a:buChar char="•"/>
              <a:defRPr sz="2159" kern="1200">
                <a:solidFill>
                  <a:schemeClr val="tx1"/>
                </a:solidFill>
                <a:latin typeface="+mn-lt"/>
                <a:ea typeface="+mn-ea"/>
                <a:cs typeface="+mn-cs"/>
              </a:defRPr>
            </a:lvl8pPr>
            <a:lvl9pPr marL="4194376" indent="-246728" algn="l" defTabSz="986912" rtl="0" eaLnBrk="1" latinLnBrk="0" hangingPunct="1">
              <a:spcBef>
                <a:spcPct val="20000"/>
              </a:spcBef>
              <a:buFont typeface="Arial" pitchFamily="34" charset="0"/>
              <a:buChar char="•"/>
              <a:defRPr sz="2159" kern="1200">
                <a:solidFill>
                  <a:schemeClr val="tx1"/>
                </a:solidFill>
                <a:latin typeface="+mn-lt"/>
                <a:ea typeface="+mn-ea"/>
                <a:cs typeface="+mn-cs"/>
              </a:defRPr>
            </a:lvl9pPr>
          </a:lstStyle>
          <a:p>
            <a:r>
              <a:rPr lang="en-US" sz="1100" b="1" dirty="0">
                <a:latin typeface="Myriad-ExtraBoldItalic" panose="02000000000000000000" pitchFamily="2" charset="0"/>
              </a:rPr>
              <a:t>June to August change in USDA estimate of planted cotton acres</a:t>
            </a:r>
          </a:p>
        </p:txBody>
      </p:sp>
      <p:sp>
        <p:nvSpPr>
          <p:cNvPr id="22" name="Text Placeholder 12"/>
          <p:cNvSpPr>
            <a:spLocks noGrp="1"/>
          </p:cNvSpPr>
          <p:nvPr/>
        </p:nvSpPr>
        <p:spPr bwMode="auto">
          <a:xfrm>
            <a:off x="5522706" y="4810014"/>
            <a:ext cx="4737246" cy="24615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rtl="0" eaLnBrk="1" fontAlgn="base" hangingPunct="1">
              <a:lnSpc>
                <a:spcPct val="110000"/>
              </a:lnSpc>
              <a:spcBef>
                <a:spcPts val="648"/>
              </a:spcBef>
              <a:spcAft>
                <a:spcPct val="0"/>
              </a:spcAft>
              <a:buFont typeface="Arial" charset="0"/>
              <a:buNone/>
              <a:defRPr sz="1295" i="1" kern="1200">
                <a:solidFill>
                  <a:schemeClr val="tx2"/>
                </a:solidFill>
                <a:latin typeface="+mj-lt"/>
                <a:ea typeface="+mn-ea"/>
                <a:cs typeface="+mn-cs"/>
              </a:defRPr>
            </a:lvl1pPr>
            <a:lvl2pPr marL="197040" indent="-197040" algn="l" rtl="0" eaLnBrk="1" fontAlgn="base" hangingPunct="1">
              <a:lnSpc>
                <a:spcPct val="110000"/>
              </a:lnSpc>
              <a:spcBef>
                <a:spcPts val="648"/>
              </a:spcBef>
              <a:spcAft>
                <a:spcPct val="0"/>
              </a:spcAft>
              <a:buClr>
                <a:schemeClr val="bg2"/>
              </a:buClr>
              <a:buFont typeface="Arial" panose="020B0604020202020204" pitchFamily="34" charset="0"/>
              <a:buChar char="•"/>
              <a:defRPr sz="1295" kern="1200">
                <a:solidFill>
                  <a:schemeClr val="tx1"/>
                </a:solidFill>
                <a:latin typeface="+mj-lt"/>
                <a:ea typeface="+mn-ea"/>
                <a:cs typeface="+mn-cs"/>
              </a:defRPr>
            </a:lvl2pPr>
            <a:lvl3pPr marL="383799" indent="-186760" algn="l" rtl="0" eaLnBrk="1" fontAlgn="base" hangingPunct="1">
              <a:lnSpc>
                <a:spcPct val="110000"/>
              </a:lnSpc>
              <a:spcBef>
                <a:spcPts val="324"/>
              </a:spcBef>
              <a:spcAft>
                <a:spcPct val="0"/>
              </a:spcAft>
              <a:buClr>
                <a:schemeClr val="tx2"/>
              </a:buClr>
              <a:buFont typeface="Arial" panose="020B0604020202020204" pitchFamily="34" charset="0"/>
              <a:buChar char="•"/>
              <a:defRPr sz="1079" kern="1200">
                <a:solidFill>
                  <a:schemeClr val="tx1"/>
                </a:solidFill>
                <a:latin typeface="+mj-lt"/>
                <a:ea typeface="+mn-ea"/>
                <a:cs typeface="+mn-cs"/>
              </a:defRPr>
            </a:lvl3pPr>
            <a:lvl4pPr marL="580839" indent="-197040" algn="l" rtl="0" eaLnBrk="1" fontAlgn="base" hangingPunct="1">
              <a:lnSpc>
                <a:spcPct val="110000"/>
              </a:lnSpc>
              <a:spcBef>
                <a:spcPts val="324"/>
              </a:spcBef>
              <a:spcAft>
                <a:spcPct val="0"/>
              </a:spcAft>
              <a:buClr>
                <a:schemeClr val="bg2"/>
              </a:buClr>
              <a:buFont typeface="Arial" pitchFamily="34" charset="0"/>
              <a:buChar char="•"/>
              <a:defRPr sz="971" kern="1200">
                <a:solidFill>
                  <a:schemeClr val="tx1"/>
                </a:solidFill>
                <a:latin typeface="+mj-lt"/>
                <a:ea typeface="+mn-ea"/>
                <a:cs typeface="+mn-cs"/>
              </a:defRPr>
            </a:lvl4pPr>
            <a:lvl5pPr marL="777878" indent="-197040" algn="l" rtl="0" eaLnBrk="1" fontAlgn="base" hangingPunct="1">
              <a:lnSpc>
                <a:spcPct val="110000"/>
              </a:lnSpc>
              <a:spcBef>
                <a:spcPts val="324"/>
              </a:spcBef>
              <a:spcAft>
                <a:spcPct val="0"/>
              </a:spcAft>
              <a:buClr>
                <a:schemeClr val="tx2"/>
              </a:buClr>
              <a:buFont typeface="Arial" panose="020B0604020202020204" pitchFamily="34" charset="0"/>
              <a:buChar char="•"/>
              <a:defRPr sz="863" kern="1200">
                <a:solidFill>
                  <a:schemeClr val="tx1"/>
                </a:solidFill>
                <a:latin typeface="+mj-lt"/>
                <a:ea typeface="+mn-ea"/>
                <a:cs typeface="+mn-cs"/>
              </a:defRPr>
            </a:lvl5pPr>
            <a:lvl6pPr marL="2714008" indent="-246728" algn="l" defTabSz="986912" rtl="0" eaLnBrk="1" latinLnBrk="0" hangingPunct="1">
              <a:spcBef>
                <a:spcPct val="20000"/>
              </a:spcBef>
              <a:buFont typeface="Arial" pitchFamily="34" charset="0"/>
              <a:buChar char="•"/>
              <a:defRPr sz="2159" kern="1200">
                <a:solidFill>
                  <a:schemeClr val="tx1"/>
                </a:solidFill>
                <a:latin typeface="+mn-lt"/>
                <a:ea typeface="+mn-ea"/>
                <a:cs typeface="+mn-cs"/>
              </a:defRPr>
            </a:lvl6pPr>
            <a:lvl7pPr marL="3207464" indent="-246728" algn="l" defTabSz="986912" rtl="0" eaLnBrk="1" latinLnBrk="0" hangingPunct="1">
              <a:spcBef>
                <a:spcPct val="20000"/>
              </a:spcBef>
              <a:buFont typeface="Arial" pitchFamily="34" charset="0"/>
              <a:buChar char="•"/>
              <a:defRPr sz="2159" kern="1200">
                <a:solidFill>
                  <a:schemeClr val="tx1"/>
                </a:solidFill>
                <a:latin typeface="+mn-lt"/>
                <a:ea typeface="+mn-ea"/>
                <a:cs typeface="+mn-cs"/>
              </a:defRPr>
            </a:lvl7pPr>
            <a:lvl8pPr marL="3700920" indent="-246728" algn="l" defTabSz="986912" rtl="0" eaLnBrk="1" latinLnBrk="0" hangingPunct="1">
              <a:spcBef>
                <a:spcPct val="20000"/>
              </a:spcBef>
              <a:buFont typeface="Arial" pitchFamily="34" charset="0"/>
              <a:buChar char="•"/>
              <a:defRPr sz="2159" kern="1200">
                <a:solidFill>
                  <a:schemeClr val="tx1"/>
                </a:solidFill>
                <a:latin typeface="+mn-lt"/>
                <a:ea typeface="+mn-ea"/>
                <a:cs typeface="+mn-cs"/>
              </a:defRPr>
            </a:lvl8pPr>
            <a:lvl9pPr marL="4194376" indent="-246728" algn="l" defTabSz="986912" rtl="0" eaLnBrk="1" latinLnBrk="0" hangingPunct="1">
              <a:spcBef>
                <a:spcPct val="20000"/>
              </a:spcBef>
              <a:buFont typeface="Arial" pitchFamily="34" charset="0"/>
              <a:buChar char="•"/>
              <a:defRPr sz="2159" kern="1200">
                <a:solidFill>
                  <a:schemeClr val="tx1"/>
                </a:solidFill>
                <a:latin typeface="+mn-lt"/>
                <a:ea typeface="+mn-ea"/>
                <a:cs typeface="+mn-cs"/>
              </a:defRPr>
            </a:lvl9pPr>
          </a:lstStyle>
          <a:p>
            <a:r>
              <a:rPr lang="en-US" sz="1100" b="1" i="0" dirty="0">
                <a:latin typeface="Myriad-ExtraBoldItalic" panose="02000000000000000000" pitchFamily="2" charset="0"/>
              </a:rPr>
              <a:t>Evolution of USDA estimate of 2025/26 and 2026/27 stocks-to-use ratio</a:t>
            </a:r>
          </a:p>
        </p:txBody>
      </p:sp>
      <p:sp>
        <p:nvSpPr>
          <p:cNvPr id="7" name="Text Placeholder 5">
            <a:extLst>
              <a:ext uri="{FF2B5EF4-FFF2-40B4-BE49-F238E27FC236}">
                <a16:creationId xmlns:a16="http://schemas.microsoft.com/office/drawing/2014/main" id="{EFCE4035-7258-AD3A-A85C-2A922C07DAAC}"/>
              </a:ext>
            </a:extLst>
          </p:cNvPr>
          <p:cNvSpPr txBox="1">
            <a:spLocks noGrp="1"/>
          </p:cNvSpPr>
          <p:nvPr/>
        </p:nvSpPr>
        <p:spPr bwMode="auto">
          <a:xfrm>
            <a:off x="303698" y="6839713"/>
            <a:ext cx="4740404" cy="253722"/>
          </a:xfrm>
          <a:prstGeom prst="rect">
            <a:avLst/>
          </a:prstGeom>
          <a:noFill/>
          <a:ln w="9525">
            <a:noFill/>
            <a:miter lim="800000"/>
            <a:headEnd/>
            <a:tailEnd/>
          </a:ln>
        </p:spPr>
        <p:txBody>
          <a:bodyPr vert="horz" wrap="square" lIns="0" tIns="0" rIns="0" bIns="0" numCol="1" rtlCol="0" anchor="b" anchorCtr="0" compatLnSpc="1">
            <a:prstTxWarp prst="textNoShape">
              <a:avLst/>
            </a:prstTxWarp>
          </a:bodyPr>
          <a:lstStyle>
            <a:lvl1pPr marL="0" indent="0" algn="l" rtl="0" eaLnBrk="1" fontAlgn="base" hangingPunct="1">
              <a:lnSpc>
                <a:spcPct val="110000"/>
              </a:lnSpc>
              <a:spcBef>
                <a:spcPts val="648"/>
              </a:spcBef>
              <a:spcAft>
                <a:spcPct val="0"/>
              </a:spcAft>
              <a:buFont typeface="Arial" charset="0"/>
              <a:buNone/>
              <a:defRPr kumimoji="0" lang="en-US" sz="648" b="0" i="1" u="none" strike="noStrike" kern="1200" cap="none" spc="0" normalizeH="0" baseline="0" noProof="0" dirty="0" smtClean="0">
                <a:ln>
                  <a:noFill/>
                </a:ln>
                <a:solidFill>
                  <a:schemeClr val="bg1">
                    <a:lumMod val="50000"/>
                  </a:schemeClr>
                </a:solidFill>
                <a:effectLst/>
                <a:uLnTx/>
                <a:uFillTx/>
                <a:latin typeface="Verdana" pitchFamily="34" charset="0"/>
                <a:ea typeface="+mn-ea"/>
                <a:cs typeface="+mn-cs"/>
              </a:defRPr>
            </a:lvl1pPr>
            <a:lvl2pPr marL="197040" indent="-197040" algn="l" rtl="0" eaLnBrk="1" fontAlgn="base" hangingPunct="1">
              <a:lnSpc>
                <a:spcPct val="110000"/>
              </a:lnSpc>
              <a:spcBef>
                <a:spcPts val="648"/>
              </a:spcBef>
              <a:spcAft>
                <a:spcPct val="0"/>
              </a:spcAft>
              <a:buClr>
                <a:schemeClr val="bg2"/>
              </a:buClr>
              <a:buFont typeface="Arial" panose="020B0604020202020204" pitchFamily="34" charset="0"/>
              <a:buChar char="•"/>
              <a:defRPr sz="1295" kern="1200">
                <a:solidFill>
                  <a:schemeClr val="tx1"/>
                </a:solidFill>
                <a:latin typeface="+mj-lt"/>
                <a:ea typeface="+mn-ea"/>
                <a:cs typeface="+mn-cs"/>
              </a:defRPr>
            </a:lvl2pPr>
            <a:lvl3pPr marL="383799" indent="-186760" algn="l" rtl="0" eaLnBrk="1" fontAlgn="base" hangingPunct="1">
              <a:lnSpc>
                <a:spcPct val="110000"/>
              </a:lnSpc>
              <a:spcBef>
                <a:spcPts val="324"/>
              </a:spcBef>
              <a:spcAft>
                <a:spcPct val="0"/>
              </a:spcAft>
              <a:buClr>
                <a:schemeClr val="tx2"/>
              </a:buClr>
              <a:buFont typeface="Arial" panose="020B0604020202020204" pitchFamily="34" charset="0"/>
              <a:buChar char="•"/>
              <a:defRPr sz="1079" kern="1200">
                <a:solidFill>
                  <a:schemeClr val="tx1"/>
                </a:solidFill>
                <a:latin typeface="+mj-lt"/>
                <a:ea typeface="+mn-ea"/>
                <a:cs typeface="+mn-cs"/>
              </a:defRPr>
            </a:lvl3pPr>
            <a:lvl4pPr marL="580839" indent="-197040" algn="l" rtl="0" eaLnBrk="1" fontAlgn="base" hangingPunct="1">
              <a:lnSpc>
                <a:spcPct val="110000"/>
              </a:lnSpc>
              <a:spcBef>
                <a:spcPts val="324"/>
              </a:spcBef>
              <a:spcAft>
                <a:spcPct val="0"/>
              </a:spcAft>
              <a:buClr>
                <a:schemeClr val="bg2"/>
              </a:buClr>
              <a:buFont typeface="Arial" pitchFamily="34" charset="0"/>
              <a:buChar char="•"/>
              <a:defRPr sz="971" kern="1200">
                <a:solidFill>
                  <a:schemeClr val="tx1"/>
                </a:solidFill>
                <a:latin typeface="+mj-lt"/>
                <a:ea typeface="+mn-ea"/>
                <a:cs typeface="+mn-cs"/>
              </a:defRPr>
            </a:lvl4pPr>
            <a:lvl5pPr marL="777878" indent="-197040" algn="l" rtl="0" eaLnBrk="1" fontAlgn="base" hangingPunct="1">
              <a:lnSpc>
                <a:spcPct val="110000"/>
              </a:lnSpc>
              <a:spcBef>
                <a:spcPts val="324"/>
              </a:spcBef>
              <a:spcAft>
                <a:spcPct val="0"/>
              </a:spcAft>
              <a:buClr>
                <a:schemeClr val="tx2"/>
              </a:buClr>
              <a:buFont typeface="Arial" panose="020B0604020202020204" pitchFamily="34" charset="0"/>
              <a:buChar char="•"/>
              <a:defRPr sz="863" kern="1200">
                <a:solidFill>
                  <a:schemeClr val="tx1"/>
                </a:solidFill>
                <a:latin typeface="+mj-lt"/>
                <a:ea typeface="+mn-ea"/>
                <a:cs typeface="+mn-cs"/>
              </a:defRPr>
            </a:lvl5pPr>
            <a:lvl6pPr marL="2714008" indent="-246728" algn="l" defTabSz="986912" rtl="0" eaLnBrk="1" latinLnBrk="0" hangingPunct="1">
              <a:spcBef>
                <a:spcPct val="20000"/>
              </a:spcBef>
              <a:buFont typeface="Arial" pitchFamily="34" charset="0"/>
              <a:buChar char="•"/>
              <a:defRPr sz="2159" kern="1200">
                <a:solidFill>
                  <a:schemeClr val="tx1"/>
                </a:solidFill>
                <a:latin typeface="+mn-lt"/>
                <a:ea typeface="+mn-ea"/>
                <a:cs typeface="+mn-cs"/>
              </a:defRPr>
            </a:lvl6pPr>
            <a:lvl7pPr marL="3207464" indent="-246728" algn="l" defTabSz="986912" rtl="0" eaLnBrk="1" latinLnBrk="0" hangingPunct="1">
              <a:spcBef>
                <a:spcPct val="20000"/>
              </a:spcBef>
              <a:buFont typeface="Arial" pitchFamily="34" charset="0"/>
              <a:buChar char="•"/>
              <a:defRPr sz="2159" kern="1200">
                <a:solidFill>
                  <a:schemeClr val="tx1"/>
                </a:solidFill>
                <a:latin typeface="+mn-lt"/>
                <a:ea typeface="+mn-ea"/>
                <a:cs typeface="+mn-cs"/>
              </a:defRPr>
            </a:lvl7pPr>
            <a:lvl8pPr marL="3700920" indent="-246728" algn="l" defTabSz="986912" rtl="0" eaLnBrk="1" latinLnBrk="0" hangingPunct="1">
              <a:spcBef>
                <a:spcPct val="20000"/>
              </a:spcBef>
              <a:buFont typeface="Arial" pitchFamily="34" charset="0"/>
              <a:buChar char="•"/>
              <a:defRPr sz="2159" kern="1200">
                <a:solidFill>
                  <a:schemeClr val="tx1"/>
                </a:solidFill>
                <a:latin typeface="+mn-lt"/>
                <a:ea typeface="+mn-ea"/>
                <a:cs typeface="+mn-cs"/>
              </a:defRPr>
            </a:lvl8pPr>
            <a:lvl9pPr marL="4194376" indent="-246728" algn="l" defTabSz="986912" rtl="0" eaLnBrk="1" latinLnBrk="0" hangingPunct="1">
              <a:spcBef>
                <a:spcPct val="20000"/>
              </a:spcBef>
              <a:buFont typeface="Arial" pitchFamily="34" charset="0"/>
              <a:buChar char="•"/>
              <a:defRPr sz="2159" kern="1200">
                <a:solidFill>
                  <a:schemeClr val="tx1"/>
                </a:solidFill>
                <a:latin typeface="+mn-lt"/>
                <a:ea typeface="+mn-ea"/>
                <a:cs typeface="+mn-cs"/>
              </a:defRPr>
            </a:lvl9pPr>
          </a:lstStyle>
          <a:p>
            <a:pPr>
              <a:spcBef>
                <a:spcPts val="0"/>
              </a:spcBef>
            </a:pPr>
            <a:r>
              <a:rPr lang="en-US" sz="700" i="0" dirty="0">
                <a:latin typeface="Myriad-LightItalic" panose="02000506050000090004" pitchFamily="2" charset="0"/>
              </a:rPr>
              <a:t>Source: USDA</a:t>
            </a:r>
            <a:br>
              <a:rPr lang="en-US" sz="700" i="0" dirty="0">
                <a:latin typeface="Myriad-LightItalic" panose="02000506050000090004" pitchFamily="2" charset="0"/>
              </a:rPr>
            </a:br>
            <a:endParaRPr lang="en-US" sz="700" i="0" dirty="0">
              <a:latin typeface="Myriad-LightItalic" panose="02000506050000090004" pitchFamily="2" charset="0"/>
            </a:endParaRPr>
          </a:p>
        </p:txBody>
      </p:sp>
      <p:sp>
        <p:nvSpPr>
          <p:cNvPr id="8" name="TextBox 7">
            <a:extLst>
              <a:ext uri="{FF2B5EF4-FFF2-40B4-BE49-F238E27FC236}">
                <a16:creationId xmlns:a16="http://schemas.microsoft.com/office/drawing/2014/main" id="{A3513587-7C33-CCCF-5EF9-7E9EB199BF08}"/>
              </a:ext>
            </a:extLst>
          </p:cNvPr>
          <p:cNvSpPr txBox="1"/>
          <p:nvPr/>
        </p:nvSpPr>
        <p:spPr>
          <a:xfrm>
            <a:off x="524523" y="1484038"/>
            <a:ext cx="4715979" cy="3285130"/>
          </a:xfrm>
          <a:prstGeom prst="rect">
            <a:avLst/>
          </a:prstGeom>
          <a:noFill/>
        </p:spPr>
        <p:txBody>
          <a:bodyPr wrap="square" lIns="0" tIns="0" rIns="0" bIns="0" rtlCol="0" anchor="t" anchorCtr="0">
            <a:spAutoFit/>
          </a:bodyPr>
          <a:lstStyle/>
          <a:p>
            <a:pPr marL="171450" indent="-171450">
              <a:lnSpc>
                <a:spcPct val="110000"/>
              </a:lnSpc>
              <a:spcBef>
                <a:spcPts val="0"/>
              </a:spcBef>
              <a:spcAft>
                <a:spcPts val="300"/>
              </a:spcAft>
              <a:buClr>
                <a:srgbClr val="FF6600"/>
              </a:buClr>
              <a:buFont typeface="Arial" panose="020B0604020202020204" pitchFamily="34" charset="0"/>
              <a:buChar char="•"/>
            </a:pPr>
            <a:r>
              <a:rPr lang="en-GB" sz="950" dirty="0">
                <a:latin typeface="Myriad-ExtraBoldItalic" panose="02000000000000000000" pitchFamily="2" charset="0"/>
                <a:ea typeface="Calibri" panose="020F0502020204030204" pitchFamily="34" charset="0"/>
                <a:cs typeface="Times New Roman" panose="02020603050405020304" pitchFamily="18" charset="0"/>
              </a:rPr>
              <a:t>Late season revisions to US cotton area are not unusual. As one of the last crops planted throughout much of its growing area, early season planting conditions can sometimes compel growers to wait, a decision that </a:t>
            </a:r>
            <a:r>
              <a:rPr lang="en-GB" sz="950" dirty="0" err="1">
                <a:latin typeface="Myriad-ExtraBoldItalic" panose="02000000000000000000" pitchFamily="2" charset="0"/>
                <a:ea typeface="Calibri" panose="020F0502020204030204" pitchFamily="34" charset="0"/>
                <a:cs typeface="Times New Roman" panose="02020603050405020304" pitchFamily="18" charset="0"/>
              </a:rPr>
              <a:t>favors</a:t>
            </a:r>
            <a:r>
              <a:rPr lang="en-GB" sz="950" dirty="0">
                <a:latin typeface="Myriad-ExtraBoldItalic" panose="02000000000000000000" pitchFamily="2" charset="0"/>
                <a:ea typeface="Calibri" panose="020F0502020204030204" pitchFamily="34" charset="0"/>
                <a:cs typeface="Times New Roman" panose="02020603050405020304" pitchFamily="18" charset="0"/>
              </a:rPr>
              <a:t> cotton above grain. Conversely, as a crop that is expensive to grow, with generous crop insurance support, deterioration of conditions in the field, or in the marketplace, can motivate farmers to abandon cotton in </a:t>
            </a:r>
            <a:r>
              <a:rPr lang="en-GB" sz="950" dirty="0" err="1">
                <a:latin typeface="Myriad-ExtraBoldItalic" panose="02000000000000000000" pitchFamily="2" charset="0"/>
                <a:ea typeface="Calibri" panose="020F0502020204030204" pitchFamily="34" charset="0"/>
                <a:cs typeface="Times New Roman" panose="02020603050405020304" pitchFamily="18" charset="0"/>
              </a:rPr>
              <a:t>favor</a:t>
            </a:r>
            <a:r>
              <a:rPr lang="en-GB" sz="950" dirty="0">
                <a:latin typeface="Myriad-ExtraBoldItalic" panose="02000000000000000000" pitchFamily="2" charset="0"/>
                <a:ea typeface="Calibri" panose="020F0502020204030204" pitchFamily="34" charset="0"/>
                <a:cs typeface="Times New Roman" panose="02020603050405020304" pitchFamily="18" charset="0"/>
              </a:rPr>
              <a:t> of an alternative. The August 2026 WASDE delivered the largest upward revision to US planted cotton area in 15 years. That said, markets largely sloughed off the news as this increase was more than offset by lower yield estimates.</a:t>
            </a:r>
          </a:p>
          <a:p>
            <a:pPr marL="171450" indent="-171450">
              <a:lnSpc>
                <a:spcPct val="110000"/>
              </a:lnSpc>
              <a:spcBef>
                <a:spcPts val="0"/>
              </a:spcBef>
              <a:spcAft>
                <a:spcPts val="300"/>
              </a:spcAft>
              <a:buClr>
                <a:srgbClr val="FF6600"/>
              </a:buClr>
              <a:buFont typeface="Arial" panose="020B0604020202020204" pitchFamily="34" charset="0"/>
              <a:buChar char="•"/>
            </a:pPr>
            <a:r>
              <a:rPr lang="en-GB" sz="950" dirty="0">
                <a:latin typeface="Myriad-ExtraBoldItalic" panose="02000000000000000000" pitchFamily="2" charset="0"/>
                <a:ea typeface="Calibri" panose="020F0502020204030204" pitchFamily="34" charset="0"/>
                <a:cs typeface="Times New Roman" panose="02020603050405020304" pitchFamily="18" charset="0"/>
              </a:rPr>
              <a:t>With production revised downward, the US is now set to join the ranks of countries expecting less production in 2026. In absolute terms, China is expected to register the largest drop as the focus in Xinjiang as shifted toward small grain production. Australia, meanwhile, has seen the largest drop in relative terms (-1/3rd), due to limited soil moisture. For their part, Brazilian growers have struggled with high currency valuation and increased farm stress generally, leading to a subtle pullback in 2026 production. In fact, the only major producer that could see an increase is India – where acreage is up 12% although yields are sure to be under pressure from a late monsoon and expensive fertilizer. </a:t>
            </a:r>
          </a:p>
          <a:p>
            <a:pPr marL="171450" indent="-171450">
              <a:lnSpc>
                <a:spcPct val="110000"/>
              </a:lnSpc>
              <a:spcBef>
                <a:spcPts val="0"/>
              </a:spcBef>
              <a:spcAft>
                <a:spcPts val="300"/>
              </a:spcAft>
              <a:buClr>
                <a:srgbClr val="FF6600"/>
              </a:buClr>
              <a:buFont typeface="Arial" panose="020B0604020202020204" pitchFamily="34" charset="0"/>
              <a:buChar char="•"/>
            </a:pPr>
            <a:r>
              <a:rPr lang="en-GB" sz="950" dirty="0">
                <a:latin typeface="Myriad-ExtraBoldItalic" panose="02000000000000000000" pitchFamily="2" charset="0"/>
                <a:ea typeface="Calibri" panose="020F0502020204030204" pitchFamily="34" charset="0"/>
                <a:cs typeface="Times New Roman" panose="02020603050405020304" pitchFamily="18" charset="0"/>
              </a:rPr>
              <a:t>While global supply has tightened, demand for the year has also contracted as events in Iran and high energy prices have curtailed global GDP growth. Nevertheless, in the mid-80s cotton futures are at their highest levels in over two years and adequate to cover costs for competitive producers – helping to explain the late season shift in acreage. </a:t>
            </a:r>
          </a:p>
        </p:txBody>
      </p:sp>
      <p:graphicFrame>
        <p:nvGraphicFramePr>
          <p:cNvPr id="9" name="Chart 8">
            <a:extLst>
              <a:ext uri="{FF2B5EF4-FFF2-40B4-BE49-F238E27FC236}">
                <a16:creationId xmlns:a16="http://schemas.microsoft.com/office/drawing/2014/main" id="{20A0C91B-CCC1-3240-1C1B-2C9AE7165424}"/>
              </a:ext>
            </a:extLst>
          </p:cNvPr>
          <p:cNvGraphicFramePr>
            <a:graphicFrameLocks/>
          </p:cNvGraphicFramePr>
          <p:nvPr>
            <p:extLst>
              <p:ext uri="{D42A27DB-BD31-4B8C-83A1-F6EECF244321}">
                <p14:modId xmlns:p14="http://schemas.microsoft.com/office/powerpoint/2010/main" val="1932534903"/>
              </p:ext>
            </p:extLst>
          </p:nvPr>
        </p:nvGraphicFramePr>
        <p:xfrm>
          <a:off x="463153" y="5093844"/>
          <a:ext cx="4425553" cy="1706202"/>
        </p:xfrm>
        <a:graphic>
          <a:graphicData uri="http://schemas.openxmlformats.org/drawingml/2006/chart">
            <c:chart xmlns:c="http://schemas.openxmlformats.org/drawingml/2006/chart" xmlns:r="http://schemas.openxmlformats.org/officeDocument/2006/relationships" r:id="rId8"/>
          </a:graphicData>
        </a:graphic>
      </p:graphicFrame>
      <p:sp>
        <p:nvSpPr>
          <p:cNvPr id="11" name="TextBox 10">
            <a:extLst>
              <a:ext uri="{FF2B5EF4-FFF2-40B4-BE49-F238E27FC236}">
                <a16:creationId xmlns:a16="http://schemas.microsoft.com/office/drawing/2014/main" id="{E97FBDE8-89D4-CAB1-7E41-F150B583DD71}"/>
              </a:ext>
            </a:extLst>
          </p:cNvPr>
          <p:cNvSpPr txBox="1"/>
          <p:nvPr/>
        </p:nvSpPr>
        <p:spPr>
          <a:xfrm>
            <a:off x="5565405" y="1532469"/>
            <a:ext cx="4715979" cy="3201261"/>
          </a:xfrm>
          <a:prstGeom prst="rect">
            <a:avLst/>
          </a:prstGeom>
          <a:noFill/>
        </p:spPr>
        <p:txBody>
          <a:bodyPr wrap="square" lIns="0" tIns="0" rIns="0" bIns="0" rtlCol="0" anchor="t" anchorCtr="0">
            <a:spAutoFit/>
          </a:bodyPr>
          <a:lstStyle/>
          <a:p>
            <a:pPr marL="171450" indent="-171450">
              <a:lnSpc>
                <a:spcPct val="110000"/>
              </a:lnSpc>
              <a:spcBef>
                <a:spcPts val="0"/>
              </a:spcBef>
              <a:spcAft>
                <a:spcPts val="300"/>
              </a:spcAft>
              <a:buClr>
                <a:srgbClr val="FF6600"/>
              </a:buClr>
              <a:buFont typeface="Arial" panose="020B0604020202020204" pitchFamily="34" charset="0"/>
              <a:buChar char="•"/>
            </a:pPr>
            <a:r>
              <a:rPr lang="en-GB" sz="950" dirty="0">
                <a:latin typeface="Myriad-ExtraBoldItalic" panose="02000000000000000000" pitchFamily="2" charset="0"/>
                <a:ea typeface="Calibri" panose="020F0502020204030204" pitchFamily="34" charset="0"/>
                <a:cs typeface="Times New Roman" panose="02020603050405020304" pitchFamily="18" charset="0"/>
              </a:rPr>
              <a:t>The smallest area planted to </a:t>
            </a:r>
            <a:r>
              <a:rPr lang="en-GB" sz="950" dirty="0" err="1">
                <a:latin typeface="Myriad-ExtraBoldItalic" panose="02000000000000000000" pitchFamily="2" charset="0"/>
                <a:ea typeface="Calibri" panose="020F0502020204030204" pitchFamily="34" charset="0"/>
                <a:cs typeface="Times New Roman" panose="02020603050405020304" pitchFamily="18" charset="0"/>
              </a:rPr>
              <a:t>sugarbeets</a:t>
            </a:r>
            <a:r>
              <a:rPr lang="en-GB" sz="950" dirty="0">
                <a:latin typeface="Myriad-ExtraBoldItalic" panose="02000000000000000000" pitchFamily="2" charset="0"/>
                <a:ea typeface="Calibri" panose="020F0502020204030204" pitchFamily="34" charset="0"/>
                <a:cs typeface="Times New Roman" panose="02020603050405020304" pitchFamily="18" charset="0"/>
              </a:rPr>
              <a:t> in 40 years coupled with a late-season date revision by USDA have tightened the stock picture for the US considerably for 2026/27. While this provides short-term relief for producers, and could help avoid forfeitures, it does not solve the more intractable problem facing the industry by way of high-tier imports. </a:t>
            </a:r>
          </a:p>
          <a:p>
            <a:pPr marL="171450" indent="-171450">
              <a:lnSpc>
                <a:spcPct val="110000"/>
              </a:lnSpc>
              <a:spcBef>
                <a:spcPts val="0"/>
              </a:spcBef>
              <a:spcAft>
                <a:spcPts val="300"/>
              </a:spcAft>
              <a:buClr>
                <a:srgbClr val="FF6600"/>
              </a:buClr>
              <a:buFont typeface="Arial" panose="020B0604020202020204" pitchFamily="34" charset="0"/>
              <a:buChar char="•"/>
            </a:pPr>
            <a:r>
              <a:rPr lang="en-GB" sz="950" dirty="0">
                <a:latin typeface="Myriad-ExtraBoldItalic" panose="02000000000000000000" pitchFamily="2" charset="0"/>
                <a:ea typeface="Calibri" panose="020F0502020204030204" pitchFamily="34" charset="0"/>
                <a:cs typeface="Times New Roman" panose="02020603050405020304" pitchFamily="18" charset="0"/>
              </a:rPr>
              <a:t>In July, the USDA announced that it had caught a long-standing reporting error by a reporter that once corrected, shave 130,000 tons off of beginning stocks. This was compounded by late season adjustments to cane and beet sugar production – ultimately reducing total beginning stocks for 2026-27 by over 300,000 tons (16%) over a three month window.</a:t>
            </a:r>
          </a:p>
          <a:p>
            <a:pPr marL="171450" indent="-171450">
              <a:lnSpc>
                <a:spcPct val="110000"/>
              </a:lnSpc>
              <a:spcBef>
                <a:spcPts val="0"/>
              </a:spcBef>
              <a:spcAft>
                <a:spcPts val="300"/>
              </a:spcAft>
              <a:buClr>
                <a:srgbClr val="FF6600"/>
              </a:buClr>
              <a:buFont typeface="Arial" panose="020B0604020202020204" pitchFamily="34" charset="0"/>
              <a:buChar char="•"/>
            </a:pPr>
            <a:r>
              <a:rPr lang="en-GB" sz="950" dirty="0">
                <a:latin typeface="Myriad-ExtraBoldItalic" panose="02000000000000000000" pitchFamily="2" charset="0"/>
                <a:ea typeface="Calibri" panose="020F0502020204030204" pitchFamily="34" charset="0"/>
                <a:cs typeface="Times New Roman" panose="02020603050405020304" pitchFamily="18" charset="0"/>
              </a:rPr>
              <a:t>With smaller domestic production, and tighter beginning stocks, the USDA has, for now, pencilled in anticipated Mexican access of 1.35 million tonnes – which if it comes to fruition, will be the largest level of access granted since 2021/22 – as part of it US needs calculation to lift the stocks-to-use ratio to 13.5%. While this bodes well for a Mexican industry that has seen production comes back to life after a multi-year drought it is by no means a guarantee. Under the terms of the suspension agreement, Mexico can only ship 30% of the US needs calculation during the initial export window spanning October to December.</a:t>
            </a:r>
          </a:p>
          <a:p>
            <a:pPr marL="171450" indent="-171450">
              <a:lnSpc>
                <a:spcPct val="110000"/>
              </a:lnSpc>
              <a:spcBef>
                <a:spcPts val="0"/>
              </a:spcBef>
              <a:spcAft>
                <a:spcPts val="300"/>
              </a:spcAft>
              <a:buClr>
                <a:srgbClr val="FF6600"/>
              </a:buClr>
              <a:buFont typeface="Arial" panose="020B0604020202020204" pitchFamily="34" charset="0"/>
              <a:buChar char="•"/>
            </a:pPr>
            <a:r>
              <a:rPr lang="en-GB" sz="950" dirty="0">
                <a:latin typeface="Myriad-ExtraBoldItalic" panose="02000000000000000000" pitchFamily="2" charset="0"/>
                <a:ea typeface="Calibri" panose="020F0502020204030204" pitchFamily="34" charset="0"/>
                <a:cs typeface="Times New Roman" panose="02020603050405020304" pitchFamily="18" charset="0"/>
              </a:rPr>
              <a:t>While section 301 and forced </a:t>
            </a:r>
            <a:r>
              <a:rPr lang="en-GB" sz="950" dirty="0" err="1">
                <a:latin typeface="Myriad-ExtraBoldItalic" panose="02000000000000000000" pitchFamily="2" charset="0"/>
                <a:ea typeface="Calibri" panose="020F0502020204030204" pitchFamily="34" charset="0"/>
                <a:cs typeface="Times New Roman" panose="02020603050405020304" pitchFamily="18" charset="0"/>
              </a:rPr>
              <a:t>labor</a:t>
            </a:r>
            <a:r>
              <a:rPr lang="en-GB" sz="950" dirty="0">
                <a:latin typeface="Myriad-ExtraBoldItalic" panose="02000000000000000000" pitchFamily="2" charset="0"/>
                <a:ea typeface="Calibri" panose="020F0502020204030204" pitchFamily="34" charset="0"/>
                <a:cs typeface="Times New Roman" panose="02020603050405020304" pitchFamily="18" charset="0"/>
              </a:rPr>
              <a:t> tariffs have once again put Brazilian high tier shipments on ice, the risk – to Mexico and the US – is that world sugar from other origins could cut in line, depleting Mexican access and/or contributing to excess supply. </a:t>
            </a:r>
          </a:p>
          <a:p>
            <a:pPr>
              <a:lnSpc>
                <a:spcPct val="110000"/>
              </a:lnSpc>
              <a:spcBef>
                <a:spcPts val="0"/>
              </a:spcBef>
              <a:spcAft>
                <a:spcPts val="300"/>
              </a:spcAft>
              <a:buClr>
                <a:srgbClr val="FF6600"/>
              </a:buClr>
            </a:pPr>
            <a:endParaRPr lang="en-GB" sz="950" dirty="0">
              <a:latin typeface="Myriad-ExtraBoldItalic" panose="02000000000000000000" pitchFamily="2" charset="0"/>
              <a:ea typeface="Calibri" panose="020F0502020204030204" pitchFamily="34" charset="0"/>
              <a:cs typeface="Times New Roman" panose="02020603050405020304" pitchFamily="18" charset="0"/>
            </a:endParaRPr>
          </a:p>
        </p:txBody>
      </p:sp>
      <p:graphicFrame>
        <p:nvGraphicFramePr>
          <p:cNvPr id="12" name="Chart 11">
            <a:extLst>
              <a:ext uri="{FF2B5EF4-FFF2-40B4-BE49-F238E27FC236}">
                <a16:creationId xmlns:a16="http://schemas.microsoft.com/office/drawing/2014/main" id="{9D35D296-0BF1-CE08-2134-852306D05E93}"/>
              </a:ext>
            </a:extLst>
          </p:cNvPr>
          <p:cNvGraphicFramePr>
            <a:graphicFrameLocks/>
          </p:cNvGraphicFramePr>
          <p:nvPr>
            <p:extLst>
              <p:ext uri="{D42A27DB-BD31-4B8C-83A1-F6EECF244321}">
                <p14:modId xmlns:p14="http://schemas.microsoft.com/office/powerpoint/2010/main" val="783726718"/>
              </p:ext>
            </p:extLst>
          </p:nvPr>
        </p:nvGraphicFramePr>
        <p:xfrm>
          <a:off x="5522706" y="5056168"/>
          <a:ext cx="4395200" cy="1743878"/>
        </p:xfrm>
        <a:graphic>
          <a:graphicData uri="http://schemas.openxmlformats.org/drawingml/2006/chart">
            <c:chart xmlns:c="http://schemas.openxmlformats.org/drawingml/2006/chart" xmlns:r="http://schemas.openxmlformats.org/officeDocument/2006/relationships" r:id="rId9"/>
          </a:graphicData>
        </a:graphic>
      </p:graphicFrame>
    </p:spTree>
    <p:extLst>
      <p:ext uri="{BB962C8B-B14F-4D97-AF65-F5344CB8AC3E}">
        <p14:creationId xmlns:p14="http://schemas.microsoft.com/office/powerpoint/2010/main" val="1886284687"/>
      </p:ext>
    </p:extLst>
  </p:cSld>
  <p:clrMapOvr>
    <a:masterClrMapping/>
  </p:clrMapOvr>
  <p:extLst>
    <p:ext uri="{6950BFC3-D8DA-4A85-94F7-54DA5524770B}">
      <p188:commentRel xmlns:p188="http://schemas.microsoft.com/office/powerpoint/2018/8/main" r:id="rId3"/>
    </p:ext>
  </p:extLs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4_Rabobank template 2012">
  <a:themeElements>
    <a:clrScheme name="Custom 11">
      <a:dk1>
        <a:sysClr val="windowText" lastClr="000000"/>
      </a:dk1>
      <a:lt1>
        <a:sysClr val="window" lastClr="FFFFFF"/>
      </a:lt1>
      <a:dk2>
        <a:srgbClr val="000099"/>
      </a:dk2>
      <a:lt2>
        <a:srgbClr val="EEF9FC"/>
      </a:lt2>
      <a:accent1>
        <a:srgbClr val="000099"/>
      </a:accent1>
      <a:accent2>
        <a:srgbClr val="FF6600"/>
      </a:accent2>
      <a:accent3>
        <a:srgbClr val="90D1E3"/>
      </a:accent3>
      <a:accent4>
        <a:srgbClr val="AB9D70"/>
      </a:accent4>
      <a:accent5>
        <a:srgbClr val="5E6A71"/>
      </a:accent5>
      <a:accent6>
        <a:srgbClr val="36B065"/>
      </a:accent6>
      <a:hlink>
        <a:srgbClr val="FFFFFF"/>
      </a:hlink>
      <a:folHlink>
        <a:srgbClr val="0563C1"/>
      </a:folHlink>
    </a:clrScheme>
    <a:fontScheme name="Custom 2">
      <a:majorFont>
        <a:latin typeface="Myriad Light"/>
        <a:ea typeface=""/>
        <a:cs typeface=""/>
      </a:majorFont>
      <a:minorFont>
        <a:latin typeface="Myriad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w="9525">
          <a:solidFill>
            <a:schemeClr val="accent3"/>
          </a:solidFill>
        </a:ln>
      </a:spPr>
      <a:bodyPr lIns="72000" tIns="36000" rIns="72000" bIns="36000" rtlCol="0" anchor="ctr"/>
      <a:lstStyle>
        <a:defPPr algn="ctr">
          <a:defRPr sz="800" dirty="0" err="1" smtClean="0">
            <a:latin typeface="Verdana"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1">
              <a:lumMod val="50000"/>
            </a:schemeClr>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72000" tIns="36000" rIns="72000" bIns="36000" rtlCol="0" anchor="ctr" anchorCtr="0">
        <a:spAutoFit/>
      </a:bodyPr>
      <a:lstStyle>
        <a:defPPr>
          <a:defRPr sz="800" dirty="0" smtClean="0">
            <a:latin typeface="Verdana" pitchFamily="34" charset="0"/>
          </a:defRPr>
        </a:defPPr>
      </a:lstStyle>
    </a:txDef>
  </a:objectDefaults>
  <a:extraClrSchemeLst/>
</a:theme>
</file>

<file path=ppt/theme/theme2.xml><?xml version="1.0" encoding="utf-8"?>
<a:theme xmlns:a="http://schemas.openxmlformats.org/drawingml/2006/main" name="9_Rabobank template 2012">
  <a:themeElements>
    <a:clrScheme name="Rabobank color theme Word">
      <a:dk1>
        <a:sysClr val="windowText" lastClr="000000"/>
      </a:dk1>
      <a:lt1>
        <a:sysClr val="window" lastClr="FFFFFF"/>
      </a:lt1>
      <a:dk2>
        <a:srgbClr val="000099"/>
      </a:dk2>
      <a:lt2>
        <a:srgbClr val="EEF9FC"/>
      </a:lt2>
      <a:accent1>
        <a:srgbClr val="000099"/>
      </a:accent1>
      <a:accent2>
        <a:srgbClr val="FF6600"/>
      </a:accent2>
      <a:accent3>
        <a:srgbClr val="90D1E3"/>
      </a:accent3>
      <a:accent4>
        <a:srgbClr val="AB9D70"/>
      </a:accent4>
      <a:accent5>
        <a:srgbClr val="5E6A71"/>
      </a:accent5>
      <a:accent6>
        <a:srgbClr val="80BA27"/>
      </a:accent6>
      <a:hlink>
        <a:srgbClr val="000099"/>
      </a:hlink>
      <a:folHlink>
        <a:srgbClr val="0563C1"/>
      </a:folHlink>
    </a:clrScheme>
    <a:fontScheme name="Rabobank">
      <a:majorFont>
        <a:latin typeface="Myriad SemiBold"/>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w="9525">
          <a:solidFill>
            <a:schemeClr val="accent3"/>
          </a:solidFill>
        </a:ln>
      </a:spPr>
      <a:bodyPr lIns="72000" tIns="36000" rIns="72000" bIns="36000" rtlCol="0" anchor="ctr"/>
      <a:lstStyle>
        <a:defPPr algn="ctr">
          <a:defRPr sz="800" dirty="0" err="1" smtClean="0">
            <a:latin typeface="Verdana"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1">
              <a:lumMod val="50000"/>
            </a:schemeClr>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72000" tIns="36000" rIns="72000" bIns="36000" rtlCol="0" anchor="ctr" anchorCtr="0">
        <a:spAutoFit/>
      </a:bodyPr>
      <a:lstStyle>
        <a:defPPr>
          <a:defRPr sz="800" dirty="0" smtClean="0">
            <a:latin typeface="Verdana" pitchFamily="34"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AA8A3DCD1E0364B9281467B0968D801" ma:contentTypeVersion="13" ma:contentTypeDescription="Een nieuw document maken." ma:contentTypeScope="" ma:versionID="e4fd4278face386e00d54d74d1b4bd5d">
  <xsd:schema xmlns:xsd="http://www.w3.org/2001/XMLSchema" xmlns:xs="http://www.w3.org/2001/XMLSchema" xmlns:p="http://schemas.microsoft.com/office/2006/metadata/properties" xmlns:ns3="db44e35c-13c4-450f-88a7-af35e1ebd15f" xmlns:ns4="16a52773-d934-4ae9-aa17-55fdefc5f86b" targetNamespace="http://schemas.microsoft.com/office/2006/metadata/properties" ma:root="true" ma:fieldsID="e4d6f156e7f0a10795e2494c67f49d3e" ns3:_="" ns4:_="">
    <xsd:import namespace="db44e35c-13c4-450f-88a7-af35e1ebd15f"/>
    <xsd:import namespace="16a52773-d934-4ae9-aa17-55fdefc5f86b"/>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4:SharedWithUsers" minOccurs="0"/>
                <xsd:element ref="ns4:SharedWithDetails" minOccurs="0"/>
                <xsd:element ref="ns4:SharingHintHash"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b44e35c-13c4-450f-88a7-af35e1ebd1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6a52773-d934-4ae9-aa17-55fdefc5f86b" elementFormDefault="qualified">
    <xsd:import namespace="http://schemas.microsoft.com/office/2006/documentManagement/types"/>
    <xsd:import namespace="http://schemas.microsoft.com/office/infopath/2007/PartnerControls"/>
    <xsd:element name="SharedWithUsers" ma:index="16"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Gedeeld met details" ma:internalName="SharedWithDetails" ma:readOnly="true">
      <xsd:simpleType>
        <xsd:restriction base="dms:Note">
          <xsd:maxLength value="255"/>
        </xsd:restriction>
      </xsd:simpleType>
    </xsd:element>
    <xsd:element name="SharingHintHash" ma:index="18" nillable="true" ma:displayName="Hint-hash dele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507187A-9F32-486F-886B-9A187C9C93B6}">
  <ds:schemaRefs>
    <ds:schemaRef ds:uri="16a52773-d934-4ae9-aa17-55fdefc5f86b"/>
    <ds:schemaRef ds:uri="db44e35c-13c4-450f-88a7-af35e1ebd15f"/>
    <ds:schemaRef ds:uri="http://purl.org/dc/dcmitype/"/>
    <ds:schemaRef ds:uri="http://schemas.microsoft.com/office/infopath/2007/PartnerControls"/>
    <ds:schemaRef ds:uri="http://schemas.microsoft.com/office/2006/documentManagement/types"/>
    <ds:schemaRef ds:uri="http://schemas.openxmlformats.org/package/2006/metadata/core-properties"/>
    <ds:schemaRef ds:uri="http://www.w3.org/XML/1998/namespace"/>
    <ds:schemaRef ds:uri="http://schemas.microsoft.com/office/2006/metadata/properties"/>
    <ds:schemaRef ds:uri="http://purl.org/dc/terms/"/>
    <ds:schemaRef ds:uri="http://purl.org/dc/elements/1.1/"/>
  </ds:schemaRefs>
</ds:datastoreItem>
</file>

<file path=customXml/itemProps2.xml><?xml version="1.0" encoding="utf-8"?>
<ds:datastoreItem xmlns:ds="http://schemas.openxmlformats.org/officeDocument/2006/customXml" ds:itemID="{AA7A19F6-BDF4-4B45-95B9-5575974884D3}">
  <ds:schemaRefs>
    <ds:schemaRef ds:uri="http://schemas.microsoft.com/sharepoint/v3/contenttype/forms"/>
  </ds:schemaRefs>
</ds:datastoreItem>
</file>

<file path=customXml/itemProps3.xml><?xml version="1.0" encoding="utf-8"?>
<ds:datastoreItem xmlns:ds="http://schemas.openxmlformats.org/officeDocument/2006/customXml" ds:itemID="{CB00E815-192A-4397-B63E-5BA1C2A79E3F}">
  <ds:schemaRefs>
    <ds:schemaRef ds:uri="16a52773-d934-4ae9-aa17-55fdefc5f86b"/>
    <ds:schemaRef ds:uri="db44e35c-13c4-450f-88a7-af35e1ebd15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134963</TotalTime>
  <Words>1753</Words>
  <Application>Microsoft Office PowerPoint</Application>
  <PresentationFormat>Custom</PresentationFormat>
  <Paragraphs>56</Paragraphs>
  <Slides>3</Slides>
  <Notes>3</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3</vt:i4>
      </vt:variant>
    </vt:vector>
  </HeadingPairs>
  <TitlesOfParts>
    <vt:vector size="16" baseType="lpstr">
      <vt:lpstr>Arial</vt:lpstr>
      <vt:lpstr>Calibri</vt:lpstr>
      <vt:lpstr>Myriad</vt:lpstr>
      <vt:lpstr>Myriad Light</vt:lpstr>
      <vt:lpstr>Myriad-ExtraBoldItalic</vt:lpstr>
      <vt:lpstr>Myriad-Italic</vt:lpstr>
      <vt:lpstr>Myriad-LightItalic</vt:lpstr>
      <vt:lpstr>Times</vt:lpstr>
      <vt:lpstr>Verdana</vt:lpstr>
      <vt:lpstr>Wingdings</vt:lpstr>
      <vt:lpstr>4_Rabobank template 2012</vt:lpstr>
      <vt:lpstr>9_Rabobank template 2012</vt:lpstr>
      <vt:lpstr>think-cell Slide</vt:lpstr>
      <vt:lpstr>PowerPoint Presentation</vt:lpstr>
      <vt:lpstr>PowerPoint Presentation</vt:lpstr>
      <vt:lpstr>PowerPoint Presentation</vt:lpstr>
    </vt:vector>
  </TitlesOfParts>
  <Company>Rabobank International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 Agribusiness Review April 2021</dc:title>
  <dc:creator>Griffin, A (Al)</dc:creator>
  <cp:lastModifiedBy>Owen Wagner</cp:lastModifiedBy>
  <cp:revision>7637</cp:revision>
  <cp:lastPrinted>2019-10-17T15:31:13Z</cp:lastPrinted>
  <dcterms:created xsi:type="dcterms:W3CDTF">2012-11-02T04:13:16Z</dcterms:created>
  <dcterms:modified xsi:type="dcterms:W3CDTF">2026-08-13T21:04:50Z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0x0101006AA8A3DCD1E0364B9281467B0968D801</vt:lpwstr>
  </property>
</Properties>
</file>